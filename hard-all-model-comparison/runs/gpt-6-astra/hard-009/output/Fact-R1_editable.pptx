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090136" cy="99395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hite canvas background"/>
          <p:cNvSpPr/>
          <p:nvPr/>
        </p:nvSpPr>
        <p:spPr>
          <a:xfrm>
            <a:off x="0" y="0"/>
            <a:ext cx="17090136" cy="9939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5" name="Dataset construction title"/>
          <p:cNvGrpSpPr/>
          <p:nvPr/>
        </p:nvGrpSpPr>
        <p:grpSpPr>
          <a:xfrm>
            <a:off x="100584" y="137160"/>
            <a:ext cx="16980408" cy="534924"/>
            <a:chOff x="100584" y="137160"/>
            <a:chExt cx="16980408" cy="534924"/>
          </a:xfrm>
        </p:grpSpPr>
        <p:sp>
          <p:nvSpPr>
            <p:cNvPr id="3" name="Rectangle"/>
            <p:cNvSpPr/>
            <p:nvPr/>
          </p:nvSpPr>
          <p:spPr>
            <a:xfrm>
              <a:off x="100584" y="137160"/>
              <a:ext cx="16980408" cy="502920"/>
            </a:xfrm>
            <a:prstGeom prst="roundRect">
              <a:avLst>
                <a:gd name="adj" fmla="val 1818"/>
              </a:avLst>
            </a:prstGeom>
            <a:solidFill>
              <a:srgbClr val="EFF7EB"/>
            </a:solidFill>
            <a:ln w="45719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FakeVV Dataset Construction Process"/>
            <p:cNvSpPr txBox="1"/>
            <p:nvPr/>
          </p:nvSpPr>
          <p:spPr>
            <a:xfrm>
              <a:off x="228600" y="233172"/>
              <a:ext cx="16733520" cy="438912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6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92" b="1" i="0">
                  <a:solidFill>
                    <a:srgbClr val="000000"/>
                  </a:solidFill>
                  <a:latin typeface="Times New Roman"/>
                </a:rPr>
                <a:t>FakeVV Dataset Construction Process</a:t>
              </a:r>
            </a:p>
          </p:txBody>
        </p:sp>
      </p:grpSp>
      <p:grpSp>
        <p:nvGrpSpPr>
          <p:cNvPr id="186" name="Data collection"/>
          <p:cNvGrpSpPr/>
          <p:nvPr/>
        </p:nvGrpSpPr>
        <p:grpSpPr>
          <a:xfrm>
            <a:off x="91440" y="777240"/>
            <a:ext cx="3072384" cy="2276856"/>
            <a:chOff x="91440" y="777240"/>
            <a:chExt cx="3072384" cy="2276856"/>
          </a:xfrm>
        </p:grpSpPr>
        <p:sp>
          <p:nvSpPr>
            <p:cNvPr id="6" name="Rectangle"/>
            <p:cNvSpPr/>
            <p:nvPr/>
          </p:nvSpPr>
          <p:spPr>
            <a:xfrm>
              <a:off x="91440" y="777240"/>
              <a:ext cx="3072384" cy="2276856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95" name="Vector icon - globe"/>
            <p:cNvGrpSpPr/>
            <p:nvPr/>
          </p:nvGrpSpPr>
          <p:grpSpPr>
            <a:xfrm>
              <a:off x="210312" y="859536"/>
              <a:ext cx="695212" cy="594360"/>
              <a:chOff x="210312" y="859536"/>
              <a:chExt cx="695212" cy="594360"/>
            </a:xfrm>
          </p:grpSpPr>
          <p:sp>
            <p:nvSpPr>
              <p:cNvPr id="7" name="globe vector"/>
              <p:cNvSpPr/>
              <p:nvPr/>
            </p:nvSpPr>
            <p:spPr>
              <a:xfrm>
                <a:off x="210312" y="859536"/>
                <a:ext cx="694944" cy="594360"/>
              </a:xfrm>
              <a:custGeom>
                <a:avLst/>
                <a:gdLst/>
                <a:ahLst/>
                <a:cxnLst/>
                <a:rect l="0" t="0" r="r" b="b"/>
                <a:pathLst>
                  <a:path w="76000" h="65000" fill="norm" stroke="0">
                    <a:moveTo>
                      <a:pt x="0" y="0"/>
                    </a:moveTo>
                    <a:cubicBezTo>
                      <a:pt x="25080" y="0"/>
                      <a:pt x="50160" y="0"/>
                      <a:pt x="76000" y="0"/>
                    </a:cubicBezTo>
                    <a:cubicBezTo>
                      <a:pt x="76000" y="21450"/>
                      <a:pt x="76000" y="42900"/>
                      <a:pt x="76000" y="65000"/>
                    </a:cubicBezTo>
                    <a:cubicBezTo>
                      <a:pt x="50920" y="65000"/>
                      <a:pt x="25840" y="65000"/>
                      <a:pt x="0" y="65000"/>
                    </a:cubicBezTo>
                    <a:cubicBezTo>
                      <a:pt x="0" y="43550"/>
                      <a:pt x="0" y="22100"/>
                      <a:pt x="0" y="0"/>
                    </a:cubicBezTo>
                    <a:close/>
                  </a:path>
                </a:pathLst>
              </a:custGeom>
              <a:solidFill>
                <a:srgbClr val="959AAC"/>
              </a:solidFill>
              <a:ln w="0">
                <a:noFill/>
              </a:ln>
            </p:spPr>
          </p:sp>
          <p:sp>
            <p:nvSpPr>
              <p:cNvPr id="8" name="globe vector"/>
              <p:cNvSpPr/>
              <p:nvPr/>
            </p:nvSpPr>
            <p:spPr>
              <a:xfrm>
                <a:off x="210312" y="859536"/>
                <a:ext cx="694944" cy="594360"/>
              </a:xfrm>
              <a:custGeom>
                <a:avLst/>
                <a:gdLst/>
                <a:ahLst/>
                <a:cxnLst/>
                <a:rect l="0" t="0" r="r" b="b"/>
                <a:pathLst>
                  <a:path w="76000" h="65000" fill="norm" stroke="0">
                    <a:moveTo>
                      <a:pt x="0" y="0"/>
                    </a:moveTo>
                    <a:cubicBezTo>
                      <a:pt x="25080" y="0"/>
                      <a:pt x="50160" y="0"/>
                      <a:pt x="76000" y="0"/>
                    </a:cubicBezTo>
                    <a:cubicBezTo>
                      <a:pt x="76000" y="18150"/>
                      <a:pt x="76000" y="36300"/>
                      <a:pt x="76000" y="55000"/>
                    </a:cubicBezTo>
                    <a:cubicBezTo>
                      <a:pt x="75588" y="54588"/>
                      <a:pt x="75175" y="54175"/>
                      <a:pt x="74750" y="53750"/>
                    </a:cubicBezTo>
                    <a:cubicBezTo>
                      <a:pt x="74750" y="53585"/>
                      <a:pt x="74750" y="53420"/>
                      <a:pt x="74750" y="53250"/>
                    </a:cubicBezTo>
                    <a:cubicBezTo>
                      <a:pt x="74560" y="53183"/>
                      <a:pt x="74368" y="53115"/>
                      <a:pt x="74172" y="53048"/>
                    </a:cubicBezTo>
                    <a:cubicBezTo>
                      <a:pt x="73528" y="52762"/>
                      <a:pt x="73182" y="52548"/>
                      <a:pt x="72750" y="52000"/>
                    </a:cubicBezTo>
                    <a:cubicBezTo>
                      <a:pt x="72750" y="51835"/>
                      <a:pt x="72750" y="51670"/>
                      <a:pt x="72750" y="51500"/>
                    </a:cubicBezTo>
                    <a:cubicBezTo>
                      <a:pt x="72538" y="51470"/>
                      <a:pt x="72328" y="51438"/>
                      <a:pt x="72110" y="51405"/>
                    </a:cubicBezTo>
                    <a:cubicBezTo>
                      <a:pt x="71228" y="51125"/>
                      <a:pt x="70878" y="50530"/>
                      <a:pt x="70405" y="49780"/>
                    </a:cubicBezTo>
                    <a:cubicBezTo>
                      <a:pt x="69728" y="48710"/>
                      <a:pt x="69160" y="48202"/>
                      <a:pt x="67960" y="47715"/>
                    </a:cubicBezTo>
                    <a:cubicBezTo>
                      <a:pt x="67472" y="47488"/>
                      <a:pt x="67215" y="47257"/>
                      <a:pt x="66860" y="46860"/>
                    </a:cubicBezTo>
                    <a:cubicBezTo>
                      <a:pt x="66290" y="46233"/>
                      <a:pt x="65712" y="45972"/>
                      <a:pt x="64927" y="45673"/>
                    </a:cubicBezTo>
                    <a:cubicBezTo>
                      <a:pt x="64323" y="45428"/>
                      <a:pt x="63800" y="45100"/>
                      <a:pt x="63250" y="44750"/>
                    </a:cubicBezTo>
                    <a:cubicBezTo>
                      <a:pt x="63273" y="44390"/>
                      <a:pt x="63300" y="44030"/>
                      <a:pt x="63328" y="43673"/>
                    </a:cubicBezTo>
                    <a:cubicBezTo>
                      <a:pt x="63342" y="43472"/>
                      <a:pt x="63358" y="43273"/>
                      <a:pt x="63372" y="43065"/>
                    </a:cubicBezTo>
                    <a:cubicBezTo>
                      <a:pt x="63523" y="42398"/>
                      <a:pt x="63755" y="42202"/>
                      <a:pt x="64250" y="41750"/>
                    </a:cubicBezTo>
                    <a:cubicBezTo>
                      <a:pt x="65500" y="39077"/>
                      <a:pt x="65055" y="34028"/>
                      <a:pt x="64250" y="31250"/>
                    </a:cubicBezTo>
                    <a:cubicBezTo>
                      <a:pt x="63905" y="30520"/>
                      <a:pt x="63488" y="29892"/>
                      <a:pt x="63000" y="29250"/>
                    </a:cubicBezTo>
                    <a:cubicBezTo>
                      <a:pt x="62765" y="28927"/>
                      <a:pt x="62530" y="28605"/>
                      <a:pt x="62298" y="28280"/>
                    </a:cubicBezTo>
                    <a:cubicBezTo>
                      <a:pt x="62192" y="28142"/>
                      <a:pt x="62088" y="28005"/>
                      <a:pt x="61980" y="27862"/>
                    </a:cubicBezTo>
                    <a:cubicBezTo>
                      <a:pt x="61750" y="27500"/>
                      <a:pt x="61750" y="27500"/>
                      <a:pt x="61750" y="27000"/>
                    </a:cubicBezTo>
                    <a:cubicBezTo>
                      <a:pt x="61585" y="27000"/>
                      <a:pt x="61420" y="27000"/>
                      <a:pt x="61250" y="27000"/>
                    </a:cubicBezTo>
                    <a:cubicBezTo>
                      <a:pt x="61192" y="26805"/>
                      <a:pt x="61138" y="26608"/>
                      <a:pt x="61078" y="26405"/>
                    </a:cubicBezTo>
                    <a:cubicBezTo>
                      <a:pt x="60662" y="25573"/>
                      <a:pt x="60340" y="25578"/>
                      <a:pt x="59500" y="25250"/>
                    </a:cubicBezTo>
                    <a:cubicBezTo>
                      <a:pt x="58960" y="24655"/>
                      <a:pt x="58750" y="24310"/>
                      <a:pt x="58750" y="23502"/>
                    </a:cubicBezTo>
                    <a:cubicBezTo>
                      <a:pt x="58755" y="23408"/>
                      <a:pt x="58755" y="23408"/>
                      <a:pt x="58780" y="22922"/>
                    </a:cubicBezTo>
                    <a:cubicBezTo>
                      <a:pt x="58850" y="21023"/>
                      <a:pt x="58130" y="19268"/>
                      <a:pt x="57500" y="17500"/>
                    </a:cubicBezTo>
                    <a:cubicBezTo>
                      <a:pt x="57458" y="17373"/>
                      <a:pt x="57417" y="17243"/>
                      <a:pt x="57375" y="17110"/>
                    </a:cubicBezTo>
                    <a:cubicBezTo>
                      <a:pt x="57255" y="16770"/>
                      <a:pt x="57255" y="16770"/>
                      <a:pt x="57000" y="16250"/>
                    </a:cubicBezTo>
                    <a:cubicBezTo>
                      <a:pt x="56880" y="16210"/>
                      <a:pt x="56760" y="16172"/>
                      <a:pt x="56635" y="16132"/>
                    </a:cubicBezTo>
                    <a:cubicBezTo>
                      <a:pt x="56250" y="16000"/>
                      <a:pt x="56250" y="16000"/>
                      <a:pt x="55920" y="15407"/>
                    </a:cubicBezTo>
                    <a:cubicBezTo>
                      <a:pt x="55805" y="15153"/>
                      <a:pt x="55690" y="14898"/>
                      <a:pt x="55578" y="14640"/>
                    </a:cubicBezTo>
                    <a:cubicBezTo>
                      <a:pt x="54585" y="12515"/>
                      <a:pt x="53105" y="10480"/>
                      <a:pt x="51188" y="9095"/>
                    </a:cubicBezTo>
                    <a:cubicBezTo>
                      <a:pt x="51042" y="8980"/>
                      <a:pt x="50898" y="8868"/>
                      <a:pt x="50750" y="8750"/>
                    </a:cubicBezTo>
                    <a:cubicBezTo>
                      <a:pt x="50750" y="8585"/>
                      <a:pt x="50750" y="8420"/>
                      <a:pt x="50750" y="8250"/>
                    </a:cubicBezTo>
                    <a:cubicBezTo>
                      <a:pt x="50667" y="8227"/>
                      <a:pt x="50667" y="8227"/>
                      <a:pt x="50250" y="8110"/>
                    </a:cubicBezTo>
                    <a:cubicBezTo>
                      <a:pt x="49567" y="7840"/>
                      <a:pt x="49102" y="7427"/>
                      <a:pt x="48562" y="6938"/>
                    </a:cubicBezTo>
                    <a:cubicBezTo>
                      <a:pt x="47085" y="5603"/>
                      <a:pt x="45488" y="4575"/>
                      <a:pt x="43695" y="3718"/>
                    </a:cubicBezTo>
                    <a:cubicBezTo>
                      <a:pt x="43303" y="3525"/>
                      <a:pt x="42935" y="3323"/>
                      <a:pt x="42562" y="3095"/>
                    </a:cubicBezTo>
                    <a:cubicBezTo>
                      <a:pt x="41678" y="2552"/>
                      <a:pt x="40938" y="2198"/>
                      <a:pt x="39908" y="2045"/>
                    </a:cubicBezTo>
                    <a:cubicBezTo>
                      <a:pt x="39702" y="2015"/>
                      <a:pt x="39498" y="1983"/>
                      <a:pt x="39285" y="1953"/>
                    </a:cubicBezTo>
                    <a:cubicBezTo>
                      <a:pt x="39072" y="1920"/>
                      <a:pt x="38860" y="1890"/>
                      <a:pt x="38640" y="1860"/>
                    </a:cubicBezTo>
                    <a:cubicBezTo>
                      <a:pt x="38220" y="1797"/>
                      <a:pt x="37798" y="1735"/>
                      <a:pt x="37375" y="1670"/>
                    </a:cubicBezTo>
                    <a:cubicBezTo>
                      <a:pt x="37190" y="1645"/>
                      <a:pt x="37005" y="1618"/>
                      <a:pt x="36812" y="1590"/>
                    </a:cubicBezTo>
                    <a:cubicBezTo>
                      <a:pt x="36425" y="1528"/>
                      <a:pt x="36040" y="1453"/>
                      <a:pt x="35658" y="1368"/>
                    </a:cubicBezTo>
                    <a:cubicBezTo>
                      <a:pt x="34880" y="1228"/>
                      <a:pt x="34130" y="1195"/>
                      <a:pt x="33340" y="1183"/>
                    </a:cubicBezTo>
                    <a:cubicBezTo>
                      <a:pt x="33180" y="1177"/>
                      <a:pt x="33020" y="1175"/>
                      <a:pt x="32855" y="1172"/>
                    </a:cubicBezTo>
                    <a:cubicBezTo>
                      <a:pt x="26778" y="1075"/>
                      <a:pt x="21668" y="1760"/>
                      <a:pt x="16250" y="4750"/>
                    </a:cubicBezTo>
                    <a:cubicBezTo>
                      <a:pt x="16085" y="4840"/>
                      <a:pt x="15922" y="4927"/>
                      <a:pt x="15752" y="5020"/>
                    </a:cubicBezTo>
                    <a:cubicBezTo>
                      <a:pt x="15035" y="5418"/>
                      <a:pt x="14445" y="5763"/>
                      <a:pt x="13890" y="6375"/>
                    </a:cubicBezTo>
                    <a:cubicBezTo>
                      <a:pt x="13390" y="6920"/>
                      <a:pt x="12910" y="7183"/>
                      <a:pt x="12235" y="7485"/>
                    </a:cubicBezTo>
                    <a:cubicBezTo>
                      <a:pt x="11205" y="7963"/>
                      <a:pt x="10778" y="8523"/>
                      <a:pt x="10250" y="9500"/>
                    </a:cubicBezTo>
                    <a:cubicBezTo>
                      <a:pt x="10005" y="9920"/>
                      <a:pt x="10005" y="9920"/>
                      <a:pt x="9750" y="10250"/>
                    </a:cubicBezTo>
                    <a:cubicBezTo>
                      <a:pt x="9585" y="10250"/>
                      <a:pt x="9420" y="10250"/>
                      <a:pt x="9250" y="10250"/>
                    </a:cubicBezTo>
                    <a:cubicBezTo>
                      <a:pt x="9230" y="10352"/>
                      <a:pt x="9210" y="10457"/>
                      <a:pt x="9188" y="10562"/>
                    </a:cubicBezTo>
                    <a:cubicBezTo>
                      <a:pt x="8972" y="11065"/>
                      <a:pt x="8660" y="11347"/>
                      <a:pt x="8272" y="11725"/>
                    </a:cubicBezTo>
                    <a:cubicBezTo>
                      <a:pt x="7178" y="12828"/>
                      <a:pt x="6192" y="14010"/>
                      <a:pt x="5863" y="15548"/>
                    </a:cubicBezTo>
                    <a:cubicBezTo>
                      <a:pt x="5590" y="16645"/>
                      <a:pt x="5058" y="17725"/>
                      <a:pt x="4490" y="18698"/>
                    </a:cubicBezTo>
                    <a:cubicBezTo>
                      <a:pt x="3745" y="19993"/>
                      <a:pt x="3510" y="21290"/>
                      <a:pt x="3303" y="22752"/>
                    </a:cubicBezTo>
                    <a:cubicBezTo>
                      <a:pt x="3160" y="23683"/>
                      <a:pt x="2950" y="24392"/>
                      <a:pt x="2490" y="25215"/>
                    </a:cubicBezTo>
                    <a:cubicBezTo>
                      <a:pt x="1860" y="26392"/>
                      <a:pt x="1825" y="27510"/>
                      <a:pt x="1797" y="28828"/>
                    </a:cubicBezTo>
                    <a:cubicBezTo>
                      <a:pt x="1788" y="29052"/>
                      <a:pt x="1777" y="29275"/>
                      <a:pt x="1767" y="29505"/>
                    </a:cubicBezTo>
                    <a:cubicBezTo>
                      <a:pt x="1710" y="31158"/>
                      <a:pt x="1710" y="31158"/>
                      <a:pt x="2000" y="32000"/>
                    </a:cubicBezTo>
                    <a:cubicBezTo>
                      <a:pt x="2043" y="32390"/>
                      <a:pt x="2072" y="32778"/>
                      <a:pt x="2098" y="33170"/>
                    </a:cubicBezTo>
                    <a:cubicBezTo>
                      <a:pt x="2115" y="33398"/>
                      <a:pt x="2133" y="33625"/>
                      <a:pt x="2150" y="33860"/>
                    </a:cubicBezTo>
                    <a:cubicBezTo>
                      <a:pt x="2185" y="34335"/>
                      <a:pt x="2218" y="34812"/>
                      <a:pt x="2247" y="35287"/>
                    </a:cubicBezTo>
                    <a:cubicBezTo>
                      <a:pt x="2348" y="36548"/>
                      <a:pt x="2472" y="37412"/>
                      <a:pt x="3258" y="38415"/>
                    </a:cubicBezTo>
                    <a:cubicBezTo>
                      <a:pt x="3670" y="38985"/>
                      <a:pt x="3817" y="39625"/>
                      <a:pt x="4000" y="40298"/>
                    </a:cubicBezTo>
                    <a:cubicBezTo>
                      <a:pt x="4082" y="40583"/>
                      <a:pt x="4168" y="40868"/>
                      <a:pt x="4250" y="41152"/>
                    </a:cubicBezTo>
                    <a:cubicBezTo>
                      <a:pt x="4292" y="41295"/>
                      <a:pt x="4332" y="41435"/>
                      <a:pt x="4375" y="41583"/>
                    </a:cubicBezTo>
                    <a:cubicBezTo>
                      <a:pt x="5290" y="44673"/>
                      <a:pt x="5290" y="44673"/>
                      <a:pt x="6415" y="45852"/>
                    </a:cubicBezTo>
                    <a:cubicBezTo>
                      <a:pt x="6843" y="46360"/>
                      <a:pt x="7132" y="46905"/>
                      <a:pt x="7453" y="47485"/>
                    </a:cubicBezTo>
                    <a:cubicBezTo>
                      <a:pt x="8075" y="48588"/>
                      <a:pt x="8832" y="49330"/>
                      <a:pt x="9815" y="50120"/>
                    </a:cubicBezTo>
                    <a:cubicBezTo>
                      <a:pt x="10215" y="50470"/>
                      <a:pt x="10403" y="50700"/>
                      <a:pt x="10625" y="51173"/>
                    </a:cubicBezTo>
                    <a:cubicBezTo>
                      <a:pt x="11118" y="51930"/>
                      <a:pt x="11665" y="52122"/>
                      <a:pt x="12490" y="52452"/>
                    </a:cubicBezTo>
                    <a:cubicBezTo>
                      <a:pt x="12978" y="52738"/>
                      <a:pt x="13155" y="52912"/>
                      <a:pt x="13483" y="53350"/>
                    </a:cubicBezTo>
                    <a:cubicBezTo>
                      <a:pt x="13998" y="54035"/>
                      <a:pt x="14570" y="54460"/>
                      <a:pt x="15298" y="54905"/>
                    </a:cubicBezTo>
                    <a:cubicBezTo>
                      <a:pt x="15415" y="54983"/>
                      <a:pt x="15535" y="55058"/>
                      <a:pt x="15657" y="55135"/>
                    </a:cubicBezTo>
                    <a:cubicBezTo>
                      <a:pt x="16582" y="55700"/>
                      <a:pt x="17495" y="56040"/>
                      <a:pt x="18555" y="56275"/>
                    </a:cubicBezTo>
                    <a:cubicBezTo>
                      <a:pt x="19000" y="56500"/>
                      <a:pt x="19000" y="56500"/>
                      <a:pt x="19312" y="57148"/>
                    </a:cubicBezTo>
                    <a:cubicBezTo>
                      <a:pt x="19373" y="57345"/>
                      <a:pt x="19435" y="57545"/>
                      <a:pt x="19500" y="57750"/>
                    </a:cubicBezTo>
                    <a:cubicBezTo>
                      <a:pt x="19718" y="57757"/>
                      <a:pt x="19935" y="57762"/>
                      <a:pt x="20158" y="57770"/>
                    </a:cubicBezTo>
                    <a:cubicBezTo>
                      <a:pt x="20450" y="57782"/>
                      <a:pt x="20740" y="57798"/>
                      <a:pt x="21030" y="57812"/>
                    </a:cubicBezTo>
                    <a:cubicBezTo>
                      <a:pt x="21172" y="57815"/>
                      <a:pt x="21315" y="57820"/>
                      <a:pt x="21462" y="57822"/>
                    </a:cubicBezTo>
                    <a:cubicBezTo>
                      <a:pt x="22288" y="57870"/>
                      <a:pt x="22788" y="57980"/>
                      <a:pt x="23442" y="58493"/>
                    </a:cubicBezTo>
                    <a:cubicBezTo>
                      <a:pt x="24475" y="59252"/>
                      <a:pt x="25648" y="59230"/>
                      <a:pt x="26890" y="59312"/>
                    </a:cubicBezTo>
                    <a:cubicBezTo>
                      <a:pt x="27120" y="59333"/>
                      <a:pt x="27347" y="59350"/>
                      <a:pt x="27582" y="59370"/>
                    </a:cubicBezTo>
                    <a:cubicBezTo>
                      <a:pt x="30408" y="59592"/>
                      <a:pt x="33115" y="59567"/>
                      <a:pt x="35912" y="59115"/>
                    </a:cubicBezTo>
                    <a:cubicBezTo>
                      <a:pt x="36332" y="59048"/>
                      <a:pt x="36752" y="58983"/>
                      <a:pt x="37172" y="58923"/>
                    </a:cubicBezTo>
                    <a:cubicBezTo>
                      <a:pt x="38532" y="58713"/>
                      <a:pt x="39792" y="58438"/>
                      <a:pt x="41072" y="57910"/>
                    </a:cubicBezTo>
                    <a:cubicBezTo>
                      <a:pt x="41720" y="57667"/>
                      <a:pt x="42310" y="57622"/>
                      <a:pt x="43000" y="57577"/>
                    </a:cubicBezTo>
                    <a:cubicBezTo>
                      <a:pt x="43238" y="57562"/>
                      <a:pt x="43475" y="57545"/>
                      <a:pt x="43720" y="57528"/>
                    </a:cubicBezTo>
                    <a:cubicBezTo>
                      <a:pt x="43895" y="57520"/>
                      <a:pt x="44070" y="57510"/>
                      <a:pt x="44250" y="57500"/>
                    </a:cubicBezTo>
                    <a:cubicBezTo>
                      <a:pt x="44570" y="56730"/>
                      <a:pt x="44840" y="55983"/>
                      <a:pt x="45030" y="55173"/>
                    </a:cubicBezTo>
                    <a:cubicBezTo>
                      <a:pt x="45053" y="55085"/>
                      <a:pt x="45053" y="55085"/>
                      <a:pt x="45158" y="54642"/>
                    </a:cubicBezTo>
                    <a:cubicBezTo>
                      <a:pt x="45188" y="54512"/>
                      <a:pt x="45220" y="54385"/>
                      <a:pt x="45250" y="54250"/>
                    </a:cubicBezTo>
                    <a:cubicBezTo>
                      <a:pt x="45335" y="54240"/>
                      <a:pt x="45335" y="54240"/>
                      <a:pt x="45770" y="54192"/>
                    </a:cubicBezTo>
                    <a:cubicBezTo>
                      <a:pt x="47612" y="53925"/>
                      <a:pt x="47612" y="53925"/>
                      <a:pt x="48030" y="53392"/>
                    </a:cubicBezTo>
                    <a:cubicBezTo>
                      <a:pt x="48132" y="53125"/>
                      <a:pt x="48232" y="52855"/>
                      <a:pt x="48325" y="52585"/>
                    </a:cubicBezTo>
                    <a:cubicBezTo>
                      <a:pt x="48500" y="52250"/>
                      <a:pt x="48500" y="52250"/>
                      <a:pt x="48848" y="52088"/>
                    </a:cubicBezTo>
                    <a:cubicBezTo>
                      <a:pt x="49528" y="51965"/>
                      <a:pt x="50115" y="51933"/>
                      <a:pt x="50750" y="52250"/>
                    </a:cubicBezTo>
                    <a:cubicBezTo>
                      <a:pt x="50750" y="52580"/>
                      <a:pt x="50750" y="52910"/>
                      <a:pt x="50750" y="53250"/>
                    </a:cubicBezTo>
                    <a:cubicBezTo>
                      <a:pt x="51245" y="53333"/>
                      <a:pt x="51740" y="53415"/>
                      <a:pt x="52250" y="53500"/>
                    </a:cubicBezTo>
                    <a:cubicBezTo>
                      <a:pt x="52167" y="53295"/>
                      <a:pt x="52167" y="53295"/>
                      <a:pt x="51750" y="52250"/>
                    </a:cubicBezTo>
                    <a:cubicBezTo>
                      <a:pt x="51860" y="52222"/>
                      <a:pt x="51860" y="52222"/>
                      <a:pt x="52417" y="52085"/>
                    </a:cubicBezTo>
                    <a:cubicBezTo>
                      <a:pt x="55232" y="51333"/>
                      <a:pt x="55232" y="51333"/>
                      <a:pt x="56090" y="50042"/>
                    </a:cubicBezTo>
                    <a:cubicBezTo>
                      <a:pt x="56118" y="49995"/>
                      <a:pt x="56118" y="49995"/>
                      <a:pt x="56250" y="49750"/>
                    </a:cubicBezTo>
                    <a:cubicBezTo>
                      <a:pt x="57410" y="49902"/>
                      <a:pt x="57410" y="49902"/>
                      <a:pt x="57780" y="50300"/>
                    </a:cubicBezTo>
                    <a:cubicBezTo>
                      <a:pt x="58075" y="50902"/>
                      <a:pt x="58112" y="51460"/>
                      <a:pt x="58188" y="52125"/>
                    </a:cubicBezTo>
                    <a:cubicBezTo>
                      <a:pt x="58257" y="52610"/>
                      <a:pt x="58355" y="53025"/>
                      <a:pt x="58500" y="53500"/>
                    </a:cubicBezTo>
                    <a:cubicBezTo>
                      <a:pt x="58875" y="53778"/>
                      <a:pt x="59197" y="53865"/>
                      <a:pt x="59640" y="54000"/>
                    </a:cubicBezTo>
                    <a:cubicBezTo>
                      <a:pt x="60208" y="54395"/>
                      <a:pt x="60232" y="54985"/>
                      <a:pt x="60360" y="55625"/>
                    </a:cubicBezTo>
                    <a:cubicBezTo>
                      <a:pt x="60625" y="56912"/>
                      <a:pt x="60625" y="56912"/>
                      <a:pt x="61130" y="57267"/>
                    </a:cubicBezTo>
                    <a:cubicBezTo>
                      <a:pt x="61435" y="57363"/>
                      <a:pt x="61740" y="57450"/>
                      <a:pt x="62045" y="57535"/>
                    </a:cubicBezTo>
                    <a:cubicBezTo>
                      <a:pt x="62683" y="57835"/>
                      <a:pt x="62878" y="58245"/>
                      <a:pt x="63235" y="58845"/>
                    </a:cubicBezTo>
                    <a:cubicBezTo>
                      <a:pt x="63878" y="59915"/>
                      <a:pt x="64515" y="60433"/>
                      <a:pt x="65615" y="61007"/>
                    </a:cubicBezTo>
                    <a:cubicBezTo>
                      <a:pt x="65742" y="61088"/>
                      <a:pt x="65870" y="61167"/>
                      <a:pt x="66000" y="61250"/>
                    </a:cubicBezTo>
                    <a:cubicBezTo>
                      <a:pt x="66000" y="61415"/>
                      <a:pt x="66000" y="61580"/>
                      <a:pt x="66000" y="61750"/>
                    </a:cubicBezTo>
                    <a:cubicBezTo>
                      <a:pt x="67335" y="62025"/>
                      <a:pt x="68640" y="62045"/>
                      <a:pt x="70000" y="62048"/>
                    </a:cubicBezTo>
                    <a:cubicBezTo>
                      <a:pt x="70220" y="62050"/>
                      <a:pt x="70438" y="62053"/>
                      <a:pt x="70665" y="62055"/>
                    </a:cubicBezTo>
                    <a:cubicBezTo>
                      <a:pt x="71872" y="62060"/>
                      <a:pt x="72910" y="62053"/>
                      <a:pt x="74000" y="61500"/>
                    </a:cubicBezTo>
                    <a:cubicBezTo>
                      <a:pt x="74330" y="60968"/>
                      <a:pt x="74330" y="60968"/>
                      <a:pt x="74530" y="60360"/>
                    </a:cubicBezTo>
                    <a:cubicBezTo>
                      <a:pt x="74738" y="59750"/>
                      <a:pt x="74738" y="59750"/>
                      <a:pt x="75000" y="59250"/>
                    </a:cubicBezTo>
                    <a:cubicBezTo>
                      <a:pt x="75330" y="59167"/>
                      <a:pt x="75660" y="59085"/>
                      <a:pt x="76000" y="59000"/>
                    </a:cubicBezTo>
                    <a:cubicBezTo>
                      <a:pt x="76000" y="60980"/>
                      <a:pt x="76000" y="62960"/>
                      <a:pt x="76000" y="65000"/>
                    </a:cubicBezTo>
                    <a:cubicBezTo>
                      <a:pt x="50920" y="65000"/>
                      <a:pt x="25840" y="65000"/>
                      <a:pt x="0" y="65000"/>
                    </a:cubicBezTo>
                    <a:cubicBezTo>
                      <a:pt x="0" y="43550"/>
                      <a:pt x="0" y="2210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" name="globe vector"/>
              <p:cNvSpPr/>
              <p:nvPr/>
            </p:nvSpPr>
            <p:spPr>
              <a:xfrm>
                <a:off x="223885" y="867611"/>
                <a:ext cx="681639" cy="562242"/>
              </a:xfrm>
              <a:custGeom>
                <a:avLst/>
                <a:gdLst/>
                <a:ahLst/>
                <a:cxnLst/>
                <a:rect l="0" t="0" r="r" b="b"/>
                <a:pathLst>
                  <a:path w="74545" h="61487" fill="norm" stroke="0">
                    <a:moveTo>
                      <a:pt x="29750" y="7"/>
                    </a:moveTo>
                    <a:cubicBezTo>
                      <a:pt x="29920" y="7"/>
                      <a:pt x="30092" y="7"/>
                      <a:pt x="30270" y="7"/>
                    </a:cubicBezTo>
                    <a:cubicBezTo>
                      <a:pt x="31982" y="12"/>
                      <a:pt x="33608" y="60"/>
                      <a:pt x="35275" y="495"/>
                    </a:cubicBezTo>
                    <a:cubicBezTo>
                      <a:pt x="36228" y="732"/>
                      <a:pt x="37207" y="802"/>
                      <a:pt x="38182" y="897"/>
                    </a:cubicBezTo>
                    <a:cubicBezTo>
                      <a:pt x="39222" y="1017"/>
                      <a:pt x="39880" y="1275"/>
                      <a:pt x="40765" y="1867"/>
                    </a:cubicBezTo>
                    <a:cubicBezTo>
                      <a:pt x="40995" y="1985"/>
                      <a:pt x="41225" y="2097"/>
                      <a:pt x="41455" y="2207"/>
                    </a:cubicBezTo>
                    <a:cubicBezTo>
                      <a:pt x="44178" y="3497"/>
                      <a:pt x="46445" y="5215"/>
                      <a:pt x="48765" y="7117"/>
                    </a:cubicBezTo>
                    <a:cubicBezTo>
                      <a:pt x="48912" y="7235"/>
                      <a:pt x="49060" y="7355"/>
                      <a:pt x="49213" y="7477"/>
                    </a:cubicBezTo>
                    <a:cubicBezTo>
                      <a:pt x="51455" y="9307"/>
                      <a:pt x="53317" y="11430"/>
                      <a:pt x="54495" y="14090"/>
                    </a:cubicBezTo>
                    <a:cubicBezTo>
                      <a:pt x="54880" y="14938"/>
                      <a:pt x="55340" y="15460"/>
                      <a:pt x="56015" y="16117"/>
                    </a:cubicBezTo>
                    <a:cubicBezTo>
                      <a:pt x="56350" y="16752"/>
                      <a:pt x="56545" y="17432"/>
                      <a:pt x="56765" y="18117"/>
                    </a:cubicBezTo>
                    <a:cubicBezTo>
                      <a:pt x="56835" y="18315"/>
                      <a:pt x="56905" y="18512"/>
                      <a:pt x="56977" y="18715"/>
                    </a:cubicBezTo>
                    <a:cubicBezTo>
                      <a:pt x="57430" y="20052"/>
                      <a:pt x="57540" y="21160"/>
                      <a:pt x="57495" y="22567"/>
                    </a:cubicBezTo>
                    <a:cubicBezTo>
                      <a:pt x="57525" y="23395"/>
                      <a:pt x="57722" y="23747"/>
                      <a:pt x="58265" y="24367"/>
                    </a:cubicBezTo>
                    <a:cubicBezTo>
                      <a:pt x="58435" y="24450"/>
                      <a:pt x="58605" y="24532"/>
                      <a:pt x="58780" y="24617"/>
                    </a:cubicBezTo>
                    <a:cubicBezTo>
                      <a:pt x="59265" y="24867"/>
                      <a:pt x="59265" y="24867"/>
                      <a:pt x="59578" y="25522"/>
                    </a:cubicBezTo>
                    <a:cubicBezTo>
                      <a:pt x="59640" y="25720"/>
                      <a:pt x="59702" y="25915"/>
                      <a:pt x="59765" y="26117"/>
                    </a:cubicBezTo>
                    <a:cubicBezTo>
                      <a:pt x="59930" y="26117"/>
                      <a:pt x="60095" y="26117"/>
                      <a:pt x="60265" y="26117"/>
                    </a:cubicBezTo>
                    <a:cubicBezTo>
                      <a:pt x="60675" y="26635"/>
                      <a:pt x="61012" y="27188"/>
                      <a:pt x="61368" y="27745"/>
                    </a:cubicBezTo>
                    <a:cubicBezTo>
                      <a:pt x="61610" y="28122"/>
                      <a:pt x="61860" y="28495"/>
                      <a:pt x="62125" y="28855"/>
                    </a:cubicBezTo>
                    <a:cubicBezTo>
                      <a:pt x="63860" y="31302"/>
                      <a:pt x="63618" y="34498"/>
                      <a:pt x="63515" y="37368"/>
                    </a:cubicBezTo>
                    <a:cubicBezTo>
                      <a:pt x="63510" y="37507"/>
                      <a:pt x="63505" y="37647"/>
                      <a:pt x="63500" y="37792"/>
                    </a:cubicBezTo>
                    <a:cubicBezTo>
                      <a:pt x="63442" y="39188"/>
                      <a:pt x="63368" y="40243"/>
                      <a:pt x="62515" y="41368"/>
                    </a:cubicBezTo>
                    <a:cubicBezTo>
                      <a:pt x="62032" y="42200"/>
                      <a:pt x="61895" y="42922"/>
                      <a:pt x="61765" y="43868"/>
                    </a:cubicBezTo>
                    <a:cubicBezTo>
                      <a:pt x="61945" y="43938"/>
                      <a:pt x="62125" y="44007"/>
                      <a:pt x="62310" y="44080"/>
                    </a:cubicBezTo>
                    <a:cubicBezTo>
                      <a:pt x="62988" y="44352"/>
                      <a:pt x="63652" y="44647"/>
                      <a:pt x="64312" y="44960"/>
                    </a:cubicBezTo>
                    <a:cubicBezTo>
                      <a:pt x="64528" y="45060"/>
                      <a:pt x="64743" y="45160"/>
                      <a:pt x="64965" y="45262"/>
                    </a:cubicBezTo>
                    <a:cubicBezTo>
                      <a:pt x="65588" y="45662"/>
                      <a:pt x="65712" y="45960"/>
                      <a:pt x="66015" y="46618"/>
                    </a:cubicBezTo>
                    <a:cubicBezTo>
                      <a:pt x="66382" y="46740"/>
                      <a:pt x="66748" y="46860"/>
                      <a:pt x="67120" y="46962"/>
                    </a:cubicBezTo>
                    <a:cubicBezTo>
                      <a:pt x="68118" y="47350"/>
                      <a:pt x="68715" y="48262"/>
                      <a:pt x="69250" y="49147"/>
                    </a:cubicBezTo>
                    <a:cubicBezTo>
                      <a:pt x="69700" y="49865"/>
                      <a:pt x="70140" y="50098"/>
                      <a:pt x="70905" y="50422"/>
                    </a:cubicBezTo>
                    <a:cubicBezTo>
                      <a:pt x="71428" y="50705"/>
                      <a:pt x="71692" y="51110"/>
                      <a:pt x="72032" y="51587"/>
                    </a:cubicBezTo>
                    <a:cubicBezTo>
                      <a:pt x="72265" y="51868"/>
                      <a:pt x="72265" y="51868"/>
                      <a:pt x="72765" y="52102"/>
                    </a:cubicBezTo>
                    <a:cubicBezTo>
                      <a:pt x="73422" y="52450"/>
                      <a:pt x="73675" y="52908"/>
                      <a:pt x="74058" y="53532"/>
                    </a:cubicBezTo>
                    <a:cubicBezTo>
                      <a:pt x="74265" y="53868"/>
                      <a:pt x="74265" y="53868"/>
                      <a:pt x="74515" y="54118"/>
                    </a:cubicBezTo>
                    <a:cubicBezTo>
                      <a:pt x="74545" y="54512"/>
                      <a:pt x="74545" y="54512"/>
                      <a:pt x="74540" y="55017"/>
                    </a:cubicBezTo>
                    <a:cubicBezTo>
                      <a:pt x="74540" y="55195"/>
                      <a:pt x="74538" y="55375"/>
                      <a:pt x="74538" y="55560"/>
                    </a:cubicBezTo>
                    <a:cubicBezTo>
                      <a:pt x="74535" y="55750"/>
                      <a:pt x="74532" y="55938"/>
                      <a:pt x="74530" y="56132"/>
                    </a:cubicBezTo>
                    <a:cubicBezTo>
                      <a:pt x="74530" y="56322"/>
                      <a:pt x="74530" y="56512"/>
                      <a:pt x="74528" y="56707"/>
                    </a:cubicBezTo>
                    <a:cubicBezTo>
                      <a:pt x="74525" y="57178"/>
                      <a:pt x="74520" y="57647"/>
                      <a:pt x="74515" y="58118"/>
                    </a:cubicBezTo>
                    <a:cubicBezTo>
                      <a:pt x="74360" y="58180"/>
                      <a:pt x="74202" y="58240"/>
                      <a:pt x="74040" y="58305"/>
                    </a:cubicBezTo>
                    <a:cubicBezTo>
                      <a:pt x="73402" y="58685"/>
                      <a:pt x="73322" y="58917"/>
                      <a:pt x="73110" y="59618"/>
                    </a:cubicBezTo>
                    <a:cubicBezTo>
                      <a:pt x="72892" y="60315"/>
                      <a:pt x="72795" y="60587"/>
                      <a:pt x="72265" y="61118"/>
                    </a:cubicBezTo>
                    <a:cubicBezTo>
                      <a:pt x="71058" y="61487"/>
                      <a:pt x="69782" y="61412"/>
                      <a:pt x="68530" y="61412"/>
                    </a:cubicBezTo>
                    <a:cubicBezTo>
                      <a:pt x="68310" y="61417"/>
                      <a:pt x="68090" y="61420"/>
                      <a:pt x="67865" y="61422"/>
                    </a:cubicBezTo>
                    <a:cubicBezTo>
                      <a:pt x="66635" y="61425"/>
                      <a:pt x="65652" y="61340"/>
                      <a:pt x="64515" y="60868"/>
                    </a:cubicBezTo>
                    <a:cubicBezTo>
                      <a:pt x="64515" y="60702"/>
                      <a:pt x="64515" y="60537"/>
                      <a:pt x="64515" y="60368"/>
                    </a:cubicBezTo>
                    <a:cubicBezTo>
                      <a:pt x="64335" y="60305"/>
                      <a:pt x="64155" y="60243"/>
                      <a:pt x="63970" y="60180"/>
                    </a:cubicBezTo>
                    <a:cubicBezTo>
                      <a:pt x="62727" y="59670"/>
                      <a:pt x="62067" y="59002"/>
                      <a:pt x="61422" y="57852"/>
                    </a:cubicBezTo>
                    <a:cubicBezTo>
                      <a:pt x="60975" y="57077"/>
                      <a:pt x="60722" y="56778"/>
                      <a:pt x="59860" y="56537"/>
                    </a:cubicBezTo>
                    <a:cubicBezTo>
                      <a:pt x="59405" y="56392"/>
                      <a:pt x="59405" y="56392"/>
                      <a:pt x="59015" y="56118"/>
                    </a:cubicBezTo>
                    <a:cubicBezTo>
                      <a:pt x="58805" y="55528"/>
                      <a:pt x="58670" y="54970"/>
                      <a:pt x="58548" y="54357"/>
                    </a:cubicBezTo>
                    <a:cubicBezTo>
                      <a:pt x="58342" y="53417"/>
                      <a:pt x="58342" y="53417"/>
                      <a:pt x="57915" y="53135"/>
                    </a:cubicBezTo>
                    <a:cubicBezTo>
                      <a:pt x="57782" y="53098"/>
                      <a:pt x="57652" y="53060"/>
                      <a:pt x="57515" y="53022"/>
                    </a:cubicBezTo>
                    <a:cubicBezTo>
                      <a:pt x="57055" y="52827"/>
                      <a:pt x="56817" y="52727"/>
                      <a:pt x="56600" y="52267"/>
                    </a:cubicBezTo>
                    <a:cubicBezTo>
                      <a:pt x="56567" y="52130"/>
                      <a:pt x="56535" y="51995"/>
                      <a:pt x="56502" y="51855"/>
                    </a:cubicBezTo>
                    <a:cubicBezTo>
                      <a:pt x="56465" y="51707"/>
                      <a:pt x="56430" y="51560"/>
                      <a:pt x="56392" y="51408"/>
                    </a:cubicBezTo>
                    <a:cubicBezTo>
                      <a:pt x="56252" y="50730"/>
                      <a:pt x="56128" y="50050"/>
                      <a:pt x="56015" y="49368"/>
                    </a:cubicBezTo>
                    <a:cubicBezTo>
                      <a:pt x="55602" y="49285"/>
                      <a:pt x="55190" y="49202"/>
                      <a:pt x="54765" y="49118"/>
                    </a:cubicBezTo>
                    <a:cubicBezTo>
                      <a:pt x="54740" y="49167"/>
                      <a:pt x="54740" y="49167"/>
                      <a:pt x="54608" y="49417"/>
                    </a:cubicBezTo>
                    <a:cubicBezTo>
                      <a:pt x="53868" y="50547"/>
                      <a:pt x="53080" y="50820"/>
                      <a:pt x="51812" y="51085"/>
                    </a:cubicBezTo>
                    <a:cubicBezTo>
                      <a:pt x="51298" y="51188"/>
                      <a:pt x="50782" y="51280"/>
                      <a:pt x="50265" y="51368"/>
                    </a:cubicBezTo>
                    <a:cubicBezTo>
                      <a:pt x="50348" y="51572"/>
                      <a:pt x="50348" y="51572"/>
                      <a:pt x="50765" y="52618"/>
                    </a:cubicBezTo>
                    <a:cubicBezTo>
                      <a:pt x="50270" y="52618"/>
                      <a:pt x="49775" y="52618"/>
                      <a:pt x="49265" y="52618"/>
                    </a:cubicBezTo>
                    <a:cubicBezTo>
                      <a:pt x="49183" y="52452"/>
                      <a:pt x="49100" y="52287"/>
                      <a:pt x="49015" y="52118"/>
                    </a:cubicBezTo>
                    <a:cubicBezTo>
                      <a:pt x="49098" y="51870"/>
                      <a:pt x="49180" y="51622"/>
                      <a:pt x="49265" y="51368"/>
                    </a:cubicBezTo>
                    <a:cubicBezTo>
                      <a:pt x="48523" y="51368"/>
                      <a:pt x="47780" y="51368"/>
                      <a:pt x="47015" y="51368"/>
                    </a:cubicBezTo>
                    <a:cubicBezTo>
                      <a:pt x="46952" y="51605"/>
                      <a:pt x="46892" y="51842"/>
                      <a:pt x="46828" y="52085"/>
                    </a:cubicBezTo>
                    <a:cubicBezTo>
                      <a:pt x="46640" y="52637"/>
                      <a:pt x="46558" y="52832"/>
                      <a:pt x="46095" y="53210"/>
                    </a:cubicBezTo>
                    <a:cubicBezTo>
                      <a:pt x="45310" y="53422"/>
                      <a:pt x="44572" y="53408"/>
                      <a:pt x="43765" y="53368"/>
                    </a:cubicBezTo>
                    <a:cubicBezTo>
                      <a:pt x="43735" y="53558"/>
                      <a:pt x="43705" y="53748"/>
                      <a:pt x="43675" y="53942"/>
                    </a:cubicBezTo>
                    <a:cubicBezTo>
                      <a:pt x="43632" y="54192"/>
                      <a:pt x="43590" y="54445"/>
                      <a:pt x="43548" y="54695"/>
                    </a:cubicBezTo>
                    <a:cubicBezTo>
                      <a:pt x="43528" y="54820"/>
                      <a:pt x="43507" y="54945"/>
                      <a:pt x="43488" y="55072"/>
                    </a:cubicBezTo>
                    <a:cubicBezTo>
                      <a:pt x="43257" y="56402"/>
                      <a:pt x="43257" y="56402"/>
                      <a:pt x="42765" y="56868"/>
                    </a:cubicBezTo>
                    <a:cubicBezTo>
                      <a:pt x="42185" y="56968"/>
                      <a:pt x="42185" y="56968"/>
                      <a:pt x="41485" y="56993"/>
                    </a:cubicBezTo>
                    <a:cubicBezTo>
                      <a:pt x="40595" y="57022"/>
                      <a:pt x="39945" y="57125"/>
                      <a:pt x="39122" y="57465"/>
                    </a:cubicBezTo>
                    <a:cubicBezTo>
                      <a:pt x="37872" y="57960"/>
                      <a:pt x="36588" y="58155"/>
                      <a:pt x="35265" y="58350"/>
                    </a:cubicBezTo>
                    <a:cubicBezTo>
                      <a:pt x="34848" y="58412"/>
                      <a:pt x="34432" y="58480"/>
                      <a:pt x="34015" y="58547"/>
                    </a:cubicBezTo>
                    <a:cubicBezTo>
                      <a:pt x="31130" y="59000"/>
                      <a:pt x="28312" y="58925"/>
                      <a:pt x="25405" y="58680"/>
                    </a:cubicBezTo>
                    <a:cubicBezTo>
                      <a:pt x="25170" y="58665"/>
                      <a:pt x="24935" y="58647"/>
                      <a:pt x="24695" y="58632"/>
                    </a:cubicBezTo>
                    <a:cubicBezTo>
                      <a:pt x="23430" y="58525"/>
                      <a:pt x="22600" y="58372"/>
                      <a:pt x="21595" y="57587"/>
                    </a:cubicBezTo>
                    <a:cubicBezTo>
                      <a:pt x="21045" y="57218"/>
                      <a:pt x="20492" y="57240"/>
                      <a:pt x="19845" y="57227"/>
                    </a:cubicBezTo>
                    <a:cubicBezTo>
                      <a:pt x="18615" y="57197"/>
                      <a:pt x="18615" y="57197"/>
                      <a:pt x="18105" y="56782"/>
                    </a:cubicBezTo>
                    <a:cubicBezTo>
                      <a:pt x="17992" y="56645"/>
                      <a:pt x="17880" y="56507"/>
                      <a:pt x="17765" y="56368"/>
                    </a:cubicBezTo>
                    <a:cubicBezTo>
                      <a:pt x="17205" y="55737"/>
                      <a:pt x="16832" y="55520"/>
                      <a:pt x="16015" y="55320"/>
                    </a:cubicBezTo>
                    <a:cubicBezTo>
                      <a:pt x="14078" y="54722"/>
                      <a:pt x="12400" y="53352"/>
                      <a:pt x="11043" y="51870"/>
                    </a:cubicBezTo>
                    <a:cubicBezTo>
                      <a:pt x="10718" y="51572"/>
                      <a:pt x="10403" y="51430"/>
                      <a:pt x="10000" y="51257"/>
                    </a:cubicBezTo>
                    <a:cubicBezTo>
                      <a:pt x="9237" y="50912"/>
                      <a:pt x="8978" y="50487"/>
                      <a:pt x="8562" y="49780"/>
                    </a:cubicBezTo>
                    <a:cubicBezTo>
                      <a:pt x="8202" y="49280"/>
                      <a:pt x="7795" y="48965"/>
                      <a:pt x="7312" y="48585"/>
                    </a:cubicBezTo>
                    <a:cubicBezTo>
                      <a:pt x="6200" y="47658"/>
                      <a:pt x="5600" y="46592"/>
                      <a:pt x="4925" y="45332"/>
                    </a:cubicBezTo>
                    <a:cubicBezTo>
                      <a:pt x="4660" y="44840"/>
                      <a:pt x="4372" y="44428"/>
                      <a:pt x="4005" y="44005"/>
                    </a:cubicBezTo>
                    <a:cubicBezTo>
                      <a:pt x="3422" y="43303"/>
                      <a:pt x="3157" y="42553"/>
                      <a:pt x="2875" y="41695"/>
                    </a:cubicBezTo>
                    <a:cubicBezTo>
                      <a:pt x="2823" y="41542"/>
                      <a:pt x="2770" y="41390"/>
                      <a:pt x="2715" y="41232"/>
                    </a:cubicBezTo>
                    <a:cubicBezTo>
                      <a:pt x="2337" y="40128"/>
                      <a:pt x="2005" y="39015"/>
                      <a:pt x="1710" y="37887"/>
                    </a:cubicBezTo>
                    <a:cubicBezTo>
                      <a:pt x="1515" y="37368"/>
                      <a:pt x="1515" y="37368"/>
                      <a:pt x="1140" y="36908"/>
                    </a:cubicBezTo>
                    <a:cubicBezTo>
                      <a:pt x="712" y="36292"/>
                      <a:pt x="648" y="35933"/>
                      <a:pt x="593" y="35190"/>
                    </a:cubicBezTo>
                    <a:cubicBezTo>
                      <a:pt x="573" y="34968"/>
                      <a:pt x="555" y="34743"/>
                      <a:pt x="535" y="34510"/>
                    </a:cubicBezTo>
                    <a:cubicBezTo>
                      <a:pt x="517" y="34278"/>
                      <a:pt x="503" y="34045"/>
                      <a:pt x="485" y="33805"/>
                    </a:cubicBezTo>
                    <a:cubicBezTo>
                      <a:pt x="448" y="33345"/>
                      <a:pt x="410" y="32885"/>
                      <a:pt x="372" y="32425"/>
                    </a:cubicBezTo>
                    <a:cubicBezTo>
                      <a:pt x="355" y="32202"/>
                      <a:pt x="340" y="31980"/>
                      <a:pt x="320" y="31750"/>
                    </a:cubicBezTo>
                    <a:cubicBezTo>
                      <a:pt x="273" y="31185"/>
                      <a:pt x="203" y="30627"/>
                      <a:pt x="125" y="30065"/>
                    </a:cubicBezTo>
                    <a:cubicBezTo>
                      <a:pt x="0" y="29115"/>
                      <a:pt x="0" y="28197"/>
                      <a:pt x="62" y="27242"/>
                    </a:cubicBezTo>
                    <a:cubicBezTo>
                      <a:pt x="73" y="27077"/>
                      <a:pt x="85" y="26912"/>
                      <a:pt x="95" y="26742"/>
                    </a:cubicBezTo>
                    <a:cubicBezTo>
                      <a:pt x="190" y="25642"/>
                      <a:pt x="427" y="24882"/>
                      <a:pt x="1008" y="23935"/>
                    </a:cubicBezTo>
                    <a:cubicBezTo>
                      <a:pt x="1380" y="23117"/>
                      <a:pt x="1485" y="22282"/>
                      <a:pt x="1625" y="21397"/>
                    </a:cubicBezTo>
                    <a:cubicBezTo>
                      <a:pt x="1907" y="19670"/>
                      <a:pt x="2395" y="18392"/>
                      <a:pt x="3265" y="16867"/>
                    </a:cubicBezTo>
                    <a:cubicBezTo>
                      <a:pt x="3625" y="16117"/>
                      <a:pt x="3942" y="15370"/>
                      <a:pt x="4175" y="14570"/>
                    </a:cubicBezTo>
                    <a:cubicBezTo>
                      <a:pt x="4605" y="13100"/>
                      <a:pt x="5218" y="12220"/>
                      <a:pt x="6265" y="11117"/>
                    </a:cubicBezTo>
                    <a:cubicBezTo>
                      <a:pt x="6660" y="10642"/>
                      <a:pt x="7050" y="10165"/>
                      <a:pt x="7442" y="9688"/>
                    </a:cubicBezTo>
                    <a:cubicBezTo>
                      <a:pt x="7765" y="9367"/>
                      <a:pt x="7765" y="9367"/>
                      <a:pt x="8265" y="9367"/>
                    </a:cubicBezTo>
                    <a:cubicBezTo>
                      <a:pt x="8323" y="9237"/>
                      <a:pt x="8380" y="9110"/>
                      <a:pt x="8438" y="8977"/>
                    </a:cubicBezTo>
                    <a:cubicBezTo>
                      <a:pt x="9343" y="7292"/>
                      <a:pt x="10085" y="6452"/>
                      <a:pt x="11890" y="5700"/>
                    </a:cubicBezTo>
                    <a:cubicBezTo>
                      <a:pt x="12448" y="5402"/>
                      <a:pt x="12680" y="5217"/>
                      <a:pt x="13087" y="4770"/>
                    </a:cubicBezTo>
                    <a:cubicBezTo>
                      <a:pt x="13877" y="3935"/>
                      <a:pt x="14837" y="3542"/>
                      <a:pt x="15875" y="3085"/>
                    </a:cubicBezTo>
                    <a:cubicBezTo>
                      <a:pt x="16245" y="2917"/>
                      <a:pt x="16615" y="2750"/>
                      <a:pt x="16982" y="2582"/>
                    </a:cubicBezTo>
                    <a:cubicBezTo>
                      <a:pt x="17162" y="2505"/>
                      <a:pt x="17340" y="2425"/>
                      <a:pt x="17522" y="2342"/>
                    </a:cubicBezTo>
                    <a:cubicBezTo>
                      <a:pt x="17940" y="2152"/>
                      <a:pt x="18335" y="1945"/>
                      <a:pt x="18737" y="1722"/>
                    </a:cubicBezTo>
                    <a:cubicBezTo>
                      <a:pt x="19800" y="1190"/>
                      <a:pt x="20955" y="945"/>
                      <a:pt x="22110" y="695"/>
                    </a:cubicBezTo>
                    <a:cubicBezTo>
                      <a:pt x="22235" y="667"/>
                      <a:pt x="22362" y="640"/>
                      <a:pt x="22492" y="612"/>
                    </a:cubicBezTo>
                    <a:cubicBezTo>
                      <a:pt x="24905" y="102"/>
                      <a:pt x="27288" y="0"/>
                      <a:pt x="29750" y="7"/>
                    </a:cubicBezTo>
                    <a:close/>
                    <a:moveTo>
                      <a:pt x="28040" y="1117"/>
                    </a:moveTo>
                    <a:cubicBezTo>
                      <a:pt x="22110" y="1150"/>
                      <a:pt x="16282" y="3567"/>
                      <a:pt x="11765" y="7367"/>
                    </a:cubicBezTo>
                    <a:cubicBezTo>
                      <a:pt x="11422" y="7727"/>
                      <a:pt x="11125" y="8090"/>
                      <a:pt x="10830" y="8490"/>
                    </a:cubicBezTo>
                    <a:cubicBezTo>
                      <a:pt x="10272" y="9160"/>
                      <a:pt x="9580" y="9688"/>
                      <a:pt x="8910" y="10237"/>
                    </a:cubicBezTo>
                    <a:cubicBezTo>
                      <a:pt x="8780" y="10362"/>
                      <a:pt x="8650" y="10487"/>
                      <a:pt x="8515" y="10617"/>
                    </a:cubicBezTo>
                    <a:cubicBezTo>
                      <a:pt x="8515" y="10782"/>
                      <a:pt x="8515" y="10947"/>
                      <a:pt x="8515" y="11117"/>
                    </a:cubicBezTo>
                    <a:cubicBezTo>
                      <a:pt x="8410" y="11132"/>
                      <a:pt x="8305" y="11147"/>
                      <a:pt x="8198" y="11162"/>
                    </a:cubicBezTo>
                    <a:cubicBezTo>
                      <a:pt x="7538" y="11475"/>
                      <a:pt x="7230" y="12035"/>
                      <a:pt x="6845" y="12632"/>
                    </a:cubicBezTo>
                    <a:cubicBezTo>
                      <a:pt x="6758" y="12762"/>
                      <a:pt x="6672" y="12895"/>
                      <a:pt x="6582" y="13030"/>
                    </a:cubicBezTo>
                    <a:cubicBezTo>
                      <a:pt x="5495" y="14730"/>
                      <a:pt x="4620" y="16542"/>
                      <a:pt x="3765" y="18367"/>
                    </a:cubicBezTo>
                    <a:cubicBezTo>
                      <a:pt x="3680" y="18540"/>
                      <a:pt x="3595" y="18712"/>
                      <a:pt x="3508" y="18890"/>
                    </a:cubicBezTo>
                    <a:cubicBezTo>
                      <a:pt x="2812" y="20360"/>
                      <a:pt x="2422" y="21825"/>
                      <a:pt x="2095" y="23412"/>
                    </a:cubicBezTo>
                    <a:cubicBezTo>
                      <a:pt x="2067" y="23540"/>
                      <a:pt x="2040" y="23667"/>
                      <a:pt x="2012" y="23797"/>
                    </a:cubicBezTo>
                    <a:cubicBezTo>
                      <a:pt x="1200" y="27718"/>
                      <a:pt x="1288" y="30912"/>
                      <a:pt x="2015" y="34868"/>
                    </a:cubicBezTo>
                    <a:cubicBezTo>
                      <a:pt x="2043" y="35020"/>
                      <a:pt x="2067" y="35172"/>
                      <a:pt x="2093" y="35330"/>
                    </a:cubicBezTo>
                    <a:cubicBezTo>
                      <a:pt x="2957" y="40442"/>
                      <a:pt x="5630" y="45652"/>
                      <a:pt x="9492" y="49118"/>
                    </a:cubicBezTo>
                    <a:cubicBezTo>
                      <a:pt x="9760" y="49360"/>
                      <a:pt x="10013" y="49618"/>
                      <a:pt x="10265" y="49872"/>
                    </a:cubicBezTo>
                    <a:cubicBezTo>
                      <a:pt x="10795" y="50397"/>
                      <a:pt x="11355" y="50872"/>
                      <a:pt x="11938" y="51335"/>
                    </a:cubicBezTo>
                    <a:cubicBezTo>
                      <a:pt x="12045" y="51422"/>
                      <a:pt x="12155" y="51507"/>
                      <a:pt x="12265" y="51598"/>
                    </a:cubicBezTo>
                    <a:cubicBezTo>
                      <a:pt x="13837" y="52832"/>
                      <a:pt x="15505" y="53920"/>
                      <a:pt x="17265" y="54868"/>
                    </a:cubicBezTo>
                    <a:cubicBezTo>
                      <a:pt x="17445" y="54968"/>
                      <a:pt x="17623" y="55067"/>
                      <a:pt x="17807" y="55170"/>
                    </a:cubicBezTo>
                    <a:cubicBezTo>
                      <a:pt x="23022" y="57965"/>
                      <a:pt x="29218" y="58100"/>
                      <a:pt x="34938" y="57180"/>
                    </a:cubicBezTo>
                    <a:cubicBezTo>
                      <a:pt x="35000" y="57170"/>
                      <a:pt x="35000" y="57170"/>
                      <a:pt x="35322" y="57120"/>
                    </a:cubicBezTo>
                    <a:cubicBezTo>
                      <a:pt x="36782" y="56890"/>
                      <a:pt x="38020" y="56567"/>
                      <a:pt x="39320" y="55852"/>
                    </a:cubicBezTo>
                    <a:cubicBezTo>
                      <a:pt x="39972" y="55507"/>
                      <a:pt x="40652" y="55297"/>
                      <a:pt x="41360" y="55085"/>
                    </a:cubicBezTo>
                    <a:cubicBezTo>
                      <a:pt x="42700" y="54683"/>
                      <a:pt x="42700" y="54683"/>
                      <a:pt x="43265" y="54118"/>
                    </a:cubicBezTo>
                    <a:cubicBezTo>
                      <a:pt x="43287" y="53952"/>
                      <a:pt x="43308" y="53787"/>
                      <a:pt x="43328" y="53618"/>
                    </a:cubicBezTo>
                    <a:cubicBezTo>
                      <a:pt x="43515" y="53118"/>
                      <a:pt x="43515" y="53118"/>
                      <a:pt x="43865" y="52940"/>
                    </a:cubicBezTo>
                    <a:cubicBezTo>
                      <a:pt x="44245" y="52815"/>
                      <a:pt x="44625" y="52707"/>
                      <a:pt x="45015" y="52618"/>
                    </a:cubicBezTo>
                    <a:cubicBezTo>
                      <a:pt x="44988" y="52335"/>
                      <a:pt x="44955" y="52055"/>
                      <a:pt x="44922" y="51772"/>
                    </a:cubicBezTo>
                    <a:cubicBezTo>
                      <a:pt x="44905" y="51618"/>
                      <a:pt x="44888" y="51460"/>
                      <a:pt x="44870" y="51297"/>
                    </a:cubicBezTo>
                    <a:cubicBezTo>
                      <a:pt x="44765" y="50868"/>
                      <a:pt x="44765" y="50868"/>
                      <a:pt x="44265" y="50368"/>
                    </a:cubicBezTo>
                    <a:cubicBezTo>
                      <a:pt x="43230" y="50192"/>
                      <a:pt x="42422" y="50348"/>
                      <a:pt x="41515" y="50868"/>
                    </a:cubicBezTo>
                    <a:cubicBezTo>
                      <a:pt x="41268" y="50868"/>
                      <a:pt x="41020" y="50868"/>
                      <a:pt x="40765" y="50868"/>
                    </a:cubicBezTo>
                    <a:cubicBezTo>
                      <a:pt x="40757" y="50712"/>
                      <a:pt x="40748" y="50560"/>
                      <a:pt x="40738" y="50400"/>
                    </a:cubicBezTo>
                    <a:cubicBezTo>
                      <a:pt x="40730" y="50300"/>
                      <a:pt x="40730" y="50300"/>
                      <a:pt x="40688" y="49787"/>
                    </a:cubicBezTo>
                    <a:cubicBezTo>
                      <a:pt x="40680" y="49688"/>
                      <a:pt x="40680" y="49688"/>
                      <a:pt x="40642" y="49183"/>
                    </a:cubicBezTo>
                    <a:cubicBezTo>
                      <a:pt x="40495" y="48525"/>
                      <a:pt x="40275" y="48290"/>
                      <a:pt x="39765" y="47868"/>
                    </a:cubicBezTo>
                    <a:cubicBezTo>
                      <a:pt x="39482" y="47930"/>
                      <a:pt x="39202" y="48000"/>
                      <a:pt x="38922" y="48070"/>
                    </a:cubicBezTo>
                    <a:cubicBezTo>
                      <a:pt x="38765" y="48107"/>
                      <a:pt x="38608" y="48145"/>
                      <a:pt x="38448" y="48185"/>
                    </a:cubicBezTo>
                    <a:cubicBezTo>
                      <a:pt x="37885" y="48422"/>
                      <a:pt x="37750" y="48550"/>
                      <a:pt x="37515" y="49118"/>
                    </a:cubicBezTo>
                    <a:cubicBezTo>
                      <a:pt x="37465" y="49868"/>
                      <a:pt x="37518" y="50615"/>
                      <a:pt x="37558" y="51365"/>
                    </a:cubicBezTo>
                    <a:cubicBezTo>
                      <a:pt x="37562" y="51517"/>
                      <a:pt x="37568" y="51670"/>
                      <a:pt x="37572" y="51830"/>
                    </a:cubicBezTo>
                    <a:cubicBezTo>
                      <a:pt x="37578" y="51968"/>
                      <a:pt x="37585" y="52107"/>
                      <a:pt x="37592" y="52250"/>
                    </a:cubicBezTo>
                    <a:cubicBezTo>
                      <a:pt x="37515" y="52618"/>
                      <a:pt x="37515" y="52618"/>
                      <a:pt x="37195" y="52902"/>
                    </a:cubicBezTo>
                    <a:cubicBezTo>
                      <a:pt x="36740" y="53130"/>
                      <a:pt x="36352" y="53237"/>
                      <a:pt x="35852" y="53330"/>
                    </a:cubicBezTo>
                    <a:cubicBezTo>
                      <a:pt x="35765" y="53345"/>
                      <a:pt x="35765" y="53345"/>
                      <a:pt x="35328" y="53428"/>
                    </a:cubicBezTo>
                    <a:cubicBezTo>
                      <a:pt x="35148" y="53460"/>
                      <a:pt x="34968" y="53490"/>
                      <a:pt x="34780" y="53522"/>
                    </a:cubicBezTo>
                    <a:cubicBezTo>
                      <a:pt x="34602" y="53558"/>
                      <a:pt x="34422" y="53590"/>
                      <a:pt x="34240" y="53625"/>
                    </a:cubicBezTo>
                    <a:cubicBezTo>
                      <a:pt x="33400" y="53778"/>
                      <a:pt x="32620" y="53885"/>
                      <a:pt x="31765" y="53868"/>
                    </a:cubicBezTo>
                    <a:cubicBezTo>
                      <a:pt x="31420" y="53175"/>
                      <a:pt x="31513" y="52540"/>
                      <a:pt x="31545" y="51787"/>
                    </a:cubicBezTo>
                    <a:cubicBezTo>
                      <a:pt x="31550" y="51710"/>
                      <a:pt x="31550" y="51710"/>
                      <a:pt x="31565" y="51317"/>
                    </a:cubicBezTo>
                    <a:cubicBezTo>
                      <a:pt x="31583" y="50825"/>
                      <a:pt x="31605" y="50330"/>
                      <a:pt x="31625" y="49835"/>
                    </a:cubicBezTo>
                    <a:cubicBezTo>
                      <a:pt x="31638" y="49500"/>
                      <a:pt x="31653" y="49165"/>
                      <a:pt x="31665" y="48830"/>
                    </a:cubicBezTo>
                    <a:cubicBezTo>
                      <a:pt x="31697" y="48010"/>
                      <a:pt x="31730" y="47188"/>
                      <a:pt x="31765" y="46368"/>
                    </a:cubicBezTo>
                    <a:cubicBezTo>
                      <a:pt x="31940" y="46342"/>
                      <a:pt x="32115" y="46317"/>
                      <a:pt x="32295" y="46292"/>
                    </a:cubicBezTo>
                    <a:cubicBezTo>
                      <a:pt x="32408" y="46275"/>
                      <a:pt x="32408" y="46275"/>
                      <a:pt x="32985" y="46180"/>
                    </a:cubicBezTo>
                    <a:cubicBezTo>
                      <a:pt x="33098" y="46162"/>
                      <a:pt x="33098" y="46162"/>
                      <a:pt x="33670" y="46075"/>
                    </a:cubicBezTo>
                    <a:cubicBezTo>
                      <a:pt x="34265" y="45868"/>
                      <a:pt x="34265" y="45868"/>
                      <a:pt x="34592" y="45375"/>
                    </a:cubicBezTo>
                    <a:cubicBezTo>
                      <a:pt x="34758" y="44892"/>
                      <a:pt x="34820" y="44558"/>
                      <a:pt x="34798" y="44055"/>
                    </a:cubicBezTo>
                    <a:cubicBezTo>
                      <a:pt x="34788" y="43827"/>
                      <a:pt x="34775" y="43600"/>
                      <a:pt x="34765" y="43368"/>
                    </a:cubicBezTo>
                    <a:cubicBezTo>
                      <a:pt x="34572" y="43310"/>
                      <a:pt x="34380" y="43252"/>
                      <a:pt x="34182" y="43192"/>
                    </a:cubicBezTo>
                    <a:cubicBezTo>
                      <a:pt x="33928" y="43110"/>
                      <a:pt x="33675" y="43028"/>
                      <a:pt x="33422" y="42945"/>
                    </a:cubicBezTo>
                    <a:cubicBezTo>
                      <a:pt x="33295" y="42908"/>
                      <a:pt x="33168" y="42870"/>
                      <a:pt x="33038" y="42832"/>
                    </a:cubicBezTo>
                    <a:cubicBezTo>
                      <a:pt x="32385" y="42612"/>
                      <a:pt x="32065" y="42455"/>
                      <a:pt x="31725" y="41850"/>
                    </a:cubicBezTo>
                    <a:cubicBezTo>
                      <a:pt x="31400" y="40935"/>
                      <a:pt x="31475" y="40007"/>
                      <a:pt x="31513" y="39053"/>
                    </a:cubicBezTo>
                    <a:cubicBezTo>
                      <a:pt x="31518" y="38855"/>
                      <a:pt x="31525" y="38660"/>
                      <a:pt x="31530" y="38457"/>
                    </a:cubicBezTo>
                    <a:cubicBezTo>
                      <a:pt x="31542" y="38045"/>
                      <a:pt x="31555" y="37632"/>
                      <a:pt x="31570" y="37218"/>
                    </a:cubicBezTo>
                    <a:cubicBezTo>
                      <a:pt x="31592" y="36585"/>
                      <a:pt x="31612" y="35952"/>
                      <a:pt x="31630" y="35320"/>
                    </a:cubicBezTo>
                    <a:cubicBezTo>
                      <a:pt x="31642" y="34920"/>
                      <a:pt x="31655" y="34517"/>
                      <a:pt x="31670" y="34115"/>
                    </a:cubicBezTo>
                    <a:cubicBezTo>
                      <a:pt x="31672" y="34020"/>
                      <a:pt x="31672" y="34020"/>
                      <a:pt x="31688" y="33542"/>
                    </a:cubicBezTo>
                    <a:cubicBezTo>
                      <a:pt x="31693" y="33365"/>
                      <a:pt x="31700" y="33190"/>
                      <a:pt x="31708" y="33007"/>
                    </a:cubicBezTo>
                    <a:cubicBezTo>
                      <a:pt x="31712" y="32855"/>
                      <a:pt x="31718" y="32700"/>
                      <a:pt x="31722" y="32540"/>
                    </a:cubicBezTo>
                    <a:cubicBezTo>
                      <a:pt x="31768" y="32107"/>
                      <a:pt x="31840" y="31765"/>
                      <a:pt x="32015" y="31367"/>
                    </a:cubicBezTo>
                    <a:cubicBezTo>
                      <a:pt x="32478" y="31065"/>
                      <a:pt x="32478" y="31065"/>
                      <a:pt x="33030" y="30772"/>
                    </a:cubicBezTo>
                    <a:cubicBezTo>
                      <a:pt x="33990" y="30200"/>
                      <a:pt x="33990" y="30200"/>
                      <a:pt x="34220" y="29477"/>
                    </a:cubicBezTo>
                    <a:cubicBezTo>
                      <a:pt x="33940" y="28637"/>
                      <a:pt x="33472" y="28357"/>
                      <a:pt x="32765" y="27867"/>
                    </a:cubicBezTo>
                    <a:cubicBezTo>
                      <a:pt x="31792" y="26962"/>
                      <a:pt x="31792" y="26962"/>
                      <a:pt x="31732" y="26190"/>
                    </a:cubicBezTo>
                    <a:cubicBezTo>
                      <a:pt x="31730" y="26020"/>
                      <a:pt x="31730" y="25850"/>
                      <a:pt x="31730" y="25672"/>
                    </a:cubicBezTo>
                    <a:cubicBezTo>
                      <a:pt x="31728" y="25480"/>
                      <a:pt x="31725" y="25285"/>
                      <a:pt x="31725" y="25087"/>
                    </a:cubicBezTo>
                    <a:cubicBezTo>
                      <a:pt x="31725" y="24877"/>
                      <a:pt x="31725" y="24667"/>
                      <a:pt x="31722" y="24452"/>
                    </a:cubicBezTo>
                    <a:cubicBezTo>
                      <a:pt x="31722" y="24345"/>
                      <a:pt x="31722" y="24345"/>
                      <a:pt x="31720" y="23802"/>
                    </a:cubicBezTo>
                    <a:cubicBezTo>
                      <a:pt x="31720" y="23350"/>
                      <a:pt x="31720" y="22895"/>
                      <a:pt x="31720" y="22440"/>
                    </a:cubicBezTo>
                    <a:cubicBezTo>
                      <a:pt x="31720" y="21745"/>
                      <a:pt x="31715" y="21047"/>
                      <a:pt x="31710" y="20352"/>
                    </a:cubicBezTo>
                    <a:cubicBezTo>
                      <a:pt x="31708" y="19912"/>
                      <a:pt x="31708" y="19472"/>
                      <a:pt x="31708" y="19030"/>
                    </a:cubicBezTo>
                    <a:cubicBezTo>
                      <a:pt x="31705" y="18822"/>
                      <a:pt x="31705" y="18612"/>
                      <a:pt x="31702" y="18397"/>
                    </a:cubicBezTo>
                    <a:cubicBezTo>
                      <a:pt x="31702" y="18202"/>
                      <a:pt x="31705" y="18010"/>
                      <a:pt x="31705" y="17810"/>
                    </a:cubicBezTo>
                    <a:cubicBezTo>
                      <a:pt x="31705" y="17640"/>
                      <a:pt x="31705" y="17470"/>
                      <a:pt x="31705" y="17295"/>
                    </a:cubicBezTo>
                    <a:cubicBezTo>
                      <a:pt x="31765" y="16867"/>
                      <a:pt x="31765" y="16867"/>
                      <a:pt x="32265" y="16367"/>
                    </a:cubicBezTo>
                    <a:cubicBezTo>
                      <a:pt x="33265" y="16142"/>
                      <a:pt x="34230" y="16080"/>
                      <a:pt x="35252" y="16082"/>
                    </a:cubicBezTo>
                    <a:cubicBezTo>
                      <a:pt x="35320" y="16082"/>
                      <a:pt x="35320" y="16082"/>
                      <a:pt x="35662" y="16082"/>
                    </a:cubicBezTo>
                    <a:cubicBezTo>
                      <a:pt x="35942" y="16082"/>
                      <a:pt x="36225" y="16082"/>
                      <a:pt x="36508" y="16085"/>
                    </a:cubicBezTo>
                    <a:cubicBezTo>
                      <a:pt x="36940" y="16085"/>
                      <a:pt x="37370" y="16085"/>
                      <a:pt x="37802" y="16082"/>
                    </a:cubicBezTo>
                    <a:cubicBezTo>
                      <a:pt x="38078" y="16082"/>
                      <a:pt x="38352" y="16082"/>
                      <a:pt x="38628" y="16082"/>
                    </a:cubicBezTo>
                    <a:cubicBezTo>
                      <a:pt x="38755" y="16082"/>
                      <a:pt x="38885" y="16082"/>
                      <a:pt x="39015" y="16082"/>
                    </a:cubicBezTo>
                    <a:cubicBezTo>
                      <a:pt x="39642" y="16085"/>
                      <a:pt x="40195" y="16097"/>
                      <a:pt x="40765" y="16367"/>
                    </a:cubicBezTo>
                    <a:cubicBezTo>
                      <a:pt x="40968" y="16677"/>
                      <a:pt x="40968" y="16677"/>
                      <a:pt x="41125" y="17085"/>
                    </a:cubicBezTo>
                    <a:cubicBezTo>
                      <a:pt x="41188" y="17242"/>
                      <a:pt x="41250" y="17397"/>
                      <a:pt x="41312" y="17557"/>
                    </a:cubicBezTo>
                    <a:cubicBezTo>
                      <a:pt x="41463" y="17972"/>
                      <a:pt x="41608" y="18390"/>
                      <a:pt x="41750" y="18810"/>
                    </a:cubicBezTo>
                    <a:cubicBezTo>
                      <a:pt x="41793" y="18930"/>
                      <a:pt x="41832" y="19050"/>
                      <a:pt x="41875" y="19175"/>
                    </a:cubicBezTo>
                    <a:cubicBezTo>
                      <a:pt x="41995" y="19525"/>
                      <a:pt x="42110" y="19877"/>
                      <a:pt x="42225" y="20230"/>
                    </a:cubicBezTo>
                    <a:cubicBezTo>
                      <a:pt x="42572" y="20990"/>
                      <a:pt x="42872" y="21340"/>
                      <a:pt x="43515" y="21867"/>
                    </a:cubicBezTo>
                    <a:cubicBezTo>
                      <a:pt x="44078" y="22025"/>
                      <a:pt x="44418" y="21945"/>
                      <a:pt x="45015" y="21867"/>
                    </a:cubicBezTo>
                    <a:cubicBezTo>
                      <a:pt x="45515" y="21367"/>
                      <a:pt x="45515" y="21367"/>
                      <a:pt x="45572" y="20842"/>
                    </a:cubicBezTo>
                    <a:cubicBezTo>
                      <a:pt x="45570" y="20632"/>
                      <a:pt x="45565" y="20425"/>
                      <a:pt x="45562" y="20210"/>
                    </a:cubicBezTo>
                    <a:cubicBezTo>
                      <a:pt x="45560" y="19987"/>
                      <a:pt x="45555" y="19765"/>
                      <a:pt x="45553" y="19535"/>
                    </a:cubicBezTo>
                    <a:cubicBezTo>
                      <a:pt x="45520" y="18935"/>
                      <a:pt x="45445" y="18365"/>
                      <a:pt x="45345" y="17772"/>
                    </a:cubicBezTo>
                    <a:cubicBezTo>
                      <a:pt x="45262" y="17145"/>
                      <a:pt x="45250" y="16908"/>
                      <a:pt x="45485" y="16305"/>
                    </a:cubicBezTo>
                    <a:cubicBezTo>
                      <a:pt x="46480" y="15485"/>
                      <a:pt x="47650" y="14880"/>
                      <a:pt x="48952" y="14852"/>
                    </a:cubicBezTo>
                    <a:cubicBezTo>
                      <a:pt x="50823" y="15735"/>
                      <a:pt x="51405" y="17630"/>
                      <a:pt x="52168" y="19422"/>
                    </a:cubicBezTo>
                    <a:cubicBezTo>
                      <a:pt x="53040" y="21385"/>
                      <a:pt x="53040" y="21385"/>
                      <a:pt x="54265" y="21867"/>
                    </a:cubicBezTo>
                    <a:cubicBezTo>
                      <a:pt x="54938" y="21960"/>
                      <a:pt x="54938" y="21960"/>
                      <a:pt x="55515" y="21867"/>
                    </a:cubicBezTo>
                    <a:cubicBezTo>
                      <a:pt x="55918" y="21542"/>
                      <a:pt x="55988" y="21272"/>
                      <a:pt x="56080" y="20775"/>
                    </a:cubicBezTo>
                    <a:cubicBezTo>
                      <a:pt x="56282" y="18045"/>
                      <a:pt x="54440" y="15530"/>
                      <a:pt x="53015" y="13367"/>
                    </a:cubicBezTo>
                    <a:cubicBezTo>
                      <a:pt x="52935" y="13240"/>
                      <a:pt x="52852" y="13112"/>
                      <a:pt x="52770" y="12982"/>
                    </a:cubicBezTo>
                    <a:cubicBezTo>
                      <a:pt x="52213" y="12122"/>
                      <a:pt x="51608" y="11343"/>
                      <a:pt x="50922" y="10585"/>
                    </a:cubicBezTo>
                    <a:cubicBezTo>
                      <a:pt x="50823" y="10475"/>
                      <a:pt x="50722" y="10365"/>
                      <a:pt x="50622" y="10252"/>
                    </a:cubicBezTo>
                    <a:cubicBezTo>
                      <a:pt x="50020" y="9602"/>
                      <a:pt x="49442" y="9090"/>
                      <a:pt x="48675" y="8642"/>
                    </a:cubicBezTo>
                    <a:cubicBezTo>
                      <a:pt x="48220" y="8335"/>
                      <a:pt x="47835" y="7975"/>
                      <a:pt x="47435" y="7597"/>
                    </a:cubicBezTo>
                    <a:cubicBezTo>
                      <a:pt x="45422" y="5692"/>
                      <a:pt x="43045" y="4245"/>
                      <a:pt x="40515" y="3117"/>
                    </a:cubicBezTo>
                    <a:cubicBezTo>
                      <a:pt x="40425" y="3075"/>
                      <a:pt x="40425" y="3075"/>
                      <a:pt x="39963" y="2862"/>
                    </a:cubicBezTo>
                    <a:cubicBezTo>
                      <a:pt x="36488" y="1357"/>
                      <a:pt x="32758" y="1030"/>
                      <a:pt x="29015" y="1107"/>
                    </a:cubicBezTo>
                    <a:cubicBezTo>
                      <a:pt x="28690" y="1112"/>
                      <a:pt x="28365" y="1117"/>
                      <a:pt x="28040" y="1117"/>
                    </a:cubicBezTo>
                    <a:close/>
                  </a:path>
                </a:pathLst>
              </a:custGeom>
              <a:solidFill>
                <a:srgbClr val="DDCEB6"/>
              </a:solidFill>
              <a:ln w="0">
                <a:noFill/>
              </a:ln>
            </p:spPr>
          </p:sp>
          <p:sp>
            <p:nvSpPr>
              <p:cNvPr id="10" name="globe vector"/>
              <p:cNvSpPr/>
              <p:nvPr/>
            </p:nvSpPr>
            <p:spPr>
              <a:xfrm>
                <a:off x="235161" y="877070"/>
                <a:ext cx="502074" cy="521711"/>
              </a:xfrm>
              <a:custGeom>
                <a:avLst/>
                <a:gdLst/>
                <a:ahLst/>
                <a:cxnLst/>
                <a:rect l="0" t="0" r="r" b="b"/>
                <a:pathLst>
                  <a:path w="54908" h="57055" fill="norm" stroke="0">
                    <a:moveTo>
                      <a:pt x="34282" y="582"/>
                    </a:moveTo>
                    <a:cubicBezTo>
                      <a:pt x="34405" y="608"/>
                      <a:pt x="34527" y="630"/>
                      <a:pt x="34655" y="655"/>
                    </a:cubicBezTo>
                    <a:cubicBezTo>
                      <a:pt x="37752" y="1285"/>
                      <a:pt x="40752" y="2417"/>
                      <a:pt x="43282" y="4332"/>
                    </a:cubicBezTo>
                    <a:cubicBezTo>
                      <a:pt x="43442" y="4447"/>
                      <a:pt x="43602" y="4562"/>
                      <a:pt x="43765" y="4680"/>
                    </a:cubicBezTo>
                    <a:cubicBezTo>
                      <a:pt x="45122" y="5672"/>
                      <a:pt x="46412" y="6745"/>
                      <a:pt x="47707" y="7817"/>
                    </a:cubicBezTo>
                    <a:cubicBezTo>
                      <a:pt x="48032" y="8082"/>
                      <a:pt x="48360" y="8340"/>
                      <a:pt x="48690" y="8600"/>
                    </a:cubicBezTo>
                    <a:cubicBezTo>
                      <a:pt x="51332" y="10715"/>
                      <a:pt x="54122" y="14995"/>
                      <a:pt x="54782" y="18332"/>
                    </a:cubicBezTo>
                    <a:cubicBezTo>
                      <a:pt x="54858" y="19135"/>
                      <a:pt x="54908" y="19840"/>
                      <a:pt x="54532" y="20567"/>
                    </a:cubicBezTo>
                    <a:cubicBezTo>
                      <a:pt x="54450" y="20655"/>
                      <a:pt x="54368" y="20742"/>
                      <a:pt x="54282" y="20832"/>
                    </a:cubicBezTo>
                    <a:cubicBezTo>
                      <a:pt x="54005" y="20802"/>
                      <a:pt x="53730" y="20772"/>
                      <a:pt x="53455" y="20737"/>
                    </a:cubicBezTo>
                    <a:cubicBezTo>
                      <a:pt x="53300" y="20722"/>
                      <a:pt x="53147" y="20705"/>
                      <a:pt x="52988" y="20685"/>
                    </a:cubicBezTo>
                    <a:cubicBezTo>
                      <a:pt x="52457" y="20565"/>
                      <a:pt x="52202" y="20430"/>
                      <a:pt x="51782" y="20082"/>
                    </a:cubicBezTo>
                    <a:cubicBezTo>
                      <a:pt x="51488" y="19560"/>
                      <a:pt x="51488" y="19560"/>
                      <a:pt x="51207" y="18920"/>
                    </a:cubicBezTo>
                    <a:cubicBezTo>
                      <a:pt x="51100" y="18688"/>
                      <a:pt x="50995" y="18455"/>
                      <a:pt x="50890" y="18220"/>
                    </a:cubicBezTo>
                    <a:cubicBezTo>
                      <a:pt x="50725" y="17855"/>
                      <a:pt x="50565" y="17490"/>
                      <a:pt x="50402" y="17122"/>
                    </a:cubicBezTo>
                    <a:cubicBezTo>
                      <a:pt x="49260" y="14527"/>
                      <a:pt x="49260" y="14527"/>
                      <a:pt x="48032" y="13832"/>
                    </a:cubicBezTo>
                    <a:cubicBezTo>
                      <a:pt x="46762" y="13832"/>
                      <a:pt x="45588" y="14392"/>
                      <a:pt x="44532" y="15082"/>
                    </a:cubicBezTo>
                    <a:cubicBezTo>
                      <a:pt x="44162" y="15497"/>
                      <a:pt x="44030" y="15698"/>
                      <a:pt x="44037" y="16255"/>
                    </a:cubicBezTo>
                    <a:cubicBezTo>
                      <a:pt x="44067" y="16410"/>
                      <a:pt x="44098" y="16565"/>
                      <a:pt x="44128" y="16722"/>
                    </a:cubicBezTo>
                    <a:cubicBezTo>
                      <a:pt x="44252" y="17545"/>
                      <a:pt x="44315" y="18345"/>
                      <a:pt x="44330" y="19177"/>
                    </a:cubicBezTo>
                    <a:cubicBezTo>
                      <a:pt x="44332" y="19385"/>
                      <a:pt x="44338" y="19592"/>
                      <a:pt x="44340" y="19807"/>
                    </a:cubicBezTo>
                    <a:cubicBezTo>
                      <a:pt x="44282" y="20332"/>
                      <a:pt x="44282" y="20332"/>
                      <a:pt x="43782" y="20832"/>
                    </a:cubicBezTo>
                    <a:cubicBezTo>
                      <a:pt x="43167" y="20942"/>
                      <a:pt x="42865" y="20992"/>
                      <a:pt x="42282" y="20832"/>
                    </a:cubicBezTo>
                    <a:cubicBezTo>
                      <a:pt x="40933" y="19840"/>
                      <a:pt x="40465" y="18087"/>
                      <a:pt x="40180" y="16510"/>
                    </a:cubicBezTo>
                    <a:cubicBezTo>
                      <a:pt x="40145" y="16332"/>
                      <a:pt x="40112" y="16155"/>
                      <a:pt x="40080" y="15972"/>
                    </a:cubicBezTo>
                    <a:cubicBezTo>
                      <a:pt x="40058" y="15812"/>
                      <a:pt x="40035" y="15655"/>
                      <a:pt x="40012" y="15490"/>
                    </a:cubicBezTo>
                    <a:cubicBezTo>
                      <a:pt x="39700" y="14935"/>
                      <a:pt x="39310" y="14865"/>
                      <a:pt x="38722" y="14682"/>
                    </a:cubicBezTo>
                    <a:cubicBezTo>
                      <a:pt x="37962" y="14510"/>
                      <a:pt x="37218" y="14522"/>
                      <a:pt x="36440" y="14532"/>
                    </a:cubicBezTo>
                    <a:cubicBezTo>
                      <a:pt x="36270" y="14535"/>
                      <a:pt x="36100" y="14535"/>
                      <a:pt x="35925" y="14535"/>
                    </a:cubicBezTo>
                    <a:cubicBezTo>
                      <a:pt x="35387" y="14537"/>
                      <a:pt x="34850" y="14545"/>
                      <a:pt x="34312" y="14552"/>
                    </a:cubicBezTo>
                    <a:cubicBezTo>
                      <a:pt x="33948" y="14555"/>
                      <a:pt x="33580" y="14555"/>
                      <a:pt x="33215" y="14557"/>
                    </a:cubicBezTo>
                    <a:cubicBezTo>
                      <a:pt x="32320" y="14562"/>
                      <a:pt x="31428" y="14573"/>
                      <a:pt x="30532" y="14582"/>
                    </a:cubicBezTo>
                    <a:cubicBezTo>
                      <a:pt x="30112" y="15823"/>
                      <a:pt x="29957" y="16932"/>
                      <a:pt x="29965" y="18237"/>
                    </a:cubicBezTo>
                    <a:cubicBezTo>
                      <a:pt x="29965" y="18412"/>
                      <a:pt x="29965" y="18590"/>
                      <a:pt x="29965" y="18770"/>
                    </a:cubicBezTo>
                    <a:cubicBezTo>
                      <a:pt x="29965" y="19140"/>
                      <a:pt x="29965" y="19510"/>
                      <a:pt x="29968" y="19880"/>
                    </a:cubicBezTo>
                    <a:cubicBezTo>
                      <a:pt x="29970" y="20440"/>
                      <a:pt x="29968" y="21000"/>
                      <a:pt x="29965" y="21560"/>
                    </a:cubicBezTo>
                    <a:cubicBezTo>
                      <a:pt x="29965" y="21920"/>
                      <a:pt x="29965" y="22282"/>
                      <a:pt x="29965" y="22645"/>
                    </a:cubicBezTo>
                    <a:cubicBezTo>
                      <a:pt x="29965" y="22807"/>
                      <a:pt x="29965" y="22972"/>
                      <a:pt x="29962" y="23142"/>
                    </a:cubicBezTo>
                    <a:cubicBezTo>
                      <a:pt x="29978" y="24585"/>
                      <a:pt x="30078" y="26145"/>
                      <a:pt x="31080" y="27255"/>
                    </a:cubicBezTo>
                    <a:cubicBezTo>
                      <a:pt x="31532" y="27832"/>
                      <a:pt x="31532" y="27832"/>
                      <a:pt x="31532" y="28442"/>
                    </a:cubicBezTo>
                    <a:cubicBezTo>
                      <a:pt x="31315" y="29000"/>
                      <a:pt x="31135" y="29287"/>
                      <a:pt x="30777" y="29747"/>
                    </a:cubicBezTo>
                    <a:cubicBezTo>
                      <a:pt x="30155" y="30672"/>
                      <a:pt x="30115" y="31502"/>
                      <a:pt x="30095" y="32597"/>
                    </a:cubicBezTo>
                    <a:cubicBezTo>
                      <a:pt x="30092" y="32695"/>
                      <a:pt x="30092" y="32695"/>
                      <a:pt x="30075" y="33180"/>
                    </a:cubicBezTo>
                    <a:cubicBezTo>
                      <a:pt x="30055" y="33815"/>
                      <a:pt x="30045" y="34448"/>
                      <a:pt x="30032" y="35082"/>
                    </a:cubicBezTo>
                    <a:cubicBezTo>
                      <a:pt x="30025" y="35312"/>
                      <a:pt x="30020" y="35543"/>
                      <a:pt x="30013" y="35780"/>
                    </a:cubicBezTo>
                    <a:cubicBezTo>
                      <a:pt x="29992" y="36485"/>
                      <a:pt x="29980" y="37190"/>
                      <a:pt x="29970" y="37895"/>
                    </a:cubicBezTo>
                    <a:cubicBezTo>
                      <a:pt x="29965" y="38115"/>
                      <a:pt x="29960" y="38335"/>
                      <a:pt x="29952" y="38562"/>
                    </a:cubicBezTo>
                    <a:cubicBezTo>
                      <a:pt x="29947" y="39790"/>
                      <a:pt x="29990" y="40842"/>
                      <a:pt x="30782" y="41832"/>
                    </a:cubicBezTo>
                    <a:cubicBezTo>
                      <a:pt x="31230" y="42135"/>
                      <a:pt x="31230" y="42135"/>
                      <a:pt x="31688" y="42285"/>
                    </a:cubicBezTo>
                    <a:cubicBezTo>
                      <a:pt x="32527" y="42578"/>
                      <a:pt x="32527" y="42578"/>
                      <a:pt x="32782" y="42832"/>
                    </a:cubicBezTo>
                    <a:cubicBezTo>
                      <a:pt x="32830" y="43443"/>
                      <a:pt x="32830" y="43443"/>
                      <a:pt x="32782" y="44082"/>
                    </a:cubicBezTo>
                    <a:cubicBezTo>
                      <a:pt x="32178" y="44687"/>
                      <a:pt x="31832" y="44715"/>
                      <a:pt x="31002" y="44862"/>
                    </a:cubicBezTo>
                    <a:cubicBezTo>
                      <a:pt x="30772" y="44905"/>
                      <a:pt x="30545" y="44948"/>
                      <a:pt x="30312" y="44990"/>
                    </a:cubicBezTo>
                    <a:cubicBezTo>
                      <a:pt x="30138" y="45020"/>
                      <a:pt x="29962" y="45052"/>
                      <a:pt x="29782" y="45082"/>
                    </a:cubicBezTo>
                    <a:cubicBezTo>
                      <a:pt x="29758" y="45268"/>
                      <a:pt x="29730" y="45455"/>
                      <a:pt x="29705" y="45645"/>
                    </a:cubicBezTo>
                    <a:cubicBezTo>
                      <a:pt x="29532" y="46332"/>
                      <a:pt x="29532" y="46332"/>
                      <a:pt x="29145" y="46812"/>
                    </a:cubicBezTo>
                    <a:cubicBezTo>
                      <a:pt x="28650" y="47522"/>
                      <a:pt x="28697" y="48055"/>
                      <a:pt x="28735" y="48895"/>
                    </a:cubicBezTo>
                    <a:cubicBezTo>
                      <a:pt x="28740" y="49032"/>
                      <a:pt x="28742" y="49172"/>
                      <a:pt x="28745" y="49315"/>
                    </a:cubicBezTo>
                    <a:cubicBezTo>
                      <a:pt x="28755" y="49655"/>
                      <a:pt x="28768" y="49992"/>
                      <a:pt x="28782" y="50332"/>
                    </a:cubicBezTo>
                    <a:cubicBezTo>
                      <a:pt x="28452" y="50415"/>
                      <a:pt x="28123" y="50497"/>
                      <a:pt x="27782" y="50582"/>
                    </a:cubicBezTo>
                    <a:cubicBezTo>
                      <a:pt x="27772" y="50360"/>
                      <a:pt x="27765" y="50135"/>
                      <a:pt x="27755" y="49905"/>
                    </a:cubicBezTo>
                    <a:cubicBezTo>
                      <a:pt x="27658" y="48018"/>
                      <a:pt x="27380" y="46385"/>
                      <a:pt x="26782" y="44582"/>
                    </a:cubicBezTo>
                    <a:cubicBezTo>
                      <a:pt x="26417" y="43415"/>
                      <a:pt x="26540" y="42742"/>
                      <a:pt x="27025" y="41617"/>
                    </a:cubicBezTo>
                    <a:cubicBezTo>
                      <a:pt x="27675" y="39965"/>
                      <a:pt x="27665" y="38397"/>
                      <a:pt x="27627" y="36645"/>
                    </a:cubicBezTo>
                    <a:cubicBezTo>
                      <a:pt x="27623" y="36335"/>
                      <a:pt x="27620" y="36025"/>
                      <a:pt x="27618" y="35715"/>
                    </a:cubicBezTo>
                    <a:cubicBezTo>
                      <a:pt x="27585" y="33565"/>
                      <a:pt x="27435" y="31450"/>
                      <a:pt x="27032" y="29332"/>
                    </a:cubicBezTo>
                    <a:cubicBezTo>
                      <a:pt x="26312" y="29125"/>
                      <a:pt x="25685" y="29055"/>
                      <a:pt x="24938" y="29067"/>
                    </a:cubicBezTo>
                    <a:cubicBezTo>
                      <a:pt x="24832" y="29067"/>
                      <a:pt x="24832" y="29067"/>
                      <a:pt x="24305" y="29072"/>
                    </a:cubicBezTo>
                    <a:cubicBezTo>
                      <a:pt x="24088" y="29078"/>
                      <a:pt x="23868" y="29080"/>
                      <a:pt x="23642" y="29082"/>
                    </a:cubicBezTo>
                    <a:cubicBezTo>
                      <a:pt x="18850" y="29117"/>
                      <a:pt x="18850" y="29117"/>
                      <a:pt x="17782" y="28582"/>
                    </a:cubicBezTo>
                    <a:cubicBezTo>
                      <a:pt x="17782" y="28418"/>
                      <a:pt x="17782" y="28252"/>
                      <a:pt x="17782" y="28082"/>
                    </a:cubicBezTo>
                    <a:cubicBezTo>
                      <a:pt x="18275" y="27837"/>
                      <a:pt x="18522" y="27790"/>
                      <a:pt x="19057" y="27752"/>
                    </a:cubicBezTo>
                    <a:cubicBezTo>
                      <a:pt x="19135" y="27747"/>
                      <a:pt x="19135" y="27747"/>
                      <a:pt x="19532" y="27722"/>
                    </a:cubicBezTo>
                    <a:cubicBezTo>
                      <a:pt x="19702" y="27712"/>
                      <a:pt x="19873" y="27702"/>
                      <a:pt x="20048" y="27692"/>
                    </a:cubicBezTo>
                    <a:cubicBezTo>
                      <a:pt x="20222" y="27682"/>
                      <a:pt x="20398" y="27670"/>
                      <a:pt x="20578" y="27660"/>
                    </a:cubicBezTo>
                    <a:cubicBezTo>
                      <a:pt x="22562" y="27550"/>
                      <a:pt x="24545" y="27557"/>
                      <a:pt x="26532" y="27582"/>
                    </a:cubicBezTo>
                    <a:cubicBezTo>
                      <a:pt x="26802" y="26270"/>
                      <a:pt x="26820" y="25002"/>
                      <a:pt x="26815" y="23665"/>
                    </a:cubicBezTo>
                    <a:cubicBezTo>
                      <a:pt x="26815" y="23550"/>
                      <a:pt x="26815" y="23550"/>
                      <a:pt x="26817" y="22970"/>
                    </a:cubicBezTo>
                    <a:cubicBezTo>
                      <a:pt x="26817" y="22490"/>
                      <a:pt x="26815" y="22007"/>
                      <a:pt x="26815" y="21525"/>
                    </a:cubicBezTo>
                    <a:cubicBezTo>
                      <a:pt x="26812" y="20785"/>
                      <a:pt x="26815" y="20048"/>
                      <a:pt x="26817" y="19307"/>
                    </a:cubicBezTo>
                    <a:cubicBezTo>
                      <a:pt x="26817" y="18837"/>
                      <a:pt x="26815" y="18370"/>
                      <a:pt x="26815" y="17900"/>
                    </a:cubicBezTo>
                    <a:cubicBezTo>
                      <a:pt x="26815" y="17790"/>
                      <a:pt x="26815" y="17790"/>
                      <a:pt x="26817" y="17230"/>
                    </a:cubicBezTo>
                    <a:cubicBezTo>
                      <a:pt x="26817" y="17025"/>
                      <a:pt x="26815" y="16820"/>
                      <a:pt x="26815" y="16608"/>
                    </a:cubicBezTo>
                    <a:cubicBezTo>
                      <a:pt x="26815" y="16427"/>
                      <a:pt x="26815" y="16247"/>
                      <a:pt x="26815" y="16060"/>
                    </a:cubicBezTo>
                    <a:cubicBezTo>
                      <a:pt x="26782" y="15600"/>
                      <a:pt x="26728" y="15252"/>
                      <a:pt x="26532" y="14832"/>
                    </a:cubicBezTo>
                    <a:cubicBezTo>
                      <a:pt x="25702" y="14500"/>
                      <a:pt x="24777" y="14520"/>
                      <a:pt x="23892" y="14485"/>
                    </a:cubicBezTo>
                    <a:cubicBezTo>
                      <a:pt x="23737" y="14480"/>
                      <a:pt x="23580" y="14472"/>
                      <a:pt x="23417" y="14467"/>
                    </a:cubicBezTo>
                    <a:cubicBezTo>
                      <a:pt x="23088" y="14452"/>
                      <a:pt x="22758" y="14440"/>
                      <a:pt x="22427" y="14430"/>
                    </a:cubicBezTo>
                    <a:cubicBezTo>
                      <a:pt x="21925" y="14410"/>
                      <a:pt x="21422" y="14388"/>
                      <a:pt x="20920" y="14365"/>
                    </a:cubicBezTo>
                    <a:cubicBezTo>
                      <a:pt x="20600" y="14352"/>
                      <a:pt x="20277" y="14340"/>
                      <a:pt x="19955" y="14330"/>
                    </a:cubicBezTo>
                    <a:cubicBezTo>
                      <a:pt x="19807" y="14323"/>
                      <a:pt x="19658" y="14315"/>
                      <a:pt x="19505" y="14307"/>
                    </a:cubicBezTo>
                    <a:cubicBezTo>
                      <a:pt x="18550" y="14280"/>
                      <a:pt x="17888" y="14395"/>
                      <a:pt x="17032" y="14832"/>
                    </a:cubicBezTo>
                    <a:cubicBezTo>
                      <a:pt x="16800" y="15210"/>
                      <a:pt x="16800" y="15210"/>
                      <a:pt x="16705" y="15612"/>
                    </a:cubicBezTo>
                    <a:cubicBezTo>
                      <a:pt x="16647" y="15850"/>
                      <a:pt x="16590" y="16087"/>
                      <a:pt x="16532" y="16332"/>
                    </a:cubicBezTo>
                    <a:cubicBezTo>
                      <a:pt x="16368" y="16332"/>
                      <a:pt x="16202" y="16332"/>
                      <a:pt x="16032" y="16332"/>
                    </a:cubicBezTo>
                    <a:cubicBezTo>
                      <a:pt x="16017" y="16442"/>
                      <a:pt x="16017" y="16442"/>
                      <a:pt x="15938" y="17005"/>
                    </a:cubicBezTo>
                    <a:cubicBezTo>
                      <a:pt x="15852" y="17522"/>
                      <a:pt x="15748" y="17918"/>
                      <a:pt x="15548" y="18410"/>
                    </a:cubicBezTo>
                    <a:cubicBezTo>
                      <a:pt x="14865" y="20135"/>
                      <a:pt x="14688" y="21897"/>
                      <a:pt x="14672" y="23737"/>
                    </a:cubicBezTo>
                    <a:cubicBezTo>
                      <a:pt x="14665" y="23940"/>
                      <a:pt x="14657" y="24142"/>
                      <a:pt x="14647" y="24350"/>
                    </a:cubicBezTo>
                    <a:cubicBezTo>
                      <a:pt x="14638" y="25668"/>
                      <a:pt x="14877" y="26450"/>
                      <a:pt x="15682" y="27497"/>
                    </a:cubicBezTo>
                    <a:cubicBezTo>
                      <a:pt x="16248" y="28037"/>
                      <a:pt x="16772" y="28172"/>
                      <a:pt x="17532" y="28332"/>
                    </a:cubicBezTo>
                    <a:cubicBezTo>
                      <a:pt x="17032" y="28832"/>
                      <a:pt x="17032" y="28832"/>
                      <a:pt x="16312" y="28972"/>
                    </a:cubicBezTo>
                    <a:cubicBezTo>
                      <a:pt x="15742" y="29150"/>
                      <a:pt x="15560" y="29295"/>
                      <a:pt x="15212" y="29795"/>
                    </a:cubicBezTo>
                    <a:cubicBezTo>
                      <a:pt x="14177" y="31947"/>
                      <a:pt x="14522" y="33842"/>
                      <a:pt x="15002" y="36112"/>
                    </a:cubicBezTo>
                    <a:cubicBezTo>
                      <a:pt x="15022" y="36222"/>
                      <a:pt x="15022" y="36222"/>
                      <a:pt x="15132" y="36770"/>
                    </a:cubicBezTo>
                    <a:cubicBezTo>
                      <a:pt x="15778" y="39910"/>
                      <a:pt x="15778" y="39910"/>
                      <a:pt x="17032" y="41082"/>
                    </a:cubicBezTo>
                    <a:cubicBezTo>
                      <a:pt x="17057" y="41205"/>
                      <a:pt x="17080" y="41325"/>
                      <a:pt x="17105" y="41450"/>
                    </a:cubicBezTo>
                    <a:cubicBezTo>
                      <a:pt x="17347" y="41972"/>
                      <a:pt x="17697" y="42073"/>
                      <a:pt x="18220" y="42265"/>
                    </a:cubicBezTo>
                    <a:cubicBezTo>
                      <a:pt x="18345" y="42307"/>
                      <a:pt x="18468" y="42350"/>
                      <a:pt x="18595" y="42395"/>
                    </a:cubicBezTo>
                    <a:cubicBezTo>
                      <a:pt x="18715" y="42443"/>
                      <a:pt x="18835" y="42488"/>
                      <a:pt x="18957" y="42535"/>
                    </a:cubicBezTo>
                    <a:cubicBezTo>
                      <a:pt x="20030" y="42920"/>
                      <a:pt x="20763" y="42750"/>
                      <a:pt x="21812" y="42410"/>
                    </a:cubicBezTo>
                    <a:cubicBezTo>
                      <a:pt x="22282" y="42332"/>
                      <a:pt x="22282" y="42332"/>
                      <a:pt x="22720" y="42568"/>
                    </a:cubicBezTo>
                    <a:cubicBezTo>
                      <a:pt x="22822" y="42655"/>
                      <a:pt x="22927" y="42742"/>
                      <a:pt x="23032" y="42832"/>
                    </a:cubicBezTo>
                    <a:cubicBezTo>
                      <a:pt x="22562" y="43802"/>
                      <a:pt x="22562" y="43802"/>
                      <a:pt x="22282" y="44082"/>
                    </a:cubicBezTo>
                    <a:cubicBezTo>
                      <a:pt x="21970" y="44110"/>
                      <a:pt x="21658" y="44128"/>
                      <a:pt x="21345" y="44145"/>
                    </a:cubicBezTo>
                    <a:cubicBezTo>
                      <a:pt x="20452" y="44260"/>
                      <a:pt x="19820" y="44415"/>
                      <a:pt x="19207" y="45097"/>
                    </a:cubicBezTo>
                    <a:cubicBezTo>
                      <a:pt x="18788" y="46262"/>
                      <a:pt x="19263" y="47662"/>
                      <a:pt x="19532" y="48832"/>
                    </a:cubicBezTo>
                    <a:cubicBezTo>
                      <a:pt x="19202" y="48915"/>
                      <a:pt x="18873" y="48997"/>
                      <a:pt x="18532" y="49082"/>
                    </a:cubicBezTo>
                    <a:cubicBezTo>
                      <a:pt x="18402" y="48920"/>
                      <a:pt x="18272" y="48758"/>
                      <a:pt x="18140" y="48587"/>
                    </a:cubicBezTo>
                    <a:cubicBezTo>
                      <a:pt x="17870" y="48253"/>
                      <a:pt x="17602" y="47915"/>
                      <a:pt x="17332" y="47580"/>
                    </a:cubicBezTo>
                    <a:cubicBezTo>
                      <a:pt x="16940" y="47097"/>
                      <a:pt x="16555" y="46615"/>
                      <a:pt x="16192" y="46110"/>
                    </a:cubicBezTo>
                    <a:cubicBezTo>
                      <a:pt x="15397" y="45032"/>
                      <a:pt x="14540" y="44715"/>
                      <a:pt x="13282" y="44332"/>
                    </a:cubicBezTo>
                    <a:cubicBezTo>
                      <a:pt x="13032" y="44238"/>
                      <a:pt x="12780" y="44138"/>
                      <a:pt x="12532" y="44035"/>
                    </a:cubicBezTo>
                    <a:cubicBezTo>
                      <a:pt x="12450" y="44003"/>
                      <a:pt x="12450" y="44003"/>
                      <a:pt x="12032" y="43832"/>
                    </a:cubicBezTo>
                    <a:cubicBezTo>
                      <a:pt x="12132" y="43133"/>
                      <a:pt x="12250" y="42865"/>
                      <a:pt x="12767" y="42362"/>
                    </a:cubicBezTo>
                    <a:cubicBezTo>
                      <a:pt x="13650" y="41455"/>
                      <a:pt x="13843" y="40503"/>
                      <a:pt x="13825" y="39245"/>
                    </a:cubicBezTo>
                    <a:cubicBezTo>
                      <a:pt x="13748" y="38497"/>
                      <a:pt x="13457" y="37828"/>
                      <a:pt x="13188" y="37130"/>
                    </a:cubicBezTo>
                    <a:cubicBezTo>
                      <a:pt x="12602" y="35518"/>
                      <a:pt x="12335" y="33972"/>
                      <a:pt x="12212" y="32263"/>
                    </a:cubicBezTo>
                    <a:cubicBezTo>
                      <a:pt x="12123" y="31162"/>
                      <a:pt x="11983" y="30455"/>
                      <a:pt x="11282" y="29582"/>
                    </a:cubicBezTo>
                    <a:cubicBezTo>
                      <a:pt x="10275" y="28770"/>
                      <a:pt x="9470" y="28735"/>
                      <a:pt x="8205" y="28785"/>
                    </a:cubicBezTo>
                    <a:cubicBezTo>
                      <a:pt x="8043" y="28790"/>
                      <a:pt x="7882" y="28793"/>
                      <a:pt x="7715" y="28795"/>
                    </a:cubicBezTo>
                    <a:cubicBezTo>
                      <a:pt x="7320" y="28805"/>
                      <a:pt x="6927" y="28817"/>
                      <a:pt x="6532" y="28832"/>
                    </a:cubicBezTo>
                    <a:cubicBezTo>
                      <a:pt x="6615" y="28502"/>
                      <a:pt x="6697" y="28172"/>
                      <a:pt x="6782" y="27832"/>
                    </a:cubicBezTo>
                    <a:cubicBezTo>
                      <a:pt x="6882" y="27847"/>
                      <a:pt x="6882" y="27847"/>
                      <a:pt x="7395" y="27922"/>
                    </a:cubicBezTo>
                    <a:cubicBezTo>
                      <a:pt x="9532" y="28195"/>
                      <a:pt x="9532" y="28195"/>
                      <a:pt x="10242" y="27877"/>
                    </a:cubicBezTo>
                    <a:cubicBezTo>
                      <a:pt x="10565" y="27597"/>
                      <a:pt x="10565" y="27597"/>
                      <a:pt x="11032" y="27082"/>
                    </a:cubicBezTo>
                    <a:cubicBezTo>
                      <a:pt x="11197" y="27082"/>
                      <a:pt x="11362" y="27082"/>
                      <a:pt x="11532" y="27082"/>
                    </a:cubicBezTo>
                    <a:cubicBezTo>
                      <a:pt x="12127" y="25507"/>
                      <a:pt x="12365" y="24015"/>
                      <a:pt x="12517" y="22347"/>
                    </a:cubicBezTo>
                    <a:cubicBezTo>
                      <a:pt x="12640" y="20995"/>
                      <a:pt x="12810" y="19828"/>
                      <a:pt x="13330" y="18567"/>
                    </a:cubicBezTo>
                    <a:cubicBezTo>
                      <a:pt x="13825" y="17355"/>
                      <a:pt x="13983" y="16340"/>
                      <a:pt x="13532" y="15082"/>
                    </a:cubicBezTo>
                    <a:cubicBezTo>
                      <a:pt x="13233" y="14690"/>
                      <a:pt x="12940" y="14400"/>
                      <a:pt x="12548" y="14100"/>
                    </a:cubicBezTo>
                    <a:cubicBezTo>
                      <a:pt x="12282" y="13832"/>
                      <a:pt x="12282" y="13832"/>
                      <a:pt x="12282" y="13082"/>
                    </a:cubicBezTo>
                    <a:cubicBezTo>
                      <a:pt x="12457" y="12997"/>
                      <a:pt x="12632" y="12912"/>
                      <a:pt x="12812" y="12828"/>
                    </a:cubicBezTo>
                    <a:cubicBezTo>
                      <a:pt x="13043" y="12715"/>
                      <a:pt x="13272" y="12602"/>
                      <a:pt x="13502" y="12487"/>
                    </a:cubicBezTo>
                    <a:cubicBezTo>
                      <a:pt x="13618" y="12432"/>
                      <a:pt x="13733" y="12377"/>
                      <a:pt x="13850" y="12320"/>
                    </a:cubicBezTo>
                    <a:cubicBezTo>
                      <a:pt x="14427" y="12037"/>
                      <a:pt x="14822" y="11793"/>
                      <a:pt x="15282" y="11332"/>
                    </a:cubicBezTo>
                    <a:cubicBezTo>
                      <a:pt x="15530" y="11332"/>
                      <a:pt x="15778" y="11332"/>
                      <a:pt x="16032" y="11332"/>
                    </a:cubicBezTo>
                    <a:cubicBezTo>
                      <a:pt x="16080" y="11168"/>
                      <a:pt x="16125" y="11002"/>
                      <a:pt x="16172" y="10832"/>
                    </a:cubicBezTo>
                    <a:cubicBezTo>
                      <a:pt x="16597" y="9745"/>
                      <a:pt x="17500" y="8925"/>
                      <a:pt x="18282" y="8082"/>
                    </a:cubicBezTo>
                    <a:cubicBezTo>
                      <a:pt x="18447" y="8122"/>
                      <a:pt x="18447" y="8122"/>
                      <a:pt x="19282" y="8332"/>
                    </a:cubicBezTo>
                    <a:cubicBezTo>
                      <a:pt x="19282" y="9735"/>
                      <a:pt x="19282" y="11138"/>
                      <a:pt x="19282" y="12582"/>
                    </a:cubicBezTo>
                    <a:cubicBezTo>
                      <a:pt x="24460" y="12672"/>
                      <a:pt x="24460" y="12672"/>
                      <a:pt x="26282" y="12082"/>
                    </a:cubicBezTo>
                    <a:cubicBezTo>
                      <a:pt x="26780" y="11507"/>
                      <a:pt x="26850" y="11055"/>
                      <a:pt x="26877" y="10307"/>
                    </a:cubicBezTo>
                    <a:cubicBezTo>
                      <a:pt x="26885" y="10108"/>
                      <a:pt x="26895" y="9910"/>
                      <a:pt x="26903" y="9705"/>
                    </a:cubicBezTo>
                    <a:cubicBezTo>
                      <a:pt x="26905" y="9600"/>
                      <a:pt x="26905" y="9600"/>
                      <a:pt x="26922" y="9067"/>
                    </a:cubicBezTo>
                    <a:cubicBezTo>
                      <a:pt x="26940" y="8638"/>
                      <a:pt x="26957" y="8207"/>
                      <a:pt x="26975" y="7777"/>
                    </a:cubicBezTo>
                    <a:cubicBezTo>
                      <a:pt x="26985" y="7572"/>
                      <a:pt x="26992" y="7365"/>
                      <a:pt x="27002" y="7152"/>
                    </a:cubicBezTo>
                    <a:cubicBezTo>
                      <a:pt x="27050" y="6265"/>
                      <a:pt x="27158" y="5390"/>
                      <a:pt x="27285" y="4510"/>
                    </a:cubicBezTo>
                    <a:cubicBezTo>
                      <a:pt x="27282" y="4082"/>
                      <a:pt x="27282" y="4082"/>
                      <a:pt x="26782" y="3582"/>
                    </a:cubicBezTo>
                    <a:cubicBezTo>
                      <a:pt x="24760" y="3255"/>
                      <a:pt x="21552" y="3545"/>
                      <a:pt x="19858" y="4763"/>
                    </a:cubicBezTo>
                    <a:cubicBezTo>
                      <a:pt x="19380" y="5182"/>
                      <a:pt x="18947" y="5602"/>
                      <a:pt x="18532" y="6082"/>
                    </a:cubicBezTo>
                    <a:cubicBezTo>
                      <a:pt x="18170" y="6445"/>
                      <a:pt x="17787" y="6400"/>
                      <a:pt x="17295" y="6455"/>
                    </a:cubicBezTo>
                    <a:cubicBezTo>
                      <a:pt x="15812" y="6632"/>
                      <a:pt x="14862" y="6965"/>
                      <a:pt x="13712" y="7972"/>
                    </a:cubicBezTo>
                    <a:cubicBezTo>
                      <a:pt x="13282" y="8332"/>
                      <a:pt x="13282" y="8332"/>
                      <a:pt x="12770" y="8587"/>
                    </a:cubicBezTo>
                    <a:cubicBezTo>
                      <a:pt x="11980" y="8985"/>
                      <a:pt x="11500" y="9593"/>
                      <a:pt x="11032" y="10332"/>
                    </a:cubicBezTo>
                    <a:cubicBezTo>
                      <a:pt x="10885" y="10802"/>
                      <a:pt x="10885" y="10802"/>
                      <a:pt x="10782" y="11270"/>
                    </a:cubicBezTo>
                    <a:cubicBezTo>
                      <a:pt x="10680" y="11718"/>
                      <a:pt x="10680" y="11718"/>
                      <a:pt x="10532" y="12082"/>
                    </a:cubicBezTo>
                    <a:cubicBezTo>
                      <a:pt x="9938" y="12365"/>
                      <a:pt x="9938" y="12365"/>
                      <a:pt x="9282" y="12582"/>
                    </a:cubicBezTo>
                    <a:cubicBezTo>
                      <a:pt x="9002" y="12872"/>
                      <a:pt x="8780" y="13172"/>
                      <a:pt x="8555" y="13502"/>
                    </a:cubicBezTo>
                    <a:cubicBezTo>
                      <a:pt x="8282" y="13832"/>
                      <a:pt x="8282" y="13832"/>
                      <a:pt x="7790" y="14160"/>
                    </a:cubicBezTo>
                    <a:cubicBezTo>
                      <a:pt x="7162" y="14682"/>
                      <a:pt x="6945" y="15230"/>
                      <a:pt x="6672" y="15972"/>
                    </a:cubicBezTo>
                    <a:cubicBezTo>
                      <a:pt x="6302" y="16938"/>
                      <a:pt x="5907" y="17825"/>
                      <a:pt x="5392" y="18722"/>
                    </a:cubicBezTo>
                    <a:cubicBezTo>
                      <a:pt x="4775" y="19925"/>
                      <a:pt x="4487" y="21155"/>
                      <a:pt x="4205" y="22472"/>
                    </a:cubicBezTo>
                    <a:cubicBezTo>
                      <a:pt x="4162" y="22670"/>
                      <a:pt x="4118" y="22870"/>
                      <a:pt x="4075" y="23072"/>
                    </a:cubicBezTo>
                    <a:cubicBezTo>
                      <a:pt x="3747" y="24718"/>
                      <a:pt x="3512" y="26402"/>
                      <a:pt x="4062" y="28020"/>
                    </a:cubicBezTo>
                    <a:cubicBezTo>
                      <a:pt x="4345" y="28872"/>
                      <a:pt x="4145" y="29257"/>
                      <a:pt x="3782" y="30082"/>
                    </a:cubicBezTo>
                    <a:cubicBezTo>
                      <a:pt x="3587" y="31408"/>
                      <a:pt x="3885" y="32635"/>
                      <a:pt x="4232" y="33905"/>
                    </a:cubicBezTo>
                    <a:cubicBezTo>
                      <a:pt x="4440" y="34677"/>
                      <a:pt x="4595" y="35430"/>
                      <a:pt x="4700" y="36222"/>
                    </a:cubicBezTo>
                    <a:cubicBezTo>
                      <a:pt x="4910" y="37775"/>
                      <a:pt x="5382" y="39095"/>
                      <a:pt x="6102" y="40485"/>
                    </a:cubicBezTo>
                    <a:cubicBezTo>
                      <a:pt x="6293" y="40850"/>
                      <a:pt x="6472" y="41220"/>
                      <a:pt x="6653" y="41590"/>
                    </a:cubicBezTo>
                    <a:cubicBezTo>
                      <a:pt x="6780" y="41837"/>
                      <a:pt x="6905" y="42085"/>
                      <a:pt x="7032" y="42332"/>
                    </a:cubicBezTo>
                    <a:cubicBezTo>
                      <a:pt x="7087" y="42448"/>
                      <a:pt x="7145" y="42560"/>
                      <a:pt x="7203" y="42680"/>
                    </a:cubicBezTo>
                    <a:cubicBezTo>
                      <a:pt x="7755" y="43712"/>
                      <a:pt x="8525" y="44128"/>
                      <a:pt x="9585" y="44555"/>
                    </a:cubicBezTo>
                    <a:cubicBezTo>
                      <a:pt x="10210" y="44943"/>
                      <a:pt x="10255" y="45323"/>
                      <a:pt x="10455" y="46020"/>
                    </a:cubicBezTo>
                    <a:cubicBezTo>
                      <a:pt x="10930" y="47320"/>
                      <a:pt x="11513" y="47807"/>
                      <a:pt x="12692" y="48490"/>
                    </a:cubicBezTo>
                    <a:cubicBezTo>
                      <a:pt x="13275" y="48828"/>
                      <a:pt x="13772" y="49207"/>
                      <a:pt x="14298" y="49630"/>
                    </a:cubicBezTo>
                    <a:cubicBezTo>
                      <a:pt x="15097" y="50240"/>
                      <a:pt x="15847" y="50587"/>
                      <a:pt x="16798" y="50905"/>
                    </a:cubicBezTo>
                    <a:cubicBezTo>
                      <a:pt x="17737" y="51250"/>
                      <a:pt x="18588" y="51793"/>
                      <a:pt x="19425" y="52335"/>
                    </a:cubicBezTo>
                    <a:cubicBezTo>
                      <a:pt x="20560" y="53043"/>
                      <a:pt x="21608" y="53323"/>
                      <a:pt x="22922" y="53520"/>
                    </a:cubicBezTo>
                    <a:cubicBezTo>
                      <a:pt x="23105" y="53552"/>
                      <a:pt x="23288" y="53582"/>
                      <a:pt x="23475" y="53615"/>
                    </a:cubicBezTo>
                    <a:cubicBezTo>
                      <a:pt x="26185" y="54057"/>
                      <a:pt x="26185" y="54057"/>
                      <a:pt x="27158" y="53427"/>
                    </a:cubicBezTo>
                    <a:cubicBezTo>
                      <a:pt x="27782" y="53082"/>
                      <a:pt x="27782" y="53082"/>
                      <a:pt x="28175" y="53135"/>
                    </a:cubicBezTo>
                    <a:cubicBezTo>
                      <a:pt x="28740" y="53323"/>
                      <a:pt x="29252" y="53568"/>
                      <a:pt x="29782" y="53832"/>
                    </a:cubicBezTo>
                    <a:cubicBezTo>
                      <a:pt x="30722" y="53815"/>
                      <a:pt x="31658" y="53722"/>
                      <a:pt x="32592" y="53628"/>
                    </a:cubicBezTo>
                    <a:cubicBezTo>
                      <a:pt x="32872" y="53600"/>
                      <a:pt x="33150" y="53573"/>
                      <a:pt x="33430" y="53548"/>
                    </a:cubicBezTo>
                    <a:cubicBezTo>
                      <a:pt x="35198" y="53392"/>
                      <a:pt x="36410" y="52948"/>
                      <a:pt x="37902" y="52005"/>
                    </a:cubicBezTo>
                    <a:cubicBezTo>
                      <a:pt x="38795" y="51448"/>
                      <a:pt x="39677" y="51032"/>
                      <a:pt x="40672" y="50693"/>
                    </a:cubicBezTo>
                    <a:cubicBezTo>
                      <a:pt x="40798" y="50647"/>
                      <a:pt x="40922" y="50603"/>
                      <a:pt x="41052" y="50555"/>
                    </a:cubicBezTo>
                    <a:cubicBezTo>
                      <a:pt x="41618" y="50375"/>
                      <a:pt x="41935" y="50290"/>
                      <a:pt x="42490" y="50527"/>
                    </a:cubicBezTo>
                    <a:cubicBezTo>
                      <a:pt x="42782" y="50832"/>
                      <a:pt x="42782" y="50832"/>
                      <a:pt x="42830" y="51362"/>
                    </a:cubicBezTo>
                    <a:cubicBezTo>
                      <a:pt x="42815" y="51518"/>
                      <a:pt x="42798" y="51672"/>
                      <a:pt x="42782" y="51832"/>
                    </a:cubicBezTo>
                    <a:cubicBezTo>
                      <a:pt x="42618" y="51915"/>
                      <a:pt x="42452" y="51997"/>
                      <a:pt x="42282" y="52082"/>
                    </a:cubicBezTo>
                    <a:cubicBezTo>
                      <a:pt x="42235" y="52272"/>
                      <a:pt x="42190" y="52465"/>
                      <a:pt x="42142" y="52660"/>
                    </a:cubicBezTo>
                    <a:cubicBezTo>
                      <a:pt x="41952" y="53177"/>
                      <a:pt x="41802" y="53320"/>
                      <a:pt x="41320" y="53610"/>
                    </a:cubicBezTo>
                    <a:cubicBezTo>
                      <a:pt x="40730" y="53872"/>
                      <a:pt x="40138" y="54108"/>
                      <a:pt x="39532" y="54332"/>
                    </a:cubicBezTo>
                    <a:cubicBezTo>
                      <a:pt x="39362" y="54400"/>
                      <a:pt x="39192" y="54465"/>
                      <a:pt x="39020" y="54535"/>
                    </a:cubicBezTo>
                    <a:cubicBezTo>
                      <a:pt x="38525" y="54725"/>
                      <a:pt x="38030" y="54905"/>
                      <a:pt x="37532" y="55082"/>
                    </a:cubicBezTo>
                    <a:cubicBezTo>
                      <a:pt x="37368" y="55142"/>
                      <a:pt x="37200" y="55205"/>
                      <a:pt x="37030" y="55268"/>
                    </a:cubicBezTo>
                    <a:cubicBezTo>
                      <a:pt x="35628" y="55762"/>
                      <a:pt x="34255" y="56052"/>
                      <a:pt x="32782" y="56255"/>
                    </a:cubicBezTo>
                    <a:cubicBezTo>
                      <a:pt x="32555" y="56285"/>
                      <a:pt x="32325" y="56318"/>
                      <a:pt x="32090" y="56350"/>
                    </a:cubicBezTo>
                    <a:cubicBezTo>
                      <a:pt x="26610" y="57055"/>
                      <a:pt x="20917" y="56575"/>
                      <a:pt x="16032" y="53832"/>
                    </a:cubicBezTo>
                    <a:cubicBezTo>
                      <a:pt x="15955" y="53793"/>
                      <a:pt x="15955" y="53793"/>
                      <a:pt x="15570" y="53582"/>
                    </a:cubicBezTo>
                    <a:cubicBezTo>
                      <a:pt x="13798" y="52610"/>
                      <a:pt x="12160" y="51467"/>
                      <a:pt x="10595" y="50193"/>
                    </a:cubicBezTo>
                    <a:cubicBezTo>
                      <a:pt x="10483" y="50100"/>
                      <a:pt x="10370" y="50010"/>
                      <a:pt x="10255" y="49918"/>
                    </a:cubicBezTo>
                    <a:cubicBezTo>
                      <a:pt x="9575" y="49353"/>
                      <a:pt x="8947" y="48760"/>
                      <a:pt x="8330" y="48130"/>
                    </a:cubicBezTo>
                    <a:cubicBezTo>
                      <a:pt x="8065" y="47865"/>
                      <a:pt x="7787" y="47615"/>
                      <a:pt x="7505" y="47367"/>
                    </a:cubicBezTo>
                    <a:cubicBezTo>
                      <a:pt x="3600" y="43820"/>
                      <a:pt x="1288" y="37972"/>
                      <a:pt x="532" y="32832"/>
                    </a:cubicBezTo>
                    <a:cubicBezTo>
                      <a:pt x="505" y="32662"/>
                      <a:pt x="477" y="32492"/>
                      <a:pt x="447" y="32315"/>
                    </a:cubicBezTo>
                    <a:cubicBezTo>
                      <a:pt x="0" y="29480"/>
                      <a:pt x="20" y="26905"/>
                      <a:pt x="532" y="24082"/>
                    </a:cubicBezTo>
                    <a:cubicBezTo>
                      <a:pt x="567" y="23892"/>
                      <a:pt x="600" y="23702"/>
                      <a:pt x="637" y="23507"/>
                    </a:cubicBezTo>
                    <a:cubicBezTo>
                      <a:pt x="1093" y="21080"/>
                      <a:pt x="1682" y="18800"/>
                      <a:pt x="2782" y="16582"/>
                    </a:cubicBezTo>
                    <a:cubicBezTo>
                      <a:pt x="2815" y="16518"/>
                      <a:pt x="2815" y="16518"/>
                      <a:pt x="2972" y="16192"/>
                    </a:cubicBezTo>
                    <a:cubicBezTo>
                      <a:pt x="3785" y="14557"/>
                      <a:pt x="4708" y="13013"/>
                      <a:pt x="5735" y="11505"/>
                    </a:cubicBezTo>
                    <a:cubicBezTo>
                      <a:pt x="5832" y="11362"/>
                      <a:pt x="5927" y="11220"/>
                      <a:pt x="6028" y="11072"/>
                    </a:cubicBezTo>
                    <a:cubicBezTo>
                      <a:pt x="6118" y="10942"/>
                      <a:pt x="6210" y="10812"/>
                      <a:pt x="6302" y="10680"/>
                    </a:cubicBezTo>
                    <a:cubicBezTo>
                      <a:pt x="6382" y="10562"/>
                      <a:pt x="6465" y="10447"/>
                      <a:pt x="6547" y="10330"/>
                    </a:cubicBezTo>
                    <a:cubicBezTo>
                      <a:pt x="6625" y="10247"/>
                      <a:pt x="6703" y="10168"/>
                      <a:pt x="6782" y="10082"/>
                    </a:cubicBezTo>
                    <a:cubicBezTo>
                      <a:pt x="6947" y="10082"/>
                      <a:pt x="7112" y="10082"/>
                      <a:pt x="7282" y="10082"/>
                    </a:cubicBezTo>
                    <a:cubicBezTo>
                      <a:pt x="7343" y="9938"/>
                      <a:pt x="7403" y="9793"/>
                      <a:pt x="7465" y="9645"/>
                    </a:cubicBezTo>
                    <a:cubicBezTo>
                      <a:pt x="7835" y="8990"/>
                      <a:pt x="8305" y="8570"/>
                      <a:pt x="8877" y="8097"/>
                    </a:cubicBezTo>
                    <a:cubicBezTo>
                      <a:pt x="9487" y="7590"/>
                      <a:pt x="10030" y="7105"/>
                      <a:pt x="10502" y="6462"/>
                    </a:cubicBezTo>
                    <a:cubicBezTo>
                      <a:pt x="11100" y="5692"/>
                      <a:pt x="11850" y="5230"/>
                      <a:pt x="12672" y="4722"/>
                    </a:cubicBezTo>
                    <a:cubicBezTo>
                      <a:pt x="12830" y="4625"/>
                      <a:pt x="12985" y="4530"/>
                      <a:pt x="13145" y="4430"/>
                    </a:cubicBezTo>
                    <a:cubicBezTo>
                      <a:pt x="13605" y="4145"/>
                      <a:pt x="14070" y="3862"/>
                      <a:pt x="14532" y="3582"/>
                    </a:cubicBezTo>
                    <a:cubicBezTo>
                      <a:pt x="14653" y="3507"/>
                      <a:pt x="14775" y="3432"/>
                      <a:pt x="14900" y="3355"/>
                    </a:cubicBezTo>
                    <a:cubicBezTo>
                      <a:pt x="16900" y="2115"/>
                      <a:pt x="19025" y="1450"/>
                      <a:pt x="21282" y="832"/>
                    </a:cubicBezTo>
                    <a:cubicBezTo>
                      <a:pt x="21447" y="785"/>
                      <a:pt x="21612" y="740"/>
                      <a:pt x="21782" y="692"/>
                    </a:cubicBezTo>
                    <a:cubicBezTo>
                      <a:pt x="22917" y="388"/>
                      <a:pt x="24002" y="233"/>
                      <a:pt x="25172" y="177"/>
                    </a:cubicBezTo>
                    <a:cubicBezTo>
                      <a:pt x="25345" y="167"/>
                      <a:pt x="25515" y="157"/>
                      <a:pt x="25692" y="147"/>
                    </a:cubicBezTo>
                    <a:cubicBezTo>
                      <a:pt x="28612" y="5"/>
                      <a:pt x="31410" y="0"/>
                      <a:pt x="34282" y="582"/>
                    </a:cubicBezTo>
                  </a:path>
                </a:pathLst>
              </a:custGeom>
              <a:solidFill>
                <a:srgbClr val="959AAC"/>
              </a:solidFill>
              <a:ln w="0">
                <a:noFill/>
              </a:ln>
            </p:spPr>
          </p:sp>
          <p:sp>
            <p:nvSpPr>
              <p:cNvPr id="11" name="globe vector"/>
              <p:cNvSpPr/>
              <p:nvPr/>
            </p:nvSpPr>
            <p:spPr>
              <a:xfrm>
                <a:off x="294894" y="925830"/>
                <a:ext cx="342900" cy="413766"/>
              </a:xfrm>
              <a:custGeom>
                <a:avLst/>
                <a:gdLst/>
                <a:ahLst/>
                <a:cxnLst/>
                <a:rect l="0" t="0" r="r" b="b"/>
                <a:pathLst>
                  <a:path w="37500" h="45250" fill="norm" stroke="0">
                    <a:moveTo>
                      <a:pt x="21250" y="0"/>
                    </a:moveTo>
                    <a:cubicBezTo>
                      <a:pt x="21720" y="62"/>
                      <a:pt x="21720" y="62"/>
                      <a:pt x="22250" y="250"/>
                    </a:cubicBezTo>
                    <a:cubicBezTo>
                      <a:pt x="22838" y="1112"/>
                      <a:pt x="22818" y="1933"/>
                      <a:pt x="22845" y="2938"/>
                    </a:cubicBezTo>
                    <a:cubicBezTo>
                      <a:pt x="22912" y="4440"/>
                      <a:pt x="23135" y="5885"/>
                      <a:pt x="24250" y="7000"/>
                    </a:cubicBezTo>
                    <a:cubicBezTo>
                      <a:pt x="24583" y="7013"/>
                      <a:pt x="24917" y="7010"/>
                      <a:pt x="25250" y="7000"/>
                    </a:cubicBezTo>
                    <a:cubicBezTo>
                      <a:pt x="26060" y="6990"/>
                      <a:pt x="26838" y="7025"/>
                      <a:pt x="27640" y="7125"/>
                    </a:cubicBezTo>
                    <a:cubicBezTo>
                      <a:pt x="28682" y="7255"/>
                      <a:pt x="29702" y="7275"/>
                      <a:pt x="30750" y="7250"/>
                    </a:cubicBezTo>
                    <a:cubicBezTo>
                      <a:pt x="31260" y="6028"/>
                      <a:pt x="31565" y="5138"/>
                      <a:pt x="31390" y="3812"/>
                    </a:cubicBezTo>
                    <a:cubicBezTo>
                      <a:pt x="31377" y="3713"/>
                      <a:pt x="31377" y="3713"/>
                      <a:pt x="31312" y="3207"/>
                    </a:cubicBezTo>
                    <a:cubicBezTo>
                      <a:pt x="31293" y="3055"/>
                      <a:pt x="31272" y="2905"/>
                      <a:pt x="31250" y="2750"/>
                    </a:cubicBezTo>
                    <a:cubicBezTo>
                      <a:pt x="31725" y="2608"/>
                      <a:pt x="31725" y="2608"/>
                      <a:pt x="32250" y="2500"/>
                    </a:cubicBezTo>
                    <a:cubicBezTo>
                      <a:pt x="32895" y="2972"/>
                      <a:pt x="33150" y="3547"/>
                      <a:pt x="33500" y="4250"/>
                    </a:cubicBezTo>
                    <a:cubicBezTo>
                      <a:pt x="33665" y="4332"/>
                      <a:pt x="33830" y="4415"/>
                      <a:pt x="34000" y="4500"/>
                    </a:cubicBezTo>
                    <a:cubicBezTo>
                      <a:pt x="34032" y="4612"/>
                      <a:pt x="34032" y="4612"/>
                      <a:pt x="34202" y="5188"/>
                    </a:cubicBezTo>
                    <a:cubicBezTo>
                      <a:pt x="34493" y="6112"/>
                      <a:pt x="34970" y="6680"/>
                      <a:pt x="35750" y="7250"/>
                    </a:cubicBezTo>
                    <a:cubicBezTo>
                      <a:pt x="36320" y="7545"/>
                      <a:pt x="36895" y="7785"/>
                      <a:pt x="37500" y="8000"/>
                    </a:cubicBezTo>
                    <a:cubicBezTo>
                      <a:pt x="37500" y="8165"/>
                      <a:pt x="37500" y="8330"/>
                      <a:pt x="37500" y="8500"/>
                    </a:cubicBezTo>
                    <a:cubicBezTo>
                      <a:pt x="37340" y="8618"/>
                      <a:pt x="37180" y="8737"/>
                      <a:pt x="37015" y="8860"/>
                    </a:cubicBezTo>
                    <a:cubicBezTo>
                      <a:pt x="36455" y="9285"/>
                      <a:pt x="36400" y="9350"/>
                      <a:pt x="36250" y="10000"/>
                    </a:cubicBezTo>
                    <a:cubicBezTo>
                      <a:pt x="36195" y="10472"/>
                      <a:pt x="36148" y="10947"/>
                      <a:pt x="36110" y="11422"/>
                    </a:cubicBezTo>
                    <a:cubicBezTo>
                      <a:pt x="36098" y="11550"/>
                      <a:pt x="36088" y="11678"/>
                      <a:pt x="36078" y="11810"/>
                    </a:cubicBezTo>
                    <a:cubicBezTo>
                      <a:pt x="36050" y="12123"/>
                      <a:pt x="36025" y="12438"/>
                      <a:pt x="36000" y="12750"/>
                    </a:cubicBezTo>
                    <a:cubicBezTo>
                      <a:pt x="35040" y="12310"/>
                      <a:pt x="35040" y="12310"/>
                      <a:pt x="34688" y="11765"/>
                    </a:cubicBezTo>
                    <a:cubicBezTo>
                      <a:pt x="34500" y="11250"/>
                      <a:pt x="34500" y="11250"/>
                      <a:pt x="34500" y="10500"/>
                    </a:cubicBezTo>
                    <a:cubicBezTo>
                      <a:pt x="34335" y="10500"/>
                      <a:pt x="34170" y="10500"/>
                      <a:pt x="34000" y="10500"/>
                    </a:cubicBezTo>
                    <a:cubicBezTo>
                      <a:pt x="33815" y="10188"/>
                      <a:pt x="33632" y="9873"/>
                      <a:pt x="33470" y="9548"/>
                    </a:cubicBezTo>
                    <a:cubicBezTo>
                      <a:pt x="33180" y="9157"/>
                      <a:pt x="32968" y="9125"/>
                      <a:pt x="32500" y="9000"/>
                    </a:cubicBezTo>
                    <a:cubicBezTo>
                      <a:pt x="31825" y="8912"/>
                      <a:pt x="31148" y="8882"/>
                      <a:pt x="30470" y="8845"/>
                    </a:cubicBezTo>
                    <a:cubicBezTo>
                      <a:pt x="30272" y="8832"/>
                      <a:pt x="30075" y="8820"/>
                      <a:pt x="29873" y="8810"/>
                    </a:cubicBezTo>
                    <a:cubicBezTo>
                      <a:pt x="27820" y="8713"/>
                      <a:pt x="25795" y="8830"/>
                      <a:pt x="23750" y="9000"/>
                    </a:cubicBezTo>
                    <a:cubicBezTo>
                      <a:pt x="23250" y="10252"/>
                      <a:pt x="23170" y="11350"/>
                      <a:pt x="23165" y="12692"/>
                    </a:cubicBezTo>
                    <a:cubicBezTo>
                      <a:pt x="23165" y="12900"/>
                      <a:pt x="23162" y="13108"/>
                      <a:pt x="23160" y="13322"/>
                    </a:cubicBezTo>
                    <a:cubicBezTo>
                      <a:pt x="23158" y="13763"/>
                      <a:pt x="23158" y="14202"/>
                      <a:pt x="23158" y="14642"/>
                    </a:cubicBezTo>
                    <a:cubicBezTo>
                      <a:pt x="23158" y="15308"/>
                      <a:pt x="23148" y="15972"/>
                      <a:pt x="23138" y="16638"/>
                    </a:cubicBezTo>
                    <a:cubicBezTo>
                      <a:pt x="23112" y="20530"/>
                      <a:pt x="23112" y="20530"/>
                      <a:pt x="24060" y="22255"/>
                    </a:cubicBezTo>
                    <a:cubicBezTo>
                      <a:pt x="24318" y="22927"/>
                      <a:pt x="24205" y="23315"/>
                      <a:pt x="24000" y="24000"/>
                    </a:cubicBezTo>
                    <a:cubicBezTo>
                      <a:pt x="23958" y="24085"/>
                      <a:pt x="23958" y="24085"/>
                      <a:pt x="23745" y="24510"/>
                    </a:cubicBezTo>
                    <a:cubicBezTo>
                      <a:pt x="23472" y="25055"/>
                      <a:pt x="23403" y="25475"/>
                      <a:pt x="23342" y="26080"/>
                    </a:cubicBezTo>
                    <a:cubicBezTo>
                      <a:pt x="23333" y="26185"/>
                      <a:pt x="23333" y="26185"/>
                      <a:pt x="23278" y="26713"/>
                    </a:cubicBezTo>
                    <a:cubicBezTo>
                      <a:pt x="23258" y="26938"/>
                      <a:pt x="23240" y="27160"/>
                      <a:pt x="23220" y="27390"/>
                    </a:cubicBezTo>
                    <a:cubicBezTo>
                      <a:pt x="23197" y="27623"/>
                      <a:pt x="23178" y="27852"/>
                      <a:pt x="23158" y="28092"/>
                    </a:cubicBezTo>
                    <a:cubicBezTo>
                      <a:pt x="23028" y="29670"/>
                      <a:pt x="22928" y="31245"/>
                      <a:pt x="22890" y="32827"/>
                    </a:cubicBezTo>
                    <a:cubicBezTo>
                      <a:pt x="22882" y="33017"/>
                      <a:pt x="22873" y="33208"/>
                      <a:pt x="22865" y="33402"/>
                    </a:cubicBezTo>
                    <a:cubicBezTo>
                      <a:pt x="22852" y="34860"/>
                      <a:pt x="23312" y="35880"/>
                      <a:pt x="24250" y="37000"/>
                    </a:cubicBezTo>
                    <a:cubicBezTo>
                      <a:pt x="24610" y="37255"/>
                      <a:pt x="24610" y="37255"/>
                      <a:pt x="24952" y="37438"/>
                    </a:cubicBezTo>
                    <a:cubicBezTo>
                      <a:pt x="25132" y="37540"/>
                      <a:pt x="25315" y="37642"/>
                      <a:pt x="25500" y="37750"/>
                    </a:cubicBezTo>
                    <a:cubicBezTo>
                      <a:pt x="25578" y="38298"/>
                      <a:pt x="25578" y="38298"/>
                      <a:pt x="25500" y="38750"/>
                    </a:cubicBezTo>
                    <a:cubicBezTo>
                      <a:pt x="25265" y="38870"/>
                      <a:pt x="25032" y="38990"/>
                      <a:pt x="24798" y="39110"/>
                    </a:cubicBezTo>
                    <a:cubicBezTo>
                      <a:pt x="24667" y="39175"/>
                      <a:pt x="24535" y="39243"/>
                      <a:pt x="24403" y="39312"/>
                    </a:cubicBezTo>
                    <a:cubicBezTo>
                      <a:pt x="24022" y="39490"/>
                      <a:pt x="23650" y="39628"/>
                      <a:pt x="23250" y="39750"/>
                    </a:cubicBezTo>
                    <a:cubicBezTo>
                      <a:pt x="23225" y="39935"/>
                      <a:pt x="23197" y="40122"/>
                      <a:pt x="23172" y="40312"/>
                    </a:cubicBezTo>
                    <a:cubicBezTo>
                      <a:pt x="23000" y="41000"/>
                      <a:pt x="23000" y="41000"/>
                      <a:pt x="22618" y="41445"/>
                    </a:cubicBezTo>
                    <a:cubicBezTo>
                      <a:pt x="22130" y="42180"/>
                      <a:pt x="22162" y="42705"/>
                      <a:pt x="22202" y="43562"/>
                    </a:cubicBezTo>
                    <a:cubicBezTo>
                      <a:pt x="22207" y="43700"/>
                      <a:pt x="22210" y="43840"/>
                      <a:pt x="22212" y="43983"/>
                    </a:cubicBezTo>
                    <a:cubicBezTo>
                      <a:pt x="22222" y="44322"/>
                      <a:pt x="22235" y="44660"/>
                      <a:pt x="22250" y="45000"/>
                    </a:cubicBezTo>
                    <a:cubicBezTo>
                      <a:pt x="21920" y="45083"/>
                      <a:pt x="21590" y="45165"/>
                      <a:pt x="21250" y="45250"/>
                    </a:cubicBezTo>
                    <a:cubicBezTo>
                      <a:pt x="21240" y="45028"/>
                      <a:pt x="21232" y="44803"/>
                      <a:pt x="21222" y="44572"/>
                    </a:cubicBezTo>
                    <a:cubicBezTo>
                      <a:pt x="21125" y="42685"/>
                      <a:pt x="20847" y="41053"/>
                      <a:pt x="20250" y="39250"/>
                    </a:cubicBezTo>
                    <a:cubicBezTo>
                      <a:pt x="19885" y="38083"/>
                      <a:pt x="20008" y="37410"/>
                      <a:pt x="20492" y="36285"/>
                    </a:cubicBezTo>
                    <a:cubicBezTo>
                      <a:pt x="21142" y="34632"/>
                      <a:pt x="21132" y="33065"/>
                      <a:pt x="21095" y="31312"/>
                    </a:cubicBezTo>
                    <a:cubicBezTo>
                      <a:pt x="21090" y="31002"/>
                      <a:pt x="21088" y="30692"/>
                      <a:pt x="21085" y="30382"/>
                    </a:cubicBezTo>
                    <a:cubicBezTo>
                      <a:pt x="21052" y="28233"/>
                      <a:pt x="20903" y="26118"/>
                      <a:pt x="20500" y="24000"/>
                    </a:cubicBezTo>
                    <a:cubicBezTo>
                      <a:pt x="19780" y="23793"/>
                      <a:pt x="19153" y="23722"/>
                      <a:pt x="18405" y="23735"/>
                    </a:cubicBezTo>
                    <a:cubicBezTo>
                      <a:pt x="18300" y="23735"/>
                      <a:pt x="18300" y="23735"/>
                      <a:pt x="17772" y="23740"/>
                    </a:cubicBezTo>
                    <a:cubicBezTo>
                      <a:pt x="17555" y="23745"/>
                      <a:pt x="17335" y="23748"/>
                      <a:pt x="17110" y="23750"/>
                    </a:cubicBezTo>
                    <a:cubicBezTo>
                      <a:pt x="12318" y="23785"/>
                      <a:pt x="12318" y="23785"/>
                      <a:pt x="11250" y="23250"/>
                    </a:cubicBezTo>
                    <a:cubicBezTo>
                      <a:pt x="11250" y="23085"/>
                      <a:pt x="11250" y="22920"/>
                      <a:pt x="11250" y="22750"/>
                    </a:cubicBezTo>
                    <a:cubicBezTo>
                      <a:pt x="11742" y="22505"/>
                      <a:pt x="11990" y="22457"/>
                      <a:pt x="12525" y="22420"/>
                    </a:cubicBezTo>
                    <a:cubicBezTo>
                      <a:pt x="12602" y="22415"/>
                      <a:pt x="12602" y="22415"/>
                      <a:pt x="13000" y="22390"/>
                    </a:cubicBezTo>
                    <a:cubicBezTo>
                      <a:pt x="13170" y="22380"/>
                      <a:pt x="13340" y="22370"/>
                      <a:pt x="13515" y="22360"/>
                    </a:cubicBezTo>
                    <a:cubicBezTo>
                      <a:pt x="13690" y="22350"/>
                      <a:pt x="13865" y="22338"/>
                      <a:pt x="14045" y="22328"/>
                    </a:cubicBezTo>
                    <a:cubicBezTo>
                      <a:pt x="16030" y="22218"/>
                      <a:pt x="18013" y="22225"/>
                      <a:pt x="20000" y="22250"/>
                    </a:cubicBezTo>
                    <a:cubicBezTo>
                      <a:pt x="20270" y="20938"/>
                      <a:pt x="20288" y="19670"/>
                      <a:pt x="20282" y="18332"/>
                    </a:cubicBezTo>
                    <a:cubicBezTo>
                      <a:pt x="20282" y="18218"/>
                      <a:pt x="20282" y="18218"/>
                      <a:pt x="20285" y="17638"/>
                    </a:cubicBezTo>
                    <a:cubicBezTo>
                      <a:pt x="20285" y="17158"/>
                      <a:pt x="20282" y="16675"/>
                      <a:pt x="20282" y="16192"/>
                    </a:cubicBezTo>
                    <a:cubicBezTo>
                      <a:pt x="20280" y="15452"/>
                      <a:pt x="20282" y="14715"/>
                      <a:pt x="20285" y="13975"/>
                    </a:cubicBezTo>
                    <a:cubicBezTo>
                      <a:pt x="20285" y="13505"/>
                      <a:pt x="20282" y="13037"/>
                      <a:pt x="20282" y="12567"/>
                    </a:cubicBezTo>
                    <a:cubicBezTo>
                      <a:pt x="20282" y="12457"/>
                      <a:pt x="20282" y="12457"/>
                      <a:pt x="20285" y="11898"/>
                    </a:cubicBezTo>
                    <a:cubicBezTo>
                      <a:pt x="20285" y="11692"/>
                      <a:pt x="20282" y="11487"/>
                      <a:pt x="20282" y="11275"/>
                    </a:cubicBezTo>
                    <a:cubicBezTo>
                      <a:pt x="20282" y="11095"/>
                      <a:pt x="20282" y="10915"/>
                      <a:pt x="20282" y="10727"/>
                    </a:cubicBezTo>
                    <a:cubicBezTo>
                      <a:pt x="20250" y="10267"/>
                      <a:pt x="20195" y="9920"/>
                      <a:pt x="20000" y="9500"/>
                    </a:cubicBezTo>
                    <a:cubicBezTo>
                      <a:pt x="19170" y="9168"/>
                      <a:pt x="18245" y="9188"/>
                      <a:pt x="17360" y="9153"/>
                    </a:cubicBezTo>
                    <a:cubicBezTo>
                      <a:pt x="17205" y="9148"/>
                      <a:pt x="17048" y="9140"/>
                      <a:pt x="16885" y="9135"/>
                    </a:cubicBezTo>
                    <a:cubicBezTo>
                      <a:pt x="16555" y="9120"/>
                      <a:pt x="16225" y="9108"/>
                      <a:pt x="15895" y="9097"/>
                    </a:cubicBezTo>
                    <a:cubicBezTo>
                      <a:pt x="15392" y="9078"/>
                      <a:pt x="14890" y="9055"/>
                      <a:pt x="14388" y="9032"/>
                    </a:cubicBezTo>
                    <a:cubicBezTo>
                      <a:pt x="14067" y="9020"/>
                      <a:pt x="13745" y="9007"/>
                      <a:pt x="13422" y="8998"/>
                    </a:cubicBezTo>
                    <a:cubicBezTo>
                      <a:pt x="13275" y="8990"/>
                      <a:pt x="13125" y="8983"/>
                      <a:pt x="12972" y="8975"/>
                    </a:cubicBezTo>
                    <a:cubicBezTo>
                      <a:pt x="12017" y="8947"/>
                      <a:pt x="11355" y="9062"/>
                      <a:pt x="10500" y="9500"/>
                    </a:cubicBezTo>
                    <a:cubicBezTo>
                      <a:pt x="10267" y="9877"/>
                      <a:pt x="10267" y="9877"/>
                      <a:pt x="10172" y="10280"/>
                    </a:cubicBezTo>
                    <a:cubicBezTo>
                      <a:pt x="10115" y="10517"/>
                      <a:pt x="10057" y="10755"/>
                      <a:pt x="10000" y="11000"/>
                    </a:cubicBezTo>
                    <a:cubicBezTo>
                      <a:pt x="9835" y="11000"/>
                      <a:pt x="9670" y="11000"/>
                      <a:pt x="9500" y="11000"/>
                    </a:cubicBezTo>
                    <a:cubicBezTo>
                      <a:pt x="9485" y="11110"/>
                      <a:pt x="9485" y="11110"/>
                      <a:pt x="9405" y="11672"/>
                    </a:cubicBezTo>
                    <a:cubicBezTo>
                      <a:pt x="9320" y="12190"/>
                      <a:pt x="9215" y="12585"/>
                      <a:pt x="9015" y="13078"/>
                    </a:cubicBezTo>
                    <a:cubicBezTo>
                      <a:pt x="8332" y="14803"/>
                      <a:pt x="8155" y="16565"/>
                      <a:pt x="8140" y="18405"/>
                    </a:cubicBezTo>
                    <a:cubicBezTo>
                      <a:pt x="8132" y="18608"/>
                      <a:pt x="8125" y="18810"/>
                      <a:pt x="8115" y="19018"/>
                    </a:cubicBezTo>
                    <a:cubicBezTo>
                      <a:pt x="8105" y="20335"/>
                      <a:pt x="8345" y="21118"/>
                      <a:pt x="9150" y="22165"/>
                    </a:cubicBezTo>
                    <a:cubicBezTo>
                      <a:pt x="9715" y="22705"/>
                      <a:pt x="10240" y="22840"/>
                      <a:pt x="11000" y="23000"/>
                    </a:cubicBezTo>
                    <a:cubicBezTo>
                      <a:pt x="10500" y="23500"/>
                      <a:pt x="10500" y="23500"/>
                      <a:pt x="9780" y="23640"/>
                    </a:cubicBezTo>
                    <a:cubicBezTo>
                      <a:pt x="9210" y="23817"/>
                      <a:pt x="9028" y="23963"/>
                      <a:pt x="8680" y="24463"/>
                    </a:cubicBezTo>
                    <a:cubicBezTo>
                      <a:pt x="7645" y="26615"/>
                      <a:pt x="7990" y="28510"/>
                      <a:pt x="8470" y="30780"/>
                    </a:cubicBezTo>
                    <a:cubicBezTo>
                      <a:pt x="8513" y="30998"/>
                      <a:pt x="8555" y="31215"/>
                      <a:pt x="8600" y="31438"/>
                    </a:cubicBezTo>
                    <a:cubicBezTo>
                      <a:pt x="9245" y="34577"/>
                      <a:pt x="9245" y="34577"/>
                      <a:pt x="10500" y="35750"/>
                    </a:cubicBezTo>
                    <a:cubicBezTo>
                      <a:pt x="10525" y="35872"/>
                      <a:pt x="10548" y="35993"/>
                      <a:pt x="10572" y="36118"/>
                    </a:cubicBezTo>
                    <a:cubicBezTo>
                      <a:pt x="10815" y="36640"/>
                      <a:pt x="11165" y="36740"/>
                      <a:pt x="11688" y="36933"/>
                    </a:cubicBezTo>
                    <a:cubicBezTo>
                      <a:pt x="11812" y="36975"/>
                      <a:pt x="11935" y="37017"/>
                      <a:pt x="12062" y="37062"/>
                    </a:cubicBezTo>
                    <a:cubicBezTo>
                      <a:pt x="12182" y="37110"/>
                      <a:pt x="12303" y="37155"/>
                      <a:pt x="12425" y="37202"/>
                    </a:cubicBezTo>
                    <a:cubicBezTo>
                      <a:pt x="13498" y="37588"/>
                      <a:pt x="14230" y="37417"/>
                      <a:pt x="15280" y="37077"/>
                    </a:cubicBezTo>
                    <a:cubicBezTo>
                      <a:pt x="15750" y="37000"/>
                      <a:pt x="15750" y="37000"/>
                      <a:pt x="16188" y="37235"/>
                    </a:cubicBezTo>
                    <a:cubicBezTo>
                      <a:pt x="16290" y="37322"/>
                      <a:pt x="16395" y="37410"/>
                      <a:pt x="16500" y="37500"/>
                    </a:cubicBezTo>
                    <a:cubicBezTo>
                      <a:pt x="16030" y="38470"/>
                      <a:pt x="16030" y="38470"/>
                      <a:pt x="15750" y="38750"/>
                    </a:cubicBezTo>
                    <a:cubicBezTo>
                      <a:pt x="15438" y="38778"/>
                      <a:pt x="15125" y="38795"/>
                      <a:pt x="14812" y="38812"/>
                    </a:cubicBezTo>
                    <a:cubicBezTo>
                      <a:pt x="13920" y="38928"/>
                      <a:pt x="13288" y="39083"/>
                      <a:pt x="12675" y="39765"/>
                    </a:cubicBezTo>
                    <a:cubicBezTo>
                      <a:pt x="12255" y="40930"/>
                      <a:pt x="12730" y="42330"/>
                      <a:pt x="13000" y="43500"/>
                    </a:cubicBezTo>
                    <a:cubicBezTo>
                      <a:pt x="12670" y="43583"/>
                      <a:pt x="12340" y="43665"/>
                      <a:pt x="12000" y="43750"/>
                    </a:cubicBezTo>
                    <a:cubicBezTo>
                      <a:pt x="11870" y="43588"/>
                      <a:pt x="11740" y="43425"/>
                      <a:pt x="11608" y="43255"/>
                    </a:cubicBezTo>
                    <a:cubicBezTo>
                      <a:pt x="11337" y="42920"/>
                      <a:pt x="11070" y="42583"/>
                      <a:pt x="10800" y="42248"/>
                    </a:cubicBezTo>
                    <a:cubicBezTo>
                      <a:pt x="10407" y="41765"/>
                      <a:pt x="10022" y="41282"/>
                      <a:pt x="9660" y="40778"/>
                    </a:cubicBezTo>
                    <a:cubicBezTo>
                      <a:pt x="8865" y="39700"/>
                      <a:pt x="8008" y="39382"/>
                      <a:pt x="6750" y="39000"/>
                    </a:cubicBezTo>
                    <a:cubicBezTo>
                      <a:pt x="6500" y="38905"/>
                      <a:pt x="6248" y="38805"/>
                      <a:pt x="6000" y="38702"/>
                    </a:cubicBezTo>
                    <a:cubicBezTo>
                      <a:pt x="5835" y="38635"/>
                      <a:pt x="5670" y="38570"/>
                      <a:pt x="5500" y="38500"/>
                    </a:cubicBezTo>
                    <a:cubicBezTo>
                      <a:pt x="5600" y="37800"/>
                      <a:pt x="5718" y="37532"/>
                      <a:pt x="6235" y="37030"/>
                    </a:cubicBezTo>
                    <a:cubicBezTo>
                      <a:pt x="7118" y="36122"/>
                      <a:pt x="7310" y="35170"/>
                      <a:pt x="7293" y="33912"/>
                    </a:cubicBezTo>
                    <a:cubicBezTo>
                      <a:pt x="7215" y="33165"/>
                      <a:pt x="6925" y="32495"/>
                      <a:pt x="6655" y="31798"/>
                    </a:cubicBezTo>
                    <a:cubicBezTo>
                      <a:pt x="6070" y="30185"/>
                      <a:pt x="5803" y="28640"/>
                      <a:pt x="5680" y="26930"/>
                    </a:cubicBezTo>
                    <a:cubicBezTo>
                      <a:pt x="5590" y="25830"/>
                      <a:pt x="5450" y="25123"/>
                      <a:pt x="4750" y="24250"/>
                    </a:cubicBezTo>
                    <a:cubicBezTo>
                      <a:pt x="3742" y="23438"/>
                      <a:pt x="2938" y="23403"/>
                      <a:pt x="1672" y="23452"/>
                    </a:cubicBezTo>
                    <a:cubicBezTo>
                      <a:pt x="1510" y="23457"/>
                      <a:pt x="1350" y="23460"/>
                      <a:pt x="1183" y="23463"/>
                    </a:cubicBezTo>
                    <a:cubicBezTo>
                      <a:pt x="788" y="23472"/>
                      <a:pt x="395" y="23485"/>
                      <a:pt x="0" y="23500"/>
                    </a:cubicBezTo>
                    <a:cubicBezTo>
                      <a:pt x="82" y="23170"/>
                      <a:pt x="165" y="22840"/>
                      <a:pt x="250" y="22500"/>
                    </a:cubicBezTo>
                    <a:cubicBezTo>
                      <a:pt x="350" y="22515"/>
                      <a:pt x="350" y="22515"/>
                      <a:pt x="862" y="22590"/>
                    </a:cubicBezTo>
                    <a:cubicBezTo>
                      <a:pt x="3000" y="22862"/>
                      <a:pt x="3000" y="22862"/>
                      <a:pt x="3710" y="22545"/>
                    </a:cubicBezTo>
                    <a:cubicBezTo>
                      <a:pt x="4032" y="22265"/>
                      <a:pt x="4032" y="22265"/>
                      <a:pt x="4500" y="21750"/>
                    </a:cubicBezTo>
                    <a:cubicBezTo>
                      <a:pt x="4665" y="21750"/>
                      <a:pt x="4830" y="21750"/>
                      <a:pt x="5000" y="21750"/>
                    </a:cubicBezTo>
                    <a:cubicBezTo>
                      <a:pt x="5595" y="20175"/>
                      <a:pt x="5832" y="18683"/>
                      <a:pt x="5985" y="17015"/>
                    </a:cubicBezTo>
                    <a:cubicBezTo>
                      <a:pt x="6108" y="15662"/>
                      <a:pt x="6278" y="14495"/>
                      <a:pt x="6797" y="13235"/>
                    </a:cubicBezTo>
                    <a:cubicBezTo>
                      <a:pt x="7293" y="12023"/>
                      <a:pt x="7450" y="11007"/>
                      <a:pt x="7000" y="9750"/>
                    </a:cubicBezTo>
                    <a:cubicBezTo>
                      <a:pt x="6700" y="9358"/>
                      <a:pt x="6407" y="9067"/>
                      <a:pt x="6015" y="8767"/>
                    </a:cubicBezTo>
                    <a:cubicBezTo>
                      <a:pt x="5750" y="8500"/>
                      <a:pt x="5750" y="8500"/>
                      <a:pt x="5750" y="7750"/>
                    </a:cubicBezTo>
                    <a:cubicBezTo>
                      <a:pt x="5925" y="7665"/>
                      <a:pt x="6100" y="7580"/>
                      <a:pt x="6280" y="7495"/>
                    </a:cubicBezTo>
                    <a:cubicBezTo>
                      <a:pt x="6510" y="7382"/>
                      <a:pt x="6740" y="7270"/>
                      <a:pt x="6970" y="7155"/>
                    </a:cubicBezTo>
                    <a:cubicBezTo>
                      <a:pt x="7028" y="7127"/>
                      <a:pt x="7028" y="7127"/>
                      <a:pt x="7318" y="6987"/>
                    </a:cubicBezTo>
                    <a:cubicBezTo>
                      <a:pt x="7895" y="6705"/>
                      <a:pt x="8290" y="6460"/>
                      <a:pt x="8750" y="6000"/>
                    </a:cubicBezTo>
                    <a:cubicBezTo>
                      <a:pt x="8998" y="6000"/>
                      <a:pt x="9245" y="6000"/>
                      <a:pt x="9500" y="6000"/>
                    </a:cubicBezTo>
                    <a:cubicBezTo>
                      <a:pt x="9522" y="5918"/>
                      <a:pt x="9522" y="5918"/>
                      <a:pt x="9640" y="5500"/>
                    </a:cubicBezTo>
                    <a:cubicBezTo>
                      <a:pt x="10065" y="4412"/>
                      <a:pt x="10968" y="3593"/>
                      <a:pt x="11750" y="2750"/>
                    </a:cubicBezTo>
                    <a:cubicBezTo>
                      <a:pt x="12080" y="2832"/>
                      <a:pt x="12410" y="2915"/>
                      <a:pt x="12750" y="3000"/>
                    </a:cubicBezTo>
                    <a:cubicBezTo>
                      <a:pt x="12750" y="4403"/>
                      <a:pt x="12750" y="5805"/>
                      <a:pt x="12750" y="7250"/>
                    </a:cubicBezTo>
                    <a:cubicBezTo>
                      <a:pt x="17928" y="7340"/>
                      <a:pt x="17928" y="7340"/>
                      <a:pt x="19750" y="6750"/>
                    </a:cubicBezTo>
                    <a:cubicBezTo>
                      <a:pt x="20272" y="6157"/>
                      <a:pt x="20323" y="5662"/>
                      <a:pt x="20352" y="4888"/>
                    </a:cubicBezTo>
                    <a:cubicBezTo>
                      <a:pt x="20362" y="4675"/>
                      <a:pt x="20373" y="4465"/>
                      <a:pt x="20382" y="4245"/>
                    </a:cubicBezTo>
                    <a:cubicBezTo>
                      <a:pt x="20390" y="4025"/>
                      <a:pt x="20398" y="3805"/>
                      <a:pt x="20405" y="3578"/>
                    </a:cubicBezTo>
                    <a:cubicBezTo>
                      <a:pt x="20415" y="3355"/>
                      <a:pt x="20425" y="3132"/>
                      <a:pt x="20435" y="2903"/>
                    </a:cubicBezTo>
                    <a:cubicBezTo>
                      <a:pt x="20460" y="2352"/>
                      <a:pt x="20480" y="1800"/>
                      <a:pt x="20500" y="1250"/>
                    </a:cubicBezTo>
                    <a:cubicBezTo>
                      <a:pt x="20665" y="1250"/>
                      <a:pt x="20830" y="1250"/>
                      <a:pt x="21000" y="1250"/>
                    </a:cubicBezTo>
                    <a:cubicBezTo>
                      <a:pt x="21082" y="838"/>
                      <a:pt x="21165" y="425"/>
                      <a:pt x="21250" y="0"/>
                    </a:cubicBezTo>
                    <a:close/>
                  </a:path>
                </a:pathLst>
              </a:custGeom>
              <a:solidFill>
                <a:srgbClr val="858A9D"/>
              </a:solidFill>
              <a:ln w="0">
                <a:noFill/>
              </a:ln>
            </p:spPr>
          </p:sp>
          <p:sp>
            <p:nvSpPr>
              <p:cNvPr id="12" name="globe vector"/>
              <p:cNvSpPr/>
              <p:nvPr/>
            </p:nvSpPr>
            <p:spPr>
              <a:xfrm>
                <a:off x="263970" y="906788"/>
                <a:ext cx="224188" cy="373372"/>
              </a:xfrm>
              <a:custGeom>
                <a:avLst/>
                <a:gdLst/>
                <a:ahLst/>
                <a:cxnLst/>
                <a:rect l="0" t="0" r="r" b="b"/>
                <a:pathLst>
                  <a:path w="24518" h="40832" fill="norm" stroke="0">
                    <a:moveTo>
                      <a:pt x="22398" y="20"/>
                    </a:moveTo>
                    <a:cubicBezTo>
                      <a:pt x="22613" y="13"/>
                      <a:pt x="22825" y="7"/>
                      <a:pt x="23048" y="0"/>
                    </a:cubicBezTo>
                    <a:cubicBezTo>
                      <a:pt x="23632" y="82"/>
                      <a:pt x="23632" y="82"/>
                      <a:pt x="24042" y="367"/>
                    </a:cubicBezTo>
                    <a:cubicBezTo>
                      <a:pt x="24518" y="1020"/>
                      <a:pt x="24445" y="1580"/>
                      <a:pt x="24380" y="2347"/>
                    </a:cubicBezTo>
                    <a:cubicBezTo>
                      <a:pt x="24370" y="2492"/>
                      <a:pt x="24363" y="2640"/>
                      <a:pt x="24350" y="2790"/>
                    </a:cubicBezTo>
                    <a:cubicBezTo>
                      <a:pt x="24330" y="3100"/>
                      <a:pt x="24305" y="3410"/>
                      <a:pt x="24280" y="3718"/>
                    </a:cubicBezTo>
                    <a:cubicBezTo>
                      <a:pt x="24242" y="4190"/>
                      <a:pt x="24212" y="4660"/>
                      <a:pt x="24185" y="5132"/>
                    </a:cubicBezTo>
                    <a:cubicBezTo>
                      <a:pt x="24162" y="5432"/>
                      <a:pt x="24140" y="5733"/>
                      <a:pt x="24115" y="6035"/>
                    </a:cubicBezTo>
                    <a:cubicBezTo>
                      <a:pt x="24108" y="6175"/>
                      <a:pt x="24100" y="6315"/>
                      <a:pt x="24090" y="6460"/>
                    </a:cubicBezTo>
                    <a:cubicBezTo>
                      <a:pt x="24022" y="7205"/>
                      <a:pt x="23887" y="7578"/>
                      <a:pt x="23420" y="8170"/>
                    </a:cubicBezTo>
                    <a:cubicBezTo>
                      <a:pt x="22890" y="8578"/>
                      <a:pt x="22678" y="8710"/>
                      <a:pt x="22025" y="8735"/>
                    </a:cubicBezTo>
                    <a:cubicBezTo>
                      <a:pt x="21868" y="8742"/>
                      <a:pt x="21710" y="8750"/>
                      <a:pt x="21548" y="8760"/>
                    </a:cubicBezTo>
                    <a:cubicBezTo>
                      <a:pt x="21385" y="8763"/>
                      <a:pt x="21223" y="8767"/>
                      <a:pt x="21053" y="8770"/>
                    </a:cubicBezTo>
                    <a:cubicBezTo>
                      <a:pt x="20895" y="8777"/>
                      <a:pt x="20735" y="8785"/>
                      <a:pt x="20570" y="8793"/>
                    </a:cubicBezTo>
                    <a:cubicBezTo>
                      <a:pt x="20250" y="8805"/>
                      <a:pt x="19928" y="8815"/>
                      <a:pt x="19608" y="8822"/>
                    </a:cubicBezTo>
                    <a:cubicBezTo>
                      <a:pt x="19290" y="8830"/>
                      <a:pt x="18973" y="8843"/>
                      <a:pt x="18658" y="8862"/>
                    </a:cubicBezTo>
                    <a:cubicBezTo>
                      <a:pt x="17905" y="8897"/>
                      <a:pt x="17468" y="8872"/>
                      <a:pt x="16775" y="8543"/>
                    </a:cubicBezTo>
                    <a:cubicBezTo>
                      <a:pt x="16238" y="7912"/>
                      <a:pt x="16288" y="7540"/>
                      <a:pt x="16335" y="6722"/>
                    </a:cubicBezTo>
                    <a:cubicBezTo>
                      <a:pt x="16378" y="5862"/>
                      <a:pt x="16388" y="5157"/>
                      <a:pt x="16132" y="4332"/>
                    </a:cubicBezTo>
                    <a:cubicBezTo>
                      <a:pt x="15185" y="4472"/>
                      <a:pt x="14527" y="4892"/>
                      <a:pt x="13882" y="5582"/>
                    </a:cubicBezTo>
                    <a:cubicBezTo>
                      <a:pt x="13638" y="5953"/>
                      <a:pt x="13398" y="6330"/>
                      <a:pt x="13163" y="6707"/>
                    </a:cubicBezTo>
                    <a:cubicBezTo>
                      <a:pt x="11935" y="8610"/>
                      <a:pt x="10248" y="9020"/>
                      <a:pt x="8132" y="9582"/>
                    </a:cubicBezTo>
                    <a:cubicBezTo>
                      <a:pt x="8132" y="9830"/>
                      <a:pt x="8132" y="10078"/>
                      <a:pt x="8132" y="10332"/>
                    </a:cubicBezTo>
                    <a:cubicBezTo>
                      <a:pt x="8618" y="10652"/>
                      <a:pt x="9123" y="10890"/>
                      <a:pt x="9645" y="11140"/>
                    </a:cubicBezTo>
                    <a:cubicBezTo>
                      <a:pt x="10395" y="11823"/>
                      <a:pt x="10558" y="12587"/>
                      <a:pt x="10632" y="13582"/>
                    </a:cubicBezTo>
                    <a:cubicBezTo>
                      <a:pt x="10530" y="14230"/>
                      <a:pt x="10310" y="14802"/>
                      <a:pt x="10070" y="15410"/>
                    </a:cubicBezTo>
                    <a:cubicBezTo>
                      <a:pt x="9432" y="17180"/>
                      <a:pt x="9182" y="18862"/>
                      <a:pt x="9085" y="20737"/>
                    </a:cubicBezTo>
                    <a:cubicBezTo>
                      <a:pt x="9013" y="21805"/>
                      <a:pt x="8917" y="22557"/>
                      <a:pt x="8157" y="23347"/>
                    </a:cubicBezTo>
                    <a:cubicBezTo>
                      <a:pt x="7220" y="24147"/>
                      <a:pt x="6413" y="24135"/>
                      <a:pt x="5242" y="24082"/>
                    </a:cubicBezTo>
                    <a:cubicBezTo>
                      <a:pt x="3777" y="24018"/>
                      <a:pt x="3777" y="24018"/>
                      <a:pt x="3167" y="24293"/>
                    </a:cubicBezTo>
                    <a:cubicBezTo>
                      <a:pt x="2727" y="24740"/>
                      <a:pt x="2713" y="25227"/>
                      <a:pt x="2633" y="25832"/>
                    </a:cubicBezTo>
                    <a:cubicBezTo>
                      <a:pt x="3773" y="26085"/>
                      <a:pt x="4868" y="26095"/>
                      <a:pt x="6030" y="26030"/>
                    </a:cubicBezTo>
                    <a:cubicBezTo>
                      <a:pt x="7068" y="25997"/>
                      <a:pt x="7583" y="26215"/>
                      <a:pt x="8382" y="26832"/>
                    </a:cubicBezTo>
                    <a:cubicBezTo>
                      <a:pt x="9025" y="27700"/>
                      <a:pt x="9000" y="28730"/>
                      <a:pt x="9085" y="29770"/>
                    </a:cubicBezTo>
                    <a:cubicBezTo>
                      <a:pt x="9233" y="31335"/>
                      <a:pt x="9545" y="32725"/>
                      <a:pt x="10070" y="34207"/>
                    </a:cubicBezTo>
                    <a:cubicBezTo>
                      <a:pt x="10530" y="35535"/>
                      <a:pt x="10775" y="36518"/>
                      <a:pt x="10358" y="37907"/>
                    </a:cubicBezTo>
                    <a:cubicBezTo>
                      <a:pt x="9943" y="38685"/>
                      <a:pt x="9422" y="39110"/>
                      <a:pt x="8618" y="39443"/>
                    </a:cubicBezTo>
                    <a:cubicBezTo>
                      <a:pt x="8032" y="39715"/>
                      <a:pt x="7898" y="39807"/>
                      <a:pt x="7538" y="40380"/>
                    </a:cubicBezTo>
                    <a:cubicBezTo>
                      <a:pt x="7488" y="40530"/>
                      <a:pt x="7435" y="40677"/>
                      <a:pt x="7382" y="40832"/>
                    </a:cubicBezTo>
                    <a:cubicBezTo>
                      <a:pt x="7115" y="40825"/>
                      <a:pt x="6850" y="40807"/>
                      <a:pt x="6585" y="40785"/>
                    </a:cubicBezTo>
                    <a:cubicBezTo>
                      <a:pt x="6438" y="40777"/>
                      <a:pt x="6290" y="40768"/>
                      <a:pt x="6137" y="40760"/>
                    </a:cubicBezTo>
                    <a:cubicBezTo>
                      <a:pt x="4840" y="40305"/>
                      <a:pt x="4193" y="39097"/>
                      <a:pt x="3613" y="37927"/>
                    </a:cubicBezTo>
                    <a:cubicBezTo>
                      <a:pt x="3570" y="37842"/>
                      <a:pt x="3570" y="37842"/>
                      <a:pt x="3367" y="37410"/>
                    </a:cubicBezTo>
                    <a:cubicBezTo>
                      <a:pt x="3322" y="37323"/>
                      <a:pt x="3322" y="37323"/>
                      <a:pt x="3105" y="36870"/>
                    </a:cubicBezTo>
                    <a:cubicBezTo>
                      <a:pt x="2860" y="36358"/>
                      <a:pt x="2620" y="35845"/>
                      <a:pt x="2383" y="35332"/>
                    </a:cubicBezTo>
                    <a:cubicBezTo>
                      <a:pt x="2278" y="35110"/>
                      <a:pt x="2172" y="34885"/>
                      <a:pt x="2068" y="34655"/>
                    </a:cubicBezTo>
                    <a:cubicBezTo>
                      <a:pt x="1527" y="33405"/>
                      <a:pt x="1163" y="32115"/>
                      <a:pt x="820" y="30800"/>
                    </a:cubicBezTo>
                    <a:cubicBezTo>
                      <a:pt x="775" y="30638"/>
                      <a:pt x="733" y="30472"/>
                      <a:pt x="688" y="30302"/>
                    </a:cubicBezTo>
                    <a:cubicBezTo>
                      <a:pt x="320" y="28817"/>
                      <a:pt x="163" y="27377"/>
                      <a:pt x="663" y="25910"/>
                    </a:cubicBezTo>
                    <a:cubicBezTo>
                      <a:pt x="943" y="25048"/>
                      <a:pt x="740" y="24670"/>
                      <a:pt x="383" y="23832"/>
                    </a:cubicBezTo>
                    <a:cubicBezTo>
                      <a:pt x="0" y="19277"/>
                      <a:pt x="1920" y="14575"/>
                      <a:pt x="4382" y="10832"/>
                    </a:cubicBezTo>
                    <a:cubicBezTo>
                      <a:pt x="4693" y="10527"/>
                      <a:pt x="4693" y="10527"/>
                      <a:pt x="4992" y="10317"/>
                    </a:cubicBezTo>
                    <a:cubicBezTo>
                      <a:pt x="5428" y="9995"/>
                      <a:pt x="5797" y="9670"/>
                      <a:pt x="6163" y="9270"/>
                    </a:cubicBezTo>
                    <a:cubicBezTo>
                      <a:pt x="6632" y="8832"/>
                      <a:pt x="6632" y="8832"/>
                      <a:pt x="7382" y="8832"/>
                    </a:cubicBezTo>
                    <a:cubicBezTo>
                      <a:pt x="7382" y="8727"/>
                      <a:pt x="7382" y="8620"/>
                      <a:pt x="7385" y="8510"/>
                    </a:cubicBezTo>
                    <a:cubicBezTo>
                      <a:pt x="7462" y="7320"/>
                      <a:pt x="7837" y="6625"/>
                      <a:pt x="8645" y="5757"/>
                    </a:cubicBezTo>
                    <a:cubicBezTo>
                      <a:pt x="9553" y="4965"/>
                      <a:pt x="10583" y="4412"/>
                      <a:pt x="11632" y="3832"/>
                    </a:cubicBezTo>
                    <a:cubicBezTo>
                      <a:pt x="11738" y="3765"/>
                      <a:pt x="11840" y="3695"/>
                      <a:pt x="11950" y="3625"/>
                    </a:cubicBezTo>
                    <a:cubicBezTo>
                      <a:pt x="12660" y="3162"/>
                      <a:pt x="13135" y="3015"/>
                      <a:pt x="13975" y="3020"/>
                    </a:cubicBezTo>
                    <a:cubicBezTo>
                      <a:pt x="14680" y="2968"/>
                      <a:pt x="15020" y="2932"/>
                      <a:pt x="15553" y="2455"/>
                    </a:cubicBezTo>
                    <a:cubicBezTo>
                      <a:pt x="15618" y="2377"/>
                      <a:pt x="15618" y="2377"/>
                      <a:pt x="15945" y="1990"/>
                    </a:cubicBezTo>
                    <a:cubicBezTo>
                      <a:pt x="16992" y="785"/>
                      <a:pt x="18270" y="642"/>
                      <a:pt x="19777" y="395"/>
                    </a:cubicBezTo>
                    <a:cubicBezTo>
                      <a:pt x="20132" y="332"/>
                      <a:pt x="20132" y="332"/>
                      <a:pt x="20652" y="195"/>
                    </a:cubicBezTo>
                    <a:cubicBezTo>
                      <a:pt x="21240" y="57"/>
                      <a:pt x="21792" y="30"/>
                      <a:pt x="22398" y="20"/>
                    </a:cubicBezTo>
                    <a:close/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13" name="globe vector"/>
              <p:cNvSpPr/>
              <p:nvPr/>
            </p:nvSpPr>
            <p:spPr>
              <a:xfrm>
                <a:off x="243571" y="885714"/>
                <a:ext cx="488724" cy="499445"/>
              </a:xfrm>
              <a:custGeom>
                <a:avLst/>
                <a:gdLst/>
                <a:ahLst/>
                <a:cxnLst/>
                <a:rect l="0" t="0" r="r" b="b"/>
                <a:pathLst>
                  <a:path w="53448" h="54620" fill="norm" stroke="0">
                    <a:moveTo>
                      <a:pt x="26765" y="112"/>
                    </a:moveTo>
                    <a:cubicBezTo>
                      <a:pt x="29862" y="0"/>
                      <a:pt x="32648" y="203"/>
                      <a:pt x="35612" y="1138"/>
                    </a:cubicBezTo>
                    <a:cubicBezTo>
                      <a:pt x="35688" y="1160"/>
                      <a:pt x="35688" y="1160"/>
                      <a:pt x="36065" y="1280"/>
                    </a:cubicBezTo>
                    <a:cubicBezTo>
                      <a:pt x="37867" y="1862"/>
                      <a:pt x="39438" y="2660"/>
                      <a:pt x="41002" y="3725"/>
                    </a:cubicBezTo>
                    <a:cubicBezTo>
                      <a:pt x="41408" y="3998"/>
                      <a:pt x="41820" y="4260"/>
                      <a:pt x="42238" y="4510"/>
                    </a:cubicBezTo>
                    <a:cubicBezTo>
                      <a:pt x="42883" y="4900"/>
                      <a:pt x="43498" y="5312"/>
                      <a:pt x="44112" y="5748"/>
                    </a:cubicBezTo>
                    <a:cubicBezTo>
                      <a:pt x="44222" y="5823"/>
                      <a:pt x="44330" y="5900"/>
                      <a:pt x="44442" y="5980"/>
                    </a:cubicBezTo>
                    <a:cubicBezTo>
                      <a:pt x="45190" y="6507"/>
                      <a:pt x="45915" y="7045"/>
                      <a:pt x="46612" y="7638"/>
                    </a:cubicBezTo>
                    <a:cubicBezTo>
                      <a:pt x="46677" y="7692"/>
                      <a:pt x="46677" y="7692"/>
                      <a:pt x="47002" y="7965"/>
                    </a:cubicBezTo>
                    <a:cubicBezTo>
                      <a:pt x="47355" y="8377"/>
                      <a:pt x="47555" y="8750"/>
                      <a:pt x="47800" y="9230"/>
                    </a:cubicBezTo>
                    <a:cubicBezTo>
                      <a:pt x="48290" y="10138"/>
                      <a:pt x="48897" y="10593"/>
                      <a:pt x="49765" y="11127"/>
                    </a:cubicBezTo>
                    <a:cubicBezTo>
                      <a:pt x="49880" y="11212"/>
                      <a:pt x="49995" y="11298"/>
                      <a:pt x="50112" y="11388"/>
                    </a:cubicBezTo>
                    <a:cubicBezTo>
                      <a:pt x="50112" y="11552"/>
                      <a:pt x="50112" y="11718"/>
                      <a:pt x="50112" y="11888"/>
                    </a:cubicBezTo>
                    <a:cubicBezTo>
                      <a:pt x="50278" y="11888"/>
                      <a:pt x="50442" y="11888"/>
                      <a:pt x="50612" y="11888"/>
                    </a:cubicBezTo>
                    <a:cubicBezTo>
                      <a:pt x="50867" y="12185"/>
                      <a:pt x="50867" y="12185"/>
                      <a:pt x="51135" y="12600"/>
                    </a:cubicBezTo>
                    <a:cubicBezTo>
                      <a:pt x="51235" y="12750"/>
                      <a:pt x="51332" y="12902"/>
                      <a:pt x="51433" y="13057"/>
                    </a:cubicBezTo>
                    <a:cubicBezTo>
                      <a:pt x="51532" y="13218"/>
                      <a:pt x="51635" y="13377"/>
                      <a:pt x="51738" y="13543"/>
                    </a:cubicBezTo>
                    <a:cubicBezTo>
                      <a:pt x="51838" y="13698"/>
                      <a:pt x="51940" y="13853"/>
                      <a:pt x="52043" y="14010"/>
                    </a:cubicBezTo>
                    <a:cubicBezTo>
                      <a:pt x="52850" y="15277"/>
                      <a:pt x="53448" y="16438"/>
                      <a:pt x="53395" y="17980"/>
                    </a:cubicBezTo>
                    <a:cubicBezTo>
                      <a:pt x="53390" y="18152"/>
                      <a:pt x="53385" y="18325"/>
                      <a:pt x="53380" y="18502"/>
                    </a:cubicBezTo>
                    <a:cubicBezTo>
                      <a:pt x="53375" y="18630"/>
                      <a:pt x="53370" y="18757"/>
                      <a:pt x="53362" y="18888"/>
                    </a:cubicBezTo>
                    <a:cubicBezTo>
                      <a:pt x="53198" y="18970"/>
                      <a:pt x="53198" y="18970"/>
                      <a:pt x="52362" y="19388"/>
                    </a:cubicBezTo>
                    <a:cubicBezTo>
                      <a:pt x="51235" y="17922"/>
                      <a:pt x="50328" y="16415"/>
                      <a:pt x="49502" y="14763"/>
                    </a:cubicBezTo>
                    <a:cubicBezTo>
                      <a:pt x="49460" y="14675"/>
                      <a:pt x="49460" y="14675"/>
                      <a:pt x="49235" y="14228"/>
                    </a:cubicBezTo>
                    <a:cubicBezTo>
                      <a:pt x="48612" y="12955"/>
                      <a:pt x="48612" y="12955"/>
                      <a:pt x="48612" y="12388"/>
                    </a:cubicBezTo>
                    <a:cubicBezTo>
                      <a:pt x="48472" y="12325"/>
                      <a:pt x="48335" y="12263"/>
                      <a:pt x="48190" y="12200"/>
                    </a:cubicBezTo>
                    <a:cubicBezTo>
                      <a:pt x="47050" y="11582"/>
                      <a:pt x="46422" y="11100"/>
                      <a:pt x="45895" y="9918"/>
                    </a:cubicBezTo>
                    <a:cubicBezTo>
                      <a:pt x="45065" y="8132"/>
                      <a:pt x="43420" y="7220"/>
                      <a:pt x="41793" y="6212"/>
                    </a:cubicBezTo>
                    <a:cubicBezTo>
                      <a:pt x="41652" y="6105"/>
                      <a:pt x="41510" y="5998"/>
                      <a:pt x="41362" y="5888"/>
                    </a:cubicBezTo>
                    <a:cubicBezTo>
                      <a:pt x="41362" y="5722"/>
                      <a:pt x="41362" y="5557"/>
                      <a:pt x="41362" y="5388"/>
                    </a:cubicBezTo>
                    <a:cubicBezTo>
                      <a:pt x="40558" y="5037"/>
                      <a:pt x="39758" y="4790"/>
                      <a:pt x="38910" y="4560"/>
                    </a:cubicBezTo>
                    <a:cubicBezTo>
                      <a:pt x="38032" y="4305"/>
                      <a:pt x="37340" y="4005"/>
                      <a:pt x="36582" y="3498"/>
                    </a:cubicBezTo>
                    <a:cubicBezTo>
                      <a:pt x="35048" y="2475"/>
                      <a:pt x="33445" y="2335"/>
                      <a:pt x="31638" y="2197"/>
                    </a:cubicBezTo>
                    <a:cubicBezTo>
                      <a:pt x="31112" y="2138"/>
                      <a:pt x="31112" y="2138"/>
                      <a:pt x="30612" y="1888"/>
                    </a:cubicBezTo>
                    <a:cubicBezTo>
                      <a:pt x="29697" y="1805"/>
                      <a:pt x="29150" y="1822"/>
                      <a:pt x="28347" y="2278"/>
                    </a:cubicBezTo>
                    <a:cubicBezTo>
                      <a:pt x="27765" y="2600"/>
                      <a:pt x="27630" y="2638"/>
                      <a:pt x="26925" y="2590"/>
                    </a:cubicBezTo>
                    <a:cubicBezTo>
                      <a:pt x="26362" y="2388"/>
                      <a:pt x="26362" y="2388"/>
                      <a:pt x="25862" y="1888"/>
                    </a:cubicBezTo>
                    <a:cubicBezTo>
                      <a:pt x="24548" y="1627"/>
                      <a:pt x="23235" y="2005"/>
                      <a:pt x="21970" y="2355"/>
                    </a:cubicBezTo>
                    <a:cubicBezTo>
                      <a:pt x="21235" y="2557"/>
                      <a:pt x="20560" y="2670"/>
                      <a:pt x="19800" y="2700"/>
                    </a:cubicBezTo>
                    <a:cubicBezTo>
                      <a:pt x="18693" y="2802"/>
                      <a:pt x="18150" y="3485"/>
                      <a:pt x="17377" y="4230"/>
                    </a:cubicBezTo>
                    <a:cubicBezTo>
                      <a:pt x="16810" y="4680"/>
                      <a:pt x="16478" y="4772"/>
                      <a:pt x="15770" y="4873"/>
                    </a:cubicBezTo>
                    <a:cubicBezTo>
                      <a:pt x="14445" y="5072"/>
                      <a:pt x="13678" y="5787"/>
                      <a:pt x="12702" y="6645"/>
                    </a:cubicBezTo>
                    <a:cubicBezTo>
                      <a:pt x="12308" y="6990"/>
                      <a:pt x="11918" y="7263"/>
                      <a:pt x="11458" y="7517"/>
                    </a:cubicBezTo>
                    <a:cubicBezTo>
                      <a:pt x="10843" y="7900"/>
                      <a:pt x="10550" y="8218"/>
                      <a:pt x="10145" y="8810"/>
                    </a:cubicBezTo>
                    <a:cubicBezTo>
                      <a:pt x="9365" y="9897"/>
                      <a:pt x="8513" y="10897"/>
                      <a:pt x="7612" y="11888"/>
                    </a:cubicBezTo>
                    <a:cubicBezTo>
                      <a:pt x="7560" y="11945"/>
                      <a:pt x="7560" y="11945"/>
                      <a:pt x="7297" y="12235"/>
                    </a:cubicBezTo>
                    <a:cubicBezTo>
                      <a:pt x="7035" y="12513"/>
                      <a:pt x="7035" y="12513"/>
                      <a:pt x="6612" y="12888"/>
                    </a:cubicBezTo>
                    <a:cubicBezTo>
                      <a:pt x="6448" y="12888"/>
                      <a:pt x="6282" y="12888"/>
                      <a:pt x="6112" y="12888"/>
                    </a:cubicBezTo>
                    <a:cubicBezTo>
                      <a:pt x="5763" y="13555"/>
                      <a:pt x="5502" y="14198"/>
                      <a:pt x="5285" y="14918"/>
                    </a:cubicBezTo>
                    <a:cubicBezTo>
                      <a:pt x="5020" y="15745"/>
                      <a:pt x="4698" y="16448"/>
                      <a:pt x="4270" y="17200"/>
                    </a:cubicBezTo>
                    <a:cubicBezTo>
                      <a:pt x="2805" y="20035"/>
                      <a:pt x="1777" y="24105"/>
                      <a:pt x="2510" y="27270"/>
                    </a:cubicBezTo>
                    <a:cubicBezTo>
                      <a:pt x="2620" y="27930"/>
                      <a:pt x="2528" y="28250"/>
                      <a:pt x="2363" y="28888"/>
                    </a:cubicBezTo>
                    <a:cubicBezTo>
                      <a:pt x="2135" y="30823"/>
                      <a:pt x="2683" y="32510"/>
                      <a:pt x="3270" y="34325"/>
                    </a:cubicBezTo>
                    <a:cubicBezTo>
                      <a:pt x="3315" y="34467"/>
                      <a:pt x="3360" y="34612"/>
                      <a:pt x="3407" y="34760"/>
                    </a:cubicBezTo>
                    <a:cubicBezTo>
                      <a:pt x="4075" y="36877"/>
                      <a:pt x="4782" y="38940"/>
                      <a:pt x="5862" y="40888"/>
                    </a:cubicBezTo>
                    <a:cubicBezTo>
                      <a:pt x="5922" y="40997"/>
                      <a:pt x="5983" y="41108"/>
                      <a:pt x="6045" y="41223"/>
                    </a:cubicBezTo>
                    <a:cubicBezTo>
                      <a:pt x="7100" y="43130"/>
                      <a:pt x="7100" y="43130"/>
                      <a:pt x="8270" y="43497"/>
                    </a:cubicBezTo>
                    <a:cubicBezTo>
                      <a:pt x="8718" y="43640"/>
                      <a:pt x="8718" y="43640"/>
                      <a:pt x="9112" y="43888"/>
                    </a:cubicBezTo>
                    <a:cubicBezTo>
                      <a:pt x="9368" y="44432"/>
                      <a:pt x="9368" y="44432"/>
                      <a:pt x="9582" y="45090"/>
                    </a:cubicBezTo>
                    <a:cubicBezTo>
                      <a:pt x="10028" y="46400"/>
                      <a:pt x="10595" y="46865"/>
                      <a:pt x="11772" y="47545"/>
                    </a:cubicBezTo>
                    <a:cubicBezTo>
                      <a:pt x="12355" y="47883"/>
                      <a:pt x="12855" y="48260"/>
                      <a:pt x="13377" y="48685"/>
                    </a:cubicBezTo>
                    <a:cubicBezTo>
                      <a:pt x="14178" y="49295"/>
                      <a:pt x="14928" y="49642"/>
                      <a:pt x="15877" y="49960"/>
                    </a:cubicBezTo>
                    <a:cubicBezTo>
                      <a:pt x="16820" y="50302"/>
                      <a:pt x="17668" y="50848"/>
                      <a:pt x="18505" y="51390"/>
                    </a:cubicBezTo>
                    <a:cubicBezTo>
                      <a:pt x="19640" y="52098"/>
                      <a:pt x="20688" y="52375"/>
                      <a:pt x="22002" y="52575"/>
                    </a:cubicBezTo>
                    <a:cubicBezTo>
                      <a:pt x="22185" y="52605"/>
                      <a:pt x="22368" y="52638"/>
                      <a:pt x="22555" y="52670"/>
                    </a:cubicBezTo>
                    <a:cubicBezTo>
                      <a:pt x="25265" y="53112"/>
                      <a:pt x="25265" y="53112"/>
                      <a:pt x="26237" y="52480"/>
                    </a:cubicBezTo>
                    <a:cubicBezTo>
                      <a:pt x="26862" y="52138"/>
                      <a:pt x="26862" y="52138"/>
                      <a:pt x="27258" y="52190"/>
                    </a:cubicBezTo>
                    <a:cubicBezTo>
                      <a:pt x="27820" y="52377"/>
                      <a:pt x="28332" y="52622"/>
                      <a:pt x="28862" y="52888"/>
                    </a:cubicBezTo>
                    <a:cubicBezTo>
                      <a:pt x="29805" y="52870"/>
                      <a:pt x="30737" y="52777"/>
                      <a:pt x="31672" y="52682"/>
                    </a:cubicBezTo>
                    <a:cubicBezTo>
                      <a:pt x="31952" y="52652"/>
                      <a:pt x="32230" y="52627"/>
                      <a:pt x="32510" y="52603"/>
                    </a:cubicBezTo>
                    <a:cubicBezTo>
                      <a:pt x="34278" y="52448"/>
                      <a:pt x="35492" y="52002"/>
                      <a:pt x="36982" y="51060"/>
                    </a:cubicBezTo>
                    <a:cubicBezTo>
                      <a:pt x="37875" y="50502"/>
                      <a:pt x="38758" y="50087"/>
                      <a:pt x="39752" y="49747"/>
                    </a:cubicBezTo>
                    <a:cubicBezTo>
                      <a:pt x="39878" y="49702"/>
                      <a:pt x="40005" y="49658"/>
                      <a:pt x="40133" y="49610"/>
                    </a:cubicBezTo>
                    <a:cubicBezTo>
                      <a:pt x="40698" y="49427"/>
                      <a:pt x="41012" y="49342"/>
                      <a:pt x="41565" y="49585"/>
                    </a:cubicBezTo>
                    <a:cubicBezTo>
                      <a:pt x="41862" y="49888"/>
                      <a:pt x="41862" y="49888"/>
                      <a:pt x="41988" y="50372"/>
                    </a:cubicBezTo>
                    <a:cubicBezTo>
                      <a:pt x="41862" y="50888"/>
                      <a:pt x="41862" y="50888"/>
                      <a:pt x="41315" y="51310"/>
                    </a:cubicBezTo>
                    <a:cubicBezTo>
                      <a:pt x="40837" y="51562"/>
                      <a:pt x="40502" y="51658"/>
                      <a:pt x="39957" y="51762"/>
                    </a:cubicBezTo>
                    <a:cubicBezTo>
                      <a:pt x="39362" y="51888"/>
                      <a:pt x="39362" y="51888"/>
                      <a:pt x="39043" y="52247"/>
                    </a:cubicBezTo>
                    <a:cubicBezTo>
                      <a:pt x="38472" y="52765"/>
                      <a:pt x="37880" y="52865"/>
                      <a:pt x="37145" y="53012"/>
                    </a:cubicBezTo>
                    <a:cubicBezTo>
                      <a:pt x="36332" y="53175"/>
                      <a:pt x="35712" y="53325"/>
                      <a:pt x="35002" y="53770"/>
                    </a:cubicBezTo>
                    <a:cubicBezTo>
                      <a:pt x="33642" y="54550"/>
                      <a:pt x="31943" y="54440"/>
                      <a:pt x="30410" y="54473"/>
                    </a:cubicBezTo>
                    <a:cubicBezTo>
                      <a:pt x="30202" y="54478"/>
                      <a:pt x="29992" y="54482"/>
                      <a:pt x="29778" y="54488"/>
                    </a:cubicBezTo>
                    <a:cubicBezTo>
                      <a:pt x="22278" y="54620"/>
                      <a:pt x="15782" y="53702"/>
                      <a:pt x="9987" y="48512"/>
                    </a:cubicBezTo>
                    <a:cubicBezTo>
                      <a:pt x="9690" y="48225"/>
                      <a:pt x="9400" y="47935"/>
                      <a:pt x="9112" y="47638"/>
                    </a:cubicBezTo>
                    <a:cubicBezTo>
                      <a:pt x="8178" y="46700"/>
                      <a:pt x="8178" y="46700"/>
                      <a:pt x="7795" y="46328"/>
                    </a:cubicBezTo>
                    <a:cubicBezTo>
                      <a:pt x="6422" y="44990"/>
                      <a:pt x="5305" y="43655"/>
                      <a:pt x="4430" y="41940"/>
                    </a:cubicBezTo>
                    <a:cubicBezTo>
                      <a:pt x="4113" y="41388"/>
                      <a:pt x="4113" y="41388"/>
                      <a:pt x="3648" y="40860"/>
                    </a:cubicBezTo>
                    <a:cubicBezTo>
                      <a:pt x="2918" y="39973"/>
                      <a:pt x="2530" y="38900"/>
                      <a:pt x="2102" y="37845"/>
                    </a:cubicBezTo>
                    <a:cubicBezTo>
                      <a:pt x="1957" y="37485"/>
                      <a:pt x="1808" y="37130"/>
                      <a:pt x="1657" y="36772"/>
                    </a:cubicBezTo>
                    <a:cubicBezTo>
                      <a:pt x="570" y="34145"/>
                      <a:pt x="248" y="31465"/>
                      <a:pt x="113" y="28638"/>
                    </a:cubicBezTo>
                    <a:cubicBezTo>
                      <a:pt x="105" y="28502"/>
                      <a:pt x="98" y="28370"/>
                      <a:pt x="90" y="28232"/>
                    </a:cubicBezTo>
                    <a:cubicBezTo>
                      <a:pt x="0" y="26310"/>
                      <a:pt x="160" y="24448"/>
                      <a:pt x="425" y="22543"/>
                    </a:cubicBezTo>
                    <a:cubicBezTo>
                      <a:pt x="453" y="22335"/>
                      <a:pt x="480" y="22127"/>
                      <a:pt x="508" y="21912"/>
                    </a:cubicBezTo>
                    <a:cubicBezTo>
                      <a:pt x="695" y="20682"/>
                      <a:pt x="1018" y="19707"/>
                      <a:pt x="1610" y="18615"/>
                    </a:cubicBezTo>
                    <a:cubicBezTo>
                      <a:pt x="1935" y="18000"/>
                      <a:pt x="2168" y="17367"/>
                      <a:pt x="2407" y="16718"/>
                    </a:cubicBezTo>
                    <a:cubicBezTo>
                      <a:pt x="2930" y="15300"/>
                      <a:pt x="3418" y="14140"/>
                      <a:pt x="4492" y="13050"/>
                    </a:cubicBezTo>
                    <a:cubicBezTo>
                      <a:pt x="4938" y="12555"/>
                      <a:pt x="5227" y="12032"/>
                      <a:pt x="5550" y="11450"/>
                    </a:cubicBezTo>
                    <a:cubicBezTo>
                      <a:pt x="6442" y="9907"/>
                      <a:pt x="7623" y="8657"/>
                      <a:pt x="8862" y="7388"/>
                    </a:cubicBezTo>
                    <a:cubicBezTo>
                      <a:pt x="8918" y="7332"/>
                      <a:pt x="8918" y="7332"/>
                      <a:pt x="9188" y="7052"/>
                    </a:cubicBezTo>
                    <a:cubicBezTo>
                      <a:pt x="10947" y="5267"/>
                      <a:pt x="12998" y="4085"/>
                      <a:pt x="15178" y="2882"/>
                    </a:cubicBezTo>
                    <a:cubicBezTo>
                      <a:pt x="15478" y="2715"/>
                      <a:pt x="15772" y="2540"/>
                      <a:pt x="16068" y="2362"/>
                    </a:cubicBezTo>
                    <a:cubicBezTo>
                      <a:pt x="16918" y="1855"/>
                      <a:pt x="17618" y="1515"/>
                      <a:pt x="18612" y="1373"/>
                    </a:cubicBezTo>
                    <a:cubicBezTo>
                      <a:pt x="19377" y="1260"/>
                      <a:pt x="19995" y="1087"/>
                      <a:pt x="20690" y="757"/>
                    </a:cubicBezTo>
                    <a:cubicBezTo>
                      <a:pt x="21675" y="320"/>
                      <a:pt x="22575" y="248"/>
                      <a:pt x="23645" y="215"/>
                    </a:cubicBezTo>
                    <a:cubicBezTo>
                      <a:pt x="23838" y="207"/>
                      <a:pt x="24030" y="200"/>
                      <a:pt x="24230" y="192"/>
                    </a:cubicBezTo>
                    <a:cubicBezTo>
                      <a:pt x="24642" y="177"/>
                      <a:pt x="25055" y="165"/>
                      <a:pt x="25470" y="155"/>
                    </a:cubicBezTo>
                    <a:cubicBezTo>
                      <a:pt x="25903" y="142"/>
                      <a:pt x="26332" y="130"/>
                      <a:pt x="26765" y="112"/>
                    </a:cubicBezTo>
                    <a:close/>
                  </a:path>
                </a:pathLst>
              </a:custGeom>
              <a:solidFill>
                <a:srgbClr val="83889B"/>
              </a:solidFill>
              <a:ln w="0">
                <a:noFill/>
              </a:ln>
            </p:spPr>
          </p:sp>
          <p:sp>
            <p:nvSpPr>
              <p:cNvPr id="14" name="globe vector"/>
              <p:cNvSpPr/>
              <p:nvPr/>
            </p:nvSpPr>
            <p:spPr>
              <a:xfrm>
                <a:off x="586908" y="1112762"/>
                <a:ext cx="146898" cy="171130"/>
              </a:xfrm>
              <a:custGeom>
                <a:avLst/>
                <a:gdLst/>
                <a:ahLst/>
                <a:cxnLst/>
                <a:rect l="0" t="0" r="r" b="b"/>
                <a:pathLst>
                  <a:path w="16065" h="18715" fill="norm" stroke="0">
                    <a:moveTo>
                      <a:pt x="6315" y="10"/>
                    </a:moveTo>
                    <a:cubicBezTo>
                      <a:pt x="6403" y="8"/>
                      <a:pt x="6403" y="8"/>
                      <a:pt x="6845" y="0"/>
                    </a:cubicBezTo>
                    <a:cubicBezTo>
                      <a:pt x="7315" y="58"/>
                      <a:pt x="7315" y="58"/>
                      <a:pt x="7815" y="558"/>
                    </a:cubicBezTo>
                    <a:cubicBezTo>
                      <a:pt x="7935" y="913"/>
                      <a:pt x="8045" y="1273"/>
                      <a:pt x="8142" y="1635"/>
                    </a:cubicBezTo>
                    <a:cubicBezTo>
                      <a:pt x="8610" y="3065"/>
                      <a:pt x="9260" y="3675"/>
                      <a:pt x="10472" y="4515"/>
                    </a:cubicBezTo>
                    <a:cubicBezTo>
                      <a:pt x="13278" y="6460"/>
                      <a:pt x="13278" y="6460"/>
                      <a:pt x="13705" y="8465"/>
                    </a:cubicBezTo>
                    <a:cubicBezTo>
                      <a:pt x="13790" y="8943"/>
                      <a:pt x="13868" y="9420"/>
                      <a:pt x="13940" y="9897"/>
                    </a:cubicBezTo>
                    <a:cubicBezTo>
                      <a:pt x="14080" y="10635"/>
                      <a:pt x="14328" y="11225"/>
                      <a:pt x="14650" y="11897"/>
                    </a:cubicBezTo>
                    <a:cubicBezTo>
                      <a:pt x="14930" y="12592"/>
                      <a:pt x="15000" y="13315"/>
                      <a:pt x="15065" y="14058"/>
                    </a:cubicBezTo>
                    <a:cubicBezTo>
                      <a:pt x="15395" y="14058"/>
                      <a:pt x="15725" y="14058"/>
                      <a:pt x="16065" y="14058"/>
                    </a:cubicBezTo>
                    <a:cubicBezTo>
                      <a:pt x="16017" y="14635"/>
                      <a:pt x="16017" y="14635"/>
                      <a:pt x="15815" y="15308"/>
                    </a:cubicBezTo>
                    <a:cubicBezTo>
                      <a:pt x="15067" y="15892"/>
                      <a:pt x="14517" y="16163"/>
                      <a:pt x="13565" y="16058"/>
                    </a:cubicBezTo>
                    <a:cubicBezTo>
                      <a:pt x="13537" y="16178"/>
                      <a:pt x="13510" y="16298"/>
                      <a:pt x="13483" y="16422"/>
                    </a:cubicBezTo>
                    <a:cubicBezTo>
                      <a:pt x="13442" y="16580"/>
                      <a:pt x="13403" y="16737"/>
                      <a:pt x="13362" y="16900"/>
                    </a:cubicBezTo>
                    <a:cubicBezTo>
                      <a:pt x="13325" y="17058"/>
                      <a:pt x="13287" y="17215"/>
                      <a:pt x="13248" y="17375"/>
                    </a:cubicBezTo>
                    <a:cubicBezTo>
                      <a:pt x="13022" y="17905"/>
                      <a:pt x="12828" y="18058"/>
                      <a:pt x="12315" y="18308"/>
                    </a:cubicBezTo>
                    <a:cubicBezTo>
                      <a:pt x="11575" y="18355"/>
                      <a:pt x="11020" y="18370"/>
                      <a:pt x="10315" y="18150"/>
                    </a:cubicBezTo>
                    <a:cubicBezTo>
                      <a:pt x="9815" y="18058"/>
                      <a:pt x="9815" y="18058"/>
                      <a:pt x="9160" y="18308"/>
                    </a:cubicBezTo>
                    <a:cubicBezTo>
                      <a:pt x="8060" y="18715"/>
                      <a:pt x="6938" y="18573"/>
                      <a:pt x="5815" y="18308"/>
                    </a:cubicBezTo>
                    <a:cubicBezTo>
                      <a:pt x="5297" y="18020"/>
                      <a:pt x="4990" y="17730"/>
                      <a:pt x="4565" y="17308"/>
                    </a:cubicBezTo>
                    <a:cubicBezTo>
                      <a:pt x="4400" y="17225"/>
                      <a:pt x="4235" y="17142"/>
                      <a:pt x="4065" y="17058"/>
                    </a:cubicBezTo>
                    <a:cubicBezTo>
                      <a:pt x="4065" y="16892"/>
                      <a:pt x="4065" y="16728"/>
                      <a:pt x="4065" y="16558"/>
                    </a:cubicBezTo>
                    <a:cubicBezTo>
                      <a:pt x="3885" y="16490"/>
                      <a:pt x="3705" y="16422"/>
                      <a:pt x="3517" y="16355"/>
                    </a:cubicBezTo>
                    <a:cubicBezTo>
                      <a:pt x="1795" y="15712"/>
                      <a:pt x="1795" y="15712"/>
                      <a:pt x="1380" y="14978"/>
                    </a:cubicBezTo>
                    <a:cubicBezTo>
                      <a:pt x="1237" y="14590"/>
                      <a:pt x="1123" y="14205"/>
                      <a:pt x="1017" y="13808"/>
                    </a:cubicBezTo>
                    <a:cubicBezTo>
                      <a:pt x="610" y="12368"/>
                      <a:pt x="610" y="12368"/>
                      <a:pt x="305" y="11952"/>
                    </a:cubicBezTo>
                    <a:cubicBezTo>
                      <a:pt x="0" y="11450"/>
                      <a:pt x="5" y="11120"/>
                      <a:pt x="7" y="10535"/>
                    </a:cubicBezTo>
                    <a:cubicBezTo>
                      <a:pt x="7" y="10438"/>
                      <a:pt x="7" y="10438"/>
                      <a:pt x="10" y="9940"/>
                    </a:cubicBezTo>
                    <a:cubicBezTo>
                      <a:pt x="12" y="9737"/>
                      <a:pt x="15" y="9533"/>
                      <a:pt x="17" y="9323"/>
                    </a:cubicBezTo>
                    <a:cubicBezTo>
                      <a:pt x="17" y="9120"/>
                      <a:pt x="17" y="8918"/>
                      <a:pt x="17" y="8707"/>
                    </a:cubicBezTo>
                    <a:cubicBezTo>
                      <a:pt x="30" y="7015"/>
                      <a:pt x="382" y="5805"/>
                      <a:pt x="1112" y="4290"/>
                    </a:cubicBezTo>
                    <a:cubicBezTo>
                      <a:pt x="1183" y="4135"/>
                      <a:pt x="1252" y="3980"/>
                      <a:pt x="1322" y="3818"/>
                    </a:cubicBezTo>
                    <a:cubicBezTo>
                      <a:pt x="1802" y="2825"/>
                      <a:pt x="2200" y="2383"/>
                      <a:pt x="3220" y="1963"/>
                    </a:cubicBezTo>
                    <a:cubicBezTo>
                      <a:pt x="3697" y="1748"/>
                      <a:pt x="3947" y="1443"/>
                      <a:pt x="4252" y="1025"/>
                    </a:cubicBezTo>
                    <a:cubicBezTo>
                      <a:pt x="4870" y="198"/>
                      <a:pt x="5280" y="20"/>
                      <a:pt x="6315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5" name="globe vector"/>
              <p:cNvSpPr/>
              <p:nvPr/>
            </p:nvSpPr>
            <p:spPr>
              <a:xfrm>
                <a:off x="223885" y="867611"/>
                <a:ext cx="681639" cy="562242"/>
              </a:xfrm>
              <a:custGeom>
                <a:avLst/>
                <a:gdLst/>
                <a:ahLst/>
                <a:cxnLst/>
                <a:rect l="0" t="0" r="r" b="b"/>
                <a:pathLst>
                  <a:path w="74545" h="61487" fill="norm" stroke="0">
                    <a:moveTo>
                      <a:pt x="29750" y="7"/>
                    </a:moveTo>
                    <a:cubicBezTo>
                      <a:pt x="29920" y="7"/>
                      <a:pt x="30092" y="7"/>
                      <a:pt x="30270" y="7"/>
                    </a:cubicBezTo>
                    <a:cubicBezTo>
                      <a:pt x="31982" y="12"/>
                      <a:pt x="33608" y="60"/>
                      <a:pt x="35275" y="495"/>
                    </a:cubicBezTo>
                    <a:cubicBezTo>
                      <a:pt x="36228" y="732"/>
                      <a:pt x="37207" y="802"/>
                      <a:pt x="38182" y="897"/>
                    </a:cubicBezTo>
                    <a:cubicBezTo>
                      <a:pt x="39222" y="1017"/>
                      <a:pt x="39880" y="1275"/>
                      <a:pt x="40765" y="1867"/>
                    </a:cubicBezTo>
                    <a:cubicBezTo>
                      <a:pt x="40995" y="1985"/>
                      <a:pt x="41225" y="2097"/>
                      <a:pt x="41455" y="2207"/>
                    </a:cubicBezTo>
                    <a:cubicBezTo>
                      <a:pt x="44178" y="3497"/>
                      <a:pt x="46445" y="5215"/>
                      <a:pt x="48765" y="7117"/>
                    </a:cubicBezTo>
                    <a:cubicBezTo>
                      <a:pt x="48912" y="7235"/>
                      <a:pt x="49060" y="7355"/>
                      <a:pt x="49213" y="7477"/>
                    </a:cubicBezTo>
                    <a:cubicBezTo>
                      <a:pt x="51455" y="9307"/>
                      <a:pt x="53317" y="11430"/>
                      <a:pt x="54495" y="14090"/>
                    </a:cubicBezTo>
                    <a:cubicBezTo>
                      <a:pt x="54880" y="14938"/>
                      <a:pt x="55340" y="15460"/>
                      <a:pt x="56015" y="16117"/>
                    </a:cubicBezTo>
                    <a:cubicBezTo>
                      <a:pt x="56350" y="16752"/>
                      <a:pt x="56545" y="17432"/>
                      <a:pt x="56765" y="18117"/>
                    </a:cubicBezTo>
                    <a:cubicBezTo>
                      <a:pt x="56835" y="18315"/>
                      <a:pt x="56905" y="18512"/>
                      <a:pt x="56977" y="18715"/>
                    </a:cubicBezTo>
                    <a:cubicBezTo>
                      <a:pt x="57430" y="20052"/>
                      <a:pt x="57540" y="21160"/>
                      <a:pt x="57495" y="22567"/>
                    </a:cubicBezTo>
                    <a:cubicBezTo>
                      <a:pt x="57525" y="23395"/>
                      <a:pt x="57722" y="23747"/>
                      <a:pt x="58265" y="24367"/>
                    </a:cubicBezTo>
                    <a:cubicBezTo>
                      <a:pt x="58435" y="24450"/>
                      <a:pt x="58605" y="24532"/>
                      <a:pt x="58780" y="24617"/>
                    </a:cubicBezTo>
                    <a:cubicBezTo>
                      <a:pt x="59265" y="24867"/>
                      <a:pt x="59265" y="24867"/>
                      <a:pt x="59578" y="25522"/>
                    </a:cubicBezTo>
                    <a:cubicBezTo>
                      <a:pt x="59640" y="25720"/>
                      <a:pt x="59702" y="25915"/>
                      <a:pt x="59765" y="26117"/>
                    </a:cubicBezTo>
                    <a:cubicBezTo>
                      <a:pt x="59930" y="26117"/>
                      <a:pt x="60095" y="26117"/>
                      <a:pt x="60265" y="26117"/>
                    </a:cubicBezTo>
                    <a:cubicBezTo>
                      <a:pt x="60675" y="26635"/>
                      <a:pt x="61012" y="27188"/>
                      <a:pt x="61368" y="27745"/>
                    </a:cubicBezTo>
                    <a:cubicBezTo>
                      <a:pt x="61610" y="28122"/>
                      <a:pt x="61860" y="28495"/>
                      <a:pt x="62125" y="28855"/>
                    </a:cubicBezTo>
                    <a:cubicBezTo>
                      <a:pt x="63860" y="31302"/>
                      <a:pt x="63618" y="34498"/>
                      <a:pt x="63515" y="37368"/>
                    </a:cubicBezTo>
                    <a:cubicBezTo>
                      <a:pt x="63510" y="37507"/>
                      <a:pt x="63505" y="37647"/>
                      <a:pt x="63500" y="37792"/>
                    </a:cubicBezTo>
                    <a:cubicBezTo>
                      <a:pt x="63442" y="39188"/>
                      <a:pt x="63368" y="40243"/>
                      <a:pt x="62515" y="41368"/>
                    </a:cubicBezTo>
                    <a:cubicBezTo>
                      <a:pt x="62032" y="42200"/>
                      <a:pt x="61895" y="42922"/>
                      <a:pt x="61765" y="43868"/>
                    </a:cubicBezTo>
                    <a:cubicBezTo>
                      <a:pt x="61945" y="43938"/>
                      <a:pt x="62125" y="44007"/>
                      <a:pt x="62310" y="44080"/>
                    </a:cubicBezTo>
                    <a:cubicBezTo>
                      <a:pt x="62988" y="44352"/>
                      <a:pt x="63652" y="44647"/>
                      <a:pt x="64312" y="44960"/>
                    </a:cubicBezTo>
                    <a:cubicBezTo>
                      <a:pt x="64528" y="45060"/>
                      <a:pt x="64743" y="45160"/>
                      <a:pt x="64965" y="45262"/>
                    </a:cubicBezTo>
                    <a:cubicBezTo>
                      <a:pt x="65588" y="45662"/>
                      <a:pt x="65712" y="45960"/>
                      <a:pt x="66015" y="46618"/>
                    </a:cubicBezTo>
                    <a:cubicBezTo>
                      <a:pt x="66382" y="46740"/>
                      <a:pt x="66748" y="46860"/>
                      <a:pt x="67120" y="46962"/>
                    </a:cubicBezTo>
                    <a:cubicBezTo>
                      <a:pt x="68118" y="47350"/>
                      <a:pt x="68715" y="48262"/>
                      <a:pt x="69250" y="49147"/>
                    </a:cubicBezTo>
                    <a:cubicBezTo>
                      <a:pt x="69700" y="49865"/>
                      <a:pt x="70140" y="50098"/>
                      <a:pt x="70905" y="50422"/>
                    </a:cubicBezTo>
                    <a:cubicBezTo>
                      <a:pt x="71428" y="50705"/>
                      <a:pt x="71692" y="51110"/>
                      <a:pt x="72032" y="51587"/>
                    </a:cubicBezTo>
                    <a:cubicBezTo>
                      <a:pt x="72265" y="51868"/>
                      <a:pt x="72265" y="51868"/>
                      <a:pt x="72765" y="52102"/>
                    </a:cubicBezTo>
                    <a:cubicBezTo>
                      <a:pt x="73422" y="52450"/>
                      <a:pt x="73675" y="52908"/>
                      <a:pt x="74058" y="53532"/>
                    </a:cubicBezTo>
                    <a:cubicBezTo>
                      <a:pt x="74265" y="53868"/>
                      <a:pt x="74265" y="53868"/>
                      <a:pt x="74515" y="54118"/>
                    </a:cubicBezTo>
                    <a:cubicBezTo>
                      <a:pt x="74545" y="54512"/>
                      <a:pt x="74545" y="54512"/>
                      <a:pt x="74540" y="55017"/>
                    </a:cubicBezTo>
                    <a:cubicBezTo>
                      <a:pt x="74540" y="55195"/>
                      <a:pt x="74538" y="55375"/>
                      <a:pt x="74538" y="55560"/>
                    </a:cubicBezTo>
                    <a:cubicBezTo>
                      <a:pt x="74535" y="55750"/>
                      <a:pt x="74532" y="55938"/>
                      <a:pt x="74530" y="56132"/>
                    </a:cubicBezTo>
                    <a:cubicBezTo>
                      <a:pt x="74530" y="56322"/>
                      <a:pt x="74530" y="56512"/>
                      <a:pt x="74528" y="56707"/>
                    </a:cubicBezTo>
                    <a:cubicBezTo>
                      <a:pt x="74525" y="57178"/>
                      <a:pt x="74520" y="57647"/>
                      <a:pt x="74515" y="58118"/>
                    </a:cubicBezTo>
                    <a:cubicBezTo>
                      <a:pt x="74360" y="58180"/>
                      <a:pt x="74202" y="58240"/>
                      <a:pt x="74040" y="58305"/>
                    </a:cubicBezTo>
                    <a:cubicBezTo>
                      <a:pt x="73402" y="58685"/>
                      <a:pt x="73322" y="58917"/>
                      <a:pt x="73110" y="59618"/>
                    </a:cubicBezTo>
                    <a:cubicBezTo>
                      <a:pt x="72892" y="60315"/>
                      <a:pt x="72795" y="60587"/>
                      <a:pt x="72265" y="61118"/>
                    </a:cubicBezTo>
                    <a:cubicBezTo>
                      <a:pt x="71058" y="61487"/>
                      <a:pt x="69782" y="61412"/>
                      <a:pt x="68530" y="61412"/>
                    </a:cubicBezTo>
                    <a:cubicBezTo>
                      <a:pt x="68310" y="61417"/>
                      <a:pt x="68090" y="61420"/>
                      <a:pt x="67865" y="61422"/>
                    </a:cubicBezTo>
                    <a:cubicBezTo>
                      <a:pt x="66635" y="61425"/>
                      <a:pt x="65652" y="61340"/>
                      <a:pt x="64515" y="60868"/>
                    </a:cubicBezTo>
                    <a:cubicBezTo>
                      <a:pt x="64515" y="60702"/>
                      <a:pt x="64515" y="60537"/>
                      <a:pt x="64515" y="60368"/>
                    </a:cubicBezTo>
                    <a:cubicBezTo>
                      <a:pt x="64335" y="60305"/>
                      <a:pt x="64155" y="60243"/>
                      <a:pt x="63970" y="60180"/>
                    </a:cubicBezTo>
                    <a:cubicBezTo>
                      <a:pt x="62727" y="59670"/>
                      <a:pt x="62067" y="59002"/>
                      <a:pt x="61422" y="57852"/>
                    </a:cubicBezTo>
                    <a:cubicBezTo>
                      <a:pt x="60975" y="57077"/>
                      <a:pt x="60722" y="56778"/>
                      <a:pt x="59860" y="56537"/>
                    </a:cubicBezTo>
                    <a:cubicBezTo>
                      <a:pt x="59405" y="56392"/>
                      <a:pt x="59405" y="56392"/>
                      <a:pt x="59015" y="56118"/>
                    </a:cubicBezTo>
                    <a:cubicBezTo>
                      <a:pt x="58805" y="55528"/>
                      <a:pt x="58670" y="54970"/>
                      <a:pt x="58548" y="54357"/>
                    </a:cubicBezTo>
                    <a:cubicBezTo>
                      <a:pt x="58342" y="53417"/>
                      <a:pt x="58342" y="53417"/>
                      <a:pt x="57915" y="53135"/>
                    </a:cubicBezTo>
                    <a:cubicBezTo>
                      <a:pt x="57782" y="53098"/>
                      <a:pt x="57652" y="53060"/>
                      <a:pt x="57515" y="53022"/>
                    </a:cubicBezTo>
                    <a:cubicBezTo>
                      <a:pt x="57055" y="52827"/>
                      <a:pt x="56817" y="52727"/>
                      <a:pt x="56600" y="52267"/>
                    </a:cubicBezTo>
                    <a:cubicBezTo>
                      <a:pt x="56567" y="52130"/>
                      <a:pt x="56535" y="51995"/>
                      <a:pt x="56502" y="51855"/>
                    </a:cubicBezTo>
                    <a:cubicBezTo>
                      <a:pt x="56465" y="51707"/>
                      <a:pt x="56430" y="51560"/>
                      <a:pt x="56392" y="51408"/>
                    </a:cubicBezTo>
                    <a:cubicBezTo>
                      <a:pt x="56252" y="50730"/>
                      <a:pt x="56128" y="50050"/>
                      <a:pt x="56015" y="49368"/>
                    </a:cubicBezTo>
                    <a:cubicBezTo>
                      <a:pt x="55602" y="49285"/>
                      <a:pt x="55190" y="49202"/>
                      <a:pt x="54765" y="49118"/>
                    </a:cubicBezTo>
                    <a:cubicBezTo>
                      <a:pt x="54740" y="49167"/>
                      <a:pt x="54740" y="49167"/>
                      <a:pt x="54608" y="49417"/>
                    </a:cubicBezTo>
                    <a:cubicBezTo>
                      <a:pt x="53868" y="50547"/>
                      <a:pt x="53080" y="50820"/>
                      <a:pt x="51812" y="51085"/>
                    </a:cubicBezTo>
                    <a:cubicBezTo>
                      <a:pt x="51298" y="51188"/>
                      <a:pt x="50782" y="51280"/>
                      <a:pt x="50265" y="51368"/>
                    </a:cubicBezTo>
                    <a:cubicBezTo>
                      <a:pt x="50348" y="51572"/>
                      <a:pt x="50348" y="51572"/>
                      <a:pt x="50765" y="52618"/>
                    </a:cubicBezTo>
                    <a:cubicBezTo>
                      <a:pt x="50270" y="52618"/>
                      <a:pt x="49775" y="52618"/>
                      <a:pt x="49265" y="52618"/>
                    </a:cubicBezTo>
                    <a:cubicBezTo>
                      <a:pt x="49183" y="52452"/>
                      <a:pt x="49100" y="52287"/>
                      <a:pt x="49015" y="52118"/>
                    </a:cubicBezTo>
                    <a:cubicBezTo>
                      <a:pt x="49098" y="51870"/>
                      <a:pt x="49180" y="51622"/>
                      <a:pt x="49265" y="51368"/>
                    </a:cubicBezTo>
                    <a:cubicBezTo>
                      <a:pt x="48523" y="51368"/>
                      <a:pt x="47780" y="51368"/>
                      <a:pt x="47015" y="51368"/>
                    </a:cubicBezTo>
                    <a:cubicBezTo>
                      <a:pt x="46952" y="51605"/>
                      <a:pt x="46892" y="51842"/>
                      <a:pt x="46828" y="52085"/>
                    </a:cubicBezTo>
                    <a:cubicBezTo>
                      <a:pt x="46638" y="52650"/>
                      <a:pt x="46560" y="52832"/>
                      <a:pt x="46078" y="53210"/>
                    </a:cubicBezTo>
                    <a:cubicBezTo>
                      <a:pt x="45358" y="53410"/>
                      <a:pt x="44762" y="53400"/>
                      <a:pt x="44015" y="53368"/>
                    </a:cubicBezTo>
                    <a:cubicBezTo>
                      <a:pt x="44515" y="53118"/>
                      <a:pt x="45015" y="52868"/>
                      <a:pt x="45515" y="52618"/>
                    </a:cubicBezTo>
                    <a:cubicBezTo>
                      <a:pt x="45495" y="52252"/>
                      <a:pt x="45468" y="51887"/>
                      <a:pt x="45438" y="51522"/>
                    </a:cubicBezTo>
                    <a:cubicBezTo>
                      <a:pt x="45430" y="51422"/>
                      <a:pt x="45430" y="51422"/>
                      <a:pt x="45392" y="50908"/>
                    </a:cubicBezTo>
                    <a:cubicBezTo>
                      <a:pt x="45265" y="50368"/>
                      <a:pt x="45265" y="50368"/>
                      <a:pt x="44880" y="50075"/>
                    </a:cubicBezTo>
                    <a:cubicBezTo>
                      <a:pt x="44760" y="50007"/>
                      <a:pt x="44640" y="49938"/>
                      <a:pt x="44515" y="49868"/>
                    </a:cubicBezTo>
                    <a:cubicBezTo>
                      <a:pt x="44515" y="49702"/>
                      <a:pt x="44515" y="49537"/>
                      <a:pt x="44515" y="49368"/>
                    </a:cubicBezTo>
                    <a:cubicBezTo>
                      <a:pt x="45640" y="49310"/>
                      <a:pt x="46662" y="49375"/>
                      <a:pt x="47765" y="49618"/>
                    </a:cubicBezTo>
                    <a:cubicBezTo>
                      <a:pt x="49672" y="50022"/>
                      <a:pt x="51257" y="50058"/>
                      <a:pt x="53015" y="49118"/>
                    </a:cubicBezTo>
                    <a:cubicBezTo>
                      <a:pt x="53365" y="48848"/>
                      <a:pt x="53707" y="48570"/>
                      <a:pt x="54048" y="48287"/>
                    </a:cubicBezTo>
                    <a:cubicBezTo>
                      <a:pt x="54885" y="47628"/>
                      <a:pt x="54885" y="47628"/>
                      <a:pt x="55448" y="47580"/>
                    </a:cubicBezTo>
                    <a:cubicBezTo>
                      <a:pt x="56023" y="47725"/>
                      <a:pt x="56372" y="47942"/>
                      <a:pt x="56748" y="48402"/>
                    </a:cubicBezTo>
                    <a:cubicBezTo>
                      <a:pt x="57175" y="49167"/>
                      <a:pt x="57375" y="49998"/>
                      <a:pt x="57610" y="50835"/>
                    </a:cubicBezTo>
                    <a:cubicBezTo>
                      <a:pt x="58270" y="53132"/>
                      <a:pt x="59752" y="54895"/>
                      <a:pt x="61442" y="56532"/>
                    </a:cubicBezTo>
                    <a:cubicBezTo>
                      <a:pt x="61800" y="56902"/>
                      <a:pt x="62115" y="57295"/>
                      <a:pt x="62438" y="57695"/>
                    </a:cubicBezTo>
                    <a:cubicBezTo>
                      <a:pt x="63083" y="58457"/>
                      <a:pt x="63787" y="59087"/>
                      <a:pt x="64562" y="59710"/>
                    </a:cubicBezTo>
                    <a:cubicBezTo>
                      <a:pt x="64670" y="59797"/>
                      <a:pt x="64778" y="59882"/>
                      <a:pt x="64888" y="59972"/>
                    </a:cubicBezTo>
                    <a:cubicBezTo>
                      <a:pt x="66120" y="60940"/>
                      <a:pt x="67090" y="60912"/>
                      <a:pt x="68610" y="60912"/>
                    </a:cubicBezTo>
                    <a:cubicBezTo>
                      <a:pt x="68798" y="60917"/>
                      <a:pt x="68988" y="60920"/>
                      <a:pt x="69182" y="60922"/>
                    </a:cubicBezTo>
                    <a:cubicBezTo>
                      <a:pt x="71122" y="60928"/>
                      <a:pt x="71122" y="60928"/>
                      <a:pt x="72015" y="60368"/>
                    </a:cubicBezTo>
                    <a:cubicBezTo>
                      <a:pt x="72338" y="59922"/>
                      <a:pt x="72528" y="59457"/>
                      <a:pt x="72720" y="58945"/>
                    </a:cubicBezTo>
                    <a:cubicBezTo>
                      <a:pt x="72773" y="58810"/>
                      <a:pt x="72825" y="58672"/>
                      <a:pt x="72878" y="58532"/>
                    </a:cubicBezTo>
                    <a:cubicBezTo>
                      <a:pt x="73588" y="56602"/>
                      <a:pt x="73318" y="55015"/>
                      <a:pt x="72515" y="53118"/>
                    </a:cubicBezTo>
                    <a:cubicBezTo>
                      <a:pt x="72170" y="52600"/>
                      <a:pt x="71748" y="52255"/>
                      <a:pt x="71265" y="51868"/>
                    </a:cubicBezTo>
                    <a:cubicBezTo>
                      <a:pt x="70850" y="51505"/>
                      <a:pt x="70440" y="51140"/>
                      <a:pt x="70030" y="50772"/>
                    </a:cubicBezTo>
                    <a:cubicBezTo>
                      <a:pt x="69975" y="50725"/>
                      <a:pt x="69975" y="50725"/>
                      <a:pt x="69695" y="50477"/>
                    </a:cubicBezTo>
                    <a:cubicBezTo>
                      <a:pt x="69083" y="49928"/>
                      <a:pt x="68542" y="49375"/>
                      <a:pt x="68030" y="48727"/>
                    </a:cubicBezTo>
                    <a:cubicBezTo>
                      <a:pt x="66578" y="46970"/>
                      <a:pt x="64770" y="45832"/>
                      <a:pt x="62575" y="45272"/>
                    </a:cubicBezTo>
                    <a:cubicBezTo>
                      <a:pt x="61765" y="45047"/>
                      <a:pt x="61073" y="44765"/>
                      <a:pt x="60515" y="44118"/>
                    </a:cubicBezTo>
                    <a:cubicBezTo>
                      <a:pt x="60198" y="43303"/>
                      <a:pt x="60177" y="42630"/>
                      <a:pt x="60452" y="41805"/>
                    </a:cubicBezTo>
                    <a:cubicBezTo>
                      <a:pt x="60765" y="41368"/>
                      <a:pt x="60765" y="41368"/>
                      <a:pt x="61132" y="41082"/>
                    </a:cubicBezTo>
                    <a:cubicBezTo>
                      <a:pt x="61715" y="40375"/>
                      <a:pt x="61798" y="39615"/>
                      <a:pt x="61952" y="38727"/>
                    </a:cubicBezTo>
                    <a:cubicBezTo>
                      <a:pt x="61985" y="38547"/>
                      <a:pt x="62018" y="38368"/>
                      <a:pt x="62050" y="38180"/>
                    </a:cubicBezTo>
                    <a:cubicBezTo>
                      <a:pt x="62250" y="36977"/>
                      <a:pt x="62305" y="35895"/>
                      <a:pt x="62108" y="34685"/>
                    </a:cubicBezTo>
                    <a:cubicBezTo>
                      <a:pt x="62015" y="34118"/>
                      <a:pt x="62015" y="34118"/>
                      <a:pt x="62010" y="33542"/>
                    </a:cubicBezTo>
                    <a:cubicBezTo>
                      <a:pt x="61965" y="30992"/>
                      <a:pt x="60360" y="28290"/>
                      <a:pt x="58642" y="26455"/>
                    </a:cubicBezTo>
                    <a:cubicBezTo>
                      <a:pt x="58095" y="25965"/>
                      <a:pt x="57512" y="25547"/>
                      <a:pt x="56895" y="25152"/>
                    </a:cubicBezTo>
                    <a:cubicBezTo>
                      <a:pt x="56475" y="24837"/>
                      <a:pt x="56255" y="24582"/>
                      <a:pt x="56015" y="24117"/>
                    </a:cubicBezTo>
                    <a:cubicBezTo>
                      <a:pt x="55957" y="23677"/>
                      <a:pt x="55957" y="23677"/>
                      <a:pt x="55970" y="23227"/>
                    </a:cubicBezTo>
                    <a:cubicBezTo>
                      <a:pt x="55970" y="23152"/>
                      <a:pt x="55970" y="23152"/>
                      <a:pt x="55972" y="22772"/>
                    </a:cubicBezTo>
                    <a:cubicBezTo>
                      <a:pt x="56015" y="22367"/>
                      <a:pt x="56015" y="22367"/>
                      <a:pt x="56265" y="21867"/>
                    </a:cubicBezTo>
                    <a:cubicBezTo>
                      <a:pt x="56720" y="18065"/>
                      <a:pt x="54370" y="14657"/>
                      <a:pt x="52202" y="11727"/>
                    </a:cubicBezTo>
                    <a:cubicBezTo>
                      <a:pt x="51975" y="11438"/>
                      <a:pt x="51748" y="11152"/>
                      <a:pt x="51515" y="10867"/>
                    </a:cubicBezTo>
                    <a:cubicBezTo>
                      <a:pt x="51463" y="10797"/>
                      <a:pt x="51463" y="10797"/>
                      <a:pt x="51200" y="10440"/>
                    </a:cubicBezTo>
                    <a:cubicBezTo>
                      <a:pt x="50595" y="9652"/>
                      <a:pt x="50090" y="9188"/>
                      <a:pt x="49148" y="8850"/>
                    </a:cubicBezTo>
                    <a:cubicBezTo>
                      <a:pt x="48662" y="8552"/>
                      <a:pt x="48390" y="8147"/>
                      <a:pt x="48048" y="7700"/>
                    </a:cubicBezTo>
                    <a:cubicBezTo>
                      <a:pt x="47565" y="7130"/>
                      <a:pt x="46977" y="6710"/>
                      <a:pt x="46375" y="6272"/>
                    </a:cubicBezTo>
                    <a:cubicBezTo>
                      <a:pt x="46243" y="6177"/>
                      <a:pt x="46112" y="6080"/>
                      <a:pt x="45975" y="5980"/>
                    </a:cubicBezTo>
                    <a:cubicBezTo>
                      <a:pt x="45575" y="5690"/>
                      <a:pt x="45170" y="5402"/>
                      <a:pt x="44765" y="5117"/>
                    </a:cubicBezTo>
                    <a:cubicBezTo>
                      <a:pt x="44707" y="5075"/>
                      <a:pt x="44707" y="5075"/>
                      <a:pt x="44410" y="4865"/>
                    </a:cubicBezTo>
                    <a:cubicBezTo>
                      <a:pt x="42828" y="3752"/>
                      <a:pt x="41227" y="2997"/>
                      <a:pt x="39405" y="2352"/>
                    </a:cubicBezTo>
                    <a:cubicBezTo>
                      <a:pt x="38765" y="2117"/>
                      <a:pt x="38765" y="2117"/>
                      <a:pt x="38515" y="1867"/>
                    </a:cubicBezTo>
                    <a:cubicBezTo>
                      <a:pt x="33342" y="507"/>
                      <a:pt x="27705" y="290"/>
                      <a:pt x="22515" y="1617"/>
                    </a:cubicBezTo>
                    <a:cubicBezTo>
                      <a:pt x="22225" y="1685"/>
                      <a:pt x="21935" y="1752"/>
                      <a:pt x="21645" y="1820"/>
                    </a:cubicBezTo>
                    <a:cubicBezTo>
                      <a:pt x="18432" y="2610"/>
                      <a:pt x="15272" y="3970"/>
                      <a:pt x="12785" y="6177"/>
                    </a:cubicBezTo>
                    <a:cubicBezTo>
                      <a:pt x="12385" y="6515"/>
                      <a:pt x="12048" y="6755"/>
                      <a:pt x="11597" y="7010"/>
                    </a:cubicBezTo>
                    <a:cubicBezTo>
                      <a:pt x="10888" y="7445"/>
                      <a:pt x="10675" y="7902"/>
                      <a:pt x="10265" y="8617"/>
                    </a:cubicBezTo>
                    <a:cubicBezTo>
                      <a:pt x="9413" y="9367"/>
                      <a:pt x="9413" y="9367"/>
                      <a:pt x="8765" y="9367"/>
                    </a:cubicBezTo>
                    <a:cubicBezTo>
                      <a:pt x="8698" y="9517"/>
                      <a:pt x="8627" y="9667"/>
                      <a:pt x="8558" y="9820"/>
                    </a:cubicBezTo>
                    <a:cubicBezTo>
                      <a:pt x="8280" y="10340"/>
                      <a:pt x="8010" y="10680"/>
                      <a:pt x="7610" y="11102"/>
                    </a:cubicBezTo>
                    <a:cubicBezTo>
                      <a:pt x="4600" y="14562"/>
                      <a:pt x="2797" y="18982"/>
                      <a:pt x="1962" y="23442"/>
                    </a:cubicBezTo>
                    <a:cubicBezTo>
                      <a:pt x="1825" y="24162"/>
                      <a:pt x="1600" y="24712"/>
                      <a:pt x="1265" y="25367"/>
                    </a:cubicBezTo>
                    <a:cubicBezTo>
                      <a:pt x="120" y="32085"/>
                      <a:pt x="2253" y="40115"/>
                      <a:pt x="6030" y="45702"/>
                    </a:cubicBezTo>
                    <a:cubicBezTo>
                      <a:pt x="6590" y="46485"/>
                      <a:pt x="7198" y="47220"/>
                      <a:pt x="7852" y="47922"/>
                    </a:cubicBezTo>
                    <a:cubicBezTo>
                      <a:pt x="8265" y="48368"/>
                      <a:pt x="8638" y="48830"/>
                      <a:pt x="9015" y="49305"/>
                    </a:cubicBezTo>
                    <a:cubicBezTo>
                      <a:pt x="9623" y="50017"/>
                      <a:pt x="10218" y="50442"/>
                      <a:pt x="11062" y="50837"/>
                    </a:cubicBezTo>
                    <a:cubicBezTo>
                      <a:pt x="11487" y="51100"/>
                      <a:pt x="11755" y="51345"/>
                      <a:pt x="12097" y="51700"/>
                    </a:cubicBezTo>
                    <a:cubicBezTo>
                      <a:pt x="12775" y="52397"/>
                      <a:pt x="13513" y="52955"/>
                      <a:pt x="14312" y="53507"/>
                    </a:cubicBezTo>
                    <a:cubicBezTo>
                      <a:pt x="14382" y="53558"/>
                      <a:pt x="14382" y="53558"/>
                      <a:pt x="14740" y="53805"/>
                    </a:cubicBezTo>
                    <a:cubicBezTo>
                      <a:pt x="15782" y="54507"/>
                      <a:pt x="16790" y="55005"/>
                      <a:pt x="17985" y="55405"/>
                    </a:cubicBezTo>
                    <a:cubicBezTo>
                      <a:pt x="18515" y="55618"/>
                      <a:pt x="18515" y="55618"/>
                      <a:pt x="19015" y="56000"/>
                    </a:cubicBezTo>
                    <a:cubicBezTo>
                      <a:pt x="19570" y="56405"/>
                      <a:pt x="19955" y="56512"/>
                      <a:pt x="20625" y="56632"/>
                    </a:cubicBezTo>
                    <a:cubicBezTo>
                      <a:pt x="21245" y="56745"/>
                      <a:pt x="21778" y="56872"/>
                      <a:pt x="22362" y="57115"/>
                    </a:cubicBezTo>
                    <a:cubicBezTo>
                      <a:pt x="26290" y="58635"/>
                      <a:pt x="31405" y="58152"/>
                      <a:pt x="35485" y="57445"/>
                    </a:cubicBezTo>
                    <a:cubicBezTo>
                      <a:pt x="35705" y="57408"/>
                      <a:pt x="35928" y="57370"/>
                      <a:pt x="36155" y="57332"/>
                    </a:cubicBezTo>
                    <a:cubicBezTo>
                      <a:pt x="37518" y="57067"/>
                      <a:pt x="38570" y="56610"/>
                      <a:pt x="39760" y="55900"/>
                    </a:cubicBezTo>
                    <a:cubicBezTo>
                      <a:pt x="40422" y="55528"/>
                      <a:pt x="41007" y="55370"/>
                      <a:pt x="41750" y="55210"/>
                    </a:cubicBezTo>
                    <a:cubicBezTo>
                      <a:pt x="42945" y="54952"/>
                      <a:pt x="42945" y="54952"/>
                      <a:pt x="43345" y="54470"/>
                    </a:cubicBezTo>
                    <a:cubicBezTo>
                      <a:pt x="43372" y="54412"/>
                      <a:pt x="43372" y="54412"/>
                      <a:pt x="43515" y="54118"/>
                    </a:cubicBezTo>
                    <a:cubicBezTo>
                      <a:pt x="43488" y="54435"/>
                      <a:pt x="43455" y="54752"/>
                      <a:pt x="43422" y="55070"/>
                    </a:cubicBezTo>
                    <a:cubicBezTo>
                      <a:pt x="43405" y="55248"/>
                      <a:pt x="43388" y="55425"/>
                      <a:pt x="43370" y="55605"/>
                    </a:cubicBezTo>
                    <a:cubicBezTo>
                      <a:pt x="43255" y="56170"/>
                      <a:pt x="43175" y="56460"/>
                      <a:pt x="42765" y="56868"/>
                    </a:cubicBezTo>
                    <a:cubicBezTo>
                      <a:pt x="42185" y="56968"/>
                      <a:pt x="42185" y="56968"/>
                      <a:pt x="41485" y="56993"/>
                    </a:cubicBezTo>
                    <a:cubicBezTo>
                      <a:pt x="40595" y="57022"/>
                      <a:pt x="39945" y="57125"/>
                      <a:pt x="39122" y="57465"/>
                    </a:cubicBezTo>
                    <a:cubicBezTo>
                      <a:pt x="37872" y="57960"/>
                      <a:pt x="36588" y="58155"/>
                      <a:pt x="35265" y="58350"/>
                    </a:cubicBezTo>
                    <a:cubicBezTo>
                      <a:pt x="34848" y="58412"/>
                      <a:pt x="34432" y="58480"/>
                      <a:pt x="34015" y="58547"/>
                    </a:cubicBezTo>
                    <a:cubicBezTo>
                      <a:pt x="31130" y="59000"/>
                      <a:pt x="28312" y="58925"/>
                      <a:pt x="25405" y="58680"/>
                    </a:cubicBezTo>
                    <a:cubicBezTo>
                      <a:pt x="25170" y="58665"/>
                      <a:pt x="24935" y="58647"/>
                      <a:pt x="24695" y="58632"/>
                    </a:cubicBezTo>
                    <a:cubicBezTo>
                      <a:pt x="23430" y="58525"/>
                      <a:pt x="22600" y="58372"/>
                      <a:pt x="21595" y="57587"/>
                    </a:cubicBezTo>
                    <a:cubicBezTo>
                      <a:pt x="21045" y="57218"/>
                      <a:pt x="20492" y="57240"/>
                      <a:pt x="19845" y="57227"/>
                    </a:cubicBezTo>
                    <a:cubicBezTo>
                      <a:pt x="18615" y="57197"/>
                      <a:pt x="18615" y="57197"/>
                      <a:pt x="18105" y="56782"/>
                    </a:cubicBezTo>
                    <a:cubicBezTo>
                      <a:pt x="17992" y="56645"/>
                      <a:pt x="17880" y="56507"/>
                      <a:pt x="17765" y="56368"/>
                    </a:cubicBezTo>
                    <a:cubicBezTo>
                      <a:pt x="17205" y="55737"/>
                      <a:pt x="16832" y="55520"/>
                      <a:pt x="16015" y="55320"/>
                    </a:cubicBezTo>
                    <a:cubicBezTo>
                      <a:pt x="14078" y="54722"/>
                      <a:pt x="12400" y="53352"/>
                      <a:pt x="11043" y="51870"/>
                    </a:cubicBezTo>
                    <a:cubicBezTo>
                      <a:pt x="10718" y="51572"/>
                      <a:pt x="10403" y="51430"/>
                      <a:pt x="10000" y="51257"/>
                    </a:cubicBezTo>
                    <a:cubicBezTo>
                      <a:pt x="9237" y="50912"/>
                      <a:pt x="8978" y="50487"/>
                      <a:pt x="8562" y="49780"/>
                    </a:cubicBezTo>
                    <a:cubicBezTo>
                      <a:pt x="8202" y="49280"/>
                      <a:pt x="7795" y="48965"/>
                      <a:pt x="7312" y="48585"/>
                    </a:cubicBezTo>
                    <a:cubicBezTo>
                      <a:pt x="6200" y="47658"/>
                      <a:pt x="5600" y="46592"/>
                      <a:pt x="4925" y="45332"/>
                    </a:cubicBezTo>
                    <a:cubicBezTo>
                      <a:pt x="4660" y="44840"/>
                      <a:pt x="4372" y="44428"/>
                      <a:pt x="4005" y="44005"/>
                    </a:cubicBezTo>
                    <a:cubicBezTo>
                      <a:pt x="3422" y="43303"/>
                      <a:pt x="3157" y="42553"/>
                      <a:pt x="2875" y="41695"/>
                    </a:cubicBezTo>
                    <a:cubicBezTo>
                      <a:pt x="2823" y="41542"/>
                      <a:pt x="2770" y="41390"/>
                      <a:pt x="2715" y="41232"/>
                    </a:cubicBezTo>
                    <a:cubicBezTo>
                      <a:pt x="2337" y="40128"/>
                      <a:pt x="2005" y="39015"/>
                      <a:pt x="1710" y="37887"/>
                    </a:cubicBezTo>
                    <a:cubicBezTo>
                      <a:pt x="1515" y="37368"/>
                      <a:pt x="1515" y="37368"/>
                      <a:pt x="1140" y="36908"/>
                    </a:cubicBezTo>
                    <a:cubicBezTo>
                      <a:pt x="712" y="36292"/>
                      <a:pt x="648" y="35933"/>
                      <a:pt x="593" y="35190"/>
                    </a:cubicBezTo>
                    <a:cubicBezTo>
                      <a:pt x="573" y="34968"/>
                      <a:pt x="555" y="34743"/>
                      <a:pt x="535" y="34510"/>
                    </a:cubicBezTo>
                    <a:cubicBezTo>
                      <a:pt x="517" y="34278"/>
                      <a:pt x="503" y="34045"/>
                      <a:pt x="485" y="33805"/>
                    </a:cubicBezTo>
                    <a:cubicBezTo>
                      <a:pt x="448" y="33345"/>
                      <a:pt x="410" y="32885"/>
                      <a:pt x="372" y="32425"/>
                    </a:cubicBezTo>
                    <a:cubicBezTo>
                      <a:pt x="355" y="32202"/>
                      <a:pt x="340" y="31980"/>
                      <a:pt x="320" y="31750"/>
                    </a:cubicBezTo>
                    <a:cubicBezTo>
                      <a:pt x="273" y="31185"/>
                      <a:pt x="203" y="30627"/>
                      <a:pt x="125" y="30065"/>
                    </a:cubicBezTo>
                    <a:cubicBezTo>
                      <a:pt x="0" y="29115"/>
                      <a:pt x="0" y="28197"/>
                      <a:pt x="62" y="27242"/>
                    </a:cubicBezTo>
                    <a:cubicBezTo>
                      <a:pt x="73" y="27077"/>
                      <a:pt x="85" y="26912"/>
                      <a:pt x="95" y="26742"/>
                    </a:cubicBezTo>
                    <a:cubicBezTo>
                      <a:pt x="190" y="25642"/>
                      <a:pt x="427" y="24882"/>
                      <a:pt x="1008" y="23935"/>
                    </a:cubicBezTo>
                    <a:cubicBezTo>
                      <a:pt x="1380" y="23117"/>
                      <a:pt x="1485" y="22282"/>
                      <a:pt x="1625" y="21397"/>
                    </a:cubicBezTo>
                    <a:cubicBezTo>
                      <a:pt x="1907" y="19670"/>
                      <a:pt x="2395" y="18392"/>
                      <a:pt x="3265" y="16867"/>
                    </a:cubicBezTo>
                    <a:cubicBezTo>
                      <a:pt x="3625" y="16117"/>
                      <a:pt x="3942" y="15370"/>
                      <a:pt x="4175" y="14570"/>
                    </a:cubicBezTo>
                    <a:cubicBezTo>
                      <a:pt x="4605" y="13100"/>
                      <a:pt x="5218" y="12220"/>
                      <a:pt x="6265" y="11117"/>
                    </a:cubicBezTo>
                    <a:cubicBezTo>
                      <a:pt x="6660" y="10642"/>
                      <a:pt x="7050" y="10165"/>
                      <a:pt x="7442" y="9688"/>
                    </a:cubicBezTo>
                    <a:cubicBezTo>
                      <a:pt x="7765" y="9367"/>
                      <a:pt x="7765" y="9367"/>
                      <a:pt x="8265" y="9367"/>
                    </a:cubicBezTo>
                    <a:cubicBezTo>
                      <a:pt x="8323" y="9237"/>
                      <a:pt x="8380" y="9110"/>
                      <a:pt x="8438" y="8977"/>
                    </a:cubicBezTo>
                    <a:cubicBezTo>
                      <a:pt x="9343" y="7292"/>
                      <a:pt x="10085" y="6452"/>
                      <a:pt x="11890" y="5700"/>
                    </a:cubicBezTo>
                    <a:cubicBezTo>
                      <a:pt x="12448" y="5402"/>
                      <a:pt x="12680" y="5217"/>
                      <a:pt x="13087" y="4770"/>
                    </a:cubicBezTo>
                    <a:cubicBezTo>
                      <a:pt x="13877" y="3935"/>
                      <a:pt x="14837" y="3542"/>
                      <a:pt x="15875" y="3085"/>
                    </a:cubicBezTo>
                    <a:cubicBezTo>
                      <a:pt x="16245" y="2917"/>
                      <a:pt x="16615" y="2750"/>
                      <a:pt x="16982" y="2582"/>
                    </a:cubicBezTo>
                    <a:cubicBezTo>
                      <a:pt x="17162" y="2505"/>
                      <a:pt x="17340" y="2425"/>
                      <a:pt x="17522" y="2342"/>
                    </a:cubicBezTo>
                    <a:cubicBezTo>
                      <a:pt x="17940" y="2152"/>
                      <a:pt x="18335" y="1945"/>
                      <a:pt x="18737" y="1722"/>
                    </a:cubicBezTo>
                    <a:cubicBezTo>
                      <a:pt x="19800" y="1190"/>
                      <a:pt x="20955" y="945"/>
                      <a:pt x="22110" y="695"/>
                    </a:cubicBezTo>
                    <a:cubicBezTo>
                      <a:pt x="22235" y="667"/>
                      <a:pt x="22362" y="640"/>
                      <a:pt x="22492" y="612"/>
                    </a:cubicBezTo>
                    <a:cubicBezTo>
                      <a:pt x="24905" y="102"/>
                      <a:pt x="27288" y="0"/>
                      <a:pt x="29750" y="7"/>
                    </a:cubicBezTo>
                    <a:close/>
                  </a:path>
                </a:pathLst>
              </a:custGeom>
              <a:solidFill>
                <a:srgbClr val="DCE2EB"/>
              </a:solidFill>
              <a:ln w="0">
                <a:noFill/>
              </a:ln>
            </p:spPr>
          </p:sp>
          <p:sp>
            <p:nvSpPr>
              <p:cNvPr id="16" name="globe vector"/>
              <p:cNvSpPr/>
              <p:nvPr/>
            </p:nvSpPr>
            <p:spPr>
              <a:xfrm>
                <a:off x="742950" y="1271016"/>
                <a:ext cx="146030" cy="152636"/>
              </a:xfrm>
              <a:custGeom>
                <a:avLst/>
                <a:gdLst/>
                <a:ahLst/>
                <a:cxnLst/>
                <a:rect l="0" t="0" r="r" b="b"/>
                <a:pathLst>
                  <a:path w="15970" h="16692" fill="norm" stroke="0">
                    <a:moveTo>
                      <a:pt x="750" y="0"/>
                    </a:moveTo>
                    <a:cubicBezTo>
                      <a:pt x="1608" y="123"/>
                      <a:pt x="2183" y="352"/>
                      <a:pt x="2912" y="808"/>
                    </a:cubicBezTo>
                    <a:cubicBezTo>
                      <a:pt x="3447" y="1113"/>
                      <a:pt x="4013" y="1310"/>
                      <a:pt x="4595" y="1515"/>
                    </a:cubicBezTo>
                    <a:cubicBezTo>
                      <a:pt x="4715" y="1560"/>
                      <a:pt x="4835" y="1602"/>
                      <a:pt x="4960" y="1648"/>
                    </a:cubicBezTo>
                    <a:cubicBezTo>
                      <a:pt x="5600" y="1875"/>
                      <a:pt x="6225" y="2053"/>
                      <a:pt x="6890" y="2188"/>
                    </a:cubicBezTo>
                    <a:cubicBezTo>
                      <a:pt x="8600" y="2648"/>
                      <a:pt x="10165" y="4282"/>
                      <a:pt x="11210" y="5655"/>
                    </a:cubicBezTo>
                    <a:cubicBezTo>
                      <a:pt x="11648" y="6178"/>
                      <a:pt x="12175" y="6572"/>
                      <a:pt x="12715" y="6980"/>
                    </a:cubicBezTo>
                    <a:cubicBezTo>
                      <a:pt x="12810" y="7070"/>
                      <a:pt x="12903" y="7157"/>
                      <a:pt x="13000" y="7250"/>
                    </a:cubicBezTo>
                    <a:cubicBezTo>
                      <a:pt x="13000" y="7415"/>
                      <a:pt x="13000" y="7580"/>
                      <a:pt x="13000" y="7750"/>
                    </a:cubicBezTo>
                    <a:cubicBezTo>
                      <a:pt x="13148" y="7812"/>
                      <a:pt x="13298" y="7875"/>
                      <a:pt x="13450" y="7938"/>
                    </a:cubicBezTo>
                    <a:cubicBezTo>
                      <a:pt x="14080" y="8295"/>
                      <a:pt x="14375" y="8650"/>
                      <a:pt x="14798" y="9235"/>
                    </a:cubicBezTo>
                    <a:cubicBezTo>
                      <a:pt x="14925" y="9407"/>
                      <a:pt x="15052" y="9580"/>
                      <a:pt x="15183" y="9757"/>
                    </a:cubicBezTo>
                    <a:cubicBezTo>
                      <a:pt x="15970" y="10980"/>
                      <a:pt x="15892" y="12335"/>
                      <a:pt x="15750" y="13750"/>
                    </a:cubicBezTo>
                    <a:cubicBezTo>
                      <a:pt x="15530" y="14385"/>
                      <a:pt x="15227" y="14782"/>
                      <a:pt x="14750" y="15250"/>
                    </a:cubicBezTo>
                    <a:cubicBezTo>
                      <a:pt x="14632" y="15370"/>
                      <a:pt x="14513" y="15493"/>
                      <a:pt x="14390" y="15618"/>
                    </a:cubicBezTo>
                    <a:cubicBezTo>
                      <a:pt x="13308" y="16555"/>
                      <a:pt x="12285" y="16692"/>
                      <a:pt x="10875" y="16618"/>
                    </a:cubicBezTo>
                    <a:cubicBezTo>
                      <a:pt x="10095" y="16470"/>
                      <a:pt x="9815" y="16280"/>
                      <a:pt x="9338" y="15668"/>
                    </a:cubicBezTo>
                    <a:cubicBezTo>
                      <a:pt x="8890" y="15115"/>
                      <a:pt x="8362" y="14668"/>
                      <a:pt x="7828" y="14202"/>
                    </a:cubicBezTo>
                    <a:cubicBezTo>
                      <a:pt x="4007" y="10798"/>
                      <a:pt x="4007" y="10798"/>
                      <a:pt x="3000" y="9000"/>
                    </a:cubicBezTo>
                    <a:cubicBezTo>
                      <a:pt x="2917" y="8868"/>
                      <a:pt x="2833" y="8735"/>
                      <a:pt x="2748" y="8600"/>
                    </a:cubicBezTo>
                    <a:cubicBezTo>
                      <a:pt x="2153" y="7630"/>
                      <a:pt x="1782" y="6668"/>
                      <a:pt x="1447" y="5582"/>
                    </a:cubicBezTo>
                    <a:cubicBezTo>
                      <a:pt x="1243" y="4975"/>
                      <a:pt x="990" y="4410"/>
                      <a:pt x="720" y="3827"/>
                    </a:cubicBezTo>
                    <a:cubicBezTo>
                      <a:pt x="320" y="2940"/>
                      <a:pt x="23" y="2227"/>
                      <a:pt x="0" y="1250"/>
                    </a:cubicBezTo>
                    <a:cubicBezTo>
                      <a:pt x="200" y="770"/>
                      <a:pt x="438" y="425"/>
                      <a:pt x="750" y="0"/>
                    </a:cubicBezTo>
                    <a:close/>
                  </a:path>
                </a:pathLst>
              </a:custGeom>
              <a:solidFill>
                <a:srgbClr val="898EA1"/>
              </a:solidFill>
              <a:ln w="0">
                <a:noFill/>
              </a:ln>
            </p:spPr>
          </p:sp>
          <p:sp>
            <p:nvSpPr>
              <p:cNvPr id="17" name="globe vector"/>
              <p:cNvSpPr/>
              <p:nvPr/>
            </p:nvSpPr>
            <p:spPr>
              <a:xfrm>
                <a:off x="513459" y="1016091"/>
                <a:ext cx="96904" cy="241973"/>
              </a:xfrm>
              <a:custGeom>
                <a:avLst/>
                <a:gdLst/>
                <a:ahLst/>
                <a:cxnLst/>
                <a:rect l="0" t="0" r="r" b="b"/>
                <a:pathLst>
                  <a:path w="10598" h="26462" fill="norm" stroke="0">
                    <a:moveTo>
                      <a:pt x="4868" y="50"/>
                    </a:moveTo>
                    <a:cubicBezTo>
                      <a:pt x="5255" y="50"/>
                      <a:pt x="5642" y="45"/>
                      <a:pt x="6030" y="37"/>
                    </a:cubicBezTo>
                    <a:cubicBezTo>
                      <a:pt x="8393" y="22"/>
                      <a:pt x="8393" y="22"/>
                      <a:pt x="9348" y="880"/>
                    </a:cubicBezTo>
                    <a:cubicBezTo>
                      <a:pt x="9562" y="1248"/>
                      <a:pt x="9562" y="1248"/>
                      <a:pt x="9645" y="1645"/>
                    </a:cubicBezTo>
                    <a:cubicBezTo>
                      <a:pt x="9663" y="1720"/>
                      <a:pt x="9663" y="1720"/>
                      <a:pt x="9747" y="2105"/>
                    </a:cubicBezTo>
                    <a:cubicBezTo>
                      <a:pt x="9765" y="2190"/>
                      <a:pt x="9765" y="2190"/>
                      <a:pt x="9848" y="2630"/>
                    </a:cubicBezTo>
                    <a:cubicBezTo>
                      <a:pt x="9890" y="2835"/>
                      <a:pt x="9935" y="3043"/>
                      <a:pt x="9978" y="3255"/>
                    </a:cubicBezTo>
                    <a:cubicBezTo>
                      <a:pt x="10108" y="3877"/>
                      <a:pt x="10228" y="4502"/>
                      <a:pt x="10348" y="5130"/>
                    </a:cubicBezTo>
                    <a:cubicBezTo>
                      <a:pt x="10410" y="5343"/>
                      <a:pt x="10470" y="5555"/>
                      <a:pt x="10535" y="5775"/>
                    </a:cubicBezTo>
                    <a:cubicBezTo>
                      <a:pt x="10598" y="6380"/>
                      <a:pt x="10598" y="6380"/>
                      <a:pt x="10292" y="6840"/>
                    </a:cubicBezTo>
                    <a:cubicBezTo>
                      <a:pt x="10215" y="6907"/>
                      <a:pt x="10215" y="6907"/>
                      <a:pt x="9833" y="7255"/>
                    </a:cubicBezTo>
                    <a:cubicBezTo>
                      <a:pt x="9670" y="7402"/>
                      <a:pt x="9508" y="7552"/>
                      <a:pt x="9340" y="7705"/>
                    </a:cubicBezTo>
                    <a:cubicBezTo>
                      <a:pt x="8798" y="8172"/>
                      <a:pt x="8252" y="8632"/>
                      <a:pt x="7697" y="9087"/>
                    </a:cubicBezTo>
                    <a:cubicBezTo>
                      <a:pt x="6458" y="10120"/>
                      <a:pt x="5650" y="11230"/>
                      <a:pt x="4847" y="12630"/>
                    </a:cubicBezTo>
                    <a:cubicBezTo>
                      <a:pt x="4693" y="12860"/>
                      <a:pt x="4535" y="13093"/>
                      <a:pt x="4380" y="13325"/>
                    </a:cubicBezTo>
                    <a:cubicBezTo>
                      <a:pt x="3195" y="15215"/>
                      <a:pt x="2928" y="16987"/>
                      <a:pt x="2925" y="19175"/>
                    </a:cubicBezTo>
                    <a:cubicBezTo>
                      <a:pt x="2925" y="19302"/>
                      <a:pt x="2922" y="19427"/>
                      <a:pt x="2922" y="19557"/>
                    </a:cubicBezTo>
                    <a:cubicBezTo>
                      <a:pt x="2915" y="21305"/>
                      <a:pt x="3215" y="22680"/>
                      <a:pt x="3910" y="24260"/>
                    </a:cubicBezTo>
                    <a:cubicBezTo>
                      <a:pt x="4127" y="24982"/>
                      <a:pt x="4050" y="25410"/>
                      <a:pt x="3847" y="26130"/>
                    </a:cubicBezTo>
                    <a:cubicBezTo>
                      <a:pt x="3133" y="26462"/>
                      <a:pt x="2587" y="26330"/>
                      <a:pt x="1833" y="26175"/>
                    </a:cubicBezTo>
                    <a:cubicBezTo>
                      <a:pt x="1612" y="26132"/>
                      <a:pt x="1392" y="26090"/>
                      <a:pt x="1167" y="26045"/>
                    </a:cubicBezTo>
                    <a:cubicBezTo>
                      <a:pt x="598" y="25880"/>
                      <a:pt x="598" y="25880"/>
                      <a:pt x="98" y="25380"/>
                    </a:cubicBezTo>
                    <a:cubicBezTo>
                      <a:pt x="32" y="24985"/>
                      <a:pt x="32" y="24985"/>
                      <a:pt x="30" y="24513"/>
                    </a:cubicBezTo>
                    <a:cubicBezTo>
                      <a:pt x="27" y="24335"/>
                      <a:pt x="25" y="24158"/>
                      <a:pt x="23" y="23975"/>
                    </a:cubicBezTo>
                    <a:cubicBezTo>
                      <a:pt x="23" y="23785"/>
                      <a:pt x="23" y="23593"/>
                      <a:pt x="23" y="23397"/>
                    </a:cubicBezTo>
                    <a:cubicBezTo>
                      <a:pt x="20" y="23200"/>
                      <a:pt x="20" y="23002"/>
                      <a:pt x="20" y="22800"/>
                    </a:cubicBezTo>
                    <a:cubicBezTo>
                      <a:pt x="17" y="22385"/>
                      <a:pt x="17" y="21968"/>
                      <a:pt x="17" y="21550"/>
                    </a:cubicBezTo>
                    <a:cubicBezTo>
                      <a:pt x="20" y="20915"/>
                      <a:pt x="12" y="20277"/>
                      <a:pt x="8" y="19642"/>
                    </a:cubicBezTo>
                    <a:cubicBezTo>
                      <a:pt x="8" y="19237"/>
                      <a:pt x="8" y="18832"/>
                      <a:pt x="8" y="18427"/>
                    </a:cubicBezTo>
                    <a:cubicBezTo>
                      <a:pt x="5" y="18237"/>
                      <a:pt x="2" y="18048"/>
                      <a:pt x="0" y="17853"/>
                    </a:cubicBezTo>
                    <a:cubicBezTo>
                      <a:pt x="8" y="17010"/>
                      <a:pt x="25" y="16507"/>
                      <a:pt x="445" y="15765"/>
                    </a:cubicBezTo>
                    <a:cubicBezTo>
                      <a:pt x="922" y="15307"/>
                      <a:pt x="1250" y="15192"/>
                      <a:pt x="1895" y="15067"/>
                    </a:cubicBezTo>
                    <a:cubicBezTo>
                      <a:pt x="2072" y="15030"/>
                      <a:pt x="2252" y="14992"/>
                      <a:pt x="2438" y="14952"/>
                    </a:cubicBezTo>
                    <a:cubicBezTo>
                      <a:pt x="2505" y="14940"/>
                      <a:pt x="2505" y="14940"/>
                      <a:pt x="2847" y="14880"/>
                    </a:cubicBezTo>
                    <a:cubicBezTo>
                      <a:pt x="2962" y="13632"/>
                      <a:pt x="2940" y="12725"/>
                      <a:pt x="2170" y="11707"/>
                    </a:cubicBezTo>
                    <a:cubicBezTo>
                      <a:pt x="1718" y="11245"/>
                      <a:pt x="1222" y="10915"/>
                      <a:pt x="665" y="10595"/>
                    </a:cubicBezTo>
                    <a:cubicBezTo>
                      <a:pt x="348" y="10380"/>
                      <a:pt x="348" y="10380"/>
                      <a:pt x="98" y="9880"/>
                    </a:cubicBezTo>
                    <a:cubicBezTo>
                      <a:pt x="65" y="9490"/>
                      <a:pt x="65" y="9490"/>
                      <a:pt x="60" y="9027"/>
                    </a:cubicBezTo>
                    <a:cubicBezTo>
                      <a:pt x="60" y="8853"/>
                      <a:pt x="57" y="8680"/>
                      <a:pt x="57" y="8500"/>
                    </a:cubicBezTo>
                    <a:cubicBezTo>
                      <a:pt x="55" y="8315"/>
                      <a:pt x="55" y="8127"/>
                      <a:pt x="55" y="7932"/>
                    </a:cubicBezTo>
                    <a:cubicBezTo>
                      <a:pt x="55" y="7742"/>
                      <a:pt x="55" y="7550"/>
                      <a:pt x="53" y="7350"/>
                    </a:cubicBezTo>
                    <a:cubicBezTo>
                      <a:pt x="53" y="6945"/>
                      <a:pt x="50" y="6537"/>
                      <a:pt x="50" y="6130"/>
                    </a:cubicBezTo>
                    <a:cubicBezTo>
                      <a:pt x="50" y="5507"/>
                      <a:pt x="45" y="4882"/>
                      <a:pt x="42" y="4260"/>
                    </a:cubicBezTo>
                    <a:cubicBezTo>
                      <a:pt x="40" y="3865"/>
                      <a:pt x="40" y="3470"/>
                      <a:pt x="40" y="3075"/>
                    </a:cubicBezTo>
                    <a:cubicBezTo>
                      <a:pt x="38" y="2888"/>
                      <a:pt x="38" y="2700"/>
                      <a:pt x="35" y="2507"/>
                    </a:cubicBezTo>
                    <a:cubicBezTo>
                      <a:pt x="35" y="2332"/>
                      <a:pt x="35" y="2160"/>
                      <a:pt x="38" y="1980"/>
                    </a:cubicBezTo>
                    <a:cubicBezTo>
                      <a:pt x="38" y="1828"/>
                      <a:pt x="35" y="1675"/>
                      <a:pt x="35" y="1517"/>
                    </a:cubicBezTo>
                    <a:cubicBezTo>
                      <a:pt x="98" y="1130"/>
                      <a:pt x="98" y="1130"/>
                      <a:pt x="598" y="630"/>
                    </a:cubicBezTo>
                    <a:cubicBezTo>
                      <a:pt x="1930" y="0"/>
                      <a:pt x="3425" y="45"/>
                      <a:pt x="4868" y="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8" name="globe vector"/>
              <p:cNvSpPr/>
              <p:nvPr/>
            </p:nvSpPr>
            <p:spPr>
              <a:xfrm>
                <a:off x="235161" y="877070"/>
                <a:ext cx="502074" cy="521711"/>
              </a:xfrm>
              <a:custGeom>
                <a:avLst/>
                <a:gdLst/>
                <a:ahLst/>
                <a:cxnLst/>
                <a:rect l="0" t="0" r="r" b="b"/>
                <a:pathLst>
                  <a:path w="54908" h="57055" fill="norm" stroke="0">
                    <a:moveTo>
                      <a:pt x="34282" y="582"/>
                    </a:moveTo>
                    <a:cubicBezTo>
                      <a:pt x="34405" y="608"/>
                      <a:pt x="34527" y="630"/>
                      <a:pt x="34655" y="655"/>
                    </a:cubicBezTo>
                    <a:cubicBezTo>
                      <a:pt x="37752" y="1285"/>
                      <a:pt x="40752" y="2417"/>
                      <a:pt x="43282" y="4332"/>
                    </a:cubicBezTo>
                    <a:cubicBezTo>
                      <a:pt x="43442" y="4447"/>
                      <a:pt x="43602" y="4562"/>
                      <a:pt x="43765" y="4680"/>
                    </a:cubicBezTo>
                    <a:cubicBezTo>
                      <a:pt x="45122" y="5672"/>
                      <a:pt x="46412" y="6745"/>
                      <a:pt x="47707" y="7817"/>
                    </a:cubicBezTo>
                    <a:cubicBezTo>
                      <a:pt x="48032" y="8082"/>
                      <a:pt x="48360" y="8340"/>
                      <a:pt x="48690" y="8600"/>
                    </a:cubicBezTo>
                    <a:cubicBezTo>
                      <a:pt x="51332" y="10715"/>
                      <a:pt x="54122" y="14995"/>
                      <a:pt x="54782" y="18332"/>
                    </a:cubicBezTo>
                    <a:cubicBezTo>
                      <a:pt x="54858" y="19135"/>
                      <a:pt x="54908" y="19840"/>
                      <a:pt x="54532" y="20567"/>
                    </a:cubicBezTo>
                    <a:cubicBezTo>
                      <a:pt x="54450" y="20655"/>
                      <a:pt x="54368" y="20742"/>
                      <a:pt x="54282" y="20832"/>
                    </a:cubicBezTo>
                    <a:cubicBezTo>
                      <a:pt x="54005" y="20802"/>
                      <a:pt x="53730" y="20772"/>
                      <a:pt x="53455" y="20737"/>
                    </a:cubicBezTo>
                    <a:cubicBezTo>
                      <a:pt x="53300" y="20722"/>
                      <a:pt x="53147" y="20705"/>
                      <a:pt x="52988" y="20685"/>
                    </a:cubicBezTo>
                    <a:cubicBezTo>
                      <a:pt x="52457" y="20565"/>
                      <a:pt x="52202" y="20430"/>
                      <a:pt x="51782" y="20082"/>
                    </a:cubicBezTo>
                    <a:cubicBezTo>
                      <a:pt x="51488" y="19560"/>
                      <a:pt x="51488" y="19560"/>
                      <a:pt x="51207" y="18920"/>
                    </a:cubicBezTo>
                    <a:cubicBezTo>
                      <a:pt x="51100" y="18688"/>
                      <a:pt x="50995" y="18455"/>
                      <a:pt x="50890" y="18220"/>
                    </a:cubicBezTo>
                    <a:cubicBezTo>
                      <a:pt x="50725" y="17855"/>
                      <a:pt x="50565" y="17490"/>
                      <a:pt x="50402" y="17122"/>
                    </a:cubicBezTo>
                    <a:cubicBezTo>
                      <a:pt x="49260" y="14527"/>
                      <a:pt x="49260" y="14527"/>
                      <a:pt x="48032" y="13832"/>
                    </a:cubicBezTo>
                    <a:cubicBezTo>
                      <a:pt x="46762" y="13832"/>
                      <a:pt x="45588" y="14392"/>
                      <a:pt x="44532" y="15082"/>
                    </a:cubicBezTo>
                    <a:cubicBezTo>
                      <a:pt x="44162" y="15497"/>
                      <a:pt x="44030" y="15698"/>
                      <a:pt x="44037" y="16255"/>
                    </a:cubicBezTo>
                    <a:cubicBezTo>
                      <a:pt x="44067" y="16410"/>
                      <a:pt x="44098" y="16565"/>
                      <a:pt x="44128" y="16722"/>
                    </a:cubicBezTo>
                    <a:cubicBezTo>
                      <a:pt x="44252" y="17545"/>
                      <a:pt x="44315" y="18345"/>
                      <a:pt x="44330" y="19177"/>
                    </a:cubicBezTo>
                    <a:cubicBezTo>
                      <a:pt x="44332" y="19385"/>
                      <a:pt x="44338" y="19592"/>
                      <a:pt x="44340" y="19807"/>
                    </a:cubicBezTo>
                    <a:cubicBezTo>
                      <a:pt x="44282" y="20332"/>
                      <a:pt x="44282" y="20332"/>
                      <a:pt x="43782" y="20832"/>
                    </a:cubicBezTo>
                    <a:cubicBezTo>
                      <a:pt x="43167" y="20942"/>
                      <a:pt x="42865" y="20992"/>
                      <a:pt x="42282" y="20832"/>
                    </a:cubicBezTo>
                    <a:cubicBezTo>
                      <a:pt x="41108" y="19970"/>
                      <a:pt x="40530" y="18477"/>
                      <a:pt x="40282" y="17082"/>
                    </a:cubicBezTo>
                    <a:cubicBezTo>
                      <a:pt x="40390" y="16515"/>
                      <a:pt x="40390" y="16515"/>
                      <a:pt x="40532" y="16082"/>
                    </a:cubicBezTo>
                    <a:cubicBezTo>
                      <a:pt x="40615" y="16285"/>
                      <a:pt x="40695" y="16487"/>
                      <a:pt x="40780" y="16695"/>
                    </a:cubicBezTo>
                    <a:cubicBezTo>
                      <a:pt x="40890" y="16965"/>
                      <a:pt x="41000" y="17235"/>
                      <a:pt x="41110" y="17505"/>
                    </a:cubicBezTo>
                    <a:cubicBezTo>
                      <a:pt x="41165" y="17638"/>
                      <a:pt x="41218" y="17770"/>
                      <a:pt x="41273" y="17905"/>
                    </a:cubicBezTo>
                    <a:cubicBezTo>
                      <a:pt x="41625" y="18768"/>
                      <a:pt x="42002" y="19565"/>
                      <a:pt x="42532" y="20332"/>
                    </a:cubicBezTo>
                    <a:cubicBezTo>
                      <a:pt x="43080" y="20410"/>
                      <a:pt x="43080" y="20410"/>
                      <a:pt x="43532" y="20332"/>
                    </a:cubicBezTo>
                    <a:cubicBezTo>
                      <a:pt x="43773" y="19240"/>
                      <a:pt x="43810" y="18492"/>
                      <a:pt x="43408" y="17450"/>
                    </a:cubicBezTo>
                    <a:cubicBezTo>
                      <a:pt x="43177" y="16775"/>
                      <a:pt x="43192" y="16295"/>
                      <a:pt x="43282" y="15582"/>
                    </a:cubicBezTo>
                    <a:cubicBezTo>
                      <a:pt x="43762" y="14617"/>
                      <a:pt x="44477" y="14175"/>
                      <a:pt x="45440" y="13755"/>
                    </a:cubicBezTo>
                    <a:cubicBezTo>
                      <a:pt x="45782" y="13582"/>
                      <a:pt x="45782" y="13582"/>
                      <a:pt x="46158" y="13160"/>
                    </a:cubicBezTo>
                    <a:cubicBezTo>
                      <a:pt x="46532" y="12832"/>
                      <a:pt x="46532" y="12832"/>
                      <a:pt x="47235" y="12707"/>
                    </a:cubicBezTo>
                    <a:cubicBezTo>
                      <a:pt x="48052" y="12765"/>
                      <a:pt x="48555" y="13062"/>
                      <a:pt x="49155" y="13608"/>
                    </a:cubicBezTo>
                    <a:cubicBezTo>
                      <a:pt x="49738" y="14342"/>
                      <a:pt x="50125" y="15160"/>
                      <a:pt x="50510" y="16013"/>
                    </a:cubicBezTo>
                    <a:cubicBezTo>
                      <a:pt x="50852" y="16765"/>
                      <a:pt x="51172" y="17260"/>
                      <a:pt x="51782" y="17832"/>
                    </a:cubicBezTo>
                    <a:cubicBezTo>
                      <a:pt x="52055" y="18218"/>
                      <a:pt x="52322" y="18608"/>
                      <a:pt x="52580" y="19005"/>
                    </a:cubicBezTo>
                    <a:cubicBezTo>
                      <a:pt x="52713" y="19207"/>
                      <a:pt x="52845" y="19408"/>
                      <a:pt x="52980" y="19617"/>
                    </a:cubicBezTo>
                    <a:cubicBezTo>
                      <a:pt x="53080" y="19770"/>
                      <a:pt x="53180" y="19925"/>
                      <a:pt x="53282" y="20082"/>
                    </a:cubicBezTo>
                    <a:cubicBezTo>
                      <a:pt x="53530" y="20000"/>
                      <a:pt x="53778" y="19918"/>
                      <a:pt x="54032" y="19832"/>
                    </a:cubicBezTo>
                    <a:cubicBezTo>
                      <a:pt x="54270" y="17415"/>
                      <a:pt x="53190" y="15710"/>
                      <a:pt x="51825" y="13795"/>
                    </a:cubicBezTo>
                    <a:cubicBezTo>
                      <a:pt x="51532" y="13332"/>
                      <a:pt x="51532" y="13332"/>
                      <a:pt x="51532" y="12832"/>
                    </a:cubicBezTo>
                    <a:cubicBezTo>
                      <a:pt x="51368" y="12832"/>
                      <a:pt x="51202" y="12832"/>
                      <a:pt x="51032" y="12832"/>
                    </a:cubicBezTo>
                    <a:cubicBezTo>
                      <a:pt x="50755" y="12602"/>
                      <a:pt x="50755" y="12602"/>
                      <a:pt x="50455" y="12285"/>
                    </a:cubicBezTo>
                    <a:cubicBezTo>
                      <a:pt x="50122" y="11938"/>
                      <a:pt x="49798" y="11595"/>
                      <a:pt x="49440" y="11275"/>
                    </a:cubicBezTo>
                    <a:cubicBezTo>
                      <a:pt x="48838" y="10725"/>
                      <a:pt x="48490" y="10335"/>
                      <a:pt x="48282" y="9535"/>
                    </a:cubicBezTo>
                    <a:cubicBezTo>
                      <a:pt x="48200" y="9302"/>
                      <a:pt x="48118" y="9072"/>
                      <a:pt x="48032" y="8832"/>
                    </a:cubicBezTo>
                    <a:cubicBezTo>
                      <a:pt x="47470" y="8567"/>
                      <a:pt x="47470" y="8567"/>
                      <a:pt x="46782" y="8332"/>
                    </a:cubicBezTo>
                    <a:cubicBezTo>
                      <a:pt x="46402" y="8052"/>
                      <a:pt x="46055" y="7747"/>
                      <a:pt x="45697" y="7440"/>
                    </a:cubicBezTo>
                    <a:cubicBezTo>
                      <a:pt x="44472" y="6388"/>
                      <a:pt x="43240" y="5513"/>
                      <a:pt x="41775" y="4830"/>
                    </a:cubicBezTo>
                    <a:cubicBezTo>
                      <a:pt x="41280" y="4580"/>
                      <a:pt x="40848" y="4290"/>
                      <a:pt x="40392" y="3972"/>
                    </a:cubicBezTo>
                    <a:cubicBezTo>
                      <a:pt x="38905" y="3025"/>
                      <a:pt x="37210" y="2580"/>
                      <a:pt x="35532" y="2082"/>
                    </a:cubicBezTo>
                    <a:cubicBezTo>
                      <a:pt x="35400" y="2040"/>
                      <a:pt x="35268" y="1998"/>
                      <a:pt x="35130" y="1955"/>
                    </a:cubicBezTo>
                    <a:cubicBezTo>
                      <a:pt x="32472" y="1125"/>
                      <a:pt x="29788" y="1252"/>
                      <a:pt x="27032" y="1332"/>
                    </a:cubicBezTo>
                    <a:cubicBezTo>
                      <a:pt x="26822" y="1337"/>
                      <a:pt x="26610" y="1340"/>
                      <a:pt x="26392" y="1345"/>
                    </a:cubicBezTo>
                    <a:cubicBezTo>
                      <a:pt x="22427" y="1420"/>
                      <a:pt x="22427" y="1420"/>
                      <a:pt x="20820" y="2328"/>
                    </a:cubicBezTo>
                    <a:cubicBezTo>
                      <a:pt x="20240" y="2602"/>
                      <a:pt x="19750" y="2695"/>
                      <a:pt x="19115" y="2790"/>
                    </a:cubicBezTo>
                    <a:cubicBezTo>
                      <a:pt x="17740" y="3047"/>
                      <a:pt x="16670" y="3585"/>
                      <a:pt x="15470" y="4285"/>
                    </a:cubicBezTo>
                    <a:cubicBezTo>
                      <a:pt x="15280" y="4392"/>
                      <a:pt x="15087" y="4498"/>
                      <a:pt x="14892" y="4608"/>
                    </a:cubicBezTo>
                    <a:cubicBezTo>
                      <a:pt x="13350" y="5487"/>
                      <a:pt x="12080" y="6505"/>
                      <a:pt x="10850" y="7775"/>
                    </a:cubicBezTo>
                    <a:cubicBezTo>
                      <a:pt x="10530" y="8085"/>
                      <a:pt x="10197" y="8345"/>
                      <a:pt x="9845" y="8612"/>
                    </a:cubicBezTo>
                    <a:cubicBezTo>
                      <a:pt x="8147" y="10007"/>
                      <a:pt x="6782" y="11875"/>
                      <a:pt x="5825" y="13840"/>
                    </a:cubicBezTo>
                    <a:cubicBezTo>
                      <a:pt x="5532" y="14332"/>
                      <a:pt x="5532" y="14332"/>
                      <a:pt x="5045" y="14782"/>
                    </a:cubicBezTo>
                    <a:cubicBezTo>
                      <a:pt x="4355" y="15440"/>
                      <a:pt x="4102" y="16265"/>
                      <a:pt x="3782" y="17145"/>
                    </a:cubicBezTo>
                    <a:cubicBezTo>
                      <a:pt x="3662" y="17465"/>
                      <a:pt x="3545" y="17782"/>
                      <a:pt x="3422" y="18102"/>
                    </a:cubicBezTo>
                    <a:cubicBezTo>
                      <a:pt x="3362" y="18263"/>
                      <a:pt x="3300" y="18425"/>
                      <a:pt x="3237" y="18592"/>
                    </a:cubicBezTo>
                    <a:cubicBezTo>
                      <a:pt x="3025" y="19100"/>
                      <a:pt x="2775" y="19570"/>
                      <a:pt x="2512" y="20052"/>
                    </a:cubicBezTo>
                    <a:cubicBezTo>
                      <a:pt x="1945" y="21165"/>
                      <a:pt x="1758" y="22257"/>
                      <a:pt x="1595" y="23487"/>
                    </a:cubicBezTo>
                    <a:cubicBezTo>
                      <a:pt x="1565" y="23710"/>
                      <a:pt x="1535" y="23930"/>
                      <a:pt x="1502" y="24155"/>
                    </a:cubicBezTo>
                    <a:cubicBezTo>
                      <a:pt x="873" y="29025"/>
                      <a:pt x="1350" y="33948"/>
                      <a:pt x="3212" y="38500"/>
                    </a:cubicBezTo>
                    <a:cubicBezTo>
                      <a:pt x="3360" y="38865"/>
                      <a:pt x="3505" y="39228"/>
                      <a:pt x="3647" y="39592"/>
                    </a:cubicBezTo>
                    <a:cubicBezTo>
                      <a:pt x="4130" y="40795"/>
                      <a:pt x="4627" y="41818"/>
                      <a:pt x="5510" y="42775"/>
                    </a:cubicBezTo>
                    <a:cubicBezTo>
                      <a:pt x="5890" y="43202"/>
                      <a:pt x="6115" y="43677"/>
                      <a:pt x="6360" y="44193"/>
                    </a:cubicBezTo>
                    <a:cubicBezTo>
                      <a:pt x="6932" y="45272"/>
                      <a:pt x="7630" y="45937"/>
                      <a:pt x="8590" y="46680"/>
                    </a:cubicBezTo>
                    <a:cubicBezTo>
                      <a:pt x="9032" y="47082"/>
                      <a:pt x="9032" y="47082"/>
                      <a:pt x="9280" y="47580"/>
                    </a:cubicBezTo>
                    <a:cubicBezTo>
                      <a:pt x="9597" y="48210"/>
                      <a:pt x="9968" y="48490"/>
                      <a:pt x="10532" y="48910"/>
                    </a:cubicBezTo>
                    <a:cubicBezTo>
                      <a:pt x="10632" y="48985"/>
                      <a:pt x="10730" y="49060"/>
                      <a:pt x="10832" y="49135"/>
                    </a:cubicBezTo>
                    <a:cubicBezTo>
                      <a:pt x="11147" y="49370"/>
                      <a:pt x="11465" y="49603"/>
                      <a:pt x="11782" y="49832"/>
                    </a:cubicBezTo>
                    <a:cubicBezTo>
                      <a:pt x="11882" y="49905"/>
                      <a:pt x="11882" y="49905"/>
                      <a:pt x="12380" y="50272"/>
                    </a:cubicBezTo>
                    <a:cubicBezTo>
                      <a:pt x="12900" y="50647"/>
                      <a:pt x="13425" y="51010"/>
                      <a:pt x="13957" y="51362"/>
                    </a:cubicBezTo>
                    <a:cubicBezTo>
                      <a:pt x="14170" y="51508"/>
                      <a:pt x="14380" y="51652"/>
                      <a:pt x="14590" y="51802"/>
                    </a:cubicBezTo>
                    <a:cubicBezTo>
                      <a:pt x="18812" y="54800"/>
                      <a:pt x="23623" y="55245"/>
                      <a:pt x="28642" y="55222"/>
                    </a:cubicBezTo>
                    <a:cubicBezTo>
                      <a:pt x="28755" y="55222"/>
                      <a:pt x="28755" y="55222"/>
                      <a:pt x="29325" y="55220"/>
                    </a:cubicBezTo>
                    <a:cubicBezTo>
                      <a:pt x="29978" y="55215"/>
                      <a:pt x="30630" y="55205"/>
                      <a:pt x="31282" y="55193"/>
                    </a:cubicBezTo>
                    <a:cubicBezTo>
                      <a:pt x="31475" y="55190"/>
                      <a:pt x="31667" y="55187"/>
                      <a:pt x="31868" y="55185"/>
                    </a:cubicBezTo>
                    <a:cubicBezTo>
                      <a:pt x="33432" y="55138"/>
                      <a:pt x="35120" y="55005"/>
                      <a:pt x="36502" y="54207"/>
                    </a:cubicBezTo>
                    <a:cubicBezTo>
                      <a:pt x="37567" y="53610"/>
                      <a:pt x="38840" y="53512"/>
                      <a:pt x="40032" y="53332"/>
                    </a:cubicBezTo>
                    <a:cubicBezTo>
                      <a:pt x="40115" y="53085"/>
                      <a:pt x="40197" y="52837"/>
                      <a:pt x="40282" y="52582"/>
                    </a:cubicBezTo>
                    <a:cubicBezTo>
                      <a:pt x="40860" y="52500"/>
                      <a:pt x="41438" y="52418"/>
                      <a:pt x="42032" y="52332"/>
                    </a:cubicBezTo>
                    <a:cubicBezTo>
                      <a:pt x="41970" y="52800"/>
                      <a:pt x="41970" y="52800"/>
                      <a:pt x="41782" y="53332"/>
                    </a:cubicBezTo>
                    <a:cubicBezTo>
                      <a:pt x="41335" y="53622"/>
                      <a:pt x="41335" y="53622"/>
                      <a:pt x="40768" y="53847"/>
                    </a:cubicBezTo>
                    <a:cubicBezTo>
                      <a:pt x="40562" y="53930"/>
                      <a:pt x="40360" y="54012"/>
                      <a:pt x="40148" y="54097"/>
                    </a:cubicBezTo>
                    <a:cubicBezTo>
                      <a:pt x="39945" y="54175"/>
                      <a:pt x="39743" y="54253"/>
                      <a:pt x="39532" y="54332"/>
                    </a:cubicBezTo>
                    <a:cubicBezTo>
                      <a:pt x="39362" y="54400"/>
                      <a:pt x="39192" y="54467"/>
                      <a:pt x="39018" y="54535"/>
                    </a:cubicBezTo>
                    <a:cubicBezTo>
                      <a:pt x="38525" y="54725"/>
                      <a:pt x="38030" y="54905"/>
                      <a:pt x="37532" y="55082"/>
                    </a:cubicBezTo>
                    <a:cubicBezTo>
                      <a:pt x="37368" y="55142"/>
                      <a:pt x="37200" y="55205"/>
                      <a:pt x="37030" y="55268"/>
                    </a:cubicBezTo>
                    <a:cubicBezTo>
                      <a:pt x="35628" y="55762"/>
                      <a:pt x="34255" y="56052"/>
                      <a:pt x="32782" y="56255"/>
                    </a:cubicBezTo>
                    <a:cubicBezTo>
                      <a:pt x="32555" y="56285"/>
                      <a:pt x="32325" y="56318"/>
                      <a:pt x="32090" y="56350"/>
                    </a:cubicBezTo>
                    <a:cubicBezTo>
                      <a:pt x="26610" y="57055"/>
                      <a:pt x="20917" y="56575"/>
                      <a:pt x="16032" y="53832"/>
                    </a:cubicBezTo>
                    <a:cubicBezTo>
                      <a:pt x="15955" y="53793"/>
                      <a:pt x="15955" y="53793"/>
                      <a:pt x="15570" y="53582"/>
                    </a:cubicBezTo>
                    <a:cubicBezTo>
                      <a:pt x="13798" y="52610"/>
                      <a:pt x="12160" y="51467"/>
                      <a:pt x="10595" y="50193"/>
                    </a:cubicBezTo>
                    <a:cubicBezTo>
                      <a:pt x="10483" y="50100"/>
                      <a:pt x="10370" y="50010"/>
                      <a:pt x="10255" y="49918"/>
                    </a:cubicBezTo>
                    <a:cubicBezTo>
                      <a:pt x="9575" y="49353"/>
                      <a:pt x="8947" y="48760"/>
                      <a:pt x="8330" y="48130"/>
                    </a:cubicBezTo>
                    <a:cubicBezTo>
                      <a:pt x="8065" y="47865"/>
                      <a:pt x="7787" y="47615"/>
                      <a:pt x="7505" y="47367"/>
                    </a:cubicBezTo>
                    <a:cubicBezTo>
                      <a:pt x="3600" y="43820"/>
                      <a:pt x="1288" y="37972"/>
                      <a:pt x="532" y="32832"/>
                    </a:cubicBezTo>
                    <a:cubicBezTo>
                      <a:pt x="505" y="32662"/>
                      <a:pt x="477" y="32492"/>
                      <a:pt x="447" y="32315"/>
                    </a:cubicBezTo>
                    <a:cubicBezTo>
                      <a:pt x="0" y="29480"/>
                      <a:pt x="20" y="26905"/>
                      <a:pt x="532" y="24082"/>
                    </a:cubicBezTo>
                    <a:cubicBezTo>
                      <a:pt x="567" y="23892"/>
                      <a:pt x="600" y="23702"/>
                      <a:pt x="637" y="23507"/>
                    </a:cubicBezTo>
                    <a:cubicBezTo>
                      <a:pt x="1093" y="21080"/>
                      <a:pt x="1682" y="18800"/>
                      <a:pt x="2782" y="16582"/>
                    </a:cubicBezTo>
                    <a:cubicBezTo>
                      <a:pt x="2815" y="16518"/>
                      <a:pt x="2815" y="16518"/>
                      <a:pt x="2972" y="16192"/>
                    </a:cubicBezTo>
                    <a:cubicBezTo>
                      <a:pt x="3785" y="14557"/>
                      <a:pt x="4708" y="13013"/>
                      <a:pt x="5735" y="11505"/>
                    </a:cubicBezTo>
                    <a:cubicBezTo>
                      <a:pt x="5832" y="11362"/>
                      <a:pt x="5927" y="11220"/>
                      <a:pt x="6028" y="11072"/>
                    </a:cubicBezTo>
                    <a:cubicBezTo>
                      <a:pt x="6118" y="10942"/>
                      <a:pt x="6210" y="10812"/>
                      <a:pt x="6302" y="10680"/>
                    </a:cubicBezTo>
                    <a:cubicBezTo>
                      <a:pt x="6382" y="10562"/>
                      <a:pt x="6465" y="10447"/>
                      <a:pt x="6547" y="10330"/>
                    </a:cubicBezTo>
                    <a:cubicBezTo>
                      <a:pt x="6625" y="10247"/>
                      <a:pt x="6703" y="10168"/>
                      <a:pt x="6782" y="10082"/>
                    </a:cubicBezTo>
                    <a:cubicBezTo>
                      <a:pt x="6947" y="10082"/>
                      <a:pt x="7112" y="10082"/>
                      <a:pt x="7282" y="10082"/>
                    </a:cubicBezTo>
                    <a:cubicBezTo>
                      <a:pt x="7343" y="9938"/>
                      <a:pt x="7403" y="9793"/>
                      <a:pt x="7465" y="9645"/>
                    </a:cubicBezTo>
                    <a:cubicBezTo>
                      <a:pt x="7835" y="8990"/>
                      <a:pt x="8305" y="8570"/>
                      <a:pt x="8877" y="8097"/>
                    </a:cubicBezTo>
                    <a:cubicBezTo>
                      <a:pt x="9487" y="7590"/>
                      <a:pt x="10030" y="7105"/>
                      <a:pt x="10502" y="6462"/>
                    </a:cubicBezTo>
                    <a:cubicBezTo>
                      <a:pt x="11100" y="5692"/>
                      <a:pt x="11850" y="5230"/>
                      <a:pt x="12672" y="4722"/>
                    </a:cubicBezTo>
                    <a:cubicBezTo>
                      <a:pt x="12830" y="4625"/>
                      <a:pt x="12985" y="4530"/>
                      <a:pt x="13145" y="4430"/>
                    </a:cubicBezTo>
                    <a:cubicBezTo>
                      <a:pt x="13605" y="4145"/>
                      <a:pt x="14070" y="3862"/>
                      <a:pt x="14532" y="3582"/>
                    </a:cubicBezTo>
                    <a:cubicBezTo>
                      <a:pt x="14653" y="3507"/>
                      <a:pt x="14775" y="3432"/>
                      <a:pt x="14900" y="3355"/>
                    </a:cubicBezTo>
                    <a:cubicBezTo>
                      <a:pt x="16900" y="2115"/>
                      <a:pt x="19025" y="1450"/>
                      <a:pt x="21282" y="832"/>
                    </a:cubicBezTo>
                    <a:cubicBezTo>
                      <a:pt x="21447" y="785"/>
                      <a:pt x="21612" y="740"/>
                      <a:pt x="21782" y="692"/>
                    </a:cubicBezTo>
                    <a:cubicBezTo>
                      <a:pt x="22917" y="388"/>
                      <a:pt x="24002" y="233"/>
                      <a:pt x="25172" y="177"/>
                    </a:cubicBezTo>
                    <a:cubicBezTo>
                      <a:pt x="25345" y="167"/>
                      <a:pt x="25515" y="157"/>
                      <a:pt x="25692" y="147"/>
                    </a:cubicBezTo>
                    <a:cubicBezTo>
                      <a:pt x="28612" y="5"/>
                      <a:pt x="31410" y="0"/>
                      <a:pt x="34282" y="582"/>
                    </a:cubicBezTo>
                  </a:path>
                </a:pathLst>
              </a:custGeom>
              <a:solidFill>
                <a:srgbClr val="969BAD"/>
              </a:solidFill>
              <a:ln w="0">
                <a:noFill/>
              </a:ln>
            </p:spPr>
          </p:sp>
          <p:sp>
            <p:nvSpPr>
              <p:cNvPr id="19" name="globe vector"/>
              <p:cNvSpPr/>
              <p:nvPr/>
            </p:nvSpPr>
            <p:spPr>
              <a:xfrm>
                <a:off x="378242" y="1013974"/>
                <a:ext cx="100104" cy="101910"/>
              </a:xfrm>
              <a:custGeom>
                <a:avLst/>
                <a:gdLst/>
                <a:ahLst/>
                <a:cxnLst/>
                <a:rect l="0" t="0" r="r" b="b"/>
                <a:pathLst>
                  <a:path w="10947" h="11145" fill="norm" stroke="0">
                    <a:moveTo>
                      <a:pt x="4760" y="295"/>
                    </a:moveTo>
                    <a:cubicBezTo>
                      <a:pt x="5447" y="368"/>
                      <a:pt x="5960" y="250"/>
                      <a:pt x="6635" y="110"/>
                    </a:cubicBezTo>
                    <a:cubicBezTo>
                      <a:pt x="8245" y="120"/>
                      <a:pt x="9700" y="175"/>
                      <a:pt x="10885" y="1360"/>
                    </a:cubicBezTo>
                    <a:cubicBezTo>
                      <a:pt x="10913" y="1938"/>
                      <a:pt x="10925" y="2505"/>
                      <a:pt x="10928" y="3082"/>
                    </a:cubicBezTo>
                    <a:cubicBezTo>
                      <a:pt x="10928" y="3170"/>
                      <a:pt x="10928" y="3170"/>
                      <a:pt x="10930" y="3608"/>
                    </a:cubicBezTo>
                    <a:cubicBezTo>
                      <a:pt x="10930" y="3978"/>
                      <a:pt x="10932" y="4345"/>
                      <a:pt x="10932" y="4715"/>
                    </a:cubicBezTo>
                    <a:cubicBezTo>
                      <a:pt x="10932" y="5275"/>
                      <a:pt x="10938" y="5838"/>
                      <a:pt x="10940" y="6397"/>
                    </a:cubicBezTo>
                    <a:cubicBezTo>
                      <a:pt x="10943" y="6755"/>
                      <a:pt x="10943" y="7115"/>
                      <a:pt x="10943" y="7473"/>
                    </a:cubicBezTo>
                    <a:cubicBezTo>
                      <a:pt x="10945" y="7640"/>
                      <a:pt x="10945" y="7805"/>
                      <a:pt x="10947" y="7978"/>
                    </a:cubicBezTo>
                    <a:cubicBezTo>
                      <a:pt x="10943" y="9040"/>
                      <a:pt x="10805" y="9880"/>
                      <a:pt x="10385" y="10860"/>
                    </a:cubicBezTo>
                    <a:cubicBezTo>
                      <a:pt x="9855" y="11125"/>
                      <a:pt x="9615" y="11142"/>
                      <a:pt x="9038" y="11142"/>
                    </a:cubicBezTo>
                    <a:cubicBezTo>
                      <a:pt x="8950" y="11142"/>
                      <a:pt x="8950" y="11142"/>
                      <a:pt x="8512" y="11145"/>
                    </a:cubicBezTo>
                    <a:cubicBezTo>
                      <a:pt x="8420" y="11145"/>
                      <a:pt x="8420" y="11145"/>
                      <a:pt x="7947" y="11142"/>
                    </a:cubicBezTo>
                    <a:cubicBezTo>
                      <a:pt x="7852" y="11145"/>
                      <a:pt x="7852" y="11145"/>
                      <a:pt x="7368" y="11145"/>
                    </a:cubicBezTo>
                    <a:cubicBezTo>
                      <a:pt x="6962" y="11145"/>
                      <a:pt x="6555" y="11145"/>
                      <a:pt x="6150" y="11142"/>
                    </a:cubicBezTo>
                    <a:cubicBezTo>
                      <a:pt x="5530" y="11142"/>
                      <a:pt x="4907" y="11142"/>
                      <a:pt x="4288" y="11145"/>
                    </a:cubicBezTo>
                    <a:cubicBezTo>
                      <a:pt x="3892" y="11145"/>
                      <a:pt x="3500" y="11145"/>
                      <a:pt x="3105" y="11142"/>
                    </a:cubicBezTo>
                    <a:cubicBezTo>
                      <a:pt x="2920" y="11145"/>
                      <a:pt x="2732" y="11145"/>
                      <a:pt x="2540" y="11145"/>
                    </a:cubicBezTo>
                    <a:cubicBezTo>
                      <a:pt x="2367" y="11145"/>
                      <a:pt x="2195" y="11142"/>
                      <a:pt x="2015" y="11142"/>
                    </a:cubicBezTo>
                    <a:cubicBezTo>
                      <a:pt x="1862" y="11142"/>
                      <a:pt x="1710" y="11142"/>
                      <a:pt x="1555" y="11142"/>
                    </a:cubicBezTo>
                    <a:cubicBezTo>
                      <a:pt x="1117" y="11110"/>
                      <a:pt x="785" y="11045"/>
                      <a:pt x="385" y="10860"/>
                    </a:cubicBezTo>
                    <a:cubicBezTo>
                      <a:pt x="0" y="10090"/>
                      <a:pt x="87" y="9320"/>
                      <a:pt x="87" y="8470"/>
                    </a:cubicBezTo>
                    <a:cubicBezTo>
                      <a:pt x="87" y="8290"/>
                      <a:pt x="87" y="8108"/>
                      <a:pt x="87" y="7922"/>
                    </a:cubicBezTo>
                    <a:cubicBezTo>
                      <a:pt x="105" y="6425"/>
                      <a:pt x="195" y="4968"/>
                      <a:pt x="890" y="3615"/>
                    </a:cubicBezTo>
                    <a:cubicBezTo>
                      <a:pt x="1140" y="3103"/>
                      <a:pt x="1240" y="2668"/>
                      <a:pt x="1337" y="2110"/>
                    </a:cubicBezTo>
                    <a:cubicBezTo>
                      <a:pt x="1545" y="1282"/>
                      <a:pt x="1747" y="735"/>
                      <a:pt x="2462" y="245"/>
                    </a:cubicBezTo>
                    <a:cubicBezTo>
                      <a:pt x="3230" y="0"/>
                      <a:pt x="3980" y="163"/>
                      <a:pt x="4760" y="2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0" name="globe vector"/>
              <p:cNvSpPr/>
              <p:nvPr/>
            </p:nvSpPr>
            <p:spPr>
              <a:xfrm>
                <a:off x="371452" y="1155890"/>
                <a:ext cx="108356" cy="102687"/>
              </a:xfrm>
              <a:custGeom>
                <a:avLst/>
                <a:gdLst/>
                <a:ahLst/>
                <a:cxnLst/>
                <a:rect l="0" t="0" r="r" b="b"/>
                <a:pathLst>
                  <a:path w="11850" h="11230" fill="norm" stroke="0">
                    <a:moveTo>
                      <a:pt x="2750" y="50"/>
                    </a:moveTo>
                    <a:cubicBezTo>
                      <a:pt x="2922" y="47"/>
                      <a:pt x="3095" y="45"/>
                      <a:pt x="3270" y="43"/>
                    </a:cubicBezTo>
                    <a:cubicBezTo>
                      <a:pt x="3455" y="43"/>
                      <a:pt x="3640" y="40"/>
                      <a:pt x="3830" y="40"/>
                    </a:cubicBezTo>
                    <a:cubicBezTo>
                      <a:pt x="4020" y="37"/>
                      <a:pt x="4210" y="37"/>
                      <a:pt x="4407" y="35"/>
                    </a:cubicBezTo>
                    <a:cubicBezTo>
                      <a:pt x="4810" y="32"/>
                      <a:pt x="5215" y="30"/>
                      <a:pt x="5618" y="30"/>
                    </a:cubicBezTo>
                    <a:cubicBezTo>
                      <a:pt x="6233" y="27"/>
                      <a:pt x="6850" y="20"/>
                      <a:pt x="7465" y="13"/>
                    </a:cubicBezTo>
                    <a:cubicBezTo>
                      <a:pt x="7858" y="10"/>
                      <a:pt x="8250" y="10"/>
                      <a:pt x="8642" y="8"/>
                    </a:cubicBezTo>
                    <a:cubicBezTo>
                      <a:pt x="8735" y="8"/>
                      <a:pt x="8735" y="8"/>
                      <a:pt x="9200" y="0"/>
                    </a:cubicBezTo>
                    <a:cubicBezTo>
                      <a:pt x="9968" y="2"/>
                      <a:pt x="10528" y="50"/>
                      <a:pt x="11245" y="345"/>
                    </a:cubicBezTo>
                    <a:cubicBezTo>
                      <a:pt x="11850" y="1127"/>
                      <a:pt x="11760" y="1892"/>
                      <a:pt x="11742" y="2855"/>
                    </a:cubicBezTo>
                    <a:cubicBezTo>
                      <a:pt x="11742" y="2955"/>
                      <a:pt x="11742" y="2955"/>
                      <a:pt x="11742" y="3453"/>
                    </a:cubicBezTo>
                    <a:cubicBezTo>
                      <a:pt x="11740" y="3867"/>
                      <a:pt x="11737" y="4285"/>
                      <a:pt x="11730" y="4700"/>
                    </a:cubicBezTo>
                    <a:cubicBezTo>
                      <a:pt x="11722" y="5337"/>
                      <a:pt x="11720" y="5975"/>
                      <a:pt x="11720" y="6612"/>
                    </a:cubicBezTo>
                    <a:cubicBezTo>
                      <a:pt x="11718" y="7015"/>
                      <a:pt x="11715" y="7420"/>
                      <a:pt x="11712" y="7825"/>
                    </a:cubicBezTo>
                    <a:cubicBezTo>
                      <a:pt x="11710" y="8015"/>
                      <a:pt x="11710" y="8205"/>
                      <a:pt x="11710" y="8402"/>
                    </a:cubicBezTo>
                    <a:cubicBezTo>
                      <a:pt x="11707" y="8580"/>
                      <a:pt x="11702" y="8757"/>
                      <a:pt x="11700" y="8940"/>
                    </a:cubicBezTo>
                    <a:cubicBezTo>
                      <a:pt x="11700" y="9020"/>
                      <a:pt x="11700" y="9020"/>
                      <a:pt x="11695" y="9413"/>
                    </a:cubicBezTo>
                    <a:cubicBezTo>
                      <a:pt x="11615" y="9920"/>
                      <a:pt x="11450" y="10195"/>
                      <a:pt x="11127" y="10590"/>
                    </a:cubicBezTo>
                    <a:cubicBezTo>
                      <a:pt x="9812" y="11230"/>
                      <a:pt x="7983" y="10815"/>
                      <a:pt x="6597" y="10620"/>
                    </a:cubicBezTo>
                    <a:cubicBezTo>
                      <a:pt x="6127" y="10590"/>
                      <a:pt x="6127" y="10590"/>
                      <a:pt x="5627" y="10840"/>
                    </a:cubicBezTo>
                    <a:cubicBezTo>
                      <a:pt x="4618" y="10955"/>
                      <a:pt x="3490" y="11017"/>
                      <a:pt x="2633" y="10392"/>
                    </a:cubicBezTo>
                    <a:cubicBezTo>
                      <a:pt x="2025" y="9672"/>
                      <a:pt x="1865" y="8730"/>
                      <a:pt x="1627" y="7840"/>
                    </a:cubicBezTo>
                    <a:cubicBezTo>
                      <a:pt x="1540" y="7547"/>
                      <a:pt x="1450" y="7255"/>
                      <a:pt x="1360" y="6965"/>
                    </a:cubicBezTo>
                    <a:cubicBezTo>
                      <a:pt x="0" y="2415"/>
                      <a:pt x="0" y="2415"/>
                      <a:pt x="837" y="650"/>
                    </a:cubicBezTo>
                    <a:cubicBezTo>
                      <a:pt x="1370" y="82"/>
                      <a:pt x="2000" y="57"/>
                      <a:pt x="2750" y="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1" name="globe vector"/>
              <p:cNvSpPr/>
              <p:nvPr/>
            </p:nvSpPr>
            <p:spPr>
              <a:xfrm>
                <a:off x="567414" y="1098629"/>
                <a:ext cx="192733" cy="195247"/>
              </a:xfrm>
              <a:custGeom>
                <a:avLst/>
                <a:gdLst/>
                <a:ahLst/>
                <a:cxnLst/>
                <a:rect l="0" t="0" r="r" b="b"/>
                <a:pathLst>
                  <a:path w="21078" h="21352" fill="norm" stroke="0">
                    <a:moveTo>
                      <a:pt x="9900" y="227"/>
                    </a:moveTo>
                    <a:cubicBezTo>
                      <a:pt x="10085" y="250"/>
                      <a:pt x="10270" y="272"/>
                      <a:pt x="10462" y="295"/>
                    </a:cubicBezTo>
                    <a:cubicBezTo>
                      <a:pt x="11478" y="447"/>
                      <a:pt x="12175" y="625"/>
                      <a:pt x="12947" y="1352"/>
                    </a:cubicBezTo>
                    <a:cubicBezTo>
                      <a:pt x="12910" y="1517"/>
                      <a:pt x="12875" y="1682"/>
                      <a:pt x="12837" y="1852"/>
                    </a:cubicBezTo>
                    <a:cubicBezTo>
                      <a:pt x="12655" y="2762"/>
                      <a:pt x="12555" y="3682"/>
                      <a:pt x="12447" y="4602"/>
                    </a:cubicBezTo>
                    <a:cubicBezTo>
                      <a:pt x="12613" y="4602"/>
                      <a:pt x="12777" y="4602"/>
                      <a:pt x="12947" y="4602"/>
                    </a:cubicBezTo>
                    <a:cubicBezTo>
                      <a:pt x="13390" y="5005"/>
                      <a:pt x="13790" y="5415"/>
                      <a:pt x="14197" y="5852"/>
                    </a:cubicBezTo>
                    <a:cubicBezTo>
                      <a:pt x="14355" y="6010"/>
                      <a:pt x="14515" y="6167"/>
                      <a:pt x="14680" y="6330"/>
                    </a:cubicBezTo>
                    <a:cubicBezTo>
                      <a:pt x="15992" y="7695"/>
                      <a:pt x="17447" y="9612"/>
                      <a:pt x="17447" y="11602"/>
                    </a:cubicBezTo>
                    <a:cubicBezTo>
                      <a:pt x="17597" y="11617"/>
                      <a:pt x="17747" y="11632"/>
                      <a:pt x="17905" y="11648"/>
                    </a:cubicBezTo>
                    <a:cubicBezTo>
                      <a:pt x="18102" y="11670"/>
                      <a:pt x="18303" y="11690"/>
                      <a:pt x="18510" y="11713"/>
                    </a:cubicBezTo>
                    <a:cubicBezTo>
                      <a:pt x="18708" y="11732"/>
                      <a:pt x="18905" y="11752"/>
                      <a:pt x="19107" y="11773"/>
                    </a:cubicBezTo>
                    <a:cubicBezTo>
                      <a:pt x="19657" y="11847"/>
                      <a:pt x="20167" y="11925"/>
                      <a:pt x="20697" y="12102"/>
                    </a:cubicBezTo>
                    <a:cubicBezTo>
                      <a:pt x="21032" y="12775"/>
                      <a:pt x="21078" y="13372"/>
                      <a:pt x="20947" y="14102"/>
                    </a:cubicBezTo>
                    <a:cubicBezTo>
                      <a:pt x="20730" y="14490"/>
                      <a:pt x="20478" y="14827"/>
                      <a:pt x="20210" y="15180"/>
                    </a:cubicBezTo>
                    <a:cubicBezTo>
                      <a:pt x="19900" y="15677"/>
                      <a:pt x="19800" y="16127"/>
                      <a:pt x="19665" y="16697"/>
                    </a:cubicBezTo>
                    <a:cubicBezTo>
                      <a:pt x="19105" y="18475"/>
                      <a:pt x="17545" y="19408"/>
                      <a:pt x="15980" y="20255"/>
                    </a:cubicBezTo>
                    <a:cubicBezTo>
                      <a:pt x="14372" y="21050"/>
                      <a:pt x="12953" y="21225"/>
                      <a:pt x="11175" y="21122"/>
                    </a:cubicBezTo>
                    <a:cubicBezTo>
                      <a:pt x="10467" y="21102"/>
                      <a:pt x="9885" y="21213"/>
                      <a:pt x="9197" y="21352"/>
                    </a:cubicBezTo>
                    <a:cubicBezTo>
                      <a:pt x="9115" y="21312"/>
                      <a:pt x="9115" y="21312"/>
                      <a:pt x="8697" y="21102"/>
                    </a:cubicBezTo>
                    <a:cubicBezTo>
                      <a:pt x="8347" y="21077"/>
                      <a:pt x="8000" y="21057"/>
                      <a:pt x="7650" y="21040"/>
                    </a:cubicBezTo>
                    <a:cubicBezTo>
                      <a:pt x="6572" y="20932"/>
                      <a:pt x="5953" y="20622"/>
                      <a:pt x="5122" y="19940"/>
                    </a:cubicBezTo>
                    <a:cubicBezTo>
                      <a:pt x="4697" y="19602"/>
                      <a:pt x="4697" y="19602"/>
                      <a:pt x="4110" y="19325"/>
                    </a:cubicBezTo>
                    <a:cubicBezTo>
                      <a:pt x="3092" y="18725"/>
                      <a:pt x="2592" y="17615"/>
                      <a:pt x="2025" y="16617"/>
                    </a:cubicBezTo>
                    <a:cubicBezTo>
                      <a:pt x="1902" y="16403"/>
                      <a:pt x="1780" y="16190"/>
                      <a:pt x="1655" y="15968"/>
                    </a:cubicBezTo>
                    <a:cubicBezTo>
                      <a:pt x="750" y="14320"/>
                      <a:pt x="252" y="12997"/>
                      <a:pt x="197" y="11102"/>
                    </a:cubicBezTo>
                    <a:cubicBezTo>
                      <a:pt x="170" y="10810"/>
                      <a:pt x="142" y="10515"/>
                      <a:pt x="112" y="10222"/>
                    </a:cubicBezTo>
                    <a:cubicBezTo>
                      <a:pt x="0" y="8713"/>
                      <a:pt x="2" y="7635"/>
                      <a:pt x="977" y="6400"/>
                    </a:cubicBezTo>
                    <a:cubicBezTo>
                      <a:pt x="1137" y="6227"/>
                      <a:pt x="1297" y="6052"/>
                      <a:pt x="1462" y="5875"/>
                    </a:cubicBezTo>
                    <a:cubicBezTo>
                      <a:pt x="1962" y="5337"/>
                      <a:pt x="2328" y="4787"/>
                      <a:pt x="2712" y="4165"/>
                    </a:cubicBezTo>
                    <a:cubicBezTo>
                      <a:pt x="3322" y="3230"/>
                      <a:pt x="3980" y="2432"/>
                      <a:pt x="4947" y="1852"/>
                    </a:cubicBezTo>
                    <a:cubicBezTo>
                      <a:pt x="5113" y="1852"/>
                      <a:pt x="5277" y="1852"/>
                      <a:pt x="5447" y="1852"/>
                    </a:cubicBezTo>
                    <a:cubicBezTo>
                      <a:pt x="5447" y="1688"/>
                      <a:pt x="5447" y="1522"/>
                      <a:pt x="5447" y="1352"/>
                    </a:cubicBezTo>
                    <a:cubicBezTo>
                      <a:pt x="6907" y="112"/>
                      <a:pt x="8057" y="0"/>
                      <a:pt x="9900" y="227"/>
                    </a:cubicBezTo>
                    <a:close/>
                    <a:moveTo>
                      <a:pt x="5947" y="2852"/>
                    </a:moveTo>
                    <a:cubicBezTo>
                      <a:pt x="5865" y="3017"/>
                      <a:pt x="5782" y="3182"/>
                      <a:pt x="5697" y="3352"/>
                    </a:cubicBezTo>
                    <a:cubicBezTo>
                      <a:pt x="5432" y="3468"/>
                      <a:pt x="5167" y="3575"/>
                      <a:pt x="4900" y="3680"/>
                    </a:cubicBezTo>
                    <a:cubicBezTo>
                      <a:pt x="3485" y="4442"/>
                      <a:pt x="2953" y="6152"/>
                      <a:pt x="2447" y="7602"/>
                    </a:cubicBezTo>
                    <a:cubicBezTo>
                      <a:pt x="2135" y="8677"/>
                      <a:pt x="2143" y="9710"/>
                      <a:pt x="2135" y="10822"/>
                    </a:cubicBezTo>
                    <a:cubicBezTo>
                      <a:pt x="2130" y="11020"/>
                      <a:pt x="2125" y="11218"/>
                      <a:pt x="2120" y="11420"/>
                    </a:cubicBezTo>
                    <a:cubicBezTo>
                      <a:pt x="2113" y="12523"/>
                      <a:pt x="2195" y="13312"/>
                      <a:pt x="2755" y="14267"/>
                    </a:cubicBezTo>
                    <a:cubicBezTo>
                      <a:pt x="3048" y="14778"/>
                      <a:pt x="3200" y="15330"/>
                      <a:pt x="3385" y="15882"/>
                    </a:cubicBezTo>
                    <a:cubicBezTo>
                      <a:pt x="3812" y="16987"/>
                      <a:pt x="4238" y="17465"/>
                      <a:pt x="5300" y="17972"/>
                    </a:cubicBezTo>
                    <a:cubicBezTo>
                      <a:pt x="5697" y="18102"/>
                      <a:pt x="5697" y="18102"/>
                      <a:pt x="6197" y="18102"/>
                    </a:cubicBezTo>
                    <a:cubicBezTo>
                      <a:pt x="6197" y="18267"/>
                      <a:pt x="6197" y="18432"/>
                      <a:pt x="6197" y="18602"/>
                    </a:cubicBezTo>
                    <a:cubicBezTo>
                      <a:pt x="7178" y="19492"/>
                      <a:pt x="8423" y="20127"/>
                      <a:pt x="9758" y="20085"/>
                    </a:cubicBezTo>
                    <a:cubicBezTo>
                      <a:pt x="10518" y="20007"/>
                      <a:pt x="11247" y="19910"/>
                      <a:pt x="11985" y="19700"/>
                    </a:cubicBezTo>
                    <a:cubicBezTo>
                      <a:pt x="12447" y="19602"/>
                      <a:pt x="12447" y="19602"/>
                      <a:pt x="12947" y="19852"/>
                    </a:cubicBezTo>
                    <a:cubicBezTo>
                      <a:pt x="14252" y="19995"/>
                      <a:pt x="14252" y="19995"/>
                      <a:pt x="15025" y="19430"/>
                    </a:cubicBezTo>
                    <a:cubicBezTo>
                      <a:pt x="15482" y="18802"/>
                      <a:pt x="15613" y="18367"/>
                      <a:pt x="15697" y="17602"/>
                    </a:cubicBezTo>
                    <a:cubicBezTo>
                      <a:pt x="15815" y="17595"/>
                      <a:pt x="15932" y="17590"/>
                      <a:pt x="16053" y="17583"/>
                    </a:cubicBezTo>
                    <a:cubicBezTo>
                      <a:pt x="17330" y="17468"/>
                      <a:pt x="17330" y="17468"/>
                      <a:pt x="17930" y="16882"/>
                    </a:cubicBezTo>
                    <a:cubicBezTo>
                      <a:pt x="18197" y="16352"/>
                      <a:pt x="18197" y="16352"/>
                      <a:pt x="18197" y="15602"/>
                    </a:cubicBezTo>
                    <a:cubicBezTo>
                      <a:pt x="17868" y="15602"/>
                      <a:pt x="17538" y="15602"/>
                      <a:pt x="17197" y="15602"/>
                    </a:cubicBezTo>
                    <a:cubicBezTo>
                      <a:pt x="17170" y="15445"/>
                      <a:pt x="17143" y="15287"/>
                      <a:pt x="17115" y="15125"/>
                    </a:cubicBezTo>
                    <a:cubicBezTo>
                      <a:pt x="16885" y="13892"/>
                      <a:pt x="16597" y="12765"/>
                      <a:pt x="16125" y="11602"/>
                    </a:cubicBezTo>
                    <a:cubicBezTo>
                      <a:pt x="15872" y="10892"/>
                      <a:pt x="15747" y="10165"/>
                      <a:pt x="15627" y="9420"/>
                    </a:cubicBezTo>
                    <a:cubicBezTo>
                      <a:pt x="15115" y="7805"/>
                      <a:pt x="14083" y="7027"/>
                      <a:pt x="12697" y="6150"/>
                    </a:cubicBezTo>
                    <a:cubicBezTo>
                      <a:pt x="11245" y="5177"/>
                      <a:pt x="10305" y="4387"/>
                      <a:pt x="9947" y="2602"/>
                    </a:cubicBezTo>
                    <a:cubicBezTo>
                      <a:pt x="9947" y="2355"/>
                      <a:pt x="9947" y="2107"/>
                      <a:pt x="9947" y="1852"/>
                    </a:cubicBezTo>
                    <a:cubicBezTo>
                      <a:pt x="8393" y="1075"/>
                      <a:pt x="7030" y="1615"/>
                      <a:pt x="5947" y="2852"/>
                    </a:cubicBezTo>
                    <a:close/>
                  </a:path>
                </a:pathLst>
              </a:custGeom>
              <a:solidFill>
                <a:srgbClr val="EFE8DC"/>
              </a:solidFill>
              <a:ln w="0">
                <a:noFill/>
              </a:ln>
            </p:spPr>
          </p:sp>
          <p:sp>
            <p:nvSpPr>
              <p:cNvPr id="22" name="globe vector"/>
              <p:cNvSpPr/>
              <p:nvPr/>
            </p:nvSpPr>
            <p:spPr>
              <a:xfrm>
                <a:off x="500525" y="904404"/>
                <a:ext cx="160271" cy="87188"/>
              </a:xfrm>
              <a:custGeom>
                <a:avLst/>
                <a:gdLst/>
                <a:ahLst/>
                <a:cxnLst/>
                <a:rect l="0" t="0" r="r" b="b"/>
                <a:pathLst>
                  <a:path w="17528" h="9535" fill="norm" stroke="0">
                    <a:moveTo>
                      <a:pt x="4090" y="328"/>
                    </a:moveTo>
                    <a:cubicBezTo>
                      <a:pt x="4195" y="345"/>
                      <a:pt x="4195" y="345"/>
                      <a:pt x="4728" y="440"/>
                    </a:cubicBezTo>
                    <a:cubicBezTo>
                      <a:pt x="6345" y="752"/>
                      <a:pt x="7595" y="1255"/>
                      <a:pt x="9013" y="2093"/>
                    </a:cubicBezTo>
                    <a:cubicBezTo>
                      <a:pt x="9395" y="2270"/>
                      <a:pt x="9780" y="2442"/>
                      <a:pt x="10168" y="2608"/>
                    </a:cubicBezTo>
                    <a:cubicBezTo>
                      <a:pt x="16495" y="5400"/>
                      <a:pt x="16495" y="5400"/>
                      <a:pt x="17528" y="8015"/>
                    </a:cubicBezTo>
                    <a:cubicBezTo>
                      <a:pt x="17513" y="8593"/>
                      <a:pt x="17513" y="8593"/>
                      <a:pt x="17202" y="8998"/>
                    </a:cubicBezTo>
                    <a:cubicBezTo>
                      <a:pt x="16518" y="9535"/>
                      <a:pt x="15955" y="9463"/>
                      <a:pt x="15113" y="9427"/>
                    </a:cubicBezTo>
                    <a:cubicBezTo>
                      <a:pt x="13630" y="9218"/>
                      <a:pt x="12625" y="8585"/>
                      <a:pt x="11715" y="7405"/>
                    </a:cubicBezTo>
                    <a:cubicBezTo>
                      <a:pt x="11343" y="6873"/>
                      <a:pt x="11010" y="6338"/>
                      <a:pt x="10695" y="5770"/>
                    </a:cubicBezTo>
                    <a:cubicBezTo>
                      <a:pt x="9925" y="4392"/>
                      <a:pt x="9925" y="4392"/>
                      <a:pt x="9350" y="4218"/>
                    </a:cubicBezTo>
                    <a:cubicBezTo>
                      <a:pt x="8935" y="4218"/>
                      <a:pt x="8935" y="4218"/>
                      <a:pt x="8263" y="4343"/>
                    </a:cubicBezTo>
                    <a:cubicBezTo>
                      <a:pt x="8298" y="4692"/>
                      <a:pt x="8335" y="5040"/>
                      <a:pt x="8370" y="5390"/>
                    </a:cubicBezTo>
                    <a:cubicBezTo>
                      <a:pt x="8393" y="5595"/>
                      <a:pt x="8415" y="5800"/>
                      <a:pt x="8438" y="6013"/>
                    </a:cubicBezTo>
                    <a:cubicBezTo>
                      <a:pt x="8513" y="6593"/>
                      <a:pt x="8513" y="6593"/>
                      <a:pt x="8700" y="7297"/>
                    </a:cubicBezTo>
                    <a:cubicBezTo>
                      <a:pt x="8763" y="7843"/>
                      <a:pt x="8763" y="7843"/>
                      <a:pt x="8493" y="8365"/>
                    </a:cubicBezTo>
                    <a:cubicBezTo>
                      <a:pt x="7820" y="9032"/>
                      <a:pt x="7290" y="9020"/>
                      <a:pt x="6370" y="9048"/>
                    </a:cubicBezTo>
                    <a:cubicBezTo>
                      <a:pt x="6293" y="9050"/>
                      <a:pt x="6293" y="9050"/>
                      <a:pt x="5900" y="9067"/>
                    </a:cubicBezTo>
                    <a:cubicBezTo>
                      <a:pt x="2225" y="9207"/>
                      <a:pt x="2225" y="9207"/>
                      <a:pt x="1013" y="8093"/>
                    </a:cubicBezTo>
                    <a:cubicBezTo>
                      <a:pt x="773" y="7540"/>
                      <a:pt x="723" y="7038"/>
                      <a:pt x="700" y="6440"/>
                    </a:cubicBezTo>
                    <a:cubicBezTo>
                      <a:pt x="695" y="6353"/>
                      <a:pt x="695" y="6353"/>
                      <a:pt x="675" y="5918"/>
                    </a:cubicBezTo>
                    <a:cubicBezTo>
                      <a:pt x="660" y="5558"/>
                      <a:pt x="645" y="5198"/>
                      <a:pt x="633" y="4838"/>
                    </a:cubicBezTo>
                    <a:cubicBezTo>
                      <a:pt x="583" y="3810"/>
                      <a:pt x="423" y="3047"/>
                      <a:pt x="13" y="2093"/>
                    </a:cubicBezTo>
                    <a:cubicBezTo>
                      <a:pt x="3" y="1760"/>
                      <a:pt x="0" y="1427"/>
                      <a:pt x="13" y="1093"/>
                    </a:cubicBezTo>
                    <a:cubicBezTo>
                      <a:pt x="1410" y="37"/>
                      <a:pt x="2405" y="0"/>
                      <a:pt x="4090" y="328"/>
                    </a:cubicBezTo>
                    <a:close/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23" name="globe vector"/>
              <p:cNvSpPr/>
              <p:nvPr/>
            </p:nvSpPr>
            <p:spPr>
              <a:xfrm>
                <a:off x="333047" y="1283726"/>
                <a:ext cx="153871" cy="83416"/>
              </a:xfrm>
              <a:custGeom>
                <a:avLst/>
                <a:gdLst/>
                <a:ahLst/>
                <a:cxnLst/>
                <a:rect l="0" t="0" r="r" b="b"/>
                <a:pathLst>
                  <a:path w="16828" h="9123" fill="norm" stroke="0">
                    <a:moveTo>
                      <a:pt x="11390" y="48"/>
                    </a:moveTo>
                    <a:cubicBezTo>
                      <a:pt x="11532" y="50"/>
                      <a:pt x="11672" y="53"/>
                      <a:pt x="11820" y="58"/>
                    </a:cubicBezTo>
                    <a:cubicBezTo>
                      <a:pt x="15272" y="153"/>
                      <a:pt x="15272" y="153"/>
                      <a:pt x="16078" y="860"/>
                    </a:cubicBezTo>
                    <a:cubicBezTo>
                      <a:pt x="16690" y="2108"/>
                      <a:pt x="16620" y="3568"/>
                      <a:pt x="16580" y="4925"/>
                    </a:cubicBezTo>
                    <a:cubicBezTo>
                      <a:pt x="16562" y="5613"/>
                      <a:pt x="16588" y="6238"/>
                      <a:pt x="16718" y="6915"/>
                    </a:cubicBezTo>
                    <a:cubicBezTo>
                      <a:pt x="16828" y="7610"/>
                      <a:pt x="16828" y="7610"/>
                      <a:pt x="16578" y="8312"/>
                    </a:cubicBezTo>
                    <a:cubicBezTo>
                      <a:pt x="15968" y="8983"/>
                      <a:pt x="15678" y="8993"/>
                      <a:pt x="14815" y="9093"/>
                    </a:cubicBezTo>
                    <a:cubicBezTo>
                      <a:pt x="14008" y="9123"/>
                      <a:pt x="13258" y="8985"/>
                      <a:pt x="12468" y="8812"/>
                    </a:cubicBezTo>
                    <a:cubicBezTo>
                      <a:pt x="12388" y="8795"/>
                      <a:pt x="12388" y="8795"/>
                      <a:pt x="11972" y="8710"/>
                    </a:cubicBezTo>
                    <a:cubicBezTo>
                      <a:pt x="10782" y="8442"/>
                      <a:pt x="9545" y="8140"/>
                      <a:pt x="8578" y="7360"/>
                    </a:cubicBezTo>
                    <a:cubicBezTo>
                      <a:pt x="8403" y="6953"/>
                      <a:pt x="8403" y="6953"/>
                      <a:pt x="8328" y="6610"/>
                    </a:cubicBezTo>
                    <a:cubicBezTo>
                      <a:pt x="8185" y="6603"/>
                      <a:pt x="8043" y="6598"/>
                      <a:pt x="7898" y="6590"/>
                    </a:cubicBezTo>
                    <a:cubicBezTo>
                      <a:pt x="5233" y="6395"/>
                      <a:pt x="3335" y="4758"/>
                      <a:pt x="1328" y="3110"/>
                    </a:cubicBezTo>
                    <a:cubicBezTo>
                      <a:pt x="1205" y="3013"/>
                      <a:pt x="1083" y="2915"/>
                      <a:pt x="958" y="2812"/>
                    </a:cubicBezTo>
                    <a:cubicBezTo>
                      <a:pt x="117" y="2073"/>
                      <a:pt x="117" y="2073"/>
                      <a:pt x="0" y="1448"/>
                    </a:cubicBezTo>
                    <a:cubicBezTo>
                      <a:pt x="0" y="1033"/>
                      <a:pt x="0" y="1033"/>
                      <a:pt x="78" y="360"/>
                    </a:cubicBezTo>
                    <a:cubicBezTo>
                      <a:pt x="3770" y="83"/>
                      <a:pt x="3770" y="83"/>
                      <a:pt x="4890" y="1018"/>
                    </a:cubicBezTo>
                    <a:cubicBezTo>
                      <a:pt x="5453" y="1625"/>
                      <a:pt x="5837" y="2258"/>
                      <a:pt x="6157" y="3018"/>
                    </a:cubicBezTo>
                    <a:cubicBezTo>
                      <a:pt x="6430" y="3568"/>
                      <a:pt x="6890" y="3935"/>
                      <a:pt x="7328" y="4360"/>
                    </a:cubicBezTo>
                    <a:cubicBezTo>
                      <a:pt x="7470" y="4580"/>
                      <a:pt x="7605" y="4805"/>
                      <a:pt x="7735" y="5033"/>
                    </a:cubicBezTo>
                    <a:cubicBezTo>
                      <a:pt x="8078" y="5610"/>
                      <a:pt x="8078" y="5610"/>
                      <a:pt x="8578" y="5860"/>
                    </a:cubicBezTo>
                    <a:cubicBezTo>
                      <a:pt x="9127" y="5050"/>
                      <a:pt x="9085" y="4530"/>
                      <a:pt x="8918" y="3615"/>
                    </a:cubicBezTo>
                    <a:cubicBezTo>
                      <a:pt x="8815" y="3035"/>
                      <a:pt x="8750" y="2460"/>
                      <a:pt x="8688" y="1875"/>
                    </a:cubicBezTo>
                    <a:cubicBezTo>
                      <a:pt x="8665" y="1683"/>
                      <a:pt x="8645" y="1490"/>
                      <a:pt x="8623" y="1290"/>
                    </a:cubicBezTo>
                    <a:cubicBezTo>
                      <a:pt x="8608" y="1148"/>
                      <a:pt x="8593" y="1008"/>
                      <a:pt x="8578" y="860"/>
                    </a:cubicBezTo>
                    <a:cubicBezTo>
                      <a:pt x="9555" y="173"/>
                      <a:pt x="10207" y="0"/>
                      <a:pt x="11390" y="48"/>
                    </a:cubicBezTo>
                    <a:close/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24" name="globe vector"/>
              <p:cNvSpPr/>
              <p:nvPr/>
            </p:nvSpPr>
            <p:spPr>
              <a:xfrm>
                <a:off x="626364" y="1053846"/>
                <a:ext cx="279143" cy="376001"/>
              </a:xfrm>
              <a:custGeom>
                <a:avLst/>
                <a:gdLst/>
                <a:ahLst/>
                <a:cxnLst/>
                <a:rect l="0" t="0" r="r" b="b"/>
                <a:pathLst>
                  <a:path w="30528" h="41120" fill="norm" stroke="0">
                    <a:moveTo>
                      <a:pt x="12750" y="0"/>
                    </a:moveTo>
                    <a:cubicBezTo>
                      <a:pt x="12998" y="82"/>
                      <a:pt x="13245" y="165"/>
                      <a:pt x="13500" y="250"/>
                    </a:cubicBezTo>
                    <a:cubicBezTo>
                      <a:pt x="13493" y="415"/>
                      <a:pt x="13483" y="582"/>
                      <a:pt x="13472" y="752"/>
                    </a:cubicBezTo>
                    <a:cubicBezTo>
                      <a:pt x="13403" y="3032"/>
                      <a:pt x="13403" y="3032"/>
                      <a:pt x="14250" y="4000"/>
                    </a:cubicBezTo>
                    <a:cubicBezTo>
                      <a:pt x="14420" y="4082"/>
                      <a:pt x="14590" y="4165"/>
                      <a:pt x="14765" y="4250"/>
                    </a:cubicBezTo>
                    <a:cubicBezTo>
                      <a:pt x="15250" y="4500"/>
                      <a:pt x="15250" y="4500"/>
                      <a:pt x="15562" y="5155"/>
                    </a:cubicBezTo>
                    <a:cubicBezTo>
                      <a:pt x="15625" y="5352"/>
                      <a:pt x="15688" y="5547"/>
                      <a:pt x="15750" y="5750"/>
                    </a:cubicBezTo>
                    <a:cubicBezTo>
                      <a:pt x="15915" y="5750"/>
                      <a:pt x="16080" y="5750"/>
                      <a:pt x="16250" y="5750"/>
                    </a:cubicBezTo>
                    <a:cubicBezTo>
                      <a:pt x="16660" y="6267"/>
                      <a:pt x="16998" y="6820"/>
                      <a:pt x="17352" y="7377"/>
                    </a:cubicBezTo>
                    <a:cubicBezTo>
                      <a:pt x="17595" y="7755"/>
                      <a:pt x="17842" y="8127"/>
                      <a:pt x="18108" y="8490"/>
                    </a:cubicBezTo>
                    <a:cubicBezTo>
                      <a:pt x="19845" y="10938"/>
                      <a:pt x="19603" y="14130"/>
                      <a:pt x="19500" y="17000"/>
                    </a:cubicBezTo>
                    <a:cubicBezTo>
                      <a:pt x="19498" y="17070"/>
                      <a:pt x="19498" y="17070"/>
                      <a:pt x="19485" y="17425"/>
                    </a:cubicBezTo>
                    <a:cubicBezTo>
                      <a:pt x="19427" y="18820"/>
                      <a:pt x="19353" y="19875"/>
                      <a:pt x="18500" y="21000"/>
                    </a:cubicBezTo>
                    <a:cubicBezTo>
                      <a:pt x="18018" y="21832"/>
                      <a:pt x="17877" y="22558"/>
                      <a:pt x="17750" y="23500"/>
                    </a:cubicBezTo>
                    <a:cubicBezTo>
                      <a:pt x="17930" y="23570"/>
                      <a:pt x="18110" y="23640"/>
                      <a:pt x="18295" y="23713"/>
                    </a:cubicBezTo>
                    <a:cubicBezTo>
                      <a:pt x="18972" y="23985"/>
                      <a:pt x="19638" y="24280"/>
                      <a:pt x="20298" y="24595"/>
                    </a:cubicBezTo>
                    <a:cubicBezTo>
                      <a:pt x="20513" y="24692"/>
                      <a:pt x="20728" y="24793"/>
                      <a:pt x="20948" y="24898"/>
                    </a:cubicBezTo>
                    <a:cubicBezTo>
                      <a:pt x="21573" y="25295"/>
                      <a:pt x="21698" y="25592"/>
                      <a:pt x="22000" y="26250"/>
                    </a:cubicBezTo>
                    <a:cubicBezTo>
                      <a:pt x="22365" y="26373"/>
                      <a:pt x="22732" y="26493"/>
                      <a:pt x="23105" y="26597"/>
                    </a:cubicBezTo>
                    <a:cubicBezTo>
                      <a:pt x="24102" y="26985"/>
                      <a:pt x="24700" y="27898"/>
                      <a:pt x="25235" y="28780"/>
                    </a:cubicBezTo>
                    <a:cubicBezTo>
                      <a:pt x="25685" y="29498"/>
                      <a:pt x="26125" y="29733"/>
                      <a:pt x="26888" y="30055"/>
                    </a:cubicBezTo>
                    <a:cubicBezTo>
                      <a:pt x="27412" y="30338"/>
                      <a:pt x="27675" y="30743"/>
                      <a:pt x="28018" y="31220"/>
                    </a:cubicBezTo>
                    <a:cubicBezTo>
                      <a:pt x="28250" y="31500"/>
                      <a:pt x="28250" y="31500"/>
                      <a:pt x="28750" y="31735"/>
                    </a:cubicBezTo>
                    <a:cubicBezTo>
                      <a:pt x="29408" y="32085"/>
                      <a:pt x="29658" y="32540"/>
                      <a:pt x="30043" y="33165"/>
                    </a:cubicBezTo>
                    <a:cubicBezTo>
                      <a:pt x="30250" y="33500"/>
                      <a:pt x="30250" y="33500"/>
                      <a:pt x="30500" y="33750"/>
                    </a:cubicBezTo>
                    <a:cubicBezTo>
                      <a:pt x="30528" y="34145"/>
                      <a:pt x="30528" y="34145"/>
                      <a:pt x="30525" y="34650"/>
                    </a:cubicBezTo>
                    <a:cubicBezTo>
                      <a:pt x="30525" y="34740"/>
                      <a:pt x="30525" y="34740"/>
                      <a:pt x="30523" y="35195"/>
                    </a:cubicBezTo>
                    <a:cubicBezTo>
                      <a:pt x="30520" y="35382"/>
                      <a:pt x="30518" y="35570"/>
                      <a:pt x="30515" y="35765"/>
                    </a:cubicBezTo>
                    <a:cubicBezTo>
                      <a:pt x="30515" y="35955"/>
                      <a:pt x="30513" y="36145"/>
                      <a:pt x="30513" y="36340"/>
                    </a:cubicBezTo>
                    <a:cubicBezTo>
                      <a:pt x="30510" y="36810"/>
                      <a:pt x="30505" y="37280"/>
                      <a:pt x="30500" y="37750"/>
                    </a:cubicBezTo>
                    <a:cubicBezTo>
                      <a:pt x="30422" y="37780"/>
                      <a:pt x="30422" y="37780"/>
                      <a:pt x="30025" y="37938"/>
                    </a:cubicBezTo>
                    <a:cubicBezTo>
                      <a:pt x="29385" y="38317"/>
                      <a:pt x="29308" y="38550"/>
                      <a:pt x="29095" y="39250"/>
                    </a:cubicBezTo>
                    <a:cubicBezTo>
                      <a:pt x="28875" y="39947"/>
                      <a:pt x="28780" y="40220"/>
                      <a:pt x="28250" y="40750"/>
                    </a:cubicBezTo>
                    <a:cubicBezTo>
                      <a:pt x="27043" y="41120"/>
                      <a:pt x="25768" y="41045"/>
                      <a:pt x="24515" y="41048"/>
                    </a:cubicBezTo>
                    <a:cubicBezTo>
                      <a:pt x="24295" y="41050"/>
                      <a:pt x="24075" y="41053"/>
                      <a:pt x="23847" y="41055"/>
                    </a:cubicBezTo>
                    <a:cubicBezTo>
                      <a:pt x="22620" y="41060"/>
                      <a:pt x="21638" y="40975"/>
                      <a:pt x="20500" y="40500"/>
                    </a:cubicBezTo>
                    <a:cubicBezTo>
                      <a:pt x="20500" y="40335"/>
                      <a:pt x="20500" y="40170"/>
                      <a:pt x="20500" y="40000"/>
                    </a:cubicBezTo>
                    <a:cubicBezTo>
                      <a:pt x="20410" y="39970"/>
                      <a:pt x="20410" y="39970"/>
                      <a:pt x="19952" y="39812"/>
                    </a:cubicBezTo>
                    <a:cubicBezTo>
                      <a:pt x="18713" y="39303"/>
                      <a:pt x="18053" y="38635"/>
                      <a:pt x="17405" y="37485"/>
                    </a:cubicBezTo>
                    <a:cubicBezTo>
                      <a:pt x="16960" y="36710"/>
                      <a:pt x="16708" y="36410"/>
                      <a:pt x="15845" y="36173"/>
                    </a:cubicBezTo>
                    <a:cubicBezTo>
                      <a:pt x="15390" y="36028"/>
                      <a:pt x="15390" y="36028"/>
                      <a:pt x="15000" y="35750"/>
                    </a:cubicBezTo>
                    <a:cubicBezTo>
                      <a:pt x="14787" y="35162"/>
                      <a:pt x="14655" y="34602"/>
                      <a:pt x="14532" y="33993"/>
                    </a:cubicBezTo>
                    <a:cubicBezTo>
                      <a:pt x="14328" y="33050"/>
                      <a:pt x="14328" y="33050"/>
                      <a:pt x="13900" y="32767"/>
                    </a:cubicBezTo>
                    <a:cubicBezTo>
                      <a:pt x="13767" y="32730"/>
                      <a:pt x="13635" y="32695"/>
                      <a:pt x="13500" y="32655"/>
                    </a:cubicBezTo>
                    <a:cubicBezTo>
                      <a:pt x="13037" y="32460"/>
                      <a:pt x="12803" y="32360"/>
                      <a:pt x="12585" y="31900"/>
                    </a:cubicBezTo>
                    <a:cubicBezTo>
                      <a:pt x="12553" y="31765"/>
                      <a:pt x="12520" y="31627"/>
                      <a:pt x="12487" y="31488"/>
                    </a:cubicBezTo>
                    <a:cubicBezTo>
                      <a:pt x="12450" y="31340"/>
                      <a:pt x="12415" y="31192"/>
                      <a:pt x="12377" y="31040"/>
                    </a:cubicBezTo>
                    <a:cubicBezTo>
                      <a:pt x="12235" y="30363"/>
                      <a:pt x="12112" y="29685"/>
                      <a:pt x="12000" y="29000"/>
                    </a:cubicBezTo>
                    <a:cubicBezTo>
                      <a:pt x="11588" y="28918"/>
                      <a:pt x="11175" y="28835"/>
                      <a:pt x="10750" y="28750"/>
                    </a:cubicBezTo>
                    <a:cubicBezTo>
                      <a:pt x="10722" y="28800"/>
                      <a:pt x="10722" y="28800"/>
                      <a:pt x="10590" y="29053"/>
                    </a:cubicBezTo>
                    <a:cubicBezTo>
                      <a:pt x="9852" y="30180"/>
                      <a:pt x="9065" y="30452"/>
                      <a:pt x="7797" y="30720"/>
                    </a:cubicBezTo>
                    <a:cubicBezTo>
                      <a:pt x="7282" y="30822"/>
                      <a:pt x="6767" y="30912"/>
                      <a:pt x="6250" y="31000"/>
                    </a:cubicBezTo>
                    <a:cubicBezTo>
                      <a:pt x="6415" y="31412"/>
                      <a:pt x="6580" y="31825"/>
                      <a:pt x="6750" y="32250"/>
                    </a:cubicBezTo>
                    <a:cubicBezTo>
                      <a:pt x="6255" y="32250"/>
                      <a:pt x="5760" y="32250"/>
                      <a:pt x="5250" y="32250"/>
                    </a:cubicBezTo>
                    <a:cubicBezTo>
                      <a:pt x="5210" y="32167"/>
                      <a:pt x="5210" y="32167"/>
                      <a:pt x="5000" y="31750"/>
                    </a:cubicBezTo>
                    <a:cubicBezTo>
                      <a:pt x="5040" y="31625"/>
                      <a:pt x="5040" y="31625"/>
                      <a:pt x="5250" y="31000"/>
                    </a:cubicBezTo>
                    <a:cubicBezTo>
                      <a:pt x="4507" y="31000"/>
                      <a:pt x="3765" y="31000"/>
                      <a:pt x="3000" y="31000"/>
                    </a:cubicBezTo>
                    <a:cubicBezTo>
                      <a:pt x="2938" y="31238"/>
                      <a:pt x="2875" y="31475"/>
                      <a:pt x="2812" y="31720"/>
                    </a:cubicBezTo>
                    <a:cubicBezTo>
                      <a:pt x="2620" y="32282"/>
                      <a:pt x="2543" y="32465"/>
                      <a:pt x="2062" y="32845"/>
                    </a:cubicBezTo>
                    <a:cubicBezTo>
                      <a:pt x="1343" y="33045"/>
                      <a:pt x="745" y="33035"/>
                      <a:pt x="0" y="33000"/>
                    </a:cubicBezTo>
                    <a:cubicBezTo>
                      <a:pt x="500" y="32750"/>
                      <a:pt x="1000" y="32500"/>
                      <a:pt x="1500" y="32250"/>
                    </a:cubicBezTo>
                    <a:cubicBezTo>
                      <a:pt x="1477" y="31885"/>
                      <a:pt x="1450" y="31520"/>
                      <a:pt x="1422" y="31155"/>
                    </a:cubicBezTo>
                    <a:cubicBezTo>
                      <a:pt x="1407" y="30952"/>
                      <a:pt x="1392" y="30750"/>
                      <a:pt x="1377" y="30540"/>
                    </a:cubicBezTo>
                    <a:cubicBezTo>
                      <a:pt x="1250" y="30000"/>
                      <a:pt x="1250" y="30000"/>
                      <a:pt x="865" y="29710"/>
                    </a:cubicBezTo>
                    <a:cubicBezTo>
                      <a:pt x="745" y="29640"/>
                      <a:pt x="625" y="29570"/>
                      <a:pt x="500" y="29500"/>
                    </a:cubicBezTo>
                    <a:cubicBezTo>
                      <a:pt x="500" y="29335"/>
                      <a:pt x="500" y="29170"/>
                      <a:pt x="500" y="29000"/>
                    </a:cubicBezTo>
                    <a:cubicBezTo>
                      <a:pt x="1625" y="28942"/>
                      <a:pt x="2648" y="29007"/>
                      <a:pt x="3750" y="29250"/>
                    </a:cubicBezTo>
                    <a:cubicBezTo>
                      <a:pt x="5657" y="29655"/>
                      <a:pt x="7243" y="29690"/>
                      <a:pt x="9000" y="28750"/>
                    </a:cubicBezTo>
                    <a:cubicBezTo>
                      <a:pt x="9347" y="28480"/>
                      <a:pt x="9692" y="28202"/>
                      <a:pt x="10030" y="27923"/>
                    </a:cubicBezTo>
                    <a:cubicBezTo>
                      <a:pt x="10870" y="27262"/>
                      <a:pt x="10870" y="27262"/>
                      <a:pt x="11433" y="27213"/>
                    </a:cubicBezTo>
                    <a:cubicBezTo>
                      <a:pt x="12007" y="27358"/>
                      <a:pt x="12358" y="27575"/>
                      <a:pt x="12733" y="28035"/>
                    </a:cubicBezTo>
                    <a:cubicBezTo>
                      <a:pt x="13157" y="28800"/>
                      <a:pt x="13360" y="29630"/>
                      <a:pt x="13595" y="30470"/>
                    </a:cubicBezTo>
                    <a:cubicBezTo>
                      <a:pt x="14255" y="32765"/>
                      <a:pt x="15737" y="34528"/>
                      <a:pt x="17425" y="36165"/>
                    </a:cubicBezTo>
                    <a:cubicBezTo>
                      <a:pt x="17785" y="36535"/>
                      <a:pt x="18100" y="36928"/>
                      <a:pt x="18422" y="37327"/>
                    </a:cubicBezTo>
                    <a:cubicBezTo>
                      <a:pt x="19065" y="38092"/>
                      <a:pt x="19770" y="38720"/>
                      <a:pt x="20548" y="39345"/>
                    </a:cubicBezTo>
                    <a:cubicBezTo>
                      <a:pt x="20655" y="39430"/>
                      <a:pt x="20760" y="39517"/>
                      <a:pt x="20873" y="39605"/>
                    </a:cubicBezTo>
                    <a:cubicBezTo>
                      <a:pt x="22105" y="40572"/>
                      <a:pt x="23073" y="40545"/>
                      <a:pt x="24595" y="40548"/>
                    </a:cubicBezTo>
                    <a:cubicBezTo>
                      <a:pt x="24782" y="40550"/>
                      <a:pt x="24972" y="40553"/>
                      <a:pt x="25165" y="40555"/>
                    </a:cubicBezTo>
                    <a:cubicBezTo>
                      <a:pt x="27108" y="40560"/>
                      <a:pt x="27108" y="40560"/>
                      <a:pt x="28000" y="40000"/>
                    </a:cubicBezTo>
                    <a:cubicBezTo>
                      <a:pt x="28320" y="39555"/>
                      <a:pt x="28513" y="39090"/>
                      <a:pt x="28702" y="38577"/>
                    </a:cubicBezTo>
                    <a:cubicBezTo>
                      <a:pt x="28730" y="38510"/>
                      <a:pt x="28730" y="38510"/>
                      <a:pt x="28862" y="38165"/>
                    </a:cubicBezTo>
                    <a:cubicBezTo>
                      <a:pt x="29573" y="36235"/>
                      <a:pt x="29300" y="34648"/>
                      <a:pt x="28500" y="32750"/>
                    </a:cubicBezTo>
                    <a:cubicBezTo>
                      <a:pt x="28155" y="32233"/>
                      <a:pt x="27732" y="31890"/>
                      <a:pt x="27250" y="31500"/>
                    </a:cubicBezTo>
                    <a:cubicBezTo>
                      <a:pt x="26835" y="31140"/>
                      <a:pt x="26425" y="30773"/>
                      <a:pt x="26015" y="30405"/>
                    </a:cubicBezTo>
                    <a:cubicBezTo>
                      <a:pt x="25905" y="30308"/>
                      <a:pt x="25795" y="30210"/>
                      <a:pt x="25680" y="30110"/>
                    </a:cubicBezTo>
                    <a:cubicBezTo>
                      <a:pt x="25067" y="29560"/>
                      <a:pt x="24525" y="29007"/>
                      <a:pt x="24015" y="28360"/>
                    </a:cubicBezTo>
                    <a:cubicBezTo>
                      <a:pt x="22562" y="26605"/>
                      <a:pt x="20755" y="25465"/>
                      <a:pt x="18558" y="24905"/>
                    </a:cubicBezTo>
                    <a:cubicBezTo>
                      <a:pt x="17750" y="24680"/>
                      <a:pt x="17055" y="24398"/>
                      <a:pt x="16500" y="23750"/>
                    </a:cubicBezTo>
                    <a:cubicBezTo>
                      <a:pt x="16183" y="22935"/>
                      <a:pt x="16162" y="22262"/>
                      <a:pt x="16438" y="21438"/>
                    </a:cubicBezTo>
                    <a:cubicBezTo>
                      <a:pt x="16750" y="21000"/>
                      <a:pt x="16750" y="21000"/>
                      <a:pt x="17118" y="20715"/>
                    </a:cubicBezTo>
                    <a:cubicBezTo>
                      <a:pt x="17697" y="20007"/>
                      <a:pt x="17782" y="19248"/>
                      <a:pt x="17938" y="18360"/>
                    </a:cubicBezTo>
                    <a:cubicBezTo>
                      <a:pt x="17952" y="18270"/>
                      <a:pt x="17952" y="18270"/>
                      <a:pt x="18035" y="17815"/>
                    </a:cubicBezTo>
                    <a:cubicBezTo>
                      <a:pt x="18232" y="16613"/>
                      <a:pt x="18290" y="15528"/>
                      <a:pt x="18090" y="14317"/>
                    </a:cubicBezTo>
                    <a:cubicBezTo>
                      <a:pt x="18000" y="13750"/>
                      <a:pt x="18000" y="13750"/>
                      <a:pt x="17995" y="13175"/>
                    </a:cubicBezTo>
                    <a:cubicBezTo>
                      <a:pt x="17950" y="10625"/>
                      <a:pt x="16345" y="7922"/>
                      <a:pt x="14627" y="6088"/>
                    </a:cubicBezTo>
                    <a:cubicBezTo>
                      <a:pt x="14080" y="5597"/>
                      <a:pt x="13498" y="5180"/>
                      <a:pt x="12880" y="4785"/>
                    </a:cubicBezTo>
                    <a:cubicBezTo>
                      <a:pt x="12350" y="4388"/>
                      <a:pt x="12053" y="4020"/>
                      <a:pt x="11925" y="3365"/>
                    </a:cubicBezTo>
                    <a:cubicBezTo>
                      <a:pt x="11915" y="2125"/>
                      <a:pt x="12257" y="1130"/>
                      <a:pt x="12750" y="0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25" name="globe vector"/>
              <p:cNvSpPr/>
              <p:nvPr/>
            </p:nvSpPr>
            <p:spPr>
              <a:xfrm>
                <a:off x="340620" y="906788"/>
                <a:ext cx="147538" cy="81359"/>
              </a:xfrm>
              <a:custGeom>
                <a:avLst/>
                <a:gdLst/>
                <a:ahLst/>
                <a:cxnLst/>
                <a:rect l="0" t="0" r="r" b="b"/>
                <a:pathLst>
                  <a:path w="16135" h="8897" fill="norm" stroke="0">
                    <a:moveTo>
                      <a:pt x="14015" y="20"/>
                    </a:moveTo>
                    <a:cubicBezTo>
                      <a:pt x="14230" y="13"/>
                      <a:pt x="14442" y="7"/>
                      <a:pt x="14665" y="0"/>
                    </a:cubicBezTo>
                    <a:cubicBezTo>
                      <a:pt x="15250" y="82"/>
                      <a:pt x="15250" y="82"/>
                      <a:pt x="15660" y="367"/>
                    </a:cubicBezTo>
                    <a:cubicBezTo>
                      <a:pt x="16135" y="1020"/>
                      <a:pt x="16062" y="1580"/>
                      <a:pt x="15998" y="2347"/>
                    </a:cubicBezTo>
                    <a:cubicBezTo>
                      <a:pt x="15987" y="2492"/>
                      <a:pt x="15980" y="2640"/>
                      <a:pt x="15968" y="2790"/>
                    </a:cubicBezTo>
                    <a:cubicBezTo>
                      <a:pt x="15948" y="3100"/>
                      <a:pt x="15922" y="3410"/>
                      <a:pt x="15898" y="3718"/>
                    </a:cubicBezTo>
                    <a:cubicBezTo>
                      <a:pt x="15860" y="4190"/>
                      <a:pt x="15830" y="4660"/>
                      <a:pt x="15803" y="5132"/>
                    </a:cubicBezTo>
                    <a:cubicBezTo>
                      <a:pt x="15780" y="5432"/>
                      <a:pt x="15758" y="5733"/>
                      <a:pt x="15733" y="6035"/>
                    </a:cubicBezTo>
                    <a:cubicBezTo>
                      <a:pt x="15728" y="6105"/>
                      <a:pt x="15728" y="6105"/>
                      <a:pt x="15707" y="6460"/>
                    </a:cubicBezTo>
                    <a:cubicBezTo>
                      <a:pt x="15640" y="7205"/>
                      <a:pt x="15505" y="7578"/>
                      <a:pt x="15038" y="8170"/>
                    </a:cubicBezTo>
                    <a:cubicBezTo>
                      <a:pt x="14508" y="8578"/>
                      <a:pt x="14295" y="8710"/>
                      <a:pt x="13642" y="8735"/>
                    </a:cubicBezTo>
                    <a:cubicBezTo>
                      <a:pt x="13485" y="8742"/>
                      <a:pt x="13328" y="8750"/>
                      <a:pt x="13165" y="8760"/>
                    </a:cubicBezTo>
                    <a:cubicBezTo>
                      <a:pt x="13002" y="8763"/>
                      <a:pt x="12840" y="8767"/>
                      <a:pt x="12670" y="8770"/>
                    </a:cubicBezTo>
                    <a:cubicBezTo>
                      <a:pt x="12513" y="8777"/>
                      <a:pt x="12352" y="8785"/>
                      <a:pt x="12188" y="8793"/>
                    </a:cubicBezTo>
                    <a:cubicBezTo>
                      <a:pt x="11868" y="8805"/>
                      <a:pt x="11545" y="8815"/>
                      <a:pt x="11225" y="8822"/>
                    </a:cubicBezTo>
                    <a:cubicBezTo>
                      <a:pt x="10907" y="8830"/>
                      <a:pt x="10590" y="8843"/>
                      <a:pt x="10275" y="8862"/>
                    </a:cubicBezTo>
                    <a:cubicBezTo>
                      <a:pt x="9522" y="8897"/>
                      <a:pt x="9085" y="8872"/>
                      <a:pt x="8392" y="8543"/>
                    </a:cubicBezTo>
                    <a:cubicBezTo>
                      <a:pt x="7855" y="7912"/>
                      <a:pt x="7905" y="7540"/>
                      <a:pt x="7953" y="6722"/>
                    </a:cubicBezTo>
                    <a:cubicBezTo>
                      <a:pt x="7995" y="5862"/>
                      <a:pt x="8005" y="5157"/>
                      <a:pt x="7750" y="4332"/>
                    </a:cubicBezTo>
                    <a:cubicBezTo>
                      <a:pt x="6803" y="4472"/>
                      <a:pt x="6145" y="4892"/>
                      <a:pt x="5500" y="5582"/>
                    </a:cubicBezTo>
                    <a:cubicBezTo>
                      <a:pt x="5115" y="6155"/>
                      <a:pt x="4752" y="6733"/>
                      <a:pt x="4405" y="7328"/>
                    </a:cubicBezTo>
                    <a:cubicBezTo>
                      <a:pt x="3898" y="7960"/>
                      <a:pt x="3530" y="8125"/>
                      <a:pt x="2750" y="8332"/>
                    </a:cubicBezTo>
                    <a:cubicBezTo>
                      <a:pt x="2080" y="8328"/>
                      <a:pt x="2080" y="8328"/>
                      <a:pt x="1420" y="8240"/>
                    </a:cubicBezTo>
                    <a:cubicBezTo>
                      <a:pt x="1200" y="8210"/>
                      <a:pt x="980" y="8182"/>
                      <a:pt x="752" y="8155"/>
                    </a:cubicBezTo>
                    <a:cubicBezTo>
                      <a:pt x="587" y="8130"/>
                      <a:pt x="420" y="8108"/>
                      <a:pt x="250" y="8082"/>
                    </a:cubicBezTo>
                    <a:cubicBezTo>
                      <a:pt x="78" y="7650"/>
                      <a:pt x="78" y="7650"/>
                      <a:pt x="0" y="7082"/>
                    </a:cubicBezTo>
                    <a:cubicBezTo>
                      <a:pt x="803" y="5585"/>
                      <a:pt x="2225" y="4078"/>
                      <a:pt x="3750" y="3332"/>
                    </a:cubicBezTo>
                    <a:cubicBezTo>
                      <a:pt x="4390" y="3210"/>
                      <a:pt x="5015" y="3125"/>
                      <a:pt x="5663" y="3055"/>
                    </a:cubicBezTo>
                    <a:cubicBezTo>
                      <a:pt x="6600" y="2930"/>
                      <a:pt x="7008" y="2692"/>
                      <a:pt x="7610" y="1972"/>
                    </a:cubicBezTo>
                    <a:cubicBezTo>
                      <a:pt x="8623" y="767"/>
                      <a:pt x="9910" y="638"/>
                      <a:pt x="11395" y="395"/>
                    </a:cubicBezTo>
                    <a:cubicBezTo>
                      <a:pt x="11750" y="332"/>
                      <a:pt x="11750" y="332"/>
                      <a:pt x="12270" y="195"/>
                    </a:cubicBezTo>
                    <a:cubicBezTo>
                      <a:pt x="12858" y="57"/>
                      <a:pt x="13410" y="30"/>
                      <a:pt x="14015" y="20"/>
                    </a:cubicBezTo>
                    <a:close/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26" name="globe vector"/>
              <p:cNvSpPr/>
              <p:nvPr/>
            </p:nvSpPr>
            <p:spPr>
              <a:xfrm>
                <a:off x="476722" y="932688"/>
                <a:ext cx="39914" cy="406908"/>
              </a:xfrm>
              <a:custGeom>
                <a:avLst/>
                <a:gdLst/>
                <a:ahLst/>
                <a:cxnLst/>
                <a:rect l="0" t="0" r="r" b="b"/>
                <a:pathLst>
                  <a:path w="4365" h="44500" fill="norm" stroke="0">
                    <a:moveTo>
                      <a:pt x="1615" y="0"/>
                    </a:moveTo>
                    <a:cubicBezTo>
                      <a:pt x="2065" y="450"/>
                      <a:pt x="2350" y="800"/>
                      <a:pt x="2397" y="1450"/>
                    </a:cubicBezTo>
                    <a:cubicBezTo>
                      <a:pt x="2392" y="1615"/>
                      <a:pt x="2387" y="1782"/>
                      <a:pt x="2380" y="1953"/>
                    </a:cubicBezTo>
                    <a:cubicBezTo>
                      <a:pt x="2312" y="4095"/>
                      <a:pt x="3327" y="5698"/>
                      <a:pt x="4365" y="7500"/>
                    </a:cubicBezTo>
                    <a:cubicBezTo>
                      <a:pt x="4130" y="7785"/>
                      <a:pt x="3892" y="8070"/>
                      <a:pt x="3657" y="8355"/>
                    </a:cubicBezTo>
                    <a:cubicBezTo>
                      <a:pt x="2845" y="9455"/>
                      <a:pt x="2502" y="10168"/>
                      <a:pt x="2532" y="11558"/>
                    </a:cubicBezTo>
                    <a:cubicBezTo>
                      <a:pt x="2532" y="11702"/>
                      <a:pt x="2535" y="11850"/>
                      <a:pt x="2535" y="12002"/>
                    </a:cubicBezTo>
                    <a:cubicBezTo>
                      <a:pt x="2535" y="12312"/>
                      <a:pt x="2540" y="12623"/>
                      <a:pt x="2545" y="12935"/>
                    </a:cubicBezTo>
                    <a:cubicBezTo>
                      <a:pt x="2552" y="13400"/>
                      <a:pt x="2555" y="13865"/>
                      <a:pt x="2557" y="14330"/>
                    </a:cubicBezTo>
                    <a:cubicBezTo>
                      <a:pt x="2587" y="19385"/>
                      <a:pt x="2587" y="19385"/>
                      <a:pt x="3665" y="21308"/>
                    </a:cubicBezTo>
                    <a:cubicBezTo>
                      <a:pt x="3990" y="22028"/>
                      <a:pt x="3880" y="22530"/>
                      <a:pt x="3615" y="23250"/>
                    </a:cubicBezTo>
                    <a:cubicBezTo>
                      <a:pt x="3492" y="23452"/>
                      <a:pt x="3370" y="23655"/>
                      <a:pt x="3245" y="23862"/>
                    </a:cubicBezTo>
                    <a:cubicBezTo>
                      <a:pt x="2702" y="24930"/>
                      <a:pt x="2675" y="26090"/>
                      <a:pt x="2595" y="27262"/>
                    </a:cubicBezTo>
                    <a:cubicBezTo>
                      <a:pt x="2567" y="27650"/>
                      <a:pt x="2537" y="28037"/>
                      <a:pt x="2505" y="28428"/>
                    </a:cubicBezTo>
                    <a:cubicBezTo>
                      <a:pt x="2402" y="29740"/>
                      <a:pt x="2342" y="31055"/>
                      <a:pt x="2325" y="32373"/>
                    </a:cubicBezTo>
                    <a:cubicBezTo>
                      <a:pt x="2320" y="32610"/>
                      <a:pt x="2317" y="32848"/>
                      <a:pt x="2312" y="33092"/>
                    </a:cubicBezTo>
                    <a:cubicBezTo>
                      <a:pt x="2412" y="34368"/>
                      <a:pt x="3020" y="35320"/>
                      <a:pt x="3802" y="36298"/>
                    </a:cubicBezTo>
                    <a:cubicBezTo>
                      <a:pt x="4225" y="36910"/>
                      <a:pt x="4177" y="37262"/>
                      <a:pt x="4115" y="38000"/>
                    </a:cubicBezTo>
                    <a:cubicBezTo>
                      <a:pt x="3860" y="38642"/>
                      <a:pt x="3860" y="38642"/>
                      <a:pt x="3520" y="39280"/>
                    </a:cubicBezTo>
                    <a:cubicBezTo>
                      <a:pt x="3410" y="39493"/>
                      <a:pt x="3300" y="39705"/>
                      <a:pt x="3187" y="39925"/>
                    </a:cubicBezTo>
                    <a:cubicBezTo>
                      <a:pt x="2865" y="40500"/>
                      <a:pt x="2865" y="40500"/>
                      <a:pt x="2575" y="40855"/>
                    </a:cubicBezTo>
                    <a:cubicBezTo>
                      <a:pt x="2245" y="41475"/>
                      <a:pt x="2312" y="42113"/>
                      <a:pt x="2335" y="42798"/>
                    </a:cubicBezTo>
                    <a:cubicBezTo>
                      <a:pt x="2335" y="42868"/>
                      <a:pt x="2335" y="42868"/>
                      <a:pt x="2340" y="43220"/>
                    </a:cubicBezTo>
                    <a:cubicBezTo>
                      <a:pt x="2347" y="43562"/>
                      <a:pt x="2355" y="43908"/>
                      <a:pt x="2365" y="44250"/>
                    </a:cubicBezTo>
                    <a:cubicBezTo>
                      <a:pt x="2035" y="44333"/>
                      <a:pt x="1705" y="44415"/>
                      <a:pt x="1365" y="44500"/>
                    </a:cubicBezTo>
                    <a:cubicBezTo>
                      <a:pt x="1355" y="44278"/>
                      <a:pt x="1347" y="44053"/>
                      <a:pt x="1337" y="43822"/>
                    </a:cubicBezTo>
                    <a:cubicBezTo>
                      <a:pt x="1240" y="41935"/>
                      <a:pt x="962" y="40303"/>
                      <a:pt x="365" y="38500"/>
                    </a:cubicBezTo>
                    <a:cubicBezTo>
                      <a:pt x="0" y="37335"/>
                      <a:pt x="122" y="36660"/>
                      <a:pt x="607" y="35535"/>
                    </a:cubicBezTo>
                    <a:cubicBezTo>
                      <a:pt x="1205" y="34017"/>
                      <a:pt x="1252" y="32595"/>
                      <a:pt x="1217" y="30980"/>
                    </a:cubicBezTo>
                    <a:cubicBezTo>
                      <a:pt x="1210" y="30532"/>
                      <a:pt x="1207" y="30088"/>
                      <a:pt x="1207" y="29640"/>
                    </a:cubicBezTo>
                    <a:cubicBezTo>
                      <a:pt x="1200" y="28150"/>
                      <a:pt x="1107" y="26690"/>
                      <a:pt x="890" y="25218"/>
                    </a:cubicBezTo>
                    <a:cubicBezTo>
                      <a:pt x="870" y="25085"/>
                      <a:pt x="852" y="24950"/>
                      <a:pt x="832" y="24815"/>
                    </a:cubicBezTo>
                    <a:cubicBezTo>
                      <a:pt x="705" y="24040"/>
                      <a:pt x="465" y="23445"/>
                      <a:pt x="115" y="22750"/>
                    </a:cubicBezTo>
                    <a:cubicBezTo>
                      <a:pt x="180" y="21975"/>
                      <a:pt x="270" y="21440"/>
                      <a:pt x="617" y="20748"/>
                    </a:cubicBezTo>
                    <a:cubicBezTo>
                      <a:pt x="1015" y="19752"/>
                      <a:pt x="942" y="18698"/>
                      <a:pt x="940" y="17642"/>
                    </a:cubicBezTo>
                    <a:cubicBezTo>
                      <a:pt x="940" y="17530"/>
                      <a:pt x="940" y="17530"/>
                      <a:pt x="942" y="16955"/>
                    </a:cubicBezTo>
                    <a:cubicBezTo>
                      <a:pt x="945" y="16475"/>
                      <a:pt x="945" y="15995"/>
                      <a:pt x="945" y="15515"/>
                    </a:cubicBezTo>
                    <a:cubicBezTo>
                      <a:pt x="942" y="14785"/>
                      <a:pt x="950" y="14055"/>
                      <a:pt x="955" y="13325"/>
                    </a:cubicBezTo>
                    <a:cubicBezTo>
                      <a:pt x="955" y="12858"/>
                      <a:pt x="955" y="12390"/>
                      <a:pt x="955" y="11925"/>
                    </a:cubicBezTo>
                    <a:cubicBezTo>
                      <a:pt x="957" y="11815"/>
                      <a:pt x="957" y="11815"/>
                      <a:pt x="962" y="11267"/>
                    </a:cubicBezTo>
                    <a:cubicBezTo>
                      <a:pt x="955" y="10075"/>
                      <a:pt x="822" y="9168"/>
                      <a:pt x="285" y="8097"/>
                    </a:cubicBezTo>
                    <a:cubicBezTo>
                      <a:pt x="40" y="7597"/>
                      <a:pt x="12" y="7297"/>
                      <a:pt x="115" y="6750"/>
                    </a:cubicBezTo>
                    <a:cubicBezTo>
                      <a:pt x="237" y="6490"/>
                      <a:pt x="360" y="6230"/>
                      <a:pt x="487" y="5972"/>
                    </a:cubicBezTo>
                    <a:cubicBezTo>
                      <a:pt x="927" y="4963"/>
                      <a:pt x="985" y="4043"/>
                      <a:pt x="1005" y="2953"/>
                    </a:cubicBezTo>
                    <a:cubicBezTo>
                      <a:pt x="1057" y="865"/>
                      <a:pt x="1057" y="865"/>
                      <a:pt x="1615" y="0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27" name="globe vector"/>
              <p:cNvSpPr/>
              <p:nvPr/>
            </p:nvSpPr>
            <p:spPr>
              <a:xfrm>
                <a:off x="217427" y="869320"/>
                <a:ext cx="523814" cy="537279"/>
              </a:xfrm>
              <a:custGeom>
                <a:avLst/>
                <a:gdLst/>
                <a:ahLst/>
                <a:cxnLst/>
                <a:rect l="0" t="0" r="r" b="b"/>
                <a:pathLst>
                  <a:path w="57285" h="58757" fill="norm" stroke="0">
                    <a:moveTo>
                      <a:pt x="36612" y="868"/>
                    </a:moveTo>
                    <a:cubicBezTo>
                      <a:pt x="36845" y="908"/>
                      <a:pt x="37080" y="945"/>
                      <a:pt x="37320" y="985"/>
                    </a:cubicBezTo>
                    <a:cubicBezTo>
                      <a:pt x="38765" y="1263"/>
                      <a:pt x="39938" y="1725"/>
                      <a:pt x="41222" y="2430"/>
                    </a:cubicBezTo>
                    <a:cubicBezTo>
                      <a:pt x="41580" y="2585"/>
                      <a:pt x="41940" y="2735"/>
                      <a:pt x="42300" y="2883"/>
                    </a:cubicBezTo>
                    <a:cubicBezTo>
                      <a:pt x="44430" y="3830"/>
                      <a:pt x="46238" y="5145"/>
                      <a:pt x="48018" y="6633"/>
                    </a:cubicBezTo>
                    <a:cubicBezTo>
                      <a:pt x="48162" y="6753"/>
                      <a:pt x="48307" y="6873"/>
                      <a:pt x="48455" y="6998"/>
                    </a:cubicBezTo>
                    <a:cubicBezTo>
                      <a:pt x="48587" y="7110"/>
                      <a:pt x="48720" y="7225"/>
                      <a:pt x="48858" y="7340"/>
                    </a:cubicBezTo>
                    <a:cubicBezTo>
                      <a:pt x="48918" y="7393"/>
                      <a:pt x="48918" y="7393"/>
                      <a:pt x="49218" y="7648"/>
                    </a:cubicBezTo>
                    <a:cubicBezTo>
                      <a:pt x="49472" y="7930"/>
                      <a:pt x="49472" y="7930"/>
                      <a:pt x="49472" y="8430"/>
                    </a:cubicBezTo>
                    <a:cubicBezTo>
                      <a:pt x="49698" y="8493"/>
                      <a:pt x="49922" y="8553"/>
                      <a:pt x="50155" y="8618"/>
                    </a:cubicBezTo>
                    <a:cubicBezTo>
                      <a:pt x="50962" y="8888"/>
                      <a:pt x="51482" y="9305"/>
                      <a:pt x="52035" y="9945"/>
                    </a:cubicBezTo>
                    <a:cubicBezTo>
                      <a:pt x="52128" y="10050"/>
                      <a:pt x="52220" y="10157"/>
                      <a:pt x="52317" y="10265"/>
                    </a:cubicBezTo>
                    <a:cubicBezTo>
                      <a:pt x="53573" y="11758"/>
                      <a:pt x="54498" y="13485"/>
                      <a:pt x="55442" y="15180"/>
                    </a:cubicBezTo>
                    <a:cubicBezTo>
                      <a:pt x="55790" y="15803"/>
                      <a:pt x="56152" y="16418"/>
                      <a:pt x="56515" y="17032"/>
                    </a:cubicBezTo>
                    <a:cubicBezTo>
                      <a:pt x="57132" y="18213"/>
                      <a:pt x="57285" y="19368"/>
                      <a:pt x="57222" y="20680"/>
                    </a:cubicBezTo>
                    <a:cubicBezTo>
                      <a:pt x="57057" y="20680"/>
                      <a:pt x="56892" y="20680"/>
                      <a:pt x="56722" y="20680"/>
                    </a:cubicBezTo>
                    <a:cubicBezTo>
                      <a:pt x="56688" y="20480"/>
                      <a:pt x="56655" y="20280"/>
                      <a:pt x="56620" y="20075"/>
                    </a:cubicBezTo>
                    <a:cubicBezTo>
                      <a:pt x="56238" y="18050"/>
                      <a:pt x="55557" y="16502"/>
                      <a:pt x="54442" y="14780"/>
                    </a:cubicBezTo>
                    <a:cubicBezTo>
                      <a:pt x="54235" y="14450"/>
                      <a:pt x="54043" y="14115"/>
                      <a:pt x="53852" y="13775"/>
                    </a:cubicBezTo>
                    <a:cubicBezTo>
                      <a:pt x="52762" y="11825"/>
                      <a:pt x="51345" y="9850"/>
                      <a:pt x="49380" y="8708"/>
                    </a:cubicBezTo>
                    <a:cubicBezTo>
                      <a:pt x="48925" y="8398"/>
                      <a:pt x="48540" y="8040"/>
                      <a:pt x="48142" y="7663"/>
                    </a:cubicBezTo>
                    <a:cubicBezTo>
                      <a:pt x="46130" y="5758"/>
                      <a:pt x="43750" y="4310"/>
                      <a:pt x="41222" y="3180"/>
                    </a:cubicBezTo>
                    <a:cubicBezTo>
                      <a:pt x="41040" y="3095"/>
                      <a:pt x="40858" y="3013"/>
                      <a:pt x="40668" y="2925"/>
                    </a:cubicBezTo>
                    <a:cubicBezTo>
                      <a:pt x="37195" y="1423"/>
                      <a:pt x="33465" y="1095"/>
                      <a:pt x="29720" y="1170"/>
                    </a:cubicBezTo>
                    <a:cubicBezTo>
                      <a:pt x="29395" y="1178"/>
                      <a:pt x="29070" y="1180"/>
                      <a:pt x="28745" y="1183"/>
                    </a:cubicBezTo>
                    <a:cubicBezTo>
                      <a:pt x="22820" y="1213"/>
                      <a:pt x="16987" y="3630"/>
                      <a:pt x="12472" y="7430"/>
                    </a:cubicBezTo>
                    <a:cubicBezTo>
                      <a:pt x="12120" y="7798"/>
                      <a:pt x="11815" y="8170"/>
                      <a:pt x="11512" y="8575"/>
                    </a:cubicBezTo>
                    <a:cubicBezTo>
                      <a:pt x="11172" y="8990"/>
                      <a:pt x="10795" y="9298"/>
                      <a:pt x="10377" y="9633"/>
                    </a:cubicBezTo>
                    <a:cubicBezTo>
                      <a:pt x="9317" y="10518"/>
                      <a:pt x="8515" y="11558"/>
                      <a:pt x="7722" y="12680"/>
                    </a:cubicBezTo>
                    <a:cubicBezTo>
                      <a:pt x="7580" y="12880"/>
                      <a:pt x="7440" y="13080"/>
                      <a:pt x="7292" y="13288"/>
                    </a:cubicBezTo>
                    <a:cubicBezTo>
                      <a:pt x="2907" y="19740"/>
                      <a:pt x="1578" y="27098"/>
                      <a:pt x="2972" y="34680"/>
                    </a:cubicBezTo>
                    <a:cubicBezTo>
                      <a:pt x="2997" y="34833"/>
                      <a:pt x="3022" y="34985"/>
                      <a:pt x="3050" y="35145"/>
                    </a:cubicBezTo>
                    <a:cubicBezTo>
                      <a:pt x="3897" y="40155"/>
                      <a:pt x="6487" y="45312"/>
                      <a:pt x="10262" y="48725"/>
                    </a:cubicBezTo>
                    <a:cubicBezTo>
                      <a:pt x="10415" y="48875"/>
                      <a:pt x="10565" y="49025"/>
                      <a:pt x="10722" y="49180"/>
                    </a:cubicBezTo>
                    <a:cubicBezTo>
                      <a:pt x="10722" y="49345"/>
                      <a:pt x="10722" y="49510"/>
                      <a:pt x="10722" y="49680"/>
                    </a:cubicBezTo>
                    <a:cubicBezTo>
                      <a:pt x="10887" y="49728"/>
                      <a:pt x="11052" y="49773"/>
                      <a:pt x="11222" y="49820"/>
                    </a:cubicBezTo>
                    <a:cubicBezTo>
                      <a:pt x="11902" y="50090"/>
                      <a:pt x="12367" y="50502"/>
                      <a:pt x="12910" y="50993"/>
                    </a:cubicBezTo>
                    <a:cubicBezTo>
                      <a:pt x="14435" y="52375"/>
                      <a:pt x="16162" y="53455"/>
                      <a:pt x="17972" y="54430"/>
                    </a:cubicBezTo>
                    <a:cubicBezTo>
                      <a:pt x="18150" y="54530"/>
                      <a:pt x="18330" y="54630"/>
                      <a:pt x="18512" y="54733"/>
                    </a:cubicBezTo>
                    <a:cubicBezTo>
                      <a:pt x="23728" y="57528"/>
                      <a:pt x="29925" y="57663"/>
                      <a:pt x="35642" y="56743"/>
                    </a:cubicBezTo>
                    <a:cubicBezTo>
                      <a:pt x="35707" y="56733"/>
                      <a:pt x="35707" y="56733"/>
                      <a:pt x="36027" y="56683"/>
                    </a:cubicBezTo>
                    <a:cubicBezTo>
                      <a:pt x="37490" y="56453"/>
                      <a:pt x="38728" y="56130"/>
                      <a:pt x="40025" y="55418"/>
                    </a:cubicBezTo>
                    <a:cubicBezTo>
                      <a:pt x="40680" y="55070"/>
                      <a:pt x="41360" y="54850"/>
                      <a:pt x="42065" y="54632"/>
                    </a:cubicBezTo>
                    <a:cubicBezTo>
                      <a:pt x="43427" y="54203"/>
                      <a:pt x="43427" y="54203"/>
                      <a:pt x="43972" y="53930"/>
                    </a:cubicBezTo>
                    <a:cubicBezTo>
                      <a:pt x="43942" y="54398"/>
                      <a:pt x="43942" y="54398"/>
                      <a:pt x="43722" y="54930"/>
                    </a:cubicBezTo>
                    <a:cubicBezTo>
                      <a:pt x="43195" y="55150"/>
                      <a:pt x="42740" y="55298"/>
                      <a:pt x="42190" y="55430"/>
                    </a:cubicBezTo>
                    <a:cubicBezTo>
                      <a:pt x="41257" y="55663"/>
                      <a:pt x="40465" y="55910"/>
                      <a:pt x="39645" y="56425"/>
                    </a:cubicBezTo>
                    <a:cubicBezTo>
                      <a:pt x="38565" y="57072"/>
                      <a:pt x="37450" y="57278"/>
                      <a:pt x="36222" y="57493"/>
                    </a:cubicBezTo>
                    <a:cubicBezTo>
                      <a:pt x="35982" y="57535"/>
                      <a:pt x="35745" y="57578"/>
                      <a:pt x="35500" y="57620"/>
                    </a:cubicBezTo>
                    <a:cubicBezTo>
                      <a:pt x="31492" y="58285"/>
                      <a:pt x="26050" y="58757"/>
                      <a:pt x="22338" y="56840"/>
                    </a:cubicBezTo>
                    <a:cubicBezTo>
                      <a:pt x="21917" y="56655"/>
                      <a:pt x="21570" y="56622"/>
                      <a:pt x="21112" y="56588"/>
                    </a:cubicBezTo>
                    <a:cubicBezTo>
                      <a:pt x="20152" y="56483"/>
                      <a:pt x="19527" y="56038"/>
                      <a:pt x="18740" y="55505"/>
                    </a:cubicBezTo>
                    <a:cubicBezTo>
                      <a:pt x="18235" y="55190"/>
                      <a:pt x="17762" y="54985"/>
                      <a:pt x="17207" y="54773"/>
                    </a:cubicBezTo>
                    <a:cubicBezTo>
                      <a:pt x="16010" y="54268"/>
                      <a:pt x="15002" y="53538"/>
                      <a:pt x="13957" y="52773"/>
                    </a:cubicBezTo>
                    <a:cubicBezTo>
                      <a:pt x="13785" y="52650"/>
                      <a:pt x="13615" y="52528"/>
                      <a:pt x="13440" y="52400"/>
                    </a:cubicBezTo>
                    <a:cubicBezTo>
                      <a:pt x="13362" y="52342"/>
                      <a:pt x="13362" y="52342"/>
                      <a:pt x="12962" y="52045"/>
                    </a:cubicBezTo>
                    <a:cubicBezTo>
                      <a:pt x="12820" y="51940"/>
                      <a:pt x="12677" y="51833"/>
                      <a:pt x="12530" y="51722"/>
                    </a:cubicBezTo>
                    <a:cubicBezTo>
                      <a:pt x="12427" y="51628"/>
                      <a:pt x="12328" y="51530"/>
                      <a:pt x="12222" y="51430"/>
                    </a:cubicBezTo>
                    <a:cubicBezTo>
                      <a:pt x="12222" y="51265"/>
                      <a:pt x="12222" y="51100"/>
                      <a:pt x="12222" y="50930"/>
                    </a:cubicBezTo>
                    <a:cubicBezTo>
                      <a:pt x="12042" y="50872"/>
                      <a:pt x="11860" y="50817"/>
                      <a:pt x="11675" y="50757"/>
                    </a:cubicBezTo>
                    <a:cubicBezTo>
                      <a:pt x="11125" y="50540"/>
                      <a:pt x="10785" y="50282"/>
                      <a:pt x="10377" y="49855"/>
                    </a:cubicBezTo>
                    <a:cubicBezTo>
                      <a:pt x="9970" y="49433"/>
                      <a:pt x="9560" y="49025"/>
                      <a:pt x="9123" y="48635"/>
                    </a:cubicBezTo>
                    <a:cubicBezTo>
                      <a:pt x="7387" y="47038"/>
                      <a:pt x="6275" y="45278"/>
                      <a:pt x="5222" y="43180"/>
                    </a:cubicBezTo>
                    <a:cubicBezTo>
                      <a:pt x="5125" y="42988"/>
                      <a:pt x="5027" y="42795"/>
                      <a:pt x="4930" y="42598"/>
                    </a:cubicBezTo>
                    <a:cubicBezTo>
                      <a:pt x="4672" y="42048"/>
                      <a:pt x="4445" y="41493"/>
                      <a:pt x="4222" y="40930"/>
                    </a:cubicBezTo>
                    <a:cubicBezTo>
                      <a:pt x="4165" y="40793"/>
                      <a:pt x="4110" y="40655"/>
                      <a:pt x="4052" y="40515"/>
                    </a:cubicBezTo>
                    <a:cubicBezTo>
                      <a:pt x="2285" y="36170"/>
                      <a:pt x="0" y="29438"/>
                      <a:pt x="1885" y="24773"/>
                    </a:cubicBezTo>
                    <a:cubicBezTo>
                      <a:pt x="1950" y="24633"/>
                      <a:pt x="2015" y="24490"/>
                      <a:pt x="2082" y="24345"/>
                    </a:cubicBezTo>
                    <a:cubicBezTo>
                      <a:pt x="2527" y="23365"/>
                      <a:pt x="2700" y="22388"/>
                      <a:pt x="2892" y="21338"/>
                    </a:cubicBezTo>
                    <a:cubicBezTo>
                      <a:pt x="3792" y="16928"/>
                      <a:pt x="6555" y="11085"/>
                      <a:pt x="10440" y="8463"/>
                    </a:cubicBezTo>
                    <a:cubicBezTo>
                      <a:pt x="10582" y="8373"/>
                      <a:pt x="10725" y="8282"/>
                      <a:pt x="10870" y="8190"/>
                    </a:cubicBezTo>
                    <a:cubicBezTo>
                      <a:pt x="11305" y="7868"/>
                      <a:pt x="11483" y="7488"/>
                      <a:pt x="11722" y="7010"/>
                    </a:cubicBezTo>
                    <a:cubicBezTo>
                      <a:pt x="12212" y="6363"/>
                      <a:pt x="12952" y="5985"/>
                      <a:pt x="13635" y="5562"/>
                    </a:cubicBezTo>
                    <a:cubicBezTo>
                      <a:pt x="14222" y="5180"/>
                      <a:pt x="14222" y="5180"/>
                      <a:pt x="14795" y="4698"/>
                    </a:cubicBezTo>
                    <a:cubicBezTo>
                      <a:pt x="15602" y="4038"/>
                      <a:pt x="16515" y="3618"/>
                      <a:pt x="17457" y="3180"/>
                    </a:cubicBezTo>
                    <a:cubicBezTo>
                      <a:pt x="17645" y="3093"/>
                      <a:pt x="17832" y="3005"/>
                      <a:pt x="18025" y="2915"/>
                    </a:cubicBezTo>
                    <a:cubicBezTo>
                      <a:pt x="19580" y="2210"/>
                      <a:pt x="21125" y="1668"/>
                      <a:pt x="22785" y="1283"/>
                    </a:cubicBezTo>
                    <a:cubicBezTo>
                      <a:pt x="23078" y="1213"/>
                      <a:pt x="23370" y="1143"/>
                      <a:pt x="23660" y="1068"/>
                    </a:cubicBezTo>
                    <a:cubicBezTo>
                      <a:pt x="27875" y="0"/>
                      <a:pt x="32350" y="140"/>
                      <a:pt x="36612" y="868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28" name="globe vector"/>
              <p:cNvSpPr/>
              <p:nvPr/>
            </p:nvSpPr>
            <p:spPr>
              <a:xfrm>
                <a:off x="336042" y="1040130"/>
                <a:ext cx="109728" cy="285750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31250" fill="norm" stroke="0">
                    <a:moveTo>
                      <a:pt x="3250" y="0"/>
                    </a:moveTo>
                    <a:cubicBezTo>
                      <a:pt x="3415" y="82"/>
                      <a:pt x="3580" y="165"/>
                      <a:pt x="3750" y="250"/>
                    </a:cubicBezTo>
                    <a:cubicBezTo>
                      <a:pt x="3727" y="610"/>
                      <a:pt x="3700" y="970"/>
                      <a:pt x="3672" y="1328"/>
                    </a:cubicBezTo>
                    <a:cubicBezTo>
                      <a:pt x="3657" y="1528"/>
                      <a:pt x="3642" y="1727"/>
                      <a:pt x="3627" y="1935"/>
                    </a:cubicBezTo>
                    <a:cubicBezTo>
                      <a:pt x="3500" y="2500"/>
                      <a:pt x="3500" y="2500"/>
                      <a:pt x="3123" y="2822"/>
                    </a:cubicBezTo>
                    <a:cubicBezTo>
                      <a:pt x="2502" y="3532"/>
                      <a:pt x="2608" y="4352"/>
                      <a:pt x="2610" y="5265"/>
                    </a:cubicBezTo>
                    <a:cubicBezTo>
                      <a:pt x="2610" y="5457"/>
                      <a:pt x="2608" y="5648"/>
                      <a:pt x="2608" y="5843"/>
                    </a:cubicBezTo>
                    <a:cubicBezTo>
                      <a:pt x="2650" y="7362"/>
                      <a:pt x="2998" y="8293"/>
                      <a:pt x="3922" y="9480"/>
                    </a:cubicBezTo>
                    <a:cubicBezTo>
                      <a:pt x="4335" y="10135"/>
                      <a:pt x="4365" y="10487"/>
                      <a:pt x="4250" y="11250"/>
                    </a:cubicBezTo>
                    <a:cubicBezTo>
                      <a:pt x="3922" y="11740"/>
                      <a:pt x="3922" y="11740"/>
                      <a:pt x="3500" y="12202"/>
                    </a:cubicBezTo>
                    <a:cubicBezTo>
                      <a:pt x="2825" y="13060"/>
                      <a:pt x="2562" y="13588"/>
                      <a:pt x="2648" y="14675"/>
                    </a:cubicBezTo>
                    <a:cubicBezTo>
                      <a:pt x="2862" y="15885"/>
                      <a:pt x="3170" y="17067"/>
                      <a:pt x="3500" y="18250"/>
                    </a:cubicBezTo>
                    <a:cubicBezTo>
                      <a:pt x="3665" y="18250"/>
                      <a:pt x="3830" y="18250"/>
                      <a:pt x="4000" y="18250"/>
                    </a:cubicBezTo>
                    <a:cubicBezTo>
                      <a:pt x="4025" y="18365"/>
                      <a:pt x="4050" y="18483"/>
                      <a:pt x="4075" y="18602"/>
                    </a:cubicBezTo>
                    <a:cubicBezTo>
                      <a:pt x="4192" y="19130"/>
                      <a:pt x="4315" y="19660"/>
                      <a:pt x="4438" y="20188"/>
                    </a:cubicBezTo>
                    <a:cubicBezTo>
                      <a:pt x="4477" y="20370"/>
                      <a:pt x="4515" y="20553"/>
                      <a:pt x="4558" y="20740"/>
                    </a:cubicBezTo>
                    <a:cubicBezTo>
                      <a:pt x="4830" y="21900"/>
                      <a:pt x="5105" y="22472"/>
                      <a:pt x="6000" y="23250"/>
                    </a:cubicBezTo>
                    <a:cubicBezTo>
                      <a:pt x="6035" y="23382"/>
                      <a:pt x="6070" y="23515"/>
                      <a:pt x="6105" y="23653"/>
                    </a:cubicBezTo>
                    <a:cubicBezTo>
                      <a:pt x="6250" y="24000"/>
                      <a:pt x="6250" y="24000"/>
                      <a:pt x="6832" y="24300"/>
                    </a:cubicBezTo>
                    <a:cubicBezTo>
                      <a:pt x="7075" y="24390"/>
                      <a:pt x="7317" y="24477"/>
                      <a:pt x="7562" y="24562"/>
                    </a:cubicBezTo>
                    <a:cubicBezTo>
                      <a:pt x="7623" y="24585"/>
                      <a:pt x="7623" y="24585"/>
                      <a:pt x="7925" y="24702"/>
                    </a:cubicBezTo>
                    <a:cubicBezTo>
                      <a:pt x="8998" y="25088"/>
                      <a:pt x="9730" y="24918"/>
                      <a:pt x="10780" y="24577"/>
                    </a:cubicBezTo>
                    <a:cubicBezTo>
                      <a:pt x="11250" y="24500"/>
                      <a:pt x="11250" y="24500"/>
                      <a:pt x="11688" y="24735"/>
                    </a:cubicBezTo>
                    <a:cubicBezTo>
                      <a:pt x="11790" y="24822"/>
                      <a:pt x="11895" y="24910"/>
                      <a:pt x="12000" y="25000"/>
                    </a:cubicBezTo>
                    <a:cubicBezTo>
                      <a:pt x="11530" y="25970"/>
                      <a:pt x="11530" y="25970"/>
                      <a:pt x="11250" y="26250"/>
                    </a:cubicBezTo>
                    <a:cubicBezTo>
                      <a:pt x="10938" y="26278"/>
                      <a:pt x="10625" y="26295"/>
                      <a:pt x="10312" y="26312"/>
                    </a:cubicBezTo>
                    <a:cubicBezTo>
                      <a:pt x="9420" y="26428"/>
                      <a:pt x="8788" y="26582"/>
                      <a:pt x="8175" y="27265"/>
                    </a:cubicBezTo>
                    <a:cubicBezTo>
                      <a:pt x="7755" y="28430"/>
                      <a:pt x="8230" y="29830"/>
                      <a:pt x="8500" y="31000"/>
                    </a:cubicBezTo>
                    <a:cubicBezTo>
                      <a:pt x="8335" y="31040"/>
                      <a:pt x="8335" y="31040"/>
                      <a:pt x="7500" y="31250"/>
                    </a:cubicBezTo>
                    <a:cubicBezTo>
                      <a:pt x="7370" y="31088"/>
                      <a:pt x="7240" y="30925"/>
                      <a:pt x="7108" y="30755"/>
                    </a:cubicBezTo>
                    <a:cubicBezTo>
                      <a:pt x="6837" y="30420"/>
                      <a:pt x="6570" y="30082"/>
                      <a:pt x="6300" y="29748"/>
                    </a:cubicBezTo>
                    <a:cubicBezTo>
                      <a:pt x="5907" y="29265"/>
                      <a:pt x="5523" y="28782"/>
                      <a:pt x="5160" y="28278"/>
                    </a:cubicBezTo>
                    <a:cubicBezTo>
                      <a:pt x="4365" y="27200"/>
                      <a:pt x="3508" y="26882"/>
                      <a:pt x="2250" y="26500"/>
                    </a:cubicBezTo>
                    <a:cubicBezTo>
                      <a:pt x="2000" y="26405"/>
                      <a:pt x="1748" y="26305"/>
                      <a:pt x="1500" y="26202"/>
                    </a:cubicBezTo>
                    <a:cubicBezTo>
                      <a:pt x="1335" y="26135"/>
                      <a:pt x="1170" y="26070"/>
                      <a:pt x="1000" y="26000"/>
                    </a:cubicBezTo>
                    <a:cubicBezTo>
                      <a:pt x="1100" y="25300"/>
                      <a:pt x="1218" y="25032"/>
                      <a:pt x="1735" y="24530"/>
                    </a:cubicBezTo>
                    <a:cubicBezTo>
                      <a:pt x="2615" y="23623"/>
                      <a:pt x="2812" y="22670"/>
                      <a:pt x="2795" y="21412"/>
                    </a:cubicBezTo>
                    <a:cubicBezTo>
                      <a:pt x="2712" y="20658"/>
                      <a:pt x="2403" y="19983"/>
                      <a:pt x="2125" y="19280"/>
                    </a:cubicBezTo>
                    <a:cubicBezTo>
                      <a:pt x="1532" y="17680"/>
                      <a:pt x="1435" y="16322"/>
                      <a:pt x="1505" y="14630"/>
                    </a:cubicBezTo>
                    <a:cubicBezTo>
                      <a:pt x="1547" y="13270"/>
                      <a:pt x="1267" y="12382"/>
                      <a:pt x="500" y="11250"/>
                    </a:cubicBezTo>
                    <a:cubicBezTo>
                      <a:pt x="330" y="10918"/>
                      <a:pt x="165" y="10585"/>
                      <a:pt x="0" y="10250"/>
                    </a:cubicBezTo>
                    <a:cubicBezTo>
                      <a:pt x="102" y="10127"/>
                      <a:pt x="205" y="10005"/>
                      <a:pt x="310" y="9877"/>
                    </a:cubicBezTo>
                    <a:cubicBezTo>
                      <a:pt x="1600" y="8170"/>
                      <a:pt x="1828" y="6645"/>
                      <a:pt x="2047" y="4562"/>
                    </a:cubicBezTo>
                    <a:cubicBezTo>
                      <a:pt x="2097" y="4108"/>
                      <a:pt x="2150" y="3655"/>
                      <a:pt x="2207" y="3203"/>
                    </a:cubicBezTo>
                    <a:cubicBezTo>
                      <a:pt x="2242" y="2922"/>
                      <a:pt x="2273" y="2642"/>
                      <a:pt x="2300" y="2362"/>
                    </a:cubicBezTo>
                    <a:cubicBezTo>
                      <a:pt x="2415" y="1390"/>
                      <a:pt x="2710" y="793"/>
                      <a:pt x="3250" y="0"/>
                    </a:cubicBezTo>
                    <a:close/>
                  </a:path>
                </a:pathLst>
              </a:custGeom>
              <a:solidFill>
                <a:srgbClr val="858A9D"/>
              </a:solidFill>
              <a:ln w="0">
                <a:noFill/>
              </a:ln>
            </p:spPr>
          </p:sp>
          <p:sp>
            <p:nvSpPr>
              <p:cNvPr id="29" name="globe vector"/>
              <p:cNvSpPr/>
              <p:nvPr/>
            </p:nvSpPr>
            <p:spPr>
              <a:xfrm>
                <a:off x="276603" y="1005836"/>
                <a:ext cx="78456" cy="112105"/>
              </a:xfrm>
              <a:custGeom>
                <a:avLst/>
                <a:gdLst/>
                <a:ahLst/>
                <a:cxnLst/>
                <a:rect l="0" t="0" r="r" b="b"/>
                <a:pathLst>
                  <a:path w="8580" h="12260" fill="norm" stroke="0">
                    <a:moveTo>
                      <a:pt x="5242" y="60"/>
                    </a:moveTo>
                    <a:cubicBezTo>
                      <a:pt x="6350" y="475"/>
                      <a:pt x="7398" y="918"/>
                      <a:pt x="8265" y="1735"/>
                    </a:cubicBezTo>
                    <a:cubicBezTo>
                      <a:pt x="8580" y="2428"/>
                      <a:pt x="8488" y="2787"/>
                      <a:pt x="8250" y="3500"/>
                    </a:cubicBezTo>
                    <a:cubicBezTo>
                      <a:pt x="8167" y="3608"/>
                      <a:pt x="8087" y="3715"/>
                      <a:pt x="8002" y="3825"/>
                    </a:cubicBezTo>
                    <a:cubicBezTo>
                      <a:pt x="7657" y="4405"/>
                      <a:pt x="7595" y="4990"/>
                      <a:pt x="7510" y="5648"/>
                    </a:cubicBezTo>
                    <a:cubicBezTo>
                      <a:pt x="7468" y="5922"/>
                      <a:pt x="7428" y="6200"/>
                      <a:pt x="7387" y="6478"/>
                    </a:cubicBezTo>
                    <a:cubicBezTo>
                      <a:pt x="7328" y="6910"/>
                      <a:pt x="7265" y="7343"/>
                      <a:pt x="7208" y="7778"/>
                    </a:cubicBezTo>
                    <a:cubicBezTo>
                      <a:pt x="7148" y="8198"/>
                      <a:pt x="7087" y="8618"/>
                      <a:pt x="7025" y="9037"/>
                    </a:cubicBezTo>
                    <a:cubicBezTo>
                      <a:pt x="7008" y="9165"/>
                      <a:pt x="6992" y="9293"/>
                      <a:pt x="6975" y="9425"/>
                    </a:cubicBezTo>
                    <a:cubicBezTo>
                      <a:pt x="6833" y="10373"/>
                      <a:pt x="6560" y="10990"/>
                      <a:pt x="6000" y="11750"/>
                    </a:cubicBezTo>
                    <a:cubicBezTo>
                      <a:pt x="5118" y="12245"/>
                      <a:pt x="3848" y="12108"/>
                      <a:pt x="2860" y="12157"/>
                    </a:cubicBezTo>
                    <a:cubicBezTo>
                      <a:pt x="2640" y="12170"/>
                      <a:pt x="2422" y="12183"/>
                      <a:pt x="2195" y="12195"/>
                    </a:cubicBezTo>
                    <a:cubicBezTo>
                      <a:pt x="1988" y="12208"/>
                      <a:pt x="1777" y="12218"/>
                      <a:pt x="1562" y="12230"/>
                    </a:cubicBezTo>
                    <a:cubicBezTo>
                      <a:pt x="1370" y="12240"/>
                      <a:pt x="1177" y="12250"/>
                      <a:pt x="980" y="12260"/>
                    </a:cubicBezTo>
                    <a:cubicBezTo>
                      <a:pt x="500" y="12250"/>
                      <a:pt x="500" y="12250"/>
                      <a:pt x="0" y="12000"/>
                    </a:cubicBezTo>
                    <a:cubicBezTo>
                      <a:pt x="35" y="10160"/>
                      <a:pt x="255" y="8500"/>
                      <a:pt x="845" y="6750"/>
                    </a:cubicBezTo>
                    <a:cubicBezTo>
                      <a:pt x="898" y="6595"/>
                      <a:pt x="947" y="6440"/>
                      <a:pt x="1002" y="6280"/>
                    </a:cubicBezTo>
                    <a:cubicBezTo>
                      <a:pt x="1247" y="5590"/>
                      <a:pt x="1508" y="4958"/>
                      <a:pt x="1898" y="4335"/>
                    </a:cubicBezTo>
                    <a:cubicBezTo>
                      <a:pt x="2245" y="3760"/>
                      <a:pt x="2400" y="3290"/>
                      <a:pt x="2562" y="2640"/>
                    </a:cubicBezTo>
                    <a:cubicBezTo>
                      <a:pt x="2910" y="1543"/>
                      <a:pt x="3428" y="960"/>
                      <a:pt x="4295" y="225"/>
                    </a:cubicBezTo>
                    <a:cubicBezTo>
                      <a:pt x="4750" y="0"/>
                      <a:pt x="4750" y="0"/>
                      <a:pt x="5242" y="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0" name="globe vector"/>
              <p:cNvSpPr/>
              <p:nvPr/>
            </p:nvSpPr>
            <p:spPr>
              <a:xfrm>
                <a:off x="274725" y="1154012"/>
                <a:ext cx="80170" cy="110185"/>
              </a:xfrm>
              <a:custGeom>
                <a:avLst/>
                <a:gdLst/>
                <a:ahLst/>
                <a:cxnLst/>
                <a:rect l="0" t="0" r="r" b="b"/>
                <a:pathLst>
                  <a:path w="8767" h="12050" fill="norm" stroke="0">
                    <a:moveTo>
                      <a:pt x="1233" y="0"/>
                    </a:moveTo>
                    <a:cubicBezTo>
                      <a:pt x="1928" y="28"/>
                      <a:pt x="2620" y="55"/>
                      <a:pt x="3315" y="93"/>
                    </a:cubicBezTo>
                    <a:cubicBezTo>
                      <a:pt x="3558" y="100"/>
                      <a:pt x="3800" y="108"/>
                      <a:pt x="4047" y="118"/>
                    </a:cubicBezTo>
                    <a:cubicBezTo>
                      <a:pt x="4280" y="127"/>
                      <a:pt x="4513" y="140"/>
                      <a:pt x="4752" y="150"/>
                    </a:cubicBezTo>
                    <a:cubicBezTo>
                      <a:pt x="4965" y="160"/>
                      <a:pt x="5178" y="170"/>
                      <a:pt x="5398" y="180"/>
                    </a:cubicBezTo>
                    <a:cubicBezTo>
                      <a:pt x="6073" y="320"/>
                      <a:pt x="6297" y="495"/>
                      <a:pt x="6705" y="1045"/>
                    </a:cubicBezTo>
                    <a:cubicBezTo>
                      <a:pt x="6853" y="1490"/>
                      <a:pt x="6853" y="1490"/>
                      <a:pt x="6925" y="1977"/>
                    </a:cubicBezTo>
                    <a:cubicBezTo>
                      <a:pt x="6955" y="2157"/>
                      <a:pt x="6985" y="2340"/>
                      <a:pt x="7015" y="2525"/>
                    </a:cubicBezTo>
                    <a:cubicBezTo>
                      <a:pt x="7040" y="2713"/>
                      <a:pt x="7068" y="2900"/>
                      <a:pt x="7098" y="3093"/>
                    </a:cubicBezTo>
                    <a:cubicBezTo>
                      <a:pt x="7685" y="6910"/>
                      <a:pt x="7685" y="6910"/>
                      <a:pt x="8583" y="8588"/>
                    </a:cubicBezTo>
                    <a:cubicBezTo>
                      <a:pt x="8767" y="9280"/>
                      <a:pt x="8730" y="9890"/>
                      <a:pt x="8455" y="10545"/>
                    </a:cubicBezTo>
                    <a:cubicBezTo>
                      <a:pt x="8062" y="10940"/>
                      <a:pt x="7625" y="11165"/>
                      <a:pt x="7127" y="11405"/>
                    </a:cubicBezTo>
                    <a:cubicBezTo>
                      <a:pt x="7005" y="11472"/>
                      <a:pt x="6885" y="11540"/>
                      <a:pt x="6760" y="11608"/>
                    </a:cubicBezTo>
                    <a:cubicBezTo>
                      <a:pt x="6223" y="11885"/>
                      <a:pt x="5803" y="12050"/>
                      <a:pt x="5195" y="12023"/>
                    </a:cubicBezTo>
                    <a:cubicBezTo>
                      <a:pt x="3752" y="11352"/>
                      <a:pt x="3130" y="10405"/>
                      <a:pt x="2455" y="9015"/>
                    </a:cubicBezTo>
                    <a:cubicBezTo>
                      <a:pt x="2370" y="8843"/>
                      <a:pt x="2285" y="8668"/>
                      <a:pt x="2198" y="8490"/>
                    </a:cubicBezTo>
                    <a:cubicBezTo>
                      <a:pt x="1573" y="7162"/>
                      <a:pt x="1102" y="5817"/>
                      <a:pt x="705" y="4405"/>
                    </a:cubicBezTo>
                    <a:cubicBezTo>
                      <a:pt x="655" y="4220"/>
                      <a:pt x="603" y="4037"/>
                      <a:pt x="547" y="3847"/>
                    </a:cubicBezTo>
                    <a:cubicBezTo>
                      <a:pt x="270" y="2780"/>
                      <a:pt x="0" y="1650"/>
                      <a:pt x="205" y="545"/>
                    </a:cubicBezTo>
                    <a:cubicBezTo>
                      <a:pt x="705" y="45"/>
                      <a:pt x="705" y="45"/>
                      <a:pt x="12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1" name="globe vector"/>
              <p:cNvSpPr/>
              <p:nvPr/>
            </p:nvSpPr>
            <p:spPr>
              <a:xfrm>
                <a:off x="513459" y="1016091"/>
                <a:ext cx="96904" cy="241973"/>
              </a:xfrm>
              <a:custGeom>
                <a:avLst/>
                <a:gdLst/>
                <a:ahLst/>
                <a:cxnLst/>
                <a:rect l="0" t="0" r="r" b="b"/>
                <a:pathLst>
                  <a:path w="10598" h="26462" fill="norm" stroke="0">
                    <a:moveTo>
                      <a:pt x="4868" y="50"/>
                    </a:moveTo>
                    <a:cubicBezTo>
                      <a:pt x="5255" y="50"/>
                      <a:pt x="5642" y="45"/>
                      <a:pt x="6030" y="37"/>
                    </a:cubicBezTo>
                    <a:cubicBezTo>
                      <a:pt x="8393" y="22"/>
                      <a:pt x="8393" y="22"/>
                      <a:pt x="9348" y="880"/>
                    </a:cubicBezTo>
                    <a:cubicBezTo>
                      <a:pt x="9562" y="1248"/>
                      <a:pt x="9562" y="1248"/>
                      <a:pt x="9645" y="1645"/>
                    </a:cubicBezTo>
                    <a:cubicBezTo>
                      <a:pt x="9663" y="1720"/>
                      <a:pt x="9663" y="1720"/>
                      <a:pt x="9747" y="2105"/>
                    </a:cubicBezTo>
                    <a:cubicBezTo>
                      <a:pt x="9765" y="2190"/>
                      <a:pt x="9765" y="2190"/>
                      <a:pt x="9848" y="2630"/>
                    </a:cubicBezTo>
                    <a:cubicBezTo>
                      <a:pt x="9890" y="2835"/>
                      <a:pt x="9935" y="3043"/>
                      <a:pt x="9978" y="3255"/>
                    </a:cubicBezTo>
                    <a:cubicBezTo>
                      <a:pt x="10108" y="3877"/>
                      <a:pt x="10228" y="4502"/>
                      <a:pt x="10348" y="5130"/>
                    </a:cubicBezTo>
                    <a:cubicBezTo>
                      <a:pt x="10410" y="5343"/>
                      <a:pt x="10470" y="5555"/>
                      <a:pt x="10535" y="5775"/>
                    </a:cubicBezTo>
                    <a:cubicBezTo>
                      <a:pt x="10598" y="6380"/>
                      <a:pt x="10598" y="6380"/>
                      <a:pt x="10292" y="6840"/>
                    </a:cubicBezTo>
                    <a:cubicBezTo>
                      <a:pt x="10215" y="6907"/>
                      <a:pt x="10215" y="6907"/>
                      <a:pt x="9833" y="7255"/>
                    </a:cubicBezTo>
                    <a:cubicBezTo>
                      <a:pt x="9670" y="7402"/>
                      <a:pt x="9508" y="7552"/>
                      <a:pt x="9340" y="7705"/>
                    </a:cubicBezTo>
                    <a:cubicBezTo>
                      <a:pt x="8798" y="8172"/>
                      <a:pt x="8252" y="8632"/>
                      <a:pt x="7697" y="9087"/>
                    </a:cubicBezTo>
                    <a:cubicBezTo>
                      <a:pt x="6458" y="10120"/>
                      <a:pt x="5650" y="11230"/>
                      <a:pt x="4847" y="12630"/>
                    </a:cubicBezTo>
                    <a:cubicBezTo>
                      <a:pt x="4693" y="12860"/>
                      <a:pt x="4535" y="13093"/>
                      <a:pt x="4380" y="13325"/>
                    </a:cubicBezTo>
                    <a:cubicBezTo>
                      <a:pt x="3195" y="15215"/>
                      <a:pt x="2928" y="16987"/>
                      <a:pt x="2925" y="19175"/>
                    </a:cubicBezTo>
                    <a:cubicBezTo>
                      <a:pt x="2925" y="19302"/>
                      <a:pt x="2922" y="19427"/>
                      <a:pt x="2922" y="19557"/>
                    </a:cubicBezTo>
                    <a:cubicBezTo>
                      <a:pt x="2915" y="21305"/>
                      <a:pt x="3215" y="22680"/>
                      <a:pt x="3910" y="24260"/>
                    </a:cubicBezTo>
                    <a:cubicBezTo>
                      <a:pt x="4127" y="24982"/>
                      <a:pt x="4050" y="25410"/>
                      <a:pt x="3847" y="26130"/>
                    </a:cubicBezTo>
                    <a:cubicBezTo>
                      <a:pt x="3133" y="26462"/>
                      <a:pt x="2587" y="26330"/>
                      <a:pt x="1833" y="26175"/>
                    </a:cubicBezTo>
                    <a:cubicBezTo>
                      <a:pt x="1612" y="26132"/>
                      <a:pt x="1392" y="26090"/>
                      <a:pt x="1167" y="26045"/>
                    </a:cubicBezTo>
                    <a:cubicBezTo>
                      <a:pt x="598" y="25880"/>
                      <a:pt x="598" y="25880"/>
                      <a:pt x="98" y="25380"/>
                    </a:cubicBezTo>
                    <a:cubicBezTo>
                      <a:pt x="32" y="24985"/>
                      <a:pt x="32" y="24985"/>
                      <a:pt x="30" y="24513"/>
                    </a:cubicBezTo>
                    <a:cubicBezTo>
                      <a:pt x="27" y="24335"/>
                      <a:pt x="25" y="24158"/>
                      <a:pt x="23" y="23975"/>
                    </a:cubicBezTo>
                    <a:cubicBezTo>
                      <a:pt x="23" y="23785"/>
                      <a:pt x="23" y="23593"/>
                      <a:pt x="23" y="23397"/>
                    </a:cubicBezTo>
                    <a:cubicBezTo>
                      <a:pt x="20" y="23200"/>
                      <a:pt x="20" y="23002"/>
                      <a:pt x="20" y="22800"/>
                    </a:cubicBezTo>
                    <a:cubicBezTo>
                      <a:pt x="17" y="22385"/>
                      <a:pt x="17" y="21968"/>
                      <a:pt x="17" y="21550"/>
                    </a:cubicBezTo>
                    <a:cubicBezTo>
                      <a:pt x="20" y="20915"/>
                      <a:pt x="12" y="20277"/>
                      <a:pt x="8" y="19642"/>
                    </a:cubicBezTo>
                    <a:cubicBezTo>
                      <a:pt x="8" y="19237"/>
                      <a:pt x="8" y="18832"/>
                      <a:pt x="8" y="18427"/>
                    </a:cubicBezTo>
                    <a:cubicBezTo>
                      <a:pt x="5" y="18237"/>
                      <a:pt x="2" y="18048"/>
                      <a:pt x="0" y="17853"/>
                    </a:cubicBezTo>
                    <a:cubicBezTo>
                      <a:pt x="8" y="17010"/>
                      <a:pt x="25" y="16507"/>
                      <a:pt x="445" y="15765"/>
                    </a:cubicBezTo>
                    <a:cubicBezTo>
                      <a:pt x="922" y="15307"/>
                      <a:pt x="1250" y="15192"/>
                      <a:pt x="1895" y="15067"/>
                    </a:cubicBezTo>
                    <a:cubicBezTo>
                      <a:pt x="2072" y="15030"/>
                      <a:pt x="2252" y="14992"/>
                      <a:pt x="2438" y="14952"/>
                    </a:cubicBezTo>
                    <a:cubicBezTo>
                      <a:pt x="2505" y="14940"/>
                      <a:pt x="2505" y="14940"/>
                      <a:pt x="2847" y="14880"/>
                    </a:cubicBezTo>
                    <a:cubicBezTo>
                      <a:pt x="2962" y="13632"/>
                      <a:pt x="2940" y="12725"/>
                      <a:pt x="2170" y="11707"/>
                    </a:cubicBezTo>
                    <a:cubicBezTo>
                      <a:pt x="1718" y="11245"/>
                      <a:pt x="1222" y="10915"/>
                      <a:pt x="665" y="10595"/>
                    </a:cubicBezTo>
                    <a:cubicBezTo>
                      <a:pt x="348" y="10380"/>
                      <a:pt x="348" y="10380"/>
                      <a:pt x="98" y="9880"/>
                    </a:cubicBezTo>
                    <a:cubicBezTo>
                      <a:pt x="65" y="9490"/>
                      <a:pt x="65" y="9490"/>
                      <a:pt x="60" y="9027"/>
                    </a:cubicBezTo>
                    <a:cubicBezTo>
                      <a:pt x="60" y="8853"/>
                      <a:pt x="57" y="8680"/>
                      <a:pt x="57" y="8500"/>
                    </a:cubicBezTo>
                    <a:cubicBezTo>
                      <a:pt x="55" y="8315"/>
                      <a:pt x="55" y="8127"/>
                      <a:pt x="55" y="7932"/>
                    </a:cubicBezTo>
                    <a:cubicBezTo>
                      <a:pt x="55" y="7742"/>
                      <a:pt x="55" y="7550"/>
                      <a:pt x="53" y="7350"/>
                    </a:cubicBezTo>
                    <a:cubicBezTo>
                      <a:pt x="53" y="6945"/>
                      <a:pt x="50" y="6537"/>
                      <a:pt x="50" y="6130"/>
                    </a:cubicBezTo>
                    <a:cubicBezTo>
                      <a:pt x="50" y="5507"/>
                      <a:pt x="45" y="4882"/>
                      <a:pt x="42" y="4260"/>
                    </a:cubicBezTo>
                    <a:cubicBezTo>
                      <a:pt x="40" y="3865"/>
                      <a:pt x="40" y="3470"/>
                      <a:pt x="40" y="3075"/>
                    </a:cubicBezTo>
                    <a:cubicBezTo>
                      <a:pt x="38" y="2888"/>
                      <a:pt x="38" y="2700"/>
                      <a:pt x="35" y="2507"/>
                    </a:cubicBezTo>
                    <a:cubicBezTo>
                      <a:pt x="35" y="2332"/>
                      <a:pt x="35" y="2160"/>
                      <a:pt x="38" y="1980"/>
                    </a:cubicBezTo>
                    <a:cubicBezTo>
                      <a:pt x="38" y="1828"/>
                      <a:pt x="35" y="1675"/>
                      <a:pt x="35" y="1517"/>
                    </a:cubicBezTo>
                    <a:cubicBezTo>
                      <a:pt x="98" y="1130"/>
                      <a:pt x="98" y="1130"/>
                      <a:pt x="598" y="630"/>
                    </a:cubicBezTo>
                    <a:cubicBezTo>
                      <a:pt x="1930" y="0"/>
                      <a:pt x="3425" y="45"/>
                      <a:pt x="4868" y="50"/>
                    </a:cubicBezTo>
                    <a:close/>
                    <a:moveTo>
                      <a:pt x="3910" y="707"/>
                    </a:moveTo>
                    <a:cubicBezTo>
                      <a:pt x="3818" y="712"/>
                      <a:pt x="3818" y="712"/>
                      <a:pt x="3355" y="733"/>
                    </a:cubicBezTo>
                    <a:cubicBezTo>
                      <a:pt x="3178" y="745"/>
                      <a:pt x="3002" y="755"/>
                      <a:pt x="2820" y="767"/>
                    </a:cubicBezTo>
                    <a:cubicBezTo>
                      <a:pt x="2742" y="772"/>
                      <a:pt x="2742" y="772"/>
                      <a:pt x="2345" y="795"/>
                    </a:cubicBezTo>
                    <a:cubicBezTo>
                      <a:pt x="1718" y="900"/>
                      <a:pt x="1178" y="1127"/>
                      <a:pt x="598" y="1380"/>
                    </a:cubicBezTo>
                    <a:cubicBezTo>
                      <a:pt x="547" y="2527"/>
                      <a:pt x="512" y="3672"/>
                      <a:pt x="487" y="4823"/>
                    </a:cubicBezTo>
                    <a:cubicBezTo>
                      <a:pt x="477" y="5212"/>
                      <a:pt x="465" y="5600"/>
                      <a:pt x="447" y="5990"/>
                    </a:cubicBezTo>
                    <a:cubicBezTo>
                      <a:pt x="305" y="9240"/>
                      <a:pt x="305" y="9240"/>
                      <a:pt x="1035" y="10210"/>
                    </a:cubicBezTo>
                    <a:cubicBezTo>
                      <a:pt x="1540" y="10587"/>
                      <a:pt x="2027" y="10860"/>
                      <a:pt x="2597" y="11130"/>
                    </a:cubicBezTo>
                    <a:cubicBezTo>
                      <a:pt x="2763" y="11295"/>
                      <a:pt x="2928" y="11460"/>
                      <a:pt x="3097" y="11630"/>
                    </a:cubicBezTo>
                    <a:cubicBezTo>
                      <a:pt x="3345" y="11630"/>
                      <a:pt x="3593" y="11630"/>
                      <a:pt x="3847" y="11630"/>
                    </a:cubicBezTo>
                    <a:cubicBezTo>
                      <a:pt x="4078" y="11353"/>
                      <a:pt x="4078" y="11353"/>
                      <a:pt x="4285" y="10972"/>
                    </a:cubicBezTo>
                    <a:cubicBezTo>
                      <a:pt x="4688" y="10315"/>
                      <a:pt x="5110" y="9867"/>
                      <a:pt x="5708" y="9380"/>
                    </a:cubicBezTo>
                    <a:cubicBezTo>
                      <a:pt x="6950" y="8358"/>
                      <a:pt x="7788" y="7385"/>
                      <a:pt x="8347" y="5880"/>
                    </a:cubicBezTo>
                    <a:cubicBezTo>
                      <a:pt x="8513" y="5797"/>
                      <a:pt x="8678" y="5715"/>
                      <a:pt x="8847" y="5630"/>
                    </a:cubicBezTo>
                    <a:cubicBezTo>
                      <a:pt x="9250" y="4317"/>
                      <a:pt x="9355" y="2550"/>
                      <a:pt x="8863" y="1270"/>
                    </a:cubicBezTo>
                    <a:cubicBezTo>
                      <a:pt x="7532" y="260"/>
                      <a:pt x="5490" y="627"/>
                      <a:pt x="3910" y="707"/>
                    </a:cubicBezTo>
                    <a:close/>
                  </a:path>
                </a:pathLst>
              </a:custGeom>
              <a:solidFill>
                <a:srgbClr val="EEE9DF"/>
              </a:solidFill>
              <a:ln w="0">
                <a:noFill/>
              </a:ln>
            </p:spPr>
          </p:sp>
          <p:sp>
            <p:nvSpPr>
              <p:cNvPr id="32" name="globe vector"/>
              <p:cNvSpPr/>
              <p:nvPr/>
            </p:nvSpPr>
            <p:spPr>
              <a:xfrm>
                <a:off x="235161" y="877070"/>
                <a:ext cx="434637" cy="521711"/>
              </a:xfrm>
              <a:custGeom>
                <a:avLst/>
                <a:gdLst/>
                <a:ahLst/>
                <a:cxnLst/>
                <a:rect l="0" t="0" r="r" b="b"/>
                <a:pathLst>
                  <a:path w="47532" h="57055" fill="norm" stroke="0">
                    <a:moveTo>
                      <a:pt x="34282" y="582"/>
                    </a:moveTo>
                    <a:cubicBezTo>
                      <a:pt x="34405" y="608"/>
                      <a:pt x="34527" y="630"/>
                      <a:pt x="34655" y="655"/>
                    </a:cubicBezTo>
                    <a:cubicBezTo>
                      <a:pt x="37752" y="1285"/>
                      <a:pt x="40752" y="2417"/>
                      <a:pt x="43282" y="4332"/>
                    </a:cubicBezTo>
                    <a:cubicBezTo>
                      <a:pt x="43447" y="4450"/>
                      <a:pt x="43612" y="4567"/>
                      <a:pt x="43782" y="4690"/>
                    </a:cubicBezTo>
                    <a:cubicBezTo>
                      <a:pt x="45110" y="5652"/>
                      <a:pt x="46322" y="6730"/>
                      <a:pt x="47532" y="7832"/>
                    </a:cubicBezTo>
                    <a:cubicBezTo>
                      <a:pt x="46585" y="7832"/>
                      <a:pt x="46265" y="7445"/>
                      <a:pt x="45595" y="6847"/>
                    </a:cubicBezTo>
                    <a:cubicBezTo>
                      <a:pt x="44488" y="5900"/>
                      <a:pt x="43332" y="5108"/>
                      <a:pt x="42080" y="4362"/>
                    </a:cubicBezTo>
                    <a:cubicBezTo>
                      <a:pt x="41925" y="4272"/>
                      <a:pt x="41768" y="4180"/>
                      <a:pt x="41608" y="4085"/>
                    </a:cubicBezTo>
                    <a:cubicBezTo>
                      <a:pt x="37298" y="1572"/>
                      <a:pt x="32502" y="642"/>
                      <a:pt x="27532" y="832"/>
                    </a:cubicBezTo>
                    <a:cubicBezTo>
                      <a:pt x="27205" y="835"/>
                      <a:pt x="26877" y="835"/>
                      <a:pt x="26550" y="837"/>
                    </a:cubicBezTo>
                    <a:cubicBezTo>
                      <a:pt x="20005" y="945"/>
                      <a:pt x="14142" y="3660"/>
                      <a:pt x="9575" y="8287"/>
                    </a:cubicBezTo>
                    <a:cubicBezTo>
                      <a:pt x="9278" y="8587"/>
                      <a:pt x="8975" y="8882"/>
                      <a:pt x="8672" y="9177"/>
                    </a:cubicBezTo>
                    <a:cubicBezTo>
                      <a:pt x="6275" y="11590"/>
                      <a:pt x="4710" y="14307"/>
                      <a:pt x="3260" y="17355"/>
                    </a:cubicBezTo>
                    <a:cubicBezTo>
                      <a:pt x="3062" y="17770"/>
                      <a:pt x="2860" y="18180"/>
                      <a:pt x="2652" y="18590"/>
                    </a:cubicBezTo>
                    <a:cubicBezTo>
                      <a:pt x="1675" y="20635"/>
                      <a:pt x="1375" y="22787"/>
                      <a:pt x="1100" y="25022"/>
                    </a:cubicBezTo>
                    <a:cubicBezTo>
                      <a:pt x="1060" y="25365"/>
                      <a:pt x="1015" y="25707"/>
                      <a:pt x="965" y="26050"/>
                    </a:cubicBezTo>
                    <a:cubicBezTo>
                      <a:pt x="415" y="29915"/>
                      <a:pt x="1087" y="34215"/>
                      <a:pt x="2532" y="37832"/>
                    </a:cubicBezTo>
                    <a:cubicBezTo>
                      <a:pt x="2600" y="38003"/>
                      <a:pt x="2668" y="38172"/>
                      <a:pt x="2737" y="38347"/>
                    </a:cubicBezTo>
                    <a:cubicBezTo>
                      <a:pt x="4030" y="41548"/>
                      <a:pt x="5497" y="45037"/>
                      <a:pt x="8302" y="47200"/>
                    </a:cubicBezTo>
                    <a:cubicBezTo>
                      <a:pt x="8697" y="47515"/>
                      <a:pt x="9037" y="47830"/>
                      <a:pt x="9390" y="48187"/>
                    </a:cubicBezTo>
                    <a:cubicBezTo>
                      <a:pt x="14565" y="53437"/>
                      <a:pt x="20682" y="55585"/>
                      <a:pt x="27922" y="55642"/>
                    </a:cubicBezTo>
                    <a:cubicBezTo>
                      <a:pt x="28230" y="55645"/>
                      <a:pt x="28537" y="55645"/>
                      <a:pt x="28845" y="55645"/>
                    </a:cubicBezTo>
                    <a:cubicBezTo>
                      <a:pt x="29002" y="55645"/>
                      <a:pt x="29162" y="55645"/>
                      <a:pt x="29325" y="55645"/>
                    </a:cubicBezTo>
                    <a:cubicBezTo>
                      <a:pt x="32182" y="55645"/>
                      <a:pt x="35105" y="55625"/>
                      <a:pt x="37685" y="54260"/>
                    </a:cubicBezTo>
                    <a:cubicBezTo>
                      <a:pt x="38165" y="54015"/>
                      <a:pt x="38660" y="53853"/>
                      <a:pt x="39172" y="53693"/>
                    </a:cubicBezTo>
                    <a:cubicBezTo>
                      <a:pt x="41390" y="52975"/>
                      <a:pt x="41390" y="52975"/>
                      <a:pt x="42032" y="52332"/>
                    </a:cubicBezTo>
                    <a:cubicBezTo>
                      <a:pt x="41970" y="52800"/>
                      <a:pt x="41970" y="52800"/>
                      <a:pt x="41782" y="53332"/>
                    </a:cubicBezTo>
                    <a:cubicBezTo>
                      <a:pt x="41335" y="53622"/>
                      <a:pt x="41335" y="53622"/>
                      <a:pt x="40768" y="53847"/>
                    </a:cubicBezTo>
                    <a:cubicBezTo>
                      <a:pt x="40562" y="53930"/>
                      <a:pt x="40360" y="54012"/>
                      <a:pt x="40148" y="54097"/>
                    </a:cubicBezTo>
                    <a:cubicBezTo>
                      <a:pt x="39945" y="54175"/>
                      <a:pt x="39743" y="54253"/>
                      <a:pt x="39532" y="54332"/>
                    </a:cubicBezTo>
                    <a:cubicBezTo>
                      <a:pt x="39362" y="54400"/>
                      <a:pt x="39192" y="54467"/>
                      <a:pt x="39018" y="54535"/>
                    </a:cubicBezTo>
                    <a:cubicBezTo>
                      <a:pt x="38525" y="54725"/>
                      <a:pt x="38030" y="54905"/>
                      <a:pt x="37532" y="55082"/>
                    </a:cubicBezTo>
                    <a:cubicBezTo>
                      <a:pt x="37368" y="55142"/>
                      <a:pt x="37200" y="55205"/>
                      <a:pt x="37030" y="55268"/>
                    </a:cubicBezTo>
                    <a:cubicBezTo>
                      <a:pt x="35628" y="55762"/>
                      <a:pt x="34255" y="56052"/>
                      <a:pt x="32782" y="56255"/>
                    </a:cubicBezTo>
                    <a:cubicBezTo>
                      <a:pt x="32555" y="56285"/>
                      <a:pt x="32325" y="56318"/>
                      <a:pt x="32090" y="56350"/>
                    </a:cubicBezTo>
                    <a:cubicBezTo>
                      <a:pt x="26610" y="57055"/>
                      <a:pt x="20917" y="56575"/>
                      <a:pt x="16032" y="53832"/>
                    </a:cubicBezTo>
                    <a:cubicBezTo>
                      <a:pt x="15955" y="53793"/>
                      <a:pt x="15955" y="53793"/>
                      <a:pt x="15570" y="53582"/>
                    </a:cubicBezTo>
                    <a:cubicBezTo>
                      <a:pt x="13798" y="52610"/>
                      <a:pt x="12160" y="51467"/>
                      <a:pt x="10595" y="50193"/>
                    </a:cubicBezTo>
                    <a:cubicBezTo>
                      <a:pt x="10483" y="50100"/>
                      <a:pt x="10370" y="50010"/>
                      <a:pt x="10255" y="49918"/>
                    </a:cubicBezTo>
                    <a:cubicBezTo>
                      <a:pt x="9575" y="49353"/>
                      <a:pt x="8947" y="48760"/>
                      <a:pt x="8330" y="48130"/>
                    </a:cubicBezTo>
                    <a:cubicBezTo>
                      <a:pt x="8065" y="47865"/>
                      <a:pt x="7787" y="47615"/>
                      <a:pt x="7505" y="47367"/>
                    </a:cubicBezTo>
                    <a:cubicBezTo>
                      <a:pt x="3600" y="43820"/>
                      <a:pt x="1288" y="37972"/>
                      <a:pt x="532" y="32832"/>
                    </a:cubicBezTo>
                    <a:cubicBezTo>
                      <a:pt x="505" y="32662"/>
                      <a:pt x="477" y="32492"/>
                      <a:pt x="447" y="32315"/>
                    </a:cubicBezTo>
                    <a:cubicBezTo>
                      <a:pt x="0" y="29480"/>
                      <a:pt x="20" y="26905"/>
                      <a:pt x="532" y="24082"/>
                    </a:cubicBezTo>
                    <a:cubicBezTo>
                      <a:pt x="567" y="23892"/>
                      <a:pt x="600" y="23702"/>
                      <a:pt x="637" y="23507"/>
                    </a:cubicBezTo>
                    <a:cubicBezTo>
                      <a:pt x="1093" y="21080"/>
                      <a:pt x="1682" y="18800"/>
                      <a:pt x="2782" y="16582"/>
                    </a:cubicBezTo>
                    <a:cubicBezTo>
                      <a:pt x="2815" y="16518"/>
                      <a:pt x="2815" y="16518"/>
                      <a:pt x="2972" y="16192"/>
                    </a:cubicBezTo>
                    <a:cubicBezTo>
                      <a:pt x="3785" y="14557"/>
                      <a:pt x="4708" y="13013"/>
                      <a:pt x="5735" y="11505"/>
                    </a:cubicBezTo>
                    <a:cubicBezTo>
                      <a:pt x="5832" y="11362"/>
                      <a:pt x="5927" y="11220"/>
                      <a:pt x="6028" y="11072"/>
                    </a:cubicBezTo>
                    <a:cubicBezTo>
                      <a:pt x="6118" y="10942"/>
                      <a:pt x="6210" y="10812"/>
                      <a:pt x="6302" y="10680"/>
                    </a:cubicBezTo>
                    <a:cubicBezTo>
                      <a:pt x="6382" y="10562"/>
                      <a:pt x="6465" y="10447"/>
                      <a:pt x="6547" y="10330"/>
                    </a:cubicBezTo>
                    <a:cubicBezTo>
                      <a:pt x="6625" y="10247"/>
                      <a:pt x="6703" y="10168"/>
                      <a:pt x="6782" y="10082"/>
                    </a:cubicBezTo>
                    <a:cubicBezTo>
                      <a:pt x="6947" y="10082"/>
                      <a:pt x="7112" y="10082"/>
                      <a:pt x="7282" y="10082"/>
                    </a:cubicBezTo>
                    <a:cubicBezTo>
                      <a:pt x="7343" y="9938"/>
                      <a:pt x="7403" y="9793"/>
                      <a:pt x="7465" y="9645"/>
                    </a:cubicBezTo>
                    <a:cubicBezTo>
                      <a:pt x="7835" y="8990"/>
                      <a:pt x="8305" y="8570"/>
                      <a:pt x="8877" y="8097"/>
                    </a:cubicBezTo>
                    <a:cubicBezTo>
                      <a:pt x="9487" y="7590"/>
                      <a:pt x="10030" y="7105"/>
                      <a:pt x="10502" y="6462"/>
                    </a:cubicBezTo>
                    <a:cubicBezTo>
                      <a:pt x="11100" y="5692"/>
                      <a:pt x="11850" y="5230"/>
                      <a:pt x="12672" y="4722"/>
                    </a:cubicBezTo>
                    <a:cubicBezTo>
                      <a:pt x="12830" y="4625"/>
                      <a:pt x="12985" y="4530"/>
                      <a:pt x="13145" y="4430"/>
                    </a:cubicBezTo>
                    <a:cubicBezTo>
                      <a:pt x="13605" y="4145"/>
                      <a:pt x="14070" y="3862"/>
                      <a:pt x="14532" y="3582"/>
                    </a:cubicBezTo>
                    <a:cubicBezTo>
                      <a:pt x="14653" y="3507"/>
                      <a:pt x="14775" y="3432"/>
                      <a:pt x="14900" y="3355"/>
                    </a:cubicBezTo>
                    <a:cubicBezTo>
                      <a:pt x="16900" y="2115"/>
                      <a:pt x="19025" y="1450"/>
                      <a:pt x="21282" y="832"/>
                    </a:cubicBezTo>
                    <a:cubicBezTo>
                      <a:pt x="21447" y="785"/>
                      <a:pt x="21612" y="740"/>
                      <a:pt x="21782" y="692"/>
                    </a:cubicBezTo>
                    <a:cubicBezTo>
                      <a:pt x="22917" y="388"/>
                      <a:pt x="24002" y="233"/>
                      <a:pt x="25172" y="177"/>
                    </a:cubicBezTo>
                    <a:cubicBezTo>
                      <a:pt x="25345" y="167"/>
                      <a:pt x="25515" y="157"/>
                      <a:pt x="25692" y="147"/>
                    </a:cubicBezTo>
                    <a:cubicBezTo>
                      <a:pt x="28612" y="5"/>
                      <a:pt x="31410" y="0"/>
                      <a:pt x="34282" y="582"/>
                    </a:cubicBezTo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33" name="globe vector"/>
              <p:cNvSpPr/>
              <p:nvPr/>
            </p:nvSpPr>
            <p:spPr>
              <a:xfrm>
                <a:off x="502800" y="1007349"/>
                <a:ext cx="132702" cy="362102"/>
              </a:xfrm>
              <a:custGeom>
                <a:avLst/>
                <a:gdLst/>
                <a:ahLst/>
                <a:cxnLst/>
                <a:rect l="0" t="0" r="r" b="b"/>
                <a:pathLst>
                  <a:path w="14513" h="39600" fill="norm" stroke="0">
                    <a:moveTo>
                      <a:pt x="6435" y="23"/>
                    </a:moveTo>
                    <a:cubicBezTo>
                      <a:pt x="6660" y="18"/>
                      <a:pt x="6885" y="13"/>
                      <a:pt x="7115" y="8"/>
                    </a:cubicBezTo>
                    <a:cubicBezTo>
                      <a:pt x="8438" y="0"/>
                      <a:pt x="9640" y="68"/>
                      <a:pt x="10763" y="835"/>
                    </a:cubicBezTo>
                    <a:cubicBezTo>
                      <a:pt x="10998" y="1383"/>
                      <a:pt x="10998" y="1383"/>
                      <a:pt x="11013" y="1835"/>
                    </a:cubicBezTo>
                    <a:cubicBezTo>
                      <a:pt x="10905" y="1718"/>
                      <a:pt x="10798" y="1598"/>
                      <a:pt x="10685" y="1475"/>
                    </a:cubicBezTo>
                    <a:cubicBezTo>
                      <a:pt x="9653" y="520"/>
                      <a:pt x="8205" y="788"/>
                      <a:pt x="6882" y="788"/>
                    </a:cubicBezTo>
                    <a:cubicBezTo>
                      <a:pt x="6455" y="788"/>
                      <a:pt x="6030" y="783"/>
                      <a:pt x="5602" y="780"/>
                    </a:cubicBezTo>
                    <a:cubicBezTo>
                      <a:pt x="4165" y="773"/>
                      <a:pt x="2873" y="818"/>
                      <a:pt x="1513" y="1335"/>
                    </a:cubicBezTo>
                    <a:cubicBezTo>
                      <a:pt x="1148" y="1700"/>
                      <a:pt x="1230" y="1980"/>
                      <a:pt x="1228" y="2493"/>
                    </a:cubicBezTo>
                    <a:cubicBezTo>
                      <a:pt x="1225" y="2685"/>
                      <a:pt x="1223" y="2878"/>
                      <a:pt x="1223" y="3075"/>
                    </a:cubicBezTo>
                    <a:cubicBezTo>
                      <a:pt x="1223" y="3282"/>
                      <a:pt x="1223" y="3493"/>
                      <a:pt x="1220" y="3708"/>
                    </a:cubicBezTo>
                    <a:cubicBezTo>
                      <a:pt x="1220" y="3920"/>
                      <a:pt x="1220" y="4135"/>
                      <a:pt x="1218" y="4355"/>
                    </a:cubicBezTo>
                    <a:cubicBezTo>
                      <a:pt x="1218" y="4808"/>
                      <a:pt x="1218" y="5263"/>
                      <a:pt x="1218" y="5715"/>
                    </a:cubicBezTo>
                    <a:cubicBezTo>
                      <a:pt x="1218" y="6407"/>
                      <a:pt x="1213" y="7100"/>
                      <a:pt x="1208" y="7793"/>
                    </a:cubicBezTo>
                    <a:cubicBezTo>
                      <a:pt x="1205" y="8233"/>
                      <a:pt x="1205" y="8673"/>
                      <a:pt x="1205" y="9113"/>
                    </a:cubicBezTo>
                    <a:cubicBezTo>
                      <a:pt x="1203" y="9320"/>
                      <a:pt x="1203" y="9528"/>
                      <a:pt x="1200" y="9743"/>
                    </a:cubicBezTo>
                    <a:cubicBezTo>
                      <a:pt x="1208" y="11550"/>
                      <a:pt x="1208" y="11550"/>
                      <a:pt x="1763" y="12335"/>
                    </a:cubicBezTo>
                    <a:cubicBezTo>
                      <a:pt x="2133" y="12643"/>
                      <a:pt x="2133" y="12643"/>
                      <a:pt x="2530" y="12883"/>
                    </a:cubicBezTo>
                    <a:cubicBezTo>
                      <a:pt x="3485" y="13468"/>
                      <a:pt x="3485" y="13468"/>
                      <a:pt x="3655" y="14148"/>
                    </a:cubicBezTo>
                    <a:cubicBezTo>
                      <a:pt x="3513" y="14835"/>
                      <a:pt x="3513" y="14835"/>
                      <a:pt x="3075" y="15170"/>
                    </a:cubicBezTo>
                    <a:cubicBezTo>
                      <a:pt x="2715" y="15383"/>
                      <a:pt x="2348" y="15588"/>
                      <a:pt x="1975" y="15782"/>
                    </a:cubicBezTo>
                    <a:cubicBezTo>
                      <a:pt x="1443" y="16130"/>
                      <a:pt x="1407" y="16240"/>
                      <a:pt x="1263" y="16835"/>
                    </a:cubicBezTo>
                    <a:cubicBezTo>
                      <a:pt x="1233" y="17133"/>
                      <a:pt x="1215" y="17430"/>
                      <a:pt x="1205" y="17728"/>
                    </a:cubicBezTo>
                    <a:cubicBezTo>
                      <a:pt x="1200" y="17815"/>
                      <a:pt x="1200" y="17815"/>
                      <a:pt x="1185" y="18260"/>
                    </a:cubicBezTo>
                    <a:cubicBezTo>
                      <a:pt x="1178" y="18450"/>
                      <a:pt x="1172" y="18638"/>
                      <a:pt x="1168" y="18833"/>
                    </a:cubicBezTo>
                    <a:cubicBezTo>
                      <a:pt x="1160" y="19030"/>
                      <a:pt x="1153" y="19225"/>
                      <a:pt x="1148" y="19425"/>
                    </a:cubicBezTo>
                    <a:cubicBezTo>
                      <a:pt x="1135" y="19840"/>
                      <a:pt x="1123" y="20255"/>
                      <a:pt x="1110" y="20667"/>
                    </a:cubicBezTo>
                    <a:cubicBezTo>
                      <a:pt x="1093" y="21300"/>
                      <a:pt x="1068" y="21930"/>
                      <a:pt x="1045" y="22562"/>
                    </a:cubicBezTo>
                    <a:cubicBezTo>
                      <a:pt x="1032" y="22965"/>
                      <a:pt x="1023" y="23368"/>
                      <a:pt x="1010" y="23770"/>
                    </a:cubicBezTo>
                    <a:cubicBezTo>
                      <a:pt x="1003" y="23958"/>
                      <a:pt x="995" y="24148"/>
                      <a:pt x="988" y="24340"/>
                    </a:cubicBezTo>
                    <a:cubicBezTo>
                      <a:pt x="963" y="25383"/>
                      <a:pt x="998" y="26165"/>
                      <a:pt x="1513" y="27085"/>
                    </a:cubicBezTo>
                    <a:cubicBezTo>
                      <a:pt x="2008" y="27345"/>
                      <a:pt x="2395" y="27510"/>
                      <a:pt x="2920" y="27662"/>
                    </a:cubicBezTo>
                    <a:cubicBezTo>
                      <a:pt x="3047" y="27705"/>
                      <a:pt x="3178" y="27748"/>
                      <a:pt x="3310" y="27790"/>
                    </a:cubicBezTo>
                    <a:cubicBezTo>
                      <a:pt x="3628" y="27893"/>
                      <a:pt x="3945" y="27990"/>
                      <a:pt x="4263" y="28085"/>
                    </a:cubicBezTo>
                    <a:cubicBezTo>
                      <a:pt x="4242" y="28450"/>
                      <a:pt x="4215" y="28815"/>
                      <a:pt x="4185" y="29178"/>
                    </a:cubicBezTo>
                    <a:cubicBezTo>
                      <a:pt x="4170" y="29383"/>
                      <a:pt x="4155" y="29585"/>
                      <a:pt x="4140" y="29795"/>
                    </a:cubicBezTo>
                    <a:cubicBezTo>
                      <a:pt x="4013" y="30335"/>
                      <a:pt x="4013" y="30335"/>
                      <a:pt x="3695" y="30610"/>
                    </a:cubicBezTo>
                    <a:cubicBezTo>
                      <a:pt x="3190" y="30873"/>
                      <a:pt x="2782" y="30935"/>
                      <a:pt x="2215" y="30993"/>
                    </a:cubicBezTo>
                    <a:cubicBezTo>
                      <a:pt x="2038" y="31010"/>
                      <a:pt x="1858" y="31028"/>
                      <a:pt x="1675" y="31048"/>
                    </a:cubicBezTo>
                    <a:cubicBezTo>
                      <a:pt x="1538" y="31060"/>
                      <a:pt x="1403" y="31073"/>
                      <a:pt x="1263" y="31085"/>
                    </a:cubicBezTo>
                    <a:cubicBezTo>
                      <a:pt x="1220" y="32073"/>
                      <a:pt x="1180" y="33060"/>
                      <a:pt x="1142" y="34048"/>
                    </a:cubicBezTo>
                    <a:cubicBezTo>
                      <a:pt x="1130" y="34385"/>
                      <a:pt x="1115" y="34720"/>
                      <a:pt x="1100" y="35058"/>
                    </a:cubicBezTo>
                    <a:cubicBezTo>
                      <a:pt x="1080" y="35540"/>
                      <a:pt x="1062" y="36023"/>
                      <a:pt x="1043" y="36505"/>
                    </a:cubicBezTo>
                    <a:cubicBezTo>
                      <a:pt x="1038" y="36655"/>
                      <a:pt x="1030" y="36805"/>
                      <a:pt x="1023" y="36960"/>
                    </a:cubicBezTo>
                    <a:cubicBezTo>
                      <a:pt x="985" y="38028"/>
                      <a:pt x="985" y="38028"/>
                      <a:pt x="1263" y="38585"/>
                    </a:cubicBezTo>
                    <a:cubicBezTo>
                      <a:pt x="2460" y="38453"/>
                      <a:pt x="3653" y="38285"/>
                      <a:pt x="4840" y="38100"/>
                    </a:cubicBezTo>
                    <a:cubicBezTo>
                      <a:pt x="4970" y="38083"/>
                      <a:pt x="5100" y="38062"/>
                      <a:pt x="5233" y="38045"/>
                    </a:cubicBezTo>
                    <a:cubicBezTo>
                      <a:pt x="6605" y="37825"/>
                      <a:pt x="6605" y="37825"/>
                      <a:pt x="7013" y="37335"/>
                    </a:cubicBezTo>
                    <a:cubicBezTo>
                      <a:pt x="7098" y="36605"/>
                      <a:pt x="7018" y="35872"/>
                      <a:pt x="6963" y="35143"/>
                    </a:cubicBezTo>
                    <a:cubicBezTo>
                      <a:pt x="6913" y="33998"/>
                      <a:pt x="6913" y="33998"/>
                      <a:pt x="7215" y="33510"/>
                    </a:cubicBezTo>
                    <a:cubicBezTo>
                      <a:pt x="7830" y="32868"/>
                      <a:pt x="8378" y="32608"/>
                      <a:pt x="9263" y="32585"/>
                    </a:cubicBezTo>
                    <a:cubicBezTo>
                      <a:pt x="9805" y="32990"/>
                      <a:pt x="9990" y="33235"/>
                      <a:pt x="10140" y="33900"/>
                    </a:cubicBezTo>
                    <a:cubicBezTo>
                      <a:pt x="10155" y="34100"/>
                      <a:pt x="10170" y="34300"/>
                      <a:pt x="10185" y="34508"/>
                    </a:cubicBezTo>
                    <a:cubicBezTo>
                      <a:pt x="10202" y="34710"/>
                      <a:pt x="10218" y="34910"/>
                      <a:pt x="10235" y="35120"/>
                    </a:cubicBezTo>
                    <a:cubicBezTo>
                      <a:pt x="10245" y="35273"/>
                      <a:pt x="10252" y="35428"/>
                      <a:pt x="10263" y="35585"/>
                    </a:cubicBezTo>
                    <a:cubicBezTo>
                      <a:pt x="10730" y="35472"/>
                      <a:pt x="11192" y="35360"/>
                      <a:pt x="11645" y="35200"/>
                    </a:cubicBezTo>
                    <a:cubicBezTo>
                      <a:pt x="12350" y="34980"/>
                      <a:pt x="13040" y="34933"/>
                      <a:pt x="13763" y="35085"/>
                    </a:cubicBezTo>
                    <a:cubicBezTo>
                      <a:pt x="14263" y="35633"/>
                      <a:pt x="14263" y="35633"/>
                      <a:pt x="14513" y="36335"/>
                    </a:cubicBezTo>
                    <a:cubicBezTo>
                      <a:pt x="14435" y="37037"/>
                      <a:pt x="14435" y="37037"/>
                      <a:pt x="14263" y="37585"/>
                    </a:cubicBezTo>
                    <a:cubicBezTo>
                      <a:pt x="14015" y="37502"/>
                      <a:pt x="13767" y="37420"/>
                      <a:pt x="13513" y="37335"/>
                    </a:cubicBezTo>
                    <a:cubicBezTo>
                      <a:pt x="13678" y="37335"/>
                      <a:pt x="13843" y="37335"/>
                      <a:pt x="14013" y="37335"/>
                    </a:cubicBezTo>
                    <a:cubicBezTo>
                      <a:pt x="13765" y="36840"/>
                      <a:pt x="13517" y="36345"/>
                      <a:pt x="13263" y="35835"/>
                    </a:cubicBezTo>
                    <a:cubicBezTo>
                      <a:pt x="13030" y="35865"/>
                      <a:pt x="12800" y="35898"/>
                      <a:pt x="12560" y="35928"/>
                    </a:cubicBezTo>
                    <a:cubicBezTo>
                      <a:pt x="12495" y="35938"/>
                      <a:pt x="12495" y="35938"/>
                      <a:pt x="12165" y="35983"/>
                    </a:cubicBezTo>
                    <a:cubicBezTo>
                      <a:pt x="11763" y="36085"/>
                      <a:pt x="11763" y="36085"/>
                      <a:pt x="11412" y="36333"/>
                    </a:cubicBezTo>
                    <a:cubicBezTo>
                      <a:pt x="10738" y="36758"/>
                      <a:pt x="9960" y="36768"/>
                      <a:pt x="9180" y="36870"/>
                    </a:cubicBezTo>
                    <a:cubicBezTo>
                      <a:pt x="8518" y="37083"/>
                      <a:pt x="8312" y="37235"/>
                      <a:pt x="7823" y="37693"/>
                    </a:cubicBezTo>
                    <a:cubicBezTo>
                      <a:pt x="6907" y="38505"/>
                      <a:pt x="5945" y="38688"/>
                      <a:pt x="4763" y="38912"/>
                    </a:cubicBezTo>
                    <a:cubicBezTo>
                      <a:pt x="4568" y="38955"/>
                      <a:pt x="4373" y="38998"/>
                      <a:pt x="4172" y="39040"/>
                    </a:cubicBezTo>
                    <a:cubicBezTo>
                      <a:pt x="1463" y="39600"/>
                      <a:pt x="1463" y="39600"/>
                      <a:pt x="640" y="39115"/>
                    </a:cubicBezTo>
                    <a:cubicBezTo>
                      <a:pt x="20" y="38298"/>
                      <a:pt x="20" y="38298"/>
                      <a:pt x="0" y="37713"/>
                    </a:cubicBezTo>
                    <a:cubicBezTo>
                      <a:pt x="62" y="37325"/>
                      <a:pt x="153" y="36960"/>
                      <a:pt x="263" y="36585"/>
                    </a:cubicBezTo>
                    <a:cubicBezTo>
                      <a:pt x="503" y="35598"/>
                      <a:pt x="520" y="34700"/>
                      <a:pt x="505" y="33693"/>
                    </a:cubicBezTo>
                    <a:cubicBezTo>
                      <a:pt x="517" y="32730"/>
                      <a:pt x="642" y="31790"/>
                      <a:pt x="763" y="30835"/>
                    </a:cubicBezTo>
                    <a:cubicBezTo>
                      <a:pt x="1588" y="30505"/>
                      <a:pt x="2413" y="30175"/>
                      <a:pt x="3263" y="29835"/>
                    </a:cubicBezTo>
                    <a:cubicBezTo>
                      <a:pt x="3263" y="29423"/>
                      <a:pt x="3263" y="29010"/>
                      <a:pt x="3263" y="28585"/>
                    </a:cubicBezTo>
                    <a:cubicBezTo>
                      <a:pt x="3128" y="28530"/>
                      <a:pt x="2992" y="28475"/>
                      <a:pt x="2852" y="28420"/>
                    </a:cubicBezTo>
                    <a:cubicBezTo>
                      <a:pt x="2763" y="28380"/>
                      <a:pt x="2763" y="28380"/>
                      <a:pt x="2310" y="28178"/>
                    </a:cubicBezTo>
                    <a:cubicBezTo>
                      <a:pt x="2133" y="28102"/>
                      <a:pt x="1955" y="28028"/>
                      <a:pt x="1775" y="27950"/>
                    </a:cubicBezTo>
                    <a:cubicBezTo>
                      <a:pt x="1055" y="27438"/>
                      <a:pt x="758" y="26930"/>
                      <a:pt x="513" y="26085"/>
                    </a:cubicBezTo>
                    <a:cubicBezTo>
                      <a:pt x="420" y="25270"/>
                      <a:pt x="430" y="24468"/>
                      <a:pt x="450" y="23648"/>
                    </a:cubicBezTo>
                    <a:cubicBezTo>
                      <a:pt x="455" y="23417"/>
                      <a:pt x="458" y="23190"/>
                      <a:pt x="460" y="22953"/>
                    </a:cubicBezTo>
                    <a:cubicBezTo>
                      <a:pt x="475" y="22248"/>
                      <a:pt x="492" y="21540"/>
                      <a:pt x="513" y="20835"/>
                    </a:cubicBezTo>
                    <a:cubicBezTo>
                      <a:pt x="517" y="20618"/>
                      <a:pt x="520" y="20400"/>
                      <a:pt x="525" y="20175"/>
                    </a:cubicBezTo>
                    <a:cubicBezTo>
                      <a:pt x="535" y="19568"/>
                      <a:pt x="555" y="18960"/>
                      <a:pt x="575" y="18350"/>
                    </a:cubicBezTo>
                    <a:cubicBezTo>
                      <a:pt x="580" y="18170"/>
                      <a:pt x="583" y="17988"/>
                      <a:pt x="585" y="17800"/>
                    </a:cubicBezTo>
                    <a:cubicBezTo>
                      <a:pt x="638" y="16705"/>
                      <a:pt x="850" y="16025"/>
                      <a:pt x="1528" y="15155"/>
                    </a:cubicBezTo>
                    <a:cubicBezTo>
                      <a:pt x="1915" y="14630"/>
                      <a:pt x="2013" y="14233"/>
                      <a:pt x="2013" y="13585"/>
                    </a:cubicBezTo>
                    <a:cubicBezTo>
                      <a:pt x="1775" y="13280"/>
                      <a:pt x="1535" y="12978"/>
                      <a:pt x="1275" y="12693"/>
                    </a:cubicBezTo>
                    <a:cubicBezTo>
                      <a:pt x="415" y="11523"/>
                      <a:pt x="435" y="9793"/>
                      <a:pt x="438" y="8398"/>
                    </a:cubicBezTo>
                    <a:cubicBezTo>
                      <a:pt x="438" y="8220"/>
                      <a:pt x="435" y="8045"/>
                      <a:pt x="435" y="7863"/>
                    </a:cubicBezTo>
                    <a:cubicBezTo>
                      <a:pt x="433" y="7493"/>
                      <a:pt x="433" y="7125"/>
                      <a:pt x="435" y="6755"/>
                    </a:cubicBezTo>
                    <a:cubicBezTo>
                      <a:pt x="435" y="6195"/>
                      <a:pt x="430" y="5635"/>
                      <a:pt x="422" y="5075"/>
                    </a:cubicBezTo>
                    <a:cubicBezTo>
                      <a:pt x="422" y="4713"/>
                      <a:pt x="422" y="4353"/>
                      <a:pt x="422" y="3990"/>
                    </a:cubicBezTo>
                    <a:cubicBezTo>
                      <a:pt x="420" y="3825"/>
                      <a:pt x="418" y="3660"/>
                      <a:pt x="415" y="3490"/>
                    </a:cubicBezTo>
                    <a:cubicBezTo>
                      <a:pt x="428" y="2298"/>
                      <a:pt x="723" y="1395"/>
                      <a:pt x="1263" y="335"/>
                    </a:cubicBezTo>
                    <a:cubicBezTo>
                      <a:pt x="2990" y="135"/>
                      <a:pt x="4698" y="33"/>
                      <a:pt x="6435" y="23"/>
                    </a:cubicBezTo>
                    <a:close/>
                  </a:path>
                </a:pathLst>
              </a:custGeom>
              <a:solidFill>
                <a:srgbClr val="AAAEBE"/>
              </a:solidFill>
              <a:ln w="0">
                <a:noFill/>
              </a:ln>
            </p:spPr>
          </p:sp>
          <p:sp>
            <p:nvSpPr>
              <p:cNvPr id="34" name="globe vector"/>
              <p:cNvSpPr/>
              <p:nvPr/>
            </p:nvSpPr>
            <p:spPr>
              <a:xfrm>
                <a:off x="774085" y="1316736"/>
                <a:ext cx="110940" cy="104859"/>
              </a:xfrm>
              <a:custGeom>
                <a:avLst/>
                <a:gdLst/>
                <a:ahLst/>
                <a:cxnLst/>
                <a:rect l="0" t="0" r="r" b="b"/>
                <a:pathLst>
                  <a:path w="12132" h="11468" fill="norm" stroke="0">
                    <a:moveTo>
                      <a:pt x="5345" y="0"/>
                    </a:moveTo>
                    <a:cubicBezTo>
                      <a:pt x="6435" y="315"/>
                      <a:pt x="7222" y="685"/>
                      <a:pt x="8095" y="1405"/>
                    </a:cubicBezTo>
                    <a:cubicBezTo>
                      <a:pt x="8202" y="1493"/>
                      <a:pt x="8308" y="1580"/>
                      <a:pt x="8418" y="1670"/>
                    </a:cubicBezTo>
                    <a:cubicBezTo>
                      <a:pt x="9385" y="2483"/>
                      <a:pt x="10210" y="3403"/>
                      <a:pt x="10845" y="4500"/>
                    </a:cubicBezTo>
                    <a:cubicBezTo>
                      <a:pt x="10845" y="4665"/>
                      <a:pt x="10845" y="4830"/>
                      <a:pt x="10845" y="5000"/>
                    </a:cubicBezTo>
                    <a:cubicBezTo>
                      <a:pt x="11010" y="5000"/>
                      <a:pt x="11175" y="5000"/>
                      <a:pt x="11345" y="5000"/>
                    </a:cubicBezTo>
                    <a:cubicBezTo>
                      <a:pt x="12062" y="5785"/>
                      <a:pt x="12060" y="6805"/>
                      <a:pt x="12132" y="7820"/>
                    </a:cubicBezTo>
                    <a:cubicBezTo>
                      <a:pt x="12085" y="8700"/>
                      <a:pt x="11870" y="9080"/>
                      <a:pt x="11242" y="9680"/>
                    </a:cubicBezTo>
                    <a:cubicBezTo>
                      <a:pt x="11112" y="9785"/>
                      <a:pt x="10980" y="9890"/>
                      <a:pt x="10845" y="10000"/>
                    </a:cubicBezTo>
                    <a:cubicBezTo>
                      <a:pt x="10705" y="10120"/>
                      <a:pt x="10567" y="10243"/>
                      <a:pt x="10425" y="10368"/>
                    </a:cubicBezTo>
                    <a:cubicBezTo>
                      <a:pt x="9657" y="10980"/>
                      <a:pt x="8970" y="11468"/>
                      <a:pt x="7957" y="11370"/>
                    </a:cubicBezTo>
                    <a:cubicBezTo>
                      <a:pt x="7362" y="11173"/>
                      <a:pt x="6972" y="10808"/>
                      <a:pt x="6517" y="10385"/>
                    </a:cubicBezTo>
                    <a:cubicBezTo>
                      <a:pt x="6040" y="9950"/>
                      <a:pt x="5535" y="9572"/>
                      <a:pt x="5017" y="9188"/>
                    </a:cubicBezTo>
                    <a:cubicBezTo>
                      <a:pt x="415" y="5618"/>
                      <a:pt x="415" y="5618"/>
                      <a:pt x="5" y="3542"/>
                    </a:cubicBezTo>
                    <a:cubicBezTo>
                      <a:pt x="0" y="3125"/>
                      <a:pt x="0" y="3125"/>
                      <a:pt x="95" y="2500"/>
                    </a:cubicBezTo>
                    <a:cubicBezTo>
                      <a:pt x="597" y="2425"/>
                      <a:pt x="963" y="2425"/>
                      <a:pt x="1412" y="2678"/>
                    </a:cubicBezTo>
                    <a:cubicBezTo>
                      <a:pt x="2090" y="3188"/>
                      <a:pt x="2455" y="3685"/>
                      <a:pt x="2882" y="4423"/>
                    </a:cubicBezTo>
                    <a:cubicBezTo>
                      <a:pt x="3237" y="4970"/>
                      <a:pt x="3690" y="5407"/>
                      <a:pt x="4157" y="5860"/>
                    </a:cubicBezTo>
                    <a:cubicBezTo>
                      <a:pt x="4257" y="5955"/>
                      <a:pt x="4358" y="6053"/>
                      <a:pt x="4460" y="6150"/>
                    </a:cubicBezTo>
                    <a:cubicBezTo>
                      <a:pt x="4660" y="6345"/>
                      <a:pt x="4860" y="6537"/>
                      <a:pt x="5062" y="6727"/>
                    </a:cubicBezTo>
                    <a:cubicBezTo>
                      <a:pt x="5315" y="6972"/>
                      <a:pt x="5560" y="7225"/>
                      <a:pt x="5802" y="7477"/>
                    </a:cubicBezTo>
                    <a:cubicBezTo>
                      <a:pt x="6620" y="8285"/>
                      <a:pt x="7147" y="8590"/>
                      <a:pt x="8315" y="8610"/>
                    </a:cubicBezTo>
                    <a:cubicBezTo>
                      <a:pt x="9290" y="8555"/>
                      <a:pt x="9290" y="8555"/>
                      <a:pt x="9595" y="8250"/>
                    </a:cubicBezTo>
                    <a:cubicBezTo>
                      <a:pt x="9810" y="7377"/>
                      <a:pt x="9870" y="6475"/>
                      <a:pt x="9405" y="5673"/>
                    </a:cubicBezTo>
                    <a:cubicBezTo>
                      <a:pt x="8965" y="5077"/>
                      <a:pt x="8472" y="4532"/>
                      <a:pt x="7980" y="3983"/>
                    </a:cubicBezTo>
                    <a:cubicBezTo>
                      <a:pt x="7312" y="3233"/>
                      <a:pt x="6755" y="2430"/>
                      <a:pt x="6205" y="1595"/>
                    </a:cubicBezTo>
                    <a:cubicBezTo>
                      <a:pt x="6117" y="1463"/>
                      <a:pt x="6032" y="1333"/>
                      <a:pt x="5942" y="1200"/>
                    </a:cubicBezTo>
                    <a:cubicBezTo>
                      <a:pt x="5345" y="285"/>
                      <a:pt x="5345" y="285"/>
                      <a:pt x="5345" y="0"/>
                    </a:cubicBezTo>
                    <a:close/>
                  </a:path>
                </a:pathLst>
              </a:custGeom>
              <a:solidFill>
                <a:srgbClr val="82879A"/>
              </a:solidFill>
              <a:ln w="0">
                <a:noFill/>
              </a:ln>
            </p:spPr>
          </p:sp>
          <p:sp>
            <p:nvSpPr>
              <p:cNvPr id="35" name="globe vector"/>
              <p:cNvSpPr/>
              <p:nvPr/>
            </p:nvSpPr>
            <p:spPr>
              <a:xfrm>
                <a:off x="367675" y="1144384"/>
                <a:ext cx="119924" cy="121227"/>
              </a:xfrm>
              <a:custGeom>
                <a:avLst/>
                <a:gdLst/>
                <a:ahLst/>
                <a:cxnLst/>
                <a:rect l="0" t="0" r="r" b="b"/>
                <a:pathLst>
                  <a:path w="13115" h="13257" fill="norm" stroke="0">
                    <a:moveTo>
                      <a:pt x="2705" y="30"/>
                    </a:moveTo>
                    <a:cubicBezTo>
                      <a:pt x="2795" y="30"/>
                      <a:pt x="2795" y="30"/>
                      <a:pt x="3255" y="23"/>
                    </a:cubicBezTo>
                    <a:cubicBezTo>
                      <a:pt x="3350" y="23"/>
                      <a:pt x="3350" y="23"/>
                      <a:pt x="3843" y="23"/>
                    </a:cubicBezTo>
                    <a:cubicBezTo>
                      <a:pt x="4045" y="23"/>
                      <a:pt x="4245" y="23"/>
                      <a:pt x="4453" y="20"/>
                    </a:cubicBezTo>
                    <a:cubicBezTo>
                      <a:pt x="4880" y="20"/>
                      <a:pt x="5305" y="17"/>
                      <a:pt x="5730" y="20"/>
                    </a:cubicBezTo>
                    <a:cubicBezTo>
                      <a:pt x="6380" y="20"/>
                      <a:pt x="7030" y="15"/>
                      <a:pt x="7680" y="7"/>
                    </a:cubicBezTo>
                    <a:cubicBezTo>
                      <a:pt x="8093" y="7"/>
                      <a:pt x="8508" y="7"/>
                      <a:pt x="8922" y="7"/>
                    </a:cubicBezTo>
                    <a:cubicBezTo>
                      <a:pt x="9115" y="5"/>
                      <a:pt x="9307" y="2"/>
                      <a:pt x="9508" y="0"/>
                    </a:cubicBezTo>
                    <a:cubicBezTo>
                      <a:pt x="10665" y="10"/>
                      <a:pt x="11370" y="125"/>
                      <a:pt x="12290" y="847"/>
                    </a:cubicBezTo>
                    <a:cubicBezTo>
                      <a:pt x="13115" y="2500"/>
                      <a:pt x="12837" y="4845"/>
                      <a:pt x="12837" y="6662"/>
                    </a:cubicBezTo>
                    <a:cubicBezTo>
                      <a:pt x="12837" y="7130"/>
                      <a:pt x="12843" y="7597"/>
                      <a:pt x="12847" y="8067"/>
                    </a:cubicBezTo>
                    <a:cubicBezTo>
                      <a:pt x="12860" y="10940"/>
                      <a:pt x="12860" y="10940"/>
                      <a:pt x="12290" y="12347"/>
                    </a:cubicBezTo>
                    <a:cubicBezTo>
                      <a:pt x="11508" y="13107"/>
                      <a:pt x="10898" y="13143"/>
                      <a:pt x="9822" y="13160"/>
                    </a:cubicBezTo>
                    <a:cubicBezTo>
                      <a:pt x="9045" y="13140"/>
                      <a:pt x="8292" y="13078"/>
                      <a:pt x="7525" y="12958"/>
                    </a:cubicBezTo>
                    <a:cubicBezTo>
                      <a:pt x="7282" y="12922"/>
                      <a:pt x="7040" y="12885"/>
                      <a:pt x="6790" y="12847"/>
                    </a:cubicBezTo>
                    <a:cubicBezTo>
                      <a:pt x="6707" y="12930"/>
                      <a:pt x="6625" y="13013"/>
                      <a:pt x="6540" y="13097"/>
                    </a:cubicBezTo>
                    <a:cubicBezTo>
                      <a:pt x="5108" y="13257"/>
                      <a:pt x="3748" y="13190"/>
                      <a:pt x="2540" y="12347"/>
                    </a:cubicBezTo>
                    <a:cubicBezTo>
                      <a:pt x="1632" y="11190"/>
                      <a:pt x="1290" y="9857"/>
                      <a:pt x="992" y="8442"/>
                    </a:cubicBezTo>
                    <a:cubicBezTo>
                      <a:pt x="953" y="8257"/>
                      <a:pt x="912" y="8073"/>
                      <a:pt x="870" y="7885"/>
                    </a:cubicBezTo>
                    <a:cubicBezTo>
                      <a:pt x="755" y="7373"/>
                      <a:pt x="647" y="6860"/>
                      <a:pt x="540" y="6347"/>
                    </a:cubicBezTo>
                    <a:cubicBezTo>
                      <a:pt x="492" y="6130"/>
                      <a:pt x="442" y="5910"/>
                      <a:pt x="390" y="5685"/>
                    </a:cubicBezTo>
                    <a:cubicBezTo>
                      <a:pt x="152" y="4287"/>
                      <a:pt x="0" y="2502"/>
                      <a:pt x="617" y="1192"/>
                    </a:cubicBezTo>
                    <a:cubicBezTo>
                      <a:pt x="1222" y="343"/>
                      <a:pt x="1660" y="37"/>
                      <a:pt x="2705" y="30"/>
                    </a:cubicBezTo>
                    <a:close/>
                    <a:moveTo>
                      <a:pt x="1290" y="1847"/>
                    </a:moveTo>
                    <a:cubicBezTo>
                      <a:pt x="395" y="3640"/>
                      <a:pt x="1167" y="6143"/>
                      <a:pt x="1617" y="7958"/>
                    </a:cubicBezTo>
                    <a:cubicBezTo>
                      <a:pt x="1672" y="8175"/>
                      <a:pt x="1725" y="8390"/>
                      <a:pt x="1780" y="8612"/>
                    </a:cubicBezTo>
                    <a:cubicBezTo>
                      <a:pt x="2440" y="11132"/>
                      <a:pt x="2440" y="11132"/>
                      <a:pt x="3462" y="11928"/>
                    </a:cubicBezTo>
                    <a:cubicBezTo>
                      <a:pt x="4450" y="12220"/>
                      <a:pt x="5602" y="12317"/>
                      <a:pt x="6540" y="11847"/>
                    </a:cubicBezTo>
                    <a:cubicBezTo>
                      <a:pt x="6972" y="11850"/>
                      <a:pt x="6972" y="11850"/>
                      <a:pt x="7485" y="11898"/>
                    </a:cubicBezTo>
                    <a:cubicBezTo>
                      <a:pt x="7670" y="11910"/>
                      <a:pt x="7855" y="11925"/>
                      <a:pt x="8047" y="11940"/>
                    </a:cubicBezTo>
                    <a:cubicBezTo>
                      <a:pt x="8438" y="11972"/>
                      <a:pt x="8828" y="12007"/>
                      <a:pt x="9218" y="12042"/>
                    </a:cubicBezTo>
                    <a:cubicBezTo>
                      <a:pt x="11025" y="12178"/>
                      <a:pt x="11025" y="12178"/>
                      <a:pt x="11790" y="11597"/>
                    </a:cubicBezTo>
                    <a:cubicBezTo>
                      <a:pt x="12055" y="11067"/>
                      <a:pt x="12075" y="10810"/>
                      <a:pt x="12085" y="10227"/>
                    </a:cubicBezTo>
                    <a:cubicBezTo>
                      <a:pt x="12087" y="10050"/>
                      <a:pt x="12090" y="9873"/>
                      <a:pt x="12095" y="9690"/>
                    </a:cubicBezTo>
                    <a:cubicBezTo>
                      <a:pt x="12097" y="9498"/>
                      <a:pt x="12097" y="9305"/>
                      <a:pt x="12100" y="9107"/>
                    </a:cubicBezTo>
                    <a:cubicBezTo>
                      <a:pt x="12102" y="8910"/>
                      <a:pt x="12105" y="8713"/>
                      <a:pt x="12108" y="8510"/>
                    </a:cubicBezTo>
                    <a:cubicBezTo>
                      <a:pt x="12110" y="8093"/>
                      <a:pt x="12112" y="7675"/>
                      <a:pt x="12115" y="7257"/>
                    </a:cubicBezTo>
                    <a:cubicBezTo>
                      <a:pt x="12118" y="6618"/>
                      <a:pt x="12130" y="5977"/>
                      <a:pt x="12140" y="5340"/>
                    </a:cubicBezTo>
                    <a:cubicBezTo>
                      <a:pt x="12142" y="4935"/>
                      <a:pt x="12145" y="4528"/>
                      <a:pt x="12148" y="4123"/>
                    </a:cubicBezTo>
                    <a:cubicBezTo>
                      <a:pt x="12152" y="3933"/>
                      <a:pt x="12155" y="3740"/>
                      <a:pt x="12160" y="3542"/>
                    </a:cubicBezTo>
                    <a:cubicBezTo>
                      <a:pt x="12155" y="2248"/>
                      <a:pt x="12155" y="2248"/>
                      <a:pt x="11657" y="1602"/>
                    </a:cubicBezTo>
                    <a:cubicBezTo>
                      <a:pt x="10782" y="1243"/>
                      <a:pt x="10002" y="1245"/>
                      <a:pt x="9065" y="1257"/>
                    </a:cubicBezTo>
                    <a:cubicBezTo>
                      <a:pt x="8873" y="1257"/>
                      <a:pt x="8682" y="1257"/>
                      <a:pt x="8487" y="1257"/>
                    </a:cubicBezTo>
                    <a:cubicBezTo>
                      <a:pt x="8085" y="1257"/>
                      <a:pt x="7682" y="1260"/>
                      <a:pt x="7282" y="1265"/>
                    </a:cubicBezTo>
                    <a:cubicBezTo>
                      <a:pt x="6667" y="1270"/>
                      <a:pt x="6055" y="1270"/>
                      <a:pt x="5440" y="1267"/>
                    </a:cubicBezTo>
                    <a:cubicBezTo>
                      <a:pt x="5050" y="1270"/>
                      <a:pt x="4657" y="1273"/>
                      <a:pt x="4267" y="1273"/>
                    </a:cubicBezTo>
                    <a:cubicBezTo>
                      <a:pt x="4085" y="1273"/>
                      <a:pt x="3900" y="1273"/>
                      <a:pt x="3712" y="1273"/>
                    </a:cubicBezTo>
                    <a:cubicBezTo>
                      <a:pt x="2792" y="1285"/>
                      <a:pt x="2070" y="1300"/>
                      <a:pt x="1290" y="1847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36" name="globe vector"/>
              <p:cNvSpPr/>
              <p:nvPr/>
            </p:nvSpPr>
            <p:spPr>
              <a:xfrm>
                <a:off x="368556" y="1004973"/>
                <a:ext cx="114894" cy="123375"/>
              </a:xfrm>
              <a:custGeom>
                <a:avLst/>
                <a:gdLst/>
                <a:ahLst/>
                <a:cxnLst/>
                <a:rect l="0" t="0" r="r" b="b"/>
                <a:pathLst>
                  <a:path w="12565" h="13492" fill="norm" stroke="0">
                    <a:moveTo>
                      <a:pt x="5285" y="108"/>
                    </a:moveTo>
                    <a:cubicBezTo>
                      <a:pt x="5442" y="112"/>
                      <a:pt x="5600" y="118"/>
                      <a:pt x="5762" y="123"/>
                    </a:cubicBezTo>
                    <a:cubicBezTo>
                      <a:pt x="6095" y="133"/>
                      <a:pt x="6427" y="142"/>
                      <a:pt x="6760" y="155"/>
                    </a:cubicBezTo>
                    <a:cubicBezTo>
                      <a:pt x="7267" y="172"/>
                      <a:pt x="7775" y="188"/>
                      <a:pt x="8282" y="200"/>
                    </a:cubicBezTo>
                    <a:cubicBezTo>
                      <a:pt x="8605" y="210"/>
                      <a:pt x="8930" y="222"/>
                      <a:pt x="9255" y="233"/>
                    </a:cubicBezTo>
                    <a:cubicBezTo>
                      <a:pt x="9405" y="235"/>
                      <a:pt x="9555" y="240"/>
                      <a:pt x="9710" y="243"/>
                    </a:cubicBezTo>
                    <a:cubicBezTo>
                      <a:pt x="10625" y="280"/>
                      <a:pt x="11372" y="400"/>
                      <a:pt x="12195" y="845"/>
                    </a:cubicBezTo>
                    <a:cubicBezTo>
                      <a:pt x="12472" y="1430"/>
                      <a:pt x="12480" y="1987"/>
                      <a:pt x="12487" y="2627"/>
                    </a:cubicBezTo>
                    <a:cubicBezTo>
                      <a:pt x="12490" y="2733"/>
                      <a:pt x="12490" y="2733"/>
                      <a:pt x="12497" y="3255"/>
                    </a:cubicBezTo>
                    <a:cubicBezTo>
                      <a:pt x="12500" y="3478"/>
                      <a:pt x="12502" y="3700"/>
                      <a:pt x="12505" y="3930"/>
                    </a:cubicBezTo>
                    <a:cubicBezTo>
                      <a:pt x="12505" y="4160"/>
                      <a:pt x="12507" y="4390"/>
                      <a:pt x="12510" y="4625"/>
                    </a:cubicBezTo>
                    <a:cubicBezTo>
                      <a:pt x="12512" y="5110"/>
                      <a:pt x="12515" y="5598"/>
                      <a:pt x="12517" y="6082"/>
                    </a:cubicBezTo>
                    <a:cubicBezTo>
                      <a:pt x="12522" y="6825"/>
                      <a:pt x="12532" y="7568"/>
                      <a:pt x="12545" y="8310"/>
                    </a:cubicBezTo>
                    <a:cubicBezTo>
                      <a:pt x="12548" y="8782"/>
                      <a:pt x="12550" y="9255"/>
                      <a:pt x="12550" y="9728"/>
                    </a:cubicBezTo>
                    <a:cubicBezTo>
                      <a:pt x="12555" y="9950"/>
                      <a:pt x="12560" y="10170"/>
                      <a:pt x="12565" y="10400"/>
                    </a:cubicBezTo>
                    <a:cubicBezTo>
                      <a:pt x="12557" y="12117"/>
                      <a:pt x="12557" y="12117"/>
                      <a:pt x="11997" y="12733"/>
                    </a:cubicBezTo>
                    <a:cubicBezTo>
                      <a:pt x="11438" y="13100"/>
                      <a:pt x="11152" y="13233"/>
                      <a:pt x="10495" y="13278"/>
                    </a:cubicBezTo>
                    <a:cubicBezTo>
                      <a:pt x="10298" y="13290"/>
                      <a:pt x="10102" y="13302"/>
                      <a:pt x="9900" y="13318"/>
                    </a:cubicBezTo>
                    <a:cubicBezTo>
                      <a:pt x="9782" y="13323"/>
                      <a:pt x="9782" y="13323"/>
                      <a:pt x="9195" y="13345"/>
                    </a:cubicBezTo>
                    <a:cubicBezTo>
                      <a:pt x="9057" y="13350"/>
                      <a:pt x="8920" y="13358"/>
                      <a:pt x="8777" y="13362"/>
                    </a:cubicBezTo>
                    <a:cubicBezTo>
                      <a:pt x="7815" y="13403"/>
                      <a:pt x="6852" y="13422"/>
                      <a:pt x="5890" y="13433"/>
                    </a:cubicBezTo>
                    <a:cubicBezTo>
                      <a:pt x="5550" y="13438"/>
                      <a:pt x="5210" y="13443"/>
                      <a:pt x="4870" y="13452"/>
                    </a:cubicBezTo>
                    <a:cubicBezTo>
                      <a:pt x="4372" y="13468"/>
                      <a:pt x="3875" y="13473"/>
                      <a:pt x="3377" y="13475"/>
                    </a:cubicBezTo>
                    <a:cubicBezTo>
                      <a:pt x="3227" y="13483"/>
                      <a:pt x="3078" y="13487"/>
                      <a:pt x="2922" y="13492"/>
                    </a:cubicBezTo>
                    <a:cubicBezTo>
                      <a:pt x="2070" y="13487"/>
                      <a:pt x="1607" y="13360"/>
                      <a:pt x="977" y="12770"/>
                    </a:cubicBezTo>
                    <a:cubicBezTo>
                      <a:pt x="0" y="11650"/>
                      <a:pt x="160" y="10338"/>
                      <a:pt x="252" y="8922"/>
                    </a:cubicBezTo>
                    <a:cubicBezTo>
                      <a:pt x="292" y="8515"/>
                      <a:pt x="337" y="8110"/>
                      <a:pt x="382" y="7705"/>
                    </a:cubicBezTo>
                    <a:cubicBezTo>
                      <a:pt x="400" y="7502"/>
                      <a:pt x="420" y="7297"/>
                      <a:pt x="438" y="7090"/>
                    </a:cubicBezTo>
                    <a:cubicBezTo>
                      <a:pt x="560" y="5953"/>
                      <a:pt x="775" y="5008"/>
                      <a:pt x="1265" y="3975"/>
                    </a:cubicBezTo>
                    <a:cubicBezTo>
                      <a:pt x="1502" y="3473"/>
                      <a:pt x="1650" y="2955"/>
                      <a:pt x="1802" y="2422"/>
                    </a:cubicBezTo>
                    <a:cubicBezTo>
                      <a:pt x="2112" y="1470"/>
                      <a:pt x="2405" y="957"/>
                      <a:pt x="3195" y="345"/>
                    </a:cubicBezTo>
                    <a:cubicBezTo>
                      <a:pt x="3885" y="0"/>
                      <a:pt x="4530" y="82"/>
                      <a:pt x="5285" y="108"/>
                    </a:cubicBezTo>
                    <a:close/>
                    <a:moveTo>
                      <a:pt x="3272" y="1422"/>
                    </a:moveTo>
                    <a:cubicBezTo>
                      <a:pt x="2520" y="2112"/>
                      <a:pt x="2347" y="3038"/>
                      <a:pt x="2100" y="3995"/>
                    </a:cubicBezTo>
                    <a:cubicBezTo>
                      <a:pt x="1945" y="4595"/>
                      <a:pt x="1945" y="4595"/>
                      <a:pt x="1662" y="5282"/>
                    </a:cubicBezTo>
                    <a:cubicBezTo>
                      <a:pt x="1142" y="6620"/>
                      <a:pt x="1155" y="7992"/>
                      <a:pt x="1162" y="9407"/>
                    </a:cubicBezTo>
                    <a:cubicBezTo>
                      <a:pt x="1162" y="9588"/>
                      <a:pt x="1160" y="9767"/>
                      <a:pt x="1160" y="9952"/>
                    </a:cubicBezTo>
                    <a:cubicBezTo>
                      <a:pt x="1160" y="10125"/>
                      <a:pt x="1160" y="10298"/>
                      <a:pt x="1160" y="10473"/>
                    </a:cubicBezTo>
                    <a:cubicBezTo>
                      <a:pt x="1162" y="10630"/>
                      <a:pt x="1162" y="10785"/>
                      <a:pt x="1162" y="10945"/>
                    </a:cubicBezTo>
                    <a:cubicBezTo>
                      <a:pt x="1195" y="11345"/>
                      <a:pt x="1195" y="11345"/>
                      <a:pt x="1445" y="11845"/>
                    </a:cubicBezTo>
                    <a:cubicBezTo>
                      <a:pt x="1987" y="12095"/>
                      <a:pt x="2477" y="12127"/>
                      <a:pt x="3070" y="12130"/>
                    </a:cubicBezTo>
                    <a:cubicBezTo>
                      <a:pt x="3157" y="12133"/>
                      <a:pt x="3157" y="12133"/>
                      <a:pt x="3595" y="12135"/>
                    </a:cubicBezTo>
                    <a:cubicBezTo>
                      <a:pt x="3780" y="12135"/>
                      <a:pt x="3965" y="12138"/>
                      <a:pt x="4155" y="12138"/>
                    </a:cubicBezTo>
                    <a:cubicBezTo>
                      <a:pt x="4347" y="12138"/>
                      <a:pt x="4537" y="12138"/>
                      <a:pt x="4735" y="12140"/>
                    </a:cubicBezTo>
                    <a:cubicBezTo>
                      <a:pt x="5140" y="12140"/>
                      <a:pt x="5542" y="12140"/>
                      <a:pt x="5947" y="12140"/>
                    </a:cubicBezTo>
                    <a:cubicBezTo>
                      <a:pt x="6567" y="12142"/>
                      <a:pt x="7185" y="12145"/>
                      <a:pt x="7805" y="12150"/>
                    </a:cubicBezTo>
                    <a:cubicBezTo>
                      <a:pt x="8197" y="12153"/>
                      <a:pt x="8590" y="12153"/>
                      <a:pt x="8982" y="12153"/>
                    </a:cubicBezTo>
                    <a:cubicBezTo>
                      <a:pt x="9167" y="12155"/>
                      <a:pt x="9352" y="12155"/>
                      <a:pt x="9545" y="12157"/>
                    </a:cubicBezTo>
                    <a:cubicBezTo>
                      <a:pt x="9718" y="12157"/>
                      <a:pt x="9890" y="12157"/>
                      <a:pt x="10067" y="12155"/>
                    </a:cubicBezTo>
                    <a:cubicBezTo>
                      <a:pt x="10142" y="12155"/>
                      <a:pt x="10142" y="12155"/>
                      <a:pt x="10527" y="12157"/>
                    </a:cubicBezTo>
                    <a:cubicBezTo>
                      <a:pt x="11035" y="12082"/>
                      <a:pt x="11302" y="11925"/>
                      <a:pt x="11695" y="11595"/>
                    </a:cubicBezTo>
                    <a:cubicBezTo>
                      <a:pt x="12007" y="10588"/>
                      <a:pt x="11987" y="9548"/>
                      <a:pt x="11995" y="8500"/>
                    </a:cubicBezTo>
                    <a:cubicBezTo>
                      <a:pt x="11995" y="8413"/>
                      <a:pt x="11995" y="8413"/>
                      <a:pt x="12000" y="7973"/>
                    </a:cubicBezTo>
                    <a:cubicBezTo>
                      <a:pt x="12002" y="7605"/>
                      <a:pt x="12002" y="7240"/>
                      <a:pt x="12005" y="6873"/>
                    </a:cubicBezTo>
                    <a:cubicBezTo>
                      <a:pt x="12007" y="6312"/>
                      <a:pt x="12015" y="5752"/>
                      <a:pt x="12022" y="5193"/>
                    </a:cubicBezTo>
                    <a:cubicBezTo>
                      <a:pt x="12025" y="4838"/>
                      <a:pt x="12025" y="4480"/>
                      <a:pt x="12025" y="4125"/>
                    </a:cubicBezTo>
                    <a:cubicBezTo>
                      <a:pt x="12030" y="3957"/>
                      <a:pt x="12032" y="3790"/>
                      <a:pt x="12035" y="3617"/>
                    </a:cubicBezTo>
                    <a:cubicBezTo>
                      <a:pt x="12030" y="2457"/>
                      <a:pt x="12030" y="2457"/>
                      <a:pt x="11585" y="1868"/>
                    </a:cubicBezTo>
                    <a:cubicBezTo>
                      <a:pt x="10752" y="1285"/>
                      <a:pt x="9877" y="1265"/>
                      <a:pt x="8882" y="1188"/>
                    </a:cubicBezTo>
                    <a:cubicBezTo>
                      <a:pt x="8735" y="1177"/>
                      <a:pt x="8590" y="1165"/>
                      <a:pt x="8440" y="1155"/>
                    </a:cubicBezTo>
                    <a:cubicBezTo>
                      <a:pt x="7530" y="1093"/>
                      <a:pt x="6710" y="1118"/>
                      <a:pt x="5815" y="1300"/>
                    </a:cubicBezTo>
                    <a:cubicBezTo>
                      <a:pt x="5387" y="1353"/>
                      <a:pt x="5078" y="1278"/>
                      <a:pt x="4662" y="1172"/>
                    </a:cubicBezTo>
                    <a:cubicBezTo>
                      <a:pt x="3945" y="1095"/>
                      <a:pt x="3945" y="1095"/>
                      <a:pt x="3272" y="1422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37" name="globe vector"/>
              <p:cNvSpPr/>
              <p:nvPr/>
            </p:nvSpPr>
            <p:spPr>
              <a:xfrm>
                <a:off x="381762" y="950976"/>
                <a:ext cx="106002" cy="194310"/>
              </a:xfrm>
              <a:custGeom>
                <a:avLst/>
                <a:gdLst/>
                <a:ahLst/>
                <a:cxnLst/>
                <a:rect l="0" t="0" r="r" b="b"/>
                <a:pathLst>
                  <a:path w="11593" h="21250" fill="norm" stroke="0">
                    <a:moveTo>
                      <a:pt x="2250" y="0"/>
                    </a:moveTo>
                    <a:cubicBezTo>
                      <a:pt x="2580" y="82"/>
                      <a:pt x="2910" y="165"/>
                      <a:pt x="3250" y="250"/>
                    </a:cubicBezTo>
                    <a:cubicBezTo>
                      <a:pt x="3250" y="1653"/>
                      <a:pt x="3250" y="3055"/>
                      <a:pt x="3250" y="4500"/>
                    </a:cubicBezTo>
                    <a:cubicBezTo>
                      <a:pt x="9597" y="4610"/>
                      <a:pt x="9597" y="4610"/>
                      <a:pt x="11000" y="3500"/>
                    </a:cubicBezTo>
                    <a:cubicBezTo>
                      <a:pt x="10955" y="3632"/>
                      <a:pt x="10910" y="3765"/>
                      <a:pt x="10865" y="3903"/>
                    </a:cubicBezTo>
                    <a:cubicBezTo>
                      <a:pt x="10702" y="4438"/>
                      <a:pt x="10568" y="4942"/>
                      <a:pt x="10500" y="5500"/>
                    </a:cubicBezTo>
                    <a:cubicBezTo>
                      <a:pt x="10828" y="6062"/>
                      <a:pt x="10828" y="6062"/>
                      <a:pt x="11250" y="6500"/>
                    </a:cubicBezTo>
                    <a:cubicBezTo>
                      <a:pt x="11472" y="7190"/>
                      <a:pt x="11532" y="7822"/>
                      <a:pt x="11540" y="8545"/>
                    </a:cubicBezTo>
                    <a:cubicBezTo>
                      <a:pt x="11543" y="8750"/>
                      <a:pt x="11545" y="8952"/>
                      <a:pt x="11548" y="9162"/>
                    </a:cubicBezTo>
                    <a:cubicBezTo>
                      <a:pt x="11548" y="9380"/>
                      <a:pt x="11550" y="9600"/>
                      <a:pt x="11550" y="9825"/>
                    </a:cubicBezTo>
                    <a:cubicBezTo>
                      <a:pt x="11553" y="10050"/>
                      <a:pt x="11553" y="10278"/>
                      <a:pt x="11555" y="10513"/>
                    </a:cubicBezTo>
                    <a:cubicBezTo>
                      <a:pt x="11557" y="10993"/>
                      <a:pt x="11560" y="11472"/>
                      <a:pt x="11560" y="11952"/>
                    </a:cubicBezTo>
                    <a:cubicBezTo>
                      <a:pt x="11562" y="12683"/>
                      <a:pt x="11570" y="13410"/>
                      <a:pt x="11578" y="14140"/>
                    </a:cubicBezTo>
                    <a:cubicBezTo>
                      <a:pt x="11580" y="14608"/>
                      <a:pt x="11580" y="15075"/>
                      <a:pt x="11582" y="15543"/>
                    </a:cubicBezTo>
                    <a:cubicBezTo>
                      <a:pt x="11585" y="15760"/>
                      <a:pt x="11587" y="15975"/>
                      <a:pt x="11593" y="16198"/>
                    </a:cubicBezTo>
                    <a:cubicBezTo>
                      <a:pt x="11587" y="17450"/>
                      <a:pt x="11422" y="18427"/>
                      <a:pt x="10915" y="19575"/>
                    </a:cubicBezTo>
                    <a:cubicBezTo>
                      <a:pt x="10685" y="20168"/>
                      <a:pt x="10690" y="20623"/>
                      <a:pt x="10750" y="21250"/>
                    </a:cubicBezTo>
                    <a:cubicBezTo>
                      <a:pt x="10648" y="21210"/>
                      <a:pt x="10548" y="21168"/>
                      <a:pt x="10443" y="21125"/>
                    </a:cubicBezTo>
                    <a:cubicBezTo>
                      <a:pt x="9918" y="20977"/>
                      <a:pt x="9475" y="20975"/>
                      <a:pt x="8930" y="20985"/>
                    </a:cubicBezTo>
                    <a:cubicBezTo>
                      <a:pt x="8720" y="20987"/>
                      <a:pt x="8510" y="20987"/>
                      <a:pt x="8295" y="20990"/>
                    </a:cubicBezTo>
                    <a:cubicBezTo>
                      <a:pt x="8075" y="20995"/>
                      <a:pt x="7852" y="20998"/>
                      <a:pt x="7625" y="21000"/>
                    </a:cubicBezTo>
                    <a:cubicBezTo>
                      <a:pt x="2817" y="21035"/>
                      <a:pt x="2817" y="21035"/>
                      <a:pt x="1750" y="20500"/>
                    </a:cubicBezTo>
                    <a:cubicBezTo>
                      <a:pt x="1750" y="20335"/>
                      <a:pt x="1750" y="20170"/>
                      <a:pt x="1750" y="20000"/>
                    </a:cubicBezTo>
                    <a:cubicBezTo>
                      <a:pt x="2242" y="19755"/>
                      <a:pt x="2490" y="19707"/>
                      <a:pt x="3025" y="19670"/>
                    </a:cubicBezTo>
                    <a:cubicBezTo>
                      <a:pt x="3102" y="19665"/>
                      <a:pt x="3102" y="19665"/>
                      <a:pt x="3500" y="19640"/>
                    </a:cubicBezTo>
                    <a:cubicBezTo>
                      <a:pt x="3670" y="19630"/>
                      <a:pt x="3840" y="19620"/>
                      <a:pt x="4015" y="19610"/>
                    </a:cubicBezTo>
                    <a:cubicBezTo>
                      <a:pt x="4190" y="19600"/>
                      <a:pt x="4365" y="19588"/>
                      <a:pt x="4545" y="19578"/>
                    </a:cubicBezTo>
                    <a:cubicBezTo>
                      <a:pt x="6530" y="19468"/>
                      <a:pt x="8513" y="19475"/>
                      <a:pt x="10500" y="19500"/>
                    </a:cubicBezTo>
                    <a:cubicBezTo>
                      <a:pt x="10770" y="18188"/>
                      <a:pt x="10788" y="16920"/>
                      <a:pt x="10782" y="15582"/>
                    </a:cubicBezTo>
                    <a:cubicBezTo>
                      <a:pt x="10782" y="15355"/>
                      <a:pt x="10782" y="15125"/>
                      <a:pt x="10785" y="14888"/>
                    </a:cubicBezTo>
                    <a:cubicBezTo>
                      <a:pt x="10785" y="14407"/>
                      <a:pt x="10782" y="13925"/>
                      <a:pt x="10782" y="13442"/>
                    </a:cubicBezTo>
                    <a:cubicBezTo>
                      <a:pt x="10780" y="12702"/>
                      <a:pt x="10782" y="11965"/>
                      <a:pt x="10785" y="11225"/>
                    </a:cubicBezTo>
                    <a:cubicBezTo>
                      <a:pt x="10785" y="10755"/>
                      <a:pt x="10782" y="10287"/>
                      <a:pt x="10782" y="9817"/>
                    </a:cubicBezTo>
                    <a:cubicBezTo>
                      <a:pt x="10782" y="9597"/>
                      <a:pt x="10785" y="9375"/>
                      <a:pt x="10785" y="9148"/>
                    </a:cubicBezTo>
                    <a:cubicBezTo>
                      <a:pt x="10785" y="8942"/>
                      <a:pt x="10782" y="8737"/>
                      <a:pt x="10782" y="8525"/>
                    </a:cubicBezTo>
                    <a:cubicBezTo>
                      <a:pt x="10782" y="8345"/>
                      <a:pt x="10782" y="8165"/>
                      <a:pt x="10782" y="7977"/>
                    </a:cubicBezTo>
                    <a:cubicBezTo>
                      <a:pt x="10750" y="7515"/>
                      <a:pt x="10695" y="7170"/>
                      <a:pt x="10500" y="6750"/>
                    </a:cubicBezTo>
                    <a:cubicBezTo>
                      <a:pt x="9742" y="6455"/>
                      <a:pt x="8965" y="6455"/>
                      <a:pt x="8160" y="6430"/>
                    </a:cubicBezTo>
                    <a:cubicBezTo>
                      <a:pt x="8032" y="6425"/>
                      <a:pt x="7905" y="6420"/>
                      <a:pt x="7775" y="6415"/>
                    </a:cubicBezTo>
                    <a:cubicBezTo>
                      <a:pt x="7370" y="6400"/>
                      <a:pt x="6968" y="6388"/>
                      <a:pt x="6562" y="6375"/>
                    </a:cubicBezTo>
                    <a:cubicBezTo>
                      <a:pt x="4865" y="6320"/>
                      <a:pt x="3183" y="6257"/>
                      <a:pt x="1500" y="6000"/>
                    </a:cubicBezTo>
                    <a:cubicBezTo>
                      <a:pt x="1582" y="5835"/>
                      <a:pt x="1665" y="5670"/>
                      <a:pt x="1750" y="5500"/>
                    </a:cubicBezTo>
                    <a:cubicBezTo>
                      <a:pt x="1915" y="5500"/>
                      <a:pt x="2080" y="5500"/>
                      <a:pt x="2250" y="5500"/>
                    </a:cubicBezTo>
                    <a:cubicBezTo>
                      <a:pt x="2265" y="5260"/>
                      <a:pt x="2280" y="5017"/>
                      <a:pt x="2295" y="4770"/>
                    </a:cubicBezTo>
                    <a:cubicBezTo>
                      <a:pt x="2317" y="4450"/>
                      <a:pt x="2337" y="4132"/>
                      <a:pt x="2360" y="3812"/>
                    </a:cubicBezTo>
                    <a:cubicBezTo>
                      <a:pt x="2370" y="3655"/>
                      <a:pt x="2380" y="3495"/>
                      <a:pt x="2390" y="3332"/>
                    </a:cubicBezTo>
                    <a:cubicBezTo>
                      <a:pt x="2442" y="2528"/>
                      <a:pt x="2517" y="1778"/>
                      <a:pt x="2750" y="1000"/>
                    </a:cubicBezTo>
                    <a:cubicBezTo>
                      <a:pt x="2585" y="1000"/>
                      <a:pt x="2420" y="1000"/>
                      <a:pt x="2250" y="1000"/>
                    </a:cubicBezTo>
                    <a:cubicBezTo>
                      <a:pt x="1817" y="1438"/>
                      <a:pt x="1817" y="1438"/>
                      <a:pt x="1345" y="2000"/>
                    </a:cubicBezTo>
                    <a:cubicBezTo>
                      <a:pt x="1265" y="2093"/>
                      <a:pt x="1265" y="2093"/>
                      <a:pt x="865" y="2562"/>
                    </a:cubicBezTo>
                    <a:cubicBezTo>
                      <a:pt x="745" y="2707"/>
                      <a:pt x="625" y="2852"/>
                      <a:pt x="500" y="3000"/>
                    </a:cubicBezTo>
                    <a:cubicBezTo>
                      <a:pt x="335" y="2918"/>
                      <a:pt x="170" y="2835"/>
                      <a:pt x="0" y="2750"/>
                    </a:cubicBezTo>
                    <a:cubicBezTo>
                      <a:pt x="280" y="2385"/>
                      <a:pt x="562" y="2020"/>
                      <a:pt x="845" y="1655"/>
                    </a:cubicBezTo>
                    <a:cubicBezTo>
                      <a:pt x="922" y="1552"/>
                      <a:pt x="1002" y="1450"/>
                      <a:pt x="1085" y="1345"/>
                    </a:cubicBezTo>
                    <a:cubicBezTo>
                      <a:pt x="1453" y="868"/>
                      <a:pt x="1823" y="427"/>
                      <a:pt x="2250" y="0"/>
                    </a:cubicBezTo>
                    <a:close/>
                  </a:path>
                </a:pathLst>
              </a:custGeom>
              <a:solidFill>
                <a:srgbClr val="878C9F"/>
              </a:solidFill>
              <a:ln w="0">
                <a:noFill/>
              </a:ln>
            </p:spPr>
          </p:sp>
          <p:sp>
            <p:nvSpPr>
              <p:cNvPr id="38" name="globe vector"/>
              <p:cNvSpPr/>
              <p:nvPr/>
            </p:nvSpPr>
            <p:spPr>
              <a:xfrm>
                <a:off x="511835" y="916686"/>
                <a:ext cx="57379" cy="62111"/>
              </a:xfrm>
              <a:custGeom>
                <a:avLst/>
                <a:gdLst/>
                <a:ahLst/>
                <a:cxnLst/>
                <a:rect l="0" t="0" r="r" b="b"/>
                <a:pathLst>
                  <a:path w="6275" h="6793" fill="norm" stroke="0">
                    <a:moveTo>
                      <a:pt x="275" y="0"/>
                    </a:moveTo>
                    <a:cubicBezTo>
                      <a:pt x="910" y="20"/>
                      <a:pt x="1545" y="47"/>
                      <a:pt x="2180" y="78"/>
                    </a:cubicBezTo>
                    <a:cubicBezTo>
                      <a:pt x="2360" y="85"/>
                      <a:pt x="2538" y="90"/>
                      <a:pt x="2722" y="95"/>
                    </a:cubicBezTo>
                    <a:cubicBezTo>
                      <a:pt x="3955" y="157"/>
                      <a:pt x="5107" y="332"/>
                      <a:pt x="6025" y="1250"/>
                    </a:cubicBezTo>
                    <a:cubicBezTo>
                      <a:pt x="5987" y="1575"/>
                      <a:pt x="5940" y="1898"/>
                      <a:pt x="5885" y="2220"/>
                    </a:cubicBezTo>
                    <a:cubicBezTo>
                      <a:pt x="5703" y="3638"/>
                      <a:pt x="5962" y="4868"/>
                      <a:pt x="6275" y="6250"/>
                    </a:cubicBezTo>
                    <a:cubicBezTo>
                      <a:pt x="4992" y="6733"/>
                      <a:pt x="3782" y="6793"/>
                      <a:pt x="2430" y="6720"/>
                    </a:cubicBezTo>
                    <a:cubicBezTo>
                      <a:pt x="2277" y="6713"/>
                      <a:pt x="2122" y="6707"/>
                      <a:pt x="1962" y="6703"/>
                    </a:cubicBezTo>
                    <a:cubicBezTo>
                      <a:pt x="1542" y="6672"/>
                      <a:pt x="1175" y="6627"/>
                      <a:pt x="775" y="6500"/>
                    </a:cubicBezTo>
                    <a:cubicBezTo>
                      <a:pt x="110" y="5725"/>
                      <a:pt x="157" y="4653"/>
                      <a:pt x="102" y="3672"/>
                    </a:cubicBezTo>
                    <a:cubicBezTo>
                      <a:pt x="93" y="3513"/>
                      <a:pt x="80" y="3352"/>
                      <a:pt x="67" y="3188"/>
                    </a:cubicBezTo>
                    <a:cubicBezTo>
                      <a:pt x="0" y="2095"/>
                      <a:pt x="78" y="1078"/>
                      <a:pt x="2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9" name="globe vector"/>
              <p:cNvSpPr/>
              <p:nvPr/>
            </p:nvSpPr>
            <p:spPr>
              <a:xfrm>
                <a:off x="735315" y="1053846"/>
                <a:ext cx="72512" cy="224028"/>
              </a:xfrm>
              <a:custGeom>
                <a:avLst/>
                <a:gdLst/>
                <a:ahLst/>
                <a:cxnLst/>
                <a:rect l="0" t="0" r="r" b="b"/>
                <a:pathLst>
                  <a:path w="7930" h="24500" fill="norm" stroke="0">
                    <a:moveTo>
                      <a:pt x="835" y="0"/>
                    </a:moveTo>
                    <a:cubicBezTo>
                      <a:pt x="1083" y="82"/>
                      <a:pt x="1330" y="165"/>
                      <a:pt x="1585" y="250"/>
                    </a:cubicBezTo>
                    <a:cubicBezTo>
                      <a:pt x="1578" y="415"/>
                      <a:pt x="1568" y="582"/>
                      <a:pt x="1558" y="752"/>
                    </a:cubicBezTo>
                    <a:cubicBezTo>
                      <a:pt x="1488" y="3032"/>
                      <a:pt x="1488" y="3032"/>
                      <a:pt x="2335" y="4000"/>
                    </a:cubicBezTo>
                    <a:cubicBezTo>
                      <a:pt x="2505" y="4082"/>
                      <a:pt x="2675" y="4165"/>
                      <a:pt x="2850" y="4250"/>
                    </a:cubicBezTo>
                    <a:cubicBezTo>
                      <a:pt x="3335" y="4500"/>
                      <a:pt x="3335" y="4500"/>
                      <a:pt x="3648" y="5155"/>
                    </a:cubicBezTo>
                    <a:cubicBezTo>
                      <a:pt x="3710" y="5352"/>
                      <a:pt x="3773" y="5547"/>
                      <a:pt x="3835" y="5750"/>
                    </a:cubicBezTo>
                    <a:cubicBezTo>
                      <a:pt x="4000" y="5750"/>
                      <a:pt x="4165" y="5750"/>
                      <a:pt x="4335" y="5750"/>
                    </a:cubicBezTo>
                    <a:cubicBezTo>
                      <a:pt x="4745" y="6267"/>
                      <a:pt x="5083" y="6820"/>
                      <a:pt x="5438" y="7377"/>
                    </a:cubicBezTo>
                    <a:cubicBezTo>
                      <a:pt x="5680" y="7755"/>
                      <a:pt x="5928" y="8127"/>
                      <a:pt x="6193" y="8490"/>
                    </a:cubicBezTo>
                    <a:cubicBezTo>
                      <a:pt x="7930" y="10938"/>
                      <a:pt x="7688" y="14130"/>
                      <a:pt x="7585" y="17000"/>
                    </a:cubicBezTo>
                    <a:cubicBezTo>
                      <a:pt x="7580" y="17140"/>
                      <a:pt x="7575" y="17280"/>
                      <a:pt x="7570" y="17425"/>
                    </a:cubicBezTo>
                    <a:cubicBezTo>
                      <a:pt x="7513" y="18820"/>
                      <a:pt x="7438" y="19875"/>
                      <a:pt x="6585" y="21000"/>
                    </a:cubicBezTo>
                    <a:cubicBezTo>
                      <a:pt x="6103" y="21832"/>
                      <a:pt x="5963" y="22558"/>
                      <a:pt x="5835" y="23500"/>
                    </a:cubicBezTo>
                    <a:cubicBezTo>
                      <a:pt x="6035" y="23572"/>
                      <a:pt x="6238" y="23645"/>
                      <a:pt x="6445" y="23720"/>
                    </a:cubicBezTo>
                    <a:cubicBezTo>
                      <a:pt x="7085" y="24000"/>
                      <a:pt x="7085" y="24000"/>
                      <a:pt x="7335" y="24500"/>
                    </a:cubicBezTo>
                    <a:cubicBezTo>
                      <a:pt x="5300" y="24415"/>
                      <a:pt x="5300" y="24415"/>
                      <a:pt x="4555" y="23845"/>
                    </a:cubicBezTo>
                    <a:cubicBezTo>
                      <a:pt x="4248" y="23015"/>
                      <a:pt x="4270" y="22327"/>
                      <a:pt x="4585" y="21500"/>
                    </a:cubicBezTo>
                    <a:cubicBezTo>
                      <a:pt x="4745" y="21315"/>
                      <a:pt x="4905" y="21130"/>
                      <a:pt x="5073" y="20940"/>
                    </a:cubicBezTo>
                    <a:cubicBezTo>
                      <a:pt x="5733" y="20150"/>
                      <a:pt x="5873" y="19325"/>
                      <a:pt x="6038" y="18327"/>
                    </a:cubicBezTo>
                    <a:cubicBezTo>
                      <a:pt x="6070" y="18150"/>
                      <a:pt x="6100" y="17972"/>
                      <a:pt x="6133" y="17790"/>
                    </a:cubicBezTo>
                    <a:cubicBezTo>
                      <a:pt x="6325" y="16597"/>
                      <a:pt x="6373" y="15515"/>
                      <a:pt x="6175" y="14317"/>
                    </a:cubicBezTo>
                    <a:cubicBezTo>
                      <a:pt x="6085" y="13750"/>
                      <a:pt x="6085" y="13750"/>
                      <a:pt x="6080" y="13175"/>
                    </a:cubicBezTo>
                    <a:cubicBezTo>
                      <a:pt x="6035" y="10625"/>
                      <a:pt x="4430" y="7922"/>
                      <a:pt x="2713" y="6088"/>
                    </a:cubicBezTo>
                    <a:cubicBezTo>
                      <a:pt x="2165" y="5597"/>
                      <a:pt x="1583" y="5180"/>
                      <a:pt x="965" y="4785"/>
                    </a:cubicBezTo>
                    <a:cubicBezTo>
                      <a:pt x="435" y="4388"/>
                      <a:pt x="138" y="4020"/>
                      <a:pt x="10" y="3365"/>
                    </a:cubicBezTo>
                    <a:cubicBezTo>
                      <a:pt x="0" y="2125"/>
                      <a:pt x="343" y="1130"/>
                      <a:pt x="835" y="0"/>
                    </a:cubicBezTo>
                    <a:close/>
                  </a:path>
                </a:pathLst>
              </a:custGeom>
              <a:solidFill>
                <a:srgbClr val="EFE8DC"/>
              </a:solidFill>
              <a:ln w="0">
                <a:noFill/>
              </a:ln>
            </p:spPr>
          </p:sp>
          <p:sp>
            <p:nvSpPr>
              <p:cNvPr id="40" name="globe vector"/>
              <p:cNvSpPr/>
              <p:nvPr/>
            </p:nvSpPr>
            <p:spPr>
              <a:xfrm>
                <a:off x="422910" y="914629"/>
                <a:ext cx="56304" cy="64328"/>
              </a:xfrm>
              <a:custGeom>
                <a:avLst/>
                <a:gdLst/>
                <a:ahLst/>
                <a:cxnLst/>
                <a:rect l="0" t="0" r="r" b="b"/>
                <a:pathLst>
                  <a:path w="6157" h="7035" fill="norm" stroke="0">
                    <a:moveTo>
                      <a:pt x="5500" y="225"/>
                    </a:moveTo>
                    <a:cubicBezTo>
                      <a:pt x="6157" y="882"/>
                      <a:pt x="5977" y="2807"/>
                      <a:pt x="6000" y="3725"/>
                    </a:cubicBezTo>
                    <a:cubicBezTo>
                      <a:pt x="5968" y="6007"/>
                      <a:pt x="5968" y="6007"/>
                      <a:pt x="5250" y="6725"/>
                    </a:cubicBezTo>
                    <a:cubicBezTo>
                      <a:pt x="4282" y="6992"/>
                      <a:pt x="3340" y="7020"/>
                      <a:pt x="2345" y="7022"/>
                    </a:cubicBezTo>
                    <a:cubicBezTo>
                      <a:pt x="2200" y="7025"/>
                      <a:pt x="2058" y="7027"/>
                      <a:pt x="1910" y="7030"/>
                    </a:cubicBezTo>
                    <a:cubicBezTo>
                      <a:pt x="1127" y="7035"/>
                      <a:pt x="595" y="7010"/>
                      <a:pt x="0" y="6475"/>
                    </a:cubicBezTo>
                    <a:cubicBezTo>
                      <a:pt x="20" y="6412"/>
                      <a:pt x="20" y="6412"/>
                      <a:pt x="127" y="6093"/>
                    </a:cubicBezTo>
                    <a:cubicBezTo>
                      <a:pt x="325" y="5095"/>
                      <a:pt x="240" y="4090"/>
                      <a:pt x="197" y="3075"/>
                    </a:cubicBezTo>
                    <a:cubicBezTo>
                      <a:pt x="170" y="1847"/>
                      <a:pt x="170" y="1847"/>
                      <a:pt x="553" y="1260"/>
                    </a:cubicBezTo>
                    <a:cubicBezTo>
                      <a:pt x="1970" y="355"/>
                      <a:pt x="3837" y="0"/>
                      <a:pt x="5500" y="2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41" name="globe vector"/>
              <p:cNvSpPr/>
              <p:nvPr/>
            </p:nvSpPr>
            <p:spPr>
              <a:xfrm>
                <a:off x="425076" y="1291870"/>
                <a:ext cx="54521" cy="66774"/>
              </a:xfrm>
              <a:custGeom>
                <a:avLst/>
                <a:gdLst/>
                <a:ahLst/>
                <a:cxnLst/>
                <a:rect l="0" t="0" r="r" b="b"/>
                <a:pathLst>
                  <a:path w="5963" h="7303" fill="norm" stroke="0">
                    <a:moveTo>
                      <a:pt x="1935" y="173"/>
                    </a:moveTo>
                    <a:cubicBezTo>
                      <a:pt x="2013" y="170"/>
                      <a:pt x="2013" y="170"/>
                      <a:pt x="2400" y="163"/>
                    </a:cubicBezTo>
                    <a:cubicBezTo>
                      <a:pt x="3455" y="160"/>
                      <a:pt x="4305" y="252"/>
                      <a:pt x="5263" y="720"/>
                    </a:cubicBezTo>
                    <a:cubicBezTo>
                      <a:pt x="5963" y="1778"/>
                      <a:pt x="5845" y="3033"/>
                      <a:pt x="5840" y="4268"/>
                    </a:cubicBezTo>
                    <a:cubicBezTo>
                      <a:pt x="5845" y="4470"/>
                      <a:pt x="5850" y="4675"/>
                      <a:pt x="5853" y="4888"/>
                    </a:cubicBezTo>
                    <a:cubicBezTo>
                      <a:pt x="5853" y="4985"/>
                      <a:pt x="5853" y="4985"/>
                      <a:pt x="5855" y="5480"/>
                    </a:cubicBezTo>
                    <a:cubicBezTo>
                      <a:pt x="5855" y="5658"/>
                      <a:pt x="5855" y="5835"/>
                      <a:pt x="5855" y="6020"/>
                    </a:cubicBezTo>
                    <a:cubicBezTo>
                      <a:pt x="5763" y="6470"/>
                      <a:pt x="5763" y="6470"/>
                      <a:pt x="5422" y="6780"/>
                    </a:cubicBezTo>
                    <a:cubicBezTo>
                      <a:pt x="4295" y="7303"/>
                      <a:pt x="2532" y="6840"/>
                      <a:pt x="1373" y="6500"/>
                    </a:cubicBezTo>
                    <a:cubicBezTo>
                      <a:pt x="720" y="6200"/>
                      <a:pt x="580" y="6090"/>
                      <a:pt x="263" y="5470"/>
                    </a:cubicBezTo>
                    <a:cubicBezTo>
                      <a:pt x="180" y="4930"/>
                      <a:pt x="180" y="4930"/>
                      <a:pt x="150" y="4310"/>
                    </a:cubicBezTo>
                    <a:cubicBezTo>
                      <a:pt x="140" y="4090"/>
                      <a:pt x="130" y="3868"/>
                      <a:pt x="118" y="3638"/>
                    </a:cubicBezTo>
                    <a:cubicBezTo>
                      <a:pt x="110" y="3408"/>
                      <a:pt x="100" y="3175"/>
                      <a:pt x="90" y="2938"/>
                    </a:cubicBezTo>
                    <a:cubicBezTo>
                      <a:pt x="80" y="2705"/>
                      <a:pt x="68" y="2473"/>
                      <a:pt x="55" y="2233"/>
                    </a:cubicBezTo>
                    <a:cubicBezTo>
                      <a:pt x="0" y="963"/>
                      <a:pt x="0" y="963"/>
                      <a:pt x="13" y="470"/>
                    </a:cubicBezTo>
                    <a:cubicBezTo>
                      <a:pt x="483" y="0"/>
                      <a:pt x="1297" y="173"/>
                      <a:pt x="1935" y="1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42" name="globe vector"/>
              <p:cNvSpPr/>
              <p:nvPr/>
            </p:nvSpPr>
            <p:spPr>
              <a:xfrm>
                <a:off x="508964" y="1012154"/>
                <a:ext cx="103693" cy="350992"/>
              </a:xfrm>
              <a:custGeom>
                <a:avLst/>
                <a:gdLst/>
                <a:ahLst/>
                <a:cxnLst/>
                <a:rect l="0" t="0" r="r" b="b"/>
                <a:pathLst>
                  <a:path w="11340" h="38385" fill="norm" stroke="0">
                    <a:moveTo>
                      <a:pt x="4068" y="17"/>
                    </a:moveTo>
                    <a:cubicBezTo>
                      <a:pt x="4135" y="17"/>
                      <a:pt x="4135" y="17"/>
                      <a:pt x="4475" y="15"/>
                    </a:cubicBezTo>
                    <a:cubicBezTo>
                      <a:pt x="4755" y="13"/>
                      <a:pt x="5038" y="13"/>
                      <a:pt x="5318" y="13"/>
                    </a:cubicBezTo>
                    <a:cubicBezTo>
                      <a:pt x="5745" y="13"/>
                      <a:pt x="6175" y="7"/>
                      <a:pt x="6602" y="2"/>
                    </a:cubicBezTo>
                    <a:cubicBezTo>
                      <a:pt x="6878" y="2"/>
                      <a:pt x="7153" y="2"/>
                      <a:pt x="7428" y="2"/>
                    </a:cubicBezTo>
                    <a:cubicBezTo>
                      <a:pt x="7675" y="0"/>
                      <a:pt x="7920" y="0"/>
                      <a:pt x="8175" y="0"/>
                    </a:cubicBezTo>
                    <a:cubicBezTo>
                      <a:pt x="8857" y="60"/>
                      <a:pt x="9262" y="198"/>
                      <a:pt x="9840" y="560"/>
                    </a:cubicBezTo>
                    <a:cubicBezTo>
                      <a:pt x="10708" y="1797"/>
                      <a:pt x="10970" y="3608"/>
                      <a:pt x="11340" y="5060"/>
                    </a:cubicBezTo>
                    <a:cubicBezTo>
                      <a:pt x="11093" y="5142"/>
                      <a:pt x="10845" y="5225"/>
                      <a:pt x="10590" y="5310"/>
                    </a:cubicBezTo>
                    <a:cubicBezTo>
                      <a:pt x="10558" y="5168"/>
                      <a:pt x="10528" y="5025"/>
                      <a:pt x="10498" y="4880"/>
                    </a:cubicBezTo>
                    <a:cubicBezTo>
                      <a:pt x="10365" y="4272"/>
                      <a:pt x="10228" y="3665"/>
                      <a:pt x="10090" y="3060"/>
                    </a:cubicBezTo>
                    <a:cubicBezTo>
                      <a:pt x="10053" y="2888"/>
                      <a:pt x="10018" y="2715"/>
                      <a:pt x="9980" y="2537"/>
                    </a:cubicBezTo>
                    <a:cubicBezTo>
                      <a:pt x="9943" y="2385"/>
                      <a:pt x="9908" y="2233"/>
                      <a:pt x="9870" y="2075"/>
                    </a:cubicBezTo>
                    <a:cubicBezTo>
                      <a:pt x="9840" y="1940"/>
                      <a:pt x="9810" y="1802"/>
                      <a:pt x="9778" y="1662"/>
                    </a:cubicBezTo>
                    <a:cubicBezTo>
                      <a:pt x="9495" y="1132"/>
                      <a:pt x="9140" y="1035"/>
                      <a:pt x="8590" y="810"/>
                    </a:cubicBezTo>
                    <a:cubicBezTo>
                      <a:pt x="7783" y="718"/>
                      <a:pt x="6977" y="728"/>
                      <a:pt x="6168" y="730"/>
                    </a:cubicBezTo>
                    <a:cubicBezTo>
                      <a:pt x="5780" y="733"/>
                      <a:pt x="5395" y="725"/>
                      <a:pt x="5010" y="720"/>
                    </a:cubicBezTo>
                    <a:cubicBezTo>
                      <a:pt x="4760" y="718"/>
                      <a:pt x="4508" y="718"/>
                      <a:pt x="4258" y="718"/>
                    </a:cubicBezTo>
                    <a:cubicBezTo>
                      <a:pt x="4033" y="718"/>
                      <a:pt x="3810" y="718"/>
                      <a:pt x="3578" y="718"/>
                    </a:cubicBezTo>
                    <a:cubicBezTo>
                      <a:pt x="2598" y="840"/>
                      <a:pt x="1748" y="1182"/>
                      <a:pt x="840" y="1560"/>
                    </a:cubicBezTo>
                    <a:cubicBezTo>
                      <a:pt x="812" y="2787"/>
                      <a:pt x="795" y="4015"/>
                      <a:pt x="785" y="5242"/>
                    </a:cubicBezTo>
                    <a:cubicBezTo>
                      <a:pt x="780" y="5660"/>
                      <a:pt x="773" y="6078"/>
                      <a:pt x="763" y="6495"/>
                    </a:cubicBezTo>
                    <a:cubicBezTo>
                      <a:pt x="753" y="7097"/>
                      <a:pt x="745" y="7698"/>
                      <a:pt x="742" y="8298"/>
                    </a:cubicBezTo>
                    <a:cubicBezTo>
                      <a:pt x="735" y="8485"/>
                      <a:pt x="730" y="8670"/>
                      <a:pt x="725" y="8862"/>
                    </a:cubicBezTo>
                    <a:cubicBezTo>
                      <a:pt x="725" y="10310"/>
                      <a:pt x="725" y="10310"/>
                      <a:pt x="1323" y="10918"/>
                    </a:cubicBezTo>
                    <a:cubicBezTo>
                      <a:pt x="1408" y="10983"/>
                      <a:pt x="1408" y="10983"/>
                      <a:pt x="1840" y="11310"/>
                    </a:cubicBezTo>
                    <a:cubicBezTo>
                      <a:pt x="1955" y="11402"/>
                      <a:pt x="2073" y="11495"/>
                      <a:pt x="2193" y="11590"/>
                    </a:cubicBezTo>
                    <a:cubicBezTo>
                      <a:pt x="2293" y="11662"/>
                      <a:pt x="2393" y="11735"/>
                      <a:pt x="2495" y="11810"/>
                    </a:cubicBezTo>
                    <a:cubicBezTo>
                      <a:pt x="3160" y="12337"/>
                      <a:pt x="3515" y="12817"/>
                      <a:pt x="3643" y="13680"/>
                    </a:cubicBezTo>
                    <a:cubicBezTo>
                      <a:pt x="3680" y="14287"/>
                      <a:pt x="3650" y="14712"/>
                      <a:pt x="3323" y="15233"/>
                    </a:cubicBezTo>
                    <a:cubicBezTo>
                      <a:pt x="2735" y="15630"/>
                      <a:pt x="2133" y="15875"/>
                      <a:pt x="1470" y="16123"/>
                    </a:cubicBezTo>
                    <a:cubicBezTo>
                      <a:pt x="1090" y="16310"/>
                      <a:pt x="1090" y="16310"/>
                      <a:pt x="840" y="16810"/>
                    </a:cubicBezTo>
                    <a:cubicBezTo>
                      <a:pt x="810" y="17212"/>
                      <a:pt x="810" y="17212"/>
                      <a:pt x="810" y="17693"/>
                    </a:cubicBezTo>
                    <a:cubicBezTo>
                      <a:pt x="810" y="17873"/>
                      <a:pt x="810" y="18052"/>
                      <a:pt x="810" y="18237"/>
                    </a:cubicBezTo>
                    <a:cubicBezTo>
                      <a:pt x="812" y="18432"/>
                      <a:pt x="812" y="18628"/>
                      <a:pt x="815" y="18828"/>
                    </a:cubicBezTo>
                    <a:cubicBezTo>
                      <a:pt x="815" y="19025"/>
                      <a:pt x="815" y="19225"/>
                      <a:pt x="815" y="19430"/>
                    </a:cubicBezTo>
                    <a:cubicBezTo>
                      <a:pt x="818" y="20068"/>
                      <a:pt x="820" y="20705"/>
                      <a:pt x="823" y="21340"/>
                    </a:cubicBezTo>
                    <a:cubicBezTo>
                      <a:pt x="825" y="21772"/>
                      <a:pt x="825" y="22202"/>
                      <a:pt x="828" y="22635"/>
                    </a:cubicBezTo>
                    <a:cubicBezTo>
                      <a:pt x="830" y="23693"/>
                      <a:pt x="833" y="24750"/>
                      <a:pt x="840" y="25810"/>
                    </a:cubicBezTo>
                    <a:cubicBezTo>
                      <a:pt x="1120" y="25892"/>
                      <a:pt x="1400" y="25975"/>
                      <a:pt x="1680" y="26055"/>
                    </a:cubicBezTo>
                    <a:cubicBezTo>
                      <a:pt x="1760" y="26078"/>
                      <a:pt x="1760" y="26078"/>
                      <a:pt x="2155" y="26195"/>
                    </a:cubicBezTo>
                    <a:cubicBezTo>
                      <a:pt x="2615" y="26318"/>
                      <a:pt x="3050" y="26365"/>
                      <a:pt x="3528" y="26388"/>
                    </a:cubicBezTo>
                    <a:cubicBezTo>
                      <a:pt x="4025" y="26448"/>
                      <a:pt x="4258" y="26478"/>
                      <a:pt x="4615" y="26835"/>
                    </a:cubicBezTo>
                    <a:cubicBezTo>
                      <a:pt x="4925" y="27332"/>
                      <a:pt x="5090" y="27720"/>
                      <a:pt x="5090" y="28310"/>
                    </a:cubicBezTo>
                    <a:cubicBezTo>
                      <a:pt x="4840" y="28560"/>
                      <a:pt x="4590" y="28810"/>
                      <a:pt x="4340" y="29060"/>
                    </a:cubicBezTo>
                    <a:cubicBezTo>
                      <a:pt x="4220" y="29270"/>
                      <a:pt x="4102" y="29482"/>
                      <a:pt x="3980" y="29700"/>
                    </a:cubicBezTo>
                    <a:cubicBezTo>
                      <a:pt x="3547" y="30375"/>
                      <a:pt x="3338" y="30552"/>
                      <a:pt x="2590" y="30810"/>
                    </a:cubicBezTo>
                    <a:cubicBezTo>
                      <a:pt x="2090" y="30915"/>
                      <a:pt x="1595" y="30990"/>
                      <a:pt x="1090" y="31060"/>
                    </a:cubicBezTo>
                    <a:cubicBezTo>
                      <a:pt x="867" y="31835"/>
                      <a:pt x="793" y="32555"/>
                      <a:pt x="760" y="33360"/>
                    </a:cubicBezTo>
                    <a:cubicBezTo>
                      <a:pt x="750" y="33605"/>
                      <a:pt x="740" y="33850"/>
                      <a:pt x="727" y="34103"/>
                    </a:cubicBezTo>
                    <a:cubicBezTo>
                      <a:pt x="718" y="34360"/>
                      <a:pt x="708" y="34615"/>
                      <a:pt x="698" y="34872"/>
                    </a:cubicBezTo>
                    <a:cubicBezTo>
                      <a:pt x="688" y="35133"/>
                      <a:pt x="678" y="35392"/>
                      <a:pt x="665" y="35652"/>
                    </a:cubicBezTo>
                    <a:cubicBezTo>
                      <a:pt x="640" y="36288"/>
                      <a:pt x="615" y="36925"/>
                      <a:pt x="590" y="37560"/>
                    </a:cubicBezTo>
                    <a:cubicBezTo>
                      <a:pt x="2240" y="37313"/>
                      <a:pt x="3890" y="37065"/>
                      <a:pt x="5590" y="36810"/>
                    </a:cubicBezTo>
                    <a:cubicBezTo>
                      <a:pt x="5683" y="35247"/>
                      <a:pt x="5683" y="35247"/>
                      <a:pt x="5708" y="34760"/>
                    </a:cubicBezTo>
                    <a:cubicBezTo>
                      <a:pt x="5768" y="33918"/>
                      <a:pt x="5890" y="33298"/>
                      <a:pt x="6340" y="32560"/>
                    </a:cubicBezTo>
                    <a:cubicBezTo>
                      <a:pt x="6505" y="32642"/>
                      <a:pt x="6670" y="32725"/>
                      <a:pt x="6840" y="32810"/>
                    </a:cubicBezTo>
                    <a:cubicBezTo>
                      <a:pt x="6758" y="32975"/>
                      <a:pt x="6675" y="33140"/>
                      <a:pt x="6590" y="33310"/>
                    </a:cubicBezTo>
                    <a:cubicBezTo>
                      <a:pt x="6578" y="33675"/>
                      <a:pt x="6578" y="33675"/>
                      <a:pt x="6600" y="34097"/>
                    </a:cubicBezTo>
                    <a:cubicBezTo>
                      <a:pt x="6605" y="34250"/>
                      <a:pt x="6610" y="34402"/>
                      <a:pt x="6615" y="34560"/>
                    </a:cubicBezTo>
                    <a:cubicBezTo>
                      <a:pt x="6630" y="34883"/>
                      <a:pt x="6645" y="35202"/>
                      <a:pt x="6665" y="35525"/>
                    </a:cubicBezTo>
                    <a:cubicBezTo>
                      <a:pt x="6698" y="36677"/>
                      <a:pt x="6698" y="36677"/>
                      <a:pt x="6210" y="37268"/>
                    </a:cubicBezTo>
                    <a:cubicBezTo>
                      <a:pt x="5360" y="37668"/>
                      <a:pt x="4528" y="37837"/>
                      <a:pt x="3605" y="37997"/>
                    </a:cubicBezTo>
                    <a:cubicBezTo>
                      <a:pt x="3430" y="38032"/>
                      <a:pt x="3253" y="38065"/>
                      <a:pt x="3073" y="38103"/>
                    </a:cubicBezTo>
                    <a:cubicBezTo>
                      <a:pt x="2102" y="38277"/>
                      <a:pt x="1295" y="38385"/>
                      <a:pt x="340" y="38060"/>
                    </a:cubicBezTo>
                    <a:cubicBezTo>
                      <a:pt x="18" y="37415"/>
                      <a:pt x="80" y="36870"/>
                      <a:pt x="110" y="36170"/>
                    </a:cubicBezTo>
                    <a:cubicBezTo>
                      <a:pt x="115" y="36032"/>
                      <a:pt x="120" y="35897"/>
                      <a:pt x="128" y="35758"/>
                    </a:cubicBezTo>
                    <a:cubicBezTo>
                      <a:pt x="138" y="35470"/>
                      <a:pt x="150" y="35180"/>
                      <a:pt x="163" y="34892"/>
                    </a:cubicBezTo>
                    <a:cubicBezTo>
                      <a:pt x="183" y="34452"/>
                      <a:pt x="200" y="34012"/>
                      <a:pt x="215" y="33573"/>
                    </a:cubicBezTo>
                    <a:cubicBezTo>
                      <a:pt x="227" y="33293"/>
                      <a:pt x="240" y="33012"/>
                      <a:pt x="250" y="32732"/>
                    </a:cubicBezTo>
                    <a:cubicBezTo>
                      <a:pt x="255" y="32600"/>
                      <a:pt x="260" y="32470"/>
                      <a:pt x="265" y="32335"/>
                    </a:cubicBezTo>
                    <a:cubicBezTo>
                      <a:pt x="325" y="31070"/>
                      <a:pt x="325" y="31070"/>
                      <a:pt x="590" y="30560"/>
                    </a:cubicBezTo>
                    <a:cubicBezTo>
                      <a:pt x="1160" y="30323"/>
                      <a:pt x="1160" y="30323"/>
                      <a:pt x="1855" y="30138"/>
                    </a:cubicBezTo>
                    <a:cubicBezTo>
                      <a:pt x="2085" y="30075"/>
                      <a:pt x="2315" y="30013"/>
                      <a:pt x="2550" y="29948"/>
                    </a:cubicBezTo>
                    <a:cubicBezTo>
                      <a:pt x="2727" y="29902"/>
                      <a:pt x="2905" y="29858"/>
                      <a:pt x="3090" y="29810"/>
                    </a:cubicBezTo>
                    <a:cubicBezTo>
                      <a:pt x="3255" y="29068"/>
                      <a:pt x="3420" y="28325"/>
                      <a:pt x="3590" y="27560"/>
                    </a:cubicBezTo>
                    <a:cubicBezTo>
                      <a:pt x="3400" y="27522"/>
                      <a:pt x="3210" y="27485"/>
                      <a:pt x="3015" y="27448"/>
                    </a:cubicBezTo>
                    <a:cubicBezTo>
                      <a:pt x="2763" y="27392"/>
                      <a:pt x="2513" y="27335"/>
                      <a:pt x="2260" y="27277"/>
                    </a:cubicBezTo>
                    <a:cubicBezTo>
                      <a:pt x="2135" y="27255"/>
                      <a:pt x="2010" y="27232"/>
                      <a:pt x="1883" y="27207"/>
                    </a:cubicBezTo>
                    <a:cubicBezTo>
                      <a:pt x="1367" y="27085"/>
                      <a:pt x="948" y="26945"/>
                      <a:pt x="610" y="26525"/>
                    </a:cubicBezTo>
                    <a:cubicBezTo>
                      <a:pt x="28" y="25415"/>
                      <a:pt x="0" y="24465"/>
                      <a:pt x="53" y="23230"/>
                    </a:cubicBezTo>
                    <a:cubicBezTo>
                      <a:pt x="58" y="23035"/>
                      <a:pt x="62" y="22840"/>
                      <a:pt x="70" y="22638"/>
                    </a:cubicBezTo>
                    <a:cubicBezTo>
                      <a:pt x="83" y="22228"/>
                      <a:pt x="95" y="21818"/>
                      <a:pt x="113" y="21405"/>
                    </a:cubicBezTo>
                    <a:cubicBezTo>
                      <a:pt x="135" y="20777"/>
                      <a:pt x="153" y="20150"/>
                      <a:pt x="170" y="19522"/>
                    </a:cubicBezTo>
                    <a:cubicBezTo>
                      <a:pt x="183" y="19123"/>
                      <a:pt x="195" y="18722"/>
                      <a:pt x="210" y="18323"/>
                    </a:cubicBezTo>
                    <a:cubicBezTo>
                      <a:pt x="215" y="18135"/>
                      <a:pt x="220" y="17950"/>
                      <a:pt x="225" y="17758"/>
                    </a:cubicBezTo>
                    <a:cubicBezTo>
                      <a:pt x="265" y="16832"/>
                      <a:pt x="300" y="16097"/>
                      <a:pt x="840" y="15310"/>
                    </a:cubicBezTo>
                    <a:cubicBezTo>
                      <a:pt x="1270" y="14992"/>
                      <a:pt x="1270" y="14992"/>
                      <a:pt x="1745" y="14748"/>
                    </a:cubicBezTo>
                    <a:cubicBezTo>
                      <a:pt x="1903" y="14662"/>
                      <a:pt x="2060" y="14580"/>
                      <a:pt x="2223" y="14492"/>
                    </a:cubicBezTo>
                    <a:cubicBezTo>
                      <a:pt x="2345" y="14432"/>
                      <a:pt x="2465" y="14373"/>
                      <a:pt x="2590" y="14310"/>
                    </a:cubicBezTo>
                    <a:cubicBezTo>
                      <a:pt x="2698" y="13763"/>
                      <a:pt x="2698" y="13763"/>
                      <a:pt x="2590" y="13060"/>
                    </a:cubicBezTo>
                    <a:cubicBezTo>
                      <a:pt x="2175" y="12695"/>
                      <a:pt x="1745" y="12418"/>
                      <a:pt x="1270" y="12138"/>
                    </a:cubicBezTo>
                    <a:cubicBezTo>
                      <a:pt x="715" y="11715"/>
                      <a:pt x="583" y="11470"/>
                      <a:pt x="340" y="10810"/>
                    </a:cubicBezTo>
                    <a:cubicBezTo>
                      <a:pt x="263" y="10075"/>
                      <a:pt x="263" y="9343"/>
                      <a:pt x="265" y="8605"/>
                    </a:cubicBezTo>
                    <a:cubicBezTo>
                      <a:pt x="263" y="8392"/>
                      <a:pt x="263" y="8180"/>
                      <a:pt x="260" y="7960"/>
                    </a:cubicBezTo>
                    <a:cubicBezTo>
                      <a:pt x="260" y="7510"/>
                      <a:pt x="260" y="7060"/>
                      <a:pt x="260" y="6610"/>
                    </a:cubicBezTo>
                    <a:cubicBezTo>
                      <a:pt x="260" y="5920"/>
                      <a:pt x="255" y="5233"/>
                      <a:pt x="248" y="4543"/>
                    </a:cubicBezTo>
                    <a:cubicBezTo>
                      <a:pt x="248" y="4105"/>
                      <a:pt x="248" y="3668"/>
                      <a:pt x="248" y="3230"/>
                    </a:cubicBezTo>
                    <a:cubicBezTo>
                      <a:pt x="245" y="3025"/>
                      <a:pt x="242" y="2817"/>
                      <a:pt x="240" y="2605"/>
                    </a:cubicBezTo>
                    <a:cubicBezTo>
                      <a:pt x="242" y="2510"/>
                      <a:pt x="242" y="2510"/>
                      <a:pt x="245" y="2025"/>
                    </a:cubicBezTo>
                    <a:cubicBezTo>
                      <a:pt x="245" y="1855"/>
                      <a:pt x="245" y="1688"/>
                      <a:pt x="245" y="1513"/>
                    </a:cubicBezTo>
                    <a:cubicBezTo>
                      <a:pt x="370" y="907"/>
                      <a:pt x="610" y="688"/>
                      <a:pt x="1090" y="310"/>
                    </a:cubicBezTo>
                    <a:cubicBezTo>
                      <a:pt x="2080" y="70"/>
                      <a:pt x="3047" y="20"/>
                      <a:pt x="4068" y="17"/>
                    </a:cubicBezTo>
                    <a:close/>
                  </a:path>
                </a:pathLst>
              </a:custGeom>
              <a:solidFill>
                <a:srgbClr val="C4C9D5"/>
              </a:solidFill>
              <a:ln w="0">
                <a:noFill/>
              </a:ln>
            </p:spPr>
          </p:sp>
          <p:sp>
            <p:nvSpPr>
              <p:cNvPr id="43" name="globe vector"/>
              <p:cNvSpPr/>
              <p:nvPr/>
            </p:nvSpPr>
            <p:spPr>
              <a:xfrm>
                <a:off x="781812" y="1312873"/>
                <a:ext cx="80124" cy="82250"/>
              </a:xfrm>
              <a:custGeom>
                <a:avLst/>
                <a:gdLst/>
                <a:ahLst/>
                <a:cxnLst/>
                <a:rect l="0" t="0" r="r" b="b"/>
                <a:pathLst>
                  <a:path w="8763" h="8995" fill="norm" stroke="0">
                    <a:moveTo>
                      <a:pt x="2250" y="173"/>
                    </a:moveTo>
                    <a:cubicBezTo>
                      <a:pt x="3710" y="998"/>
                      <a:pt x="4752" y="2160"/>
                      <a:pt x="5737" y="3493"/>
                    </a:cubicBezTo>
                    <a:cubicBezTo>
                      <a:pt x="6353" y="4300"/>
                      <a:pt x="7055" y="4913"/>
                      <a:pt x="7853" y="5540"/>
                    </a:cubicBezTo>
                    <a:cubicBezTo>
                      <a:pt x="8392" y="6060"/>
                      <a:pt x="8740" y="6565"/>
                      <a:pt x="8763" y="7330"/>
                    </a:cubicBezTo>
                    <a:cubicBezTo>
                      <a:pt x="8618" y="8060"/>
                      <a:pt x="8537" y="8385"/>
                      <a:pt x="8000" y="8923"/>
                    </a:cubicBezTo>
                    <a:cubicBezTo>
                      <a:pt x="7250" y="8995"/>
                      <a:pt x="6520" y="8873"/>
                      <a:pt x="5910" y="8420"/>
                    </a:cubicBezTo>
                    <a:cubicBezTo>
                      <a:pt x="5703" y="8208"/>
                      <a:pt x="5502" y="7988"/>
                      <a:pt x="5308" y="7765"/>
                    </a:cubicBezTo>
                    <a:cubicBezTo>
                      <a:pt x="4998" y="7420"/>
                      <a:pt x="4683" y="7168"/>
                      <a:pt x="4312" y="6893"/>
                    </a:cubicBezTo>
                    <a:cubicBezTo>
                      <a:pt x="2703" y="5573"/>
                      <a:pt x="752" y="3363"/>
                      <a:pt x="0" y="1423"/>
                    </a:cubicBezTo>
                    <a:cubicBezTo>
                      <a:pt x="65" y="883"/>
                      <a:pt x="65" y="883"/>
                      <a:pt x="250" y="423"/>
                    </a:cubicBezTo>
                    <a:cubicBezTo>
                      <a:pt x="942" y="78"/>
                      <a:pt x="1505" y="0"/>
                      <a:pt x="2250" y="173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44" name="globe vector"/>
              <p:cNvSpPr/>
              <p:nvPr/>
            </p:nvSpPr>
            <p:spPr>
              <a:xfrm>
                <a:off x="371452" y="1155890"/>
                <a:ext cx="108356" cy="102687"/>
              </a:xfrm>
              <a:custGeom>
                <a:avLst/>
                <a:gdLst/>
                <a:ahLst/>
                <a:cxnLst/>
                <a:rect l="0" t="0" r="r" b="b"/>
                <a:pathLst>
                  <a:path w="11850" h="11230" fill="norm" stroke="0">
                    <a:moveTo>
                      <a:pt x="2750" y="50"/>
                    </a:moveTo>
                    <a:cubicBezTo>
                      <a:pt x="2922" y="47"/>
                      <a:pt x="3095" y="45"/>
                      <a:pt x="3270" y="43"/>
                    </a:cubicBezTo>
                    <a:cubicBezTo>
                      <a:pt x="3455" y="43"/>
                      <a:pt x="3640" y="40"/>
                      <a:pt x="3830" y="40"/>
                    </a:cubicBezTo>
                    <a:cubicBezTo>
                      <a:pt x="4020" y="37"/>
                      <a:pt x="4210" y="37"/>
                      <a:pt x="4407" y="35"/>
                    </a:cubicBezTo>
                    <a:cubicBezTo>
                      <a:pt x="4810" y="32"/>
                      <a:pt x="5215" y="30"/>
                      <a:pt x="5618" y="30"/>
                    </a:cubicBezTo>
                    <a:cubicBezTo>
                      <a:pt x="6233" y="27"/>
                      <a:pt x="6850" y="20"/>
                      <a:pt x="7465" y="13"/>
                    </a:cubicBezTo>
                    <a:cubicBezTo>
                      <a:pt x="7858" y="10"/>
                      <a:pt x="8250" y="10"/>
                      <a:pt x="8642" y="8"/>
                    </a:cubicBezTo>
                    <a:cubicBezTo>
                      <a:pt x="8735" y="8"/>
                      <a:pt x="8735" y="8"/>
                      <a:pt x="9200" y="0"/>
                    </a:cubicBezTo>
                    <a:cubicBezTo>
                      <a:pt x="9968" y="2"/>
                      <a:pt x="10528" y="50"/>
                      <a:pt x="11245" y="345"/>
                    </a:cubicBezTo>
                    <a:cubicBezTo>
                      <a:pt x="11850" y="1127"/>
                      <a:pt x="11760" y="1892"/>
                      <a:pt x="11742" y="2855"/>
                    </a:cubicBezTo>
                    <a:cubicBezTo>
                      <a:pt x="11742" y="2955"/>
                      <a:pt x="11742" y="2955"/>
                      <a:pt x="11742" y="3453"/>
                    </a:cubicBezTo>
                    <a:cubicBezTo>
                      <a:pt x="11740" y="3867"/>
                      <a:pt x="11737" y="4285"/>
                      <a:pt x="11730" y="4700"/>
                    </a:cubicBezTo>
                    <a:cubicBezTo>
                      <a:pt x="11722" y="5337"/>
                      <a:pt x="11720" y="5975"/>
                      <a:pt x="11720" y="6612"/>
                    </a:cubicBezTo>
                    <a:cubicBezTo>
                      <a:pt x="11718" y="7015"/>
                      <a:pt x="11715" y="7420"/>
                      <a:pt x="11712" y="7825"/>
                    </a:cubicBezTo>
                    <a:cubicBezTo>
                      <a:pt x="11710" y="8015"/>
                      <a:pt x="11710" y="8205"/>
                      <a:pt x="11710" y="8402"/>
                    </a:cubicBezTo>
                    <a:cubicBezTo>
                      <a:pt x="11707" y="8580"/>
                      <a:pt x="11702" y="8757"/>
                      <a:pt x="11700" y="8940"/>
                    </a:cubicBezTo>
                    <a:cubicBezTo>
                      <a:pt x="11700" y="9020"/>
                      <a:pt x="11700" y="9020"/>
                      <a:pt x="11695" y="9413"/>
                    </a:cubicBezTo>
                    <a:cubicBezTo>
                      <a:pt x="11615" y="9920"/>
                      <a:pt x="11450" y="10195"/>
                      <a:pt x="11127" y="10590"/>
                    </a:cubicBezTo>
                    <a:cubicBezTo>
                      <a:pt x="9812" y="11230"/>
                      <a:pt x="7983" y="10815"/>
                      <a:pt x="6597" y="10620"/>
                    </a:cubicBezTo>
                    <a:cubicBezTo>
                      <a:pt x="6127" y="10590"/>
                      <a:pt x="6127" y="10590"/>
                      <a:pt x="5627" y="10840"/>
                    </a:cubicBezTo>
                    <a:cubicBezTo>
                      <a:pt x="4618" y="10955"/>
                      <a:pt x="3490" y="11017"/>
                      <a:pt x="2633" y="10392"/>
                    </a:cubicBezTo>
                    <a:cubicBezTo>
                      <a:pt x="2025" y="9672"/>
                      <a:pt x="1865" y="8730"/>
                      <a:pt x="1627" y="7840"/>
                    </a:cubicBezTo>
                    <a:cubicBezTo>
                      <a:pt x="1540" y="7547"/>
                      <a:pt x="1450" y="7255"/>
                      <a:pt x="1360" y="6965"/>
                    </a:cubicBezTo>
                    <a:cubicBezTo>
                      <a:pt x="0" y="2415"/>
                      <a:pt x="0" y="2415"/>
                      <a:pt x="837" y="650"/>
                    </a:cubicBezTo>
                    <a:cubicBezTo>
                      <a:pt x="1370" y="82"/>
                      <a:pt x="2000" y="57"/>
                      <a:pt x="2750" y="50"/>
                    </a:cubicBezTo>
                    <a:close/>
                    <a:moveTo>
                      <a:pt x="1127" y="1590"/>
                    </a:moveTo>
                    <a:cubicBezTo>
                      <a:pt x="817" y="2850"/>
                      <a:pt x="1288" y="4242"/>
                      <a:pt x="1597" y="5465"/>
                    </a:cubicBezTo>
                    <a:cubicBezTo>
                      <a:pt x="1640" y="5645"/>
                      <a:pt x="1683" y="5825"/>
                      <a:pt x="1727" y="6010"/>
                    </a:cubicBezTo>
                    <a:cubicBezTo>
                      <a:pt x="1858" y="6540"/>
                      <a:pt x="1990" y="7065"/>
                      <a:pt x="2127" y="7590"/>
                    </a:cubicBezTo>
                    <a:cubicBezTo>
                      <a:pt x="2170" y="7757"/>
                      <a:pt x="2212" y="7925"/>
                      <a:pt x="2258" y="8095"/>
                    </a:cubicBezTo>
                    <a:cubicBezTo>
                      <a:pt x="2300" y="8252"/>
                      <a:pt x="2343" y="8408"/>
                      <a:pt x="2385" y="8567"/>
                    </a:cubicBezTo>
                    <a:cubicBezTo>
                      <a:pt x="2422" y="8705"/>
                      <a:pt x="2460" y="8843"/>
                      <a:pt x="2498" y="8985"/>
                    </a:cubicBezTo>
                    <a:cubicBezTo>
                      <a:pt x="2627" y="9340"/>
                      <a:pt x="2627" y="9340"/>
                      <a:pt x="3035" y="9825"/>
                    </a:cubicBezTo>
                    <a:cubicBezTo>
                      <a:pt x="4222" y="10355"/>
                      <a:pt x="5477" y="10115"/>
                      <a:pt x="6737" y="9950"/>
                    </a:cubicBezTo>
                    <a:cubicBezTo>
                      <a:pt x="7560" y="9843"/>
                      <a:pt x="8260" y="9872"/>
                      <a:pt x="9080" y="9997"/>
                    </a:cubicBezTo>
                    <a:cubicBezTo>
                      <a:pt x="10050" y="10135"/>
                      <a:pt x="10050" y="10135"/>
                      <a:pt x="10767" y="9730"/>
                    </a:cubicBezTo>
                    <a:cubicBezTo>
                      <a:pt x="10888" y="9603"/>
                      <a:pt x="11005" y="9473"/>
                      <a:pt x="11127" y="9340"/>
                    </a:cubicBezTo>
                    <a:cubicBezTo>
                      <a:pt x="11087" y="9130"/>
                      <a:pt x="11048" y="8922"/>
                      <a:pt x="11005" y="8705"/>
                    </a:cubicBezTo>
                    <a:cubicBezTo>
                      <a:pt x="10855" y="7800"/>
                      <a:pt x="10840" y="6913"/>
                      <a:pt x="10847" y="5997"/>
                    </a:cubicBezTo>
                    <a:cubicBezTo>
                      <a:pt x="10845" y="5832"/>
                      <a:pt x="10845" y="5668"/>
                      <a:pt x="10845" y="5495"/>
                    </a:cubicBezTo>
                    <a:cubicBezTo>
                      <a:pt x="10852" y="4625"/>
                      <a:pt x="10900" y="3795"/>
                      <a:pt x="11050" y="2935"/>
                    </a:cubicBezTo>
                    <a:cubicBezTo>
                      <a:pt x="11157" y="2267"/>
                      <a:pt x="11115" y="1925"/>
                      <a:pt x="10767" y="1340"/>
                    </a:cubicBezTo>
                    <a:cubicBezTo>
                      <a:pt x="10640" y="1175"/>
                      <a:pt x="10510" y="1010"/>
                      <a:pt x="10377" y="840"/>
                    </a:cubicBezTo>
                    <a:cubicBezTo>
                      <a:pt x="10183" y="860"/>
                      <a:pt x="9987" y="883"/>
                      <a:pt x="9785" y="905"/>
                    </a:cubicBezTo>
                    <a:cubicBezTo>
                      <a:pt x="9530" y="930"/>
                      <a:pt x="9272" y="955"/>
                      <a:pt x="9017" y="980"/>
                    </a:cubicBezTo>
                    <a:cubicBezTo>
                      <a:pt x="8890" y="995"/>
                      <a:pt x="8760" y="1010"/>
                      <a:pt x="8627" y="1022"/>
                    </a:cubicBezTo>
                    <a:cubicBezTo>
                      <a:pt x="8295" y="1055"/>
                      <a:pt x="7960" y="1075"/>
                      <a:pt x="7627" y="1090"/>
                    </a:cubicBezTo>
                    <a:cubicBezTo>
                      <a:pt x="7545" y="1008"/>
                      <a:pt x="7462" y="925"/>
                      <a:pt x="7377" y="840"/>
                    </a:cubicBezTo>
                    <a:cubicBezTo>
                      <a:pt x="6567" y="770"/>
                      <a:pt x="5752" y="782"/>
                      <a:pt x="4940" y="777"/>
                    </a:cubicBezTo>
                    <a:cubicBezTo>
                      <a:pt x="4828" y="775"/>
                      <a:pt x="4828" y="775"/>
                      <a:pt x="4252" y="763"/>
                    </a:cubicBezTo>
                    <a:cubicBezTo>
                      <a:pt x="1942" y="747"/>
                      <a:pt x="1942" y="747"/>
                      <a:pt x="1127" y="1590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45" name="globe vector"/>
              <p:cNvSpPr/>
              <p:nvPr/>
            </p:nvSpPr>
            <p:spPr>
              <a:xfrm>
                <a:off x="378242" y="1013974"/>
                <a:ext cx="100104" cy="101910"/>
              </a:xfrm>
              <a:custGeom>
                <a:avLst/>
                <a:gdLst/>
                <a:ahLst/>
                <a:cxnLst/>
                <a:rect l="0" t="0" r="r" b="b"/>
                <a:pathLst>
                  <a:path w="10947" h="11145" fill="norm" stroke="0">
                    <a:moveTo>
                      <a:pt x="4760" y="295"/>
                    </a:moveTo>
                    <a:cubicBezTo>
                      <a:pt x="5447" y="368"/>
                      <a:pt x="5960" y="250"/>
                      <a:pt x="6635" y="110"/>
                    </a:cubicBezTo>
                    <a:cubicBezTo>
                      <a:pt x="8245" y="120"/>
                      <a:pt x="9700" y="175"/>
                      <a:pt x="10885" y="1360"/>
                    </a:cubicBezTo>
                    <a:cubicBezTo>
                      <a:pt x="10913" y="1938"/>
                      <a:pt x="10925" y="2505"/>
                      <a:pt x="10928" y="3082"/>
                    </a:cubicBezTo>
                    <a:cubicBezTo>
                      <a:pt x="10928" y="3170"/>
                      <a:pt x="10928" y="3170"/>
                      <a:pt x="10930" y="3608"/>
                    </a:cubicBezTo>
                    <a:cubicBezTo>
                      <a:pt x="10930" y="3978"/>
                      <a:pt x="10932" y="4345"/>
                      <a:pt x="10932" y="4715"/>
                    </a:cubicBezTo>
                    <a:cubicBezTo>
                      <a:pt x="10932" y="5275"/>
                      <a:pt x="10938" y="5838"/>
                      <a:pt x="10940" y="6397"/>
                    </a:cubicBezTo>
                    <a:cubicBezTo>
                      <a:pt x="10943" y="6755"/>
                      <a:pt x="10943" y="7115"/>
                      <a:pt x="10943" y="7473"/>
                    </a:cubicBezTo>
                    <a:cubicBezTo>
                      <a:pt x="10945" y="7640"/>
                      <a:pt x="10945" y="7805"/>
                      <a:pt x="10947" y="7978"/>
                    </a:cubicBezTo>
                    <a:cubicBezTo>
                      <a:pt x="10943" y="9040"/>
                      <a:pt x="10805" y="9880"/>
                      <a:pt x="10385" y="10860"/>
                    </a:cubicBezTo>
                    <a:cubicBezTo>
                      <a:pt x="9855" y="11125"/>
                      <a:pt x="9615" y="11142"/>
                      <a:pt x="9038" y="11142"/>
                    </a:cubicBezTo>
                    <a:cubicBezTo>
                      <a:pt x="8950" y="11142"/>
                      <a:pt x="8950" y="11142"/>
                      <a:pt x="8512" y="11145"/>
                    </a:cubicBezTo>
                    <a:cubicBezTo>
                      <a:pt x="8420" y="11145"/>
                      <a:pt x="8420" y="11145"/>
                      <a:pt x="7947" y="11142"/>
                    </a:cubicBezTo>
                    <a:cubicBezTo>
                      <a:pt x="7852" y="11145"/>
                      <a:pt x="7852" y="11145"/>
                      <a:pt x="7368" y="11145"/>
                    </a:cubicBezTo>
                    <a:cubicBezTo>
                      <a:pt x="6962" y="11145"/>
                      <a:pt x="6555" y="11145"/>
                      <a:pt x="6150" y="11142"/>
                    </a:cubicBezTo>
                    <a:cubicBezTo>
                      <a:pt x="5530" y="11142"/>
                      <a:pt x="4907" y="11142"/>
                      <a:pt x="4288" y="11145"/>
                    </a:cubicBezTo>
                    <a:cubicBezTo>
                      <a:pt x="3892" y="11145"/>
                      <a:pt x="3500" y="11145"/>
                      <a:pt x="3105" y="11142"/>
                    </a:cubicBezTo>
                    <a:cubicBezTo>
                      <a:pt x="2920" y="11145"/>
                      <a:pt x="2732" y="11145"/>
                      <a:pt x="2540" y="11145"/>
                    </a:cubicBezTo>
                    <a:cubicBezTo>
                      <a:pt x="2367" y="11145"/>
                      <a:pt x="2195" y="11142"/>
                      <a:pt x="2015" y="11142"/>
                    </a:cubicBezTo>
                    <a:cubicBezTo>
                      <a:pt x="1862" y="11142"/>
                      <a:pt x="1710" y="11142"/>
                      <a:pt x="1555" y="11142"/>
                    </a:cubicBezTo>
                    <a:cubicBezTo>
                      <a:pt x="1117" y="11110"/>
                      <a:pt x="785" y="11045"/>
                      <a:pt x="385" y="10860"/>
                    </a:cubicBezTo>
                    <a:cubicBezTo>
                      <a:pt x="0" y="10090"/>
                      <a:pt x="87" y="9320"/>
                      <a:pt x="87" y="8470"/>
                    </a:cubicBezTo>
                    <a:cubicBezTo>
                      <a:pt x="87" y="8290"/>
                      <a:pt x="87" y="8108"/>
                      <a:pt x="87" y="7922"/>
                    </a:cubicBezTo>
                    <a:cubicBezTo>
                      <a:pt x="105" y="6425"/>
                      <a:pt x="195" y="4968"/>
                      <a:pt x="890" y="3615"/>
                    </a:cubicBezTo>
                    <a:cubicBezTo>
                      <a:pt x="1140" y="3103"/>
                      <a:pt x="1240" y="2668"/>
                      <a:pt x="1337" y="2110"/>
                    </a:cubicBezTo>
                    <a:cubicBezTo>
                      <a:pt x="1545" y="1282"/>
                      <a:pt x="1747" y="735"/>
                      <a:pt x="2462" y="245"/>
                    </a:cubicBezTo>
                    <a:cubicBezTo>
                      <a:pt x="3230" y="0"/>
                      <a:pt x="3980" y="163"/>
                      <a:pt x="4760" y="295"/>
                    </a:cubicBezTo>
                    <a:close/>
                    <a:moveTo>
                      <a:pt x="2202" y="1427"/>
                    </a:moveTo>
                    <a:cubicBezTo>
                      <a:pt x="2090" y="1653"/>
                      <a:pt x="1985" y="1880"/>
                      <a:pt x="1885" y="2110"/>
                    </a:cubicBezTo>
                    <a:cubicBezTo>
                      <a:pt x="1812" y="2275"/>
                      <a:pt x="1740" y="2443"/>
                      <a:pt x="1665" y="2612"/>
                    </a:cubicBezTo>
                    <a:cubicBezTo>
                      <a:pt x="1193" y="4078"/>
                      <a:pt x="965" y="5555"/>
                      <a:pt x="775" y="7080"/>
                    </a:cubicBezTo>
                    <a:cubicBezTo>
                      <a:pt x="760" y="7183"/>
                      <a:pt x="760" y="7183"/>
                      <a:pt x="688" y="7710"/>
                    </a:cubicBezTo>
                    <a:cubicBezTo>
                      <a:pt x="665" y="7907"/>
                      <a:pt x="642" y="8108"/>
                      <a:pt x="620" y="8312"/>
                    </a:cubicBezTo>
                    <a:cubicBezTo>
                      <a:pt x="610" y="8400"/>
                      <a:pt x="610" y="8400"/>
                      <a:pt x="555" y="8850"/>
                    </a:cubicBezTo>
                    <a:cubicBezTo>
                      <a:pt x="648" y="9443"/>
                      <a:pt x="850" y="9767"/>
                      <a:pt x="1300" y="10168"/>
                    </a:cubicBezTo>
                    <a:cubicBezTo>
                      <a:pt x="1980" y="10558"/>
                      <a:pt x="2720" y="10483"/>
                      <a:pt x="3482" y="10457"/>
                    </a:cubicBezTo>
                    <a:cubicBezTo>
                      <a:pt x="3660" y="10457"/>
                      <a:pt x="3835" y="10455"/>
                      <a:pt x="4017" y="10455"/>
                    </a:cubicBezTo>
                    <a:cubicBezTo>
                      <a:pt x="4577" y="10448"/>
                      <a:pt x="5137" y="10435"/>
                      <a:pt x="5697" y="10422"/>
                    </a:cubicBezTo>
                    <a:cubicBezTo>
                      <a:pt x="6077" y="10418"/>
                      <a:pt x="6460" y="10413"/>
                      <a:pt x="6840" y="10410"/>
                    </a:cubicBezTo>
                    <a:cubicBezTo>
                      <a:pt x="7773" y="10397"/>
                      <a:pt x="8702" y="10380"/>
                      <a:pt x="9635" y="10360"/>
                    </a:cubicBezTo>
                    <a:cubicBezTo>
                      <a:pt x="10217" y="9438"/>
                      <a:pt x="10207" y="8640"/>
                      <a:pt x="10202" y="7585"/>
                    </a:cubicBezTo>
                    <a:cubicBezTo>
                      <a:pt x="10202" y="7415"/>
                      <a:pt x="10202" y="7245"/>
                      <a:pt x="10202" y="7073"/>
                    </a:cubicBezTo>
                    <a:cubicBezTo>
                      <a:pt x="10202" y="6715"/>
                      <a:pt x="10202" y="6358"/>
                      <a:pt x="10200" y="6002"/>
                    </a:cubicBezTo>
                    <a:cubicBezTo>
                      <a:pt x="10197" y="5455"/>
                      <a:pt x="10200" y="4907"/>
                      <a:pt x="10202" y="4360"/>
                    </a:cubicBezTo>
                    <a:cubicBezTo>
                      <a:pt x="10202" y="4013"/>
                      <a:pt x="10202" y="3668"/>
                      <a:pt x="10202" y="3320"/>
                    </a:cubicBezTo>
                    <a:cubicBezTo>
                      <a:pt x="10202" y="3155"/>
                      <a:pt x="10202" y="2992"/>
                      <a:pt x="10205" y="2823"/>
                    </a:cubicBezTo>
                    <a:cubicBezTo>
                      <a:pt x="10202" y="2670"/>
                      <a:pt x="10202" y="2520"/>
                      <a:pt x="10200" y="2362"/>
                    </a:cubicBezTo>
                    <a:cubicBezTo>
                      <a:pt x="10200" y="2230"/>
                      <a:pt x="10200" y="2095"/>
                      <a:pt x="10197" y="1957"/>
                    </a:cubicBezTo>
                    <a:cubicBezTo>
                      <a:pt x="10135" y="1610"/>
                      <a:pt x="10135" y="1610"/>
                      <a:pt x="9635" y="1110"/>
                    </a:cubicBezTo>
                    <a:cubicBezTo>
                      <a:pt x="9258" y="1030"/>
                      <a:pt x="9258" y="1030"/>
                      <a:pt x="8818" y="1008"/>
                    </a:cubicBezTo>
                    <a:cubicBezTo>
                      <a:pt x="8652" y="998"/>
                      <a:pt x="8490" y="987"/>
                      <a:pt x="8320" y="978"/>
                    </a:cubicBezTo>
                    <a:cubicBezTo>
                      <a:pt x="8145" y="970"/>
                      <a:pt x="7972" y="963"/>
                      <a:pt x="7790" y="955"/>
                    </a:cubicBezTo>
                    <a:cubicBezTo>
                      <a:pt x="7612" y="945"/>
                      <a:pt x="7435" y="938"/>
                      <a:pt x="7250" y="927"/>
                    </a:cubicBezTo>
                    <a:cubicBezTo>
                      <a:pt x="6887" y="913"/>
                      <a:pt x="6523" y="897"/>
                      <a:pt x="6157" y="883"/>
                    </a:cubicBezTo>
                    <a:cubicBezTo>
                      <a:pt x="5682" y="862"/>
                      <a:pt x="5205" y="832"/>
                      <a:pt x="4730" y="802"/>
                    </a:cubicBezTo>
                    <a:cubicBezTo>
                      <a:pt x="4465" y="790"/>
                      <a:pt x="4197" y="778"/>
                      <a:pt x="3932" y="767"/>
                    </a:cubicBezTo>
                    <a:cubicBezTo>
                      <a:pt x="3697" y="755"/>
                      <a:pt x="3465" y="743"/>
                      <a:pt x="3225" y="730"/>
                    </a:cubicBezTo>
                    <a:cubicBezTo>
                      <a:pt x="2635" y="860"/>
                      <a:pt x="2635" y="860"/>
                      <a:pt x="2202" y="1427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46" name="globe vector"/>
              <p:cNvSpPr/>
              <p:nvPr/>
            </p:nvSpPr>
            <p:spPr>
              <a:xfrm>
                <a:off x="336042" y="1040130"/>
                <a:ext cx="39914" cy="182880"/>
              </a:xfrm>
              <a:custGeom>
                <a:avLst/>
                <a:gdLst/>
                <a:ahLst/>
                <a:cxnLst/>
                <a:rect l="0" t="0" r="r" b="b"/>
                <a:pathLst>
                  <a:path w="4365" h="20000" fill="norm" stroke="0">
                    <a:moveTo>
                      <a:pt x="3250" y="0"/>
                    </a:moveTo>
                    <a:cubicBezTo>
                      <a:pt x="3415" y="82"/>
                      <a:pt x="3580" y="165"/>
                      <a:pt x="3750" y="250"/>
                    </a:cubicBezTo>
                    <a:cubicBezTo>
                      <a:pt x="3727" y="610"/>
                      <a:pt x="3700" y="970"/>
                      <a:pt x="3672" y="1328"/>
                    </a:cubicBezTo>
                    <a:cubicBezTo>
                      <a:pt x="3657" y="1528"/>
                      <a:pt x="3642" y="1727"/>
                      <a:pt x="3627" y="1935"/>
                    </a:cubicBezTo>
                    <a:cubicBezTo>
                      <a:pt x="3500" y="2500"/>
                      <a:pt x="3500" y="2500"/>
                      <a:pt x="3123" y="2822"/>
                    </a:cubicBezTo>
                    <a:cubicBezTo>
                      <a:pt x="2502" y="3532"/>
                      <a:pt x="2608" y="4352"/>
                      <a:pt x="2610" y="5265"/>
                    </a:cubicBezTo>
                    <a:cubicBezTo>
                      <a:pt x="2610" y="5457"/>
                      <a:pt x="2608" y="5648"/>
                      <a:pt x="2608" y="5843"/>
                    </a:cubicBezTo>
                    <a:cubicBezTo>
                      <a:pt x="2650" y="7362"/>
                      <a:pt x="2998" y="8293"/>
                      <a:pt x="3922" y="9480"/>
                    </a:cubicBezTo>
                    <a:cubicBezTo>
                      <a:pt x="4335" y="10135"/>
                      <a:pt x="4365" y="10487"/>
                      <a:pt x="4250" y="11250"/>
                    </a:cubicBezTo>
                    <a:cubicBezTo>
                      <a:pt x="3922" y="11740"/>
                      <a:pt x="3922" y="11740"/>
                      <a:pt x="3500" y="12202"/>
                    </a:cubicBezTo>
                    <a:cubicBezTo>
                      <a:pt x="2812" y="13072"/>
                      <a:pt x="2562" y="13612"/>
                      <a:pt x="2648" y="14718"/>
                    </a:cubicBezTo>
                    <a:cubicBezTo>
                      <a:pt x="2805" y="15540"/>
                      <a:pt x="3070" y="16320"/>
                      <a:pt x="3332" y="17115"/>
                    </a:cubicBezTo>
                    <a:cubicBezTo>
                      <a:pt x="3587" y="18080"/>
                      <a:pt x="3565" y="19010"/>
                      <a:pt x="3500" y="20000"/>
                    </a:cubicBezTo>
                    <a:cubicBezTo>
                      <a:pt x="3335" y="20000"/>
                      <a:pt x="3170" y="20000"/>
                      <a:pt x="3000" y="20000"/>
                    </a:cubicBezTo>
                    <a:cubicBezTo>
                      <a:pt x="2297" y="18270"/>
                      <a:pt x="1675" y="16662"/>
                      <a:pt x="1610" y="14780"/>
                    </a:cubicBezTo>
                    <a:cubicBezTo>
                      <a:pt x="1560" y="13392"/>
                      <a:pt x="1225" y="12428"/>
                      <a:pt x="500" y="11250"/>
                    </a:cubicBezTo>
                    <a:cubicBezTo>
                      <a:pt x="332" y="10918"/>
                      <a:pt x="165" y="10585"/>
                      <a:pt x="0" y="10250"/>
                    </a:cubicBezTo>
                    <a:cubicBezTo>
                      <a:pt x="102" y="10127"/>
                      <a:pt x="205" y="10005"/>
                      <a:pt x="310" y="9877"/>
                    </a:cubicBezTo>
                    <a:cubicBezTo>
                      <a:pt x="1600" y="8170"/>
                      <a:pt x="1828" y="6645"/>
                      <a:pt x="2047" y="4562"/>
                    </a:cubicBezTo>
                    <a:cubicBezTo>
                      <a:pt x="2097" y="4108"/>
                      <a:pt x="2150" y="3655"/>
                      <a:pt x="2207" y="3203"/>
                    </a:cubicBezTo>
                    <a:cubicBezTo>
                      <a:pt x="2242" y="2922"/>
                      <a:pt x="2273" y="2642"/>
                      <a:pt x="2300" y="2362"/>
                    </a:cubicBezTo>
                    <a:cubicBezTo>
                      <a:pt x="2415" y="1390"/>
                      <a:pt x="2710" y="793"/>
                      <a:pt x="3250" y="0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47" name="globe vector"/>
              <p:cNvSpPr/>
              <p:nvPr/>
            </p:nvSpPr>
            <p:spPr>
              <a:xfrm>
                <a:off x="516316" y="1289304"/>
                <a:ext cx="55184" cy="61859"/>
              </a:xfrm>
              <a:custGeom>
                <a:avLst/>
                <a:gdLst/>
                <a:ahLst/>
                <a:cxnLst/>
                <a:rect l="0" t="0" r="r" b="b"/>
                <a:pathLst>
                  <a:path w="6035" h="6765" fill="norm" stroke="0">
                    <a:moveTo>
                      <a:pt x="4785" y="0"/>
                    </a:moveTo>
                    <a:cubicBezTo>
                      <a:pt x="4990" y="40"/>
                      <a:pt x="4990" y="40"/>
                      <a:pt x="6035" y="250"/>
                    </a:cubicBezTo>
                    <a:cubicBezTo>
                      <a:pt x="5960" y="392"/>
                      <a:pt x="5885" y="535"/>
                      <a:pt x="5807" y="683"/>
                    </a:cubicBezTo>
                    <a:cubicBezTo>
                      <a:pt x="5545" y="1230"/>
                      <a:pt x="5347" y="1765"/>
                      <a:pt x="5160" y="2345"/>
                    </a:cubicBezTo>
                    <a:cubicBezTo>
                      <a:pt x="5127" y="2442"/>
                      <a:pt x="5127" y="2442"/>
                      <a:pt x="4965" y="2935"/>
                    </a:cubicBezTo>
                    <a:cubicBezTo>
                      <a:pt x="4855" y="3280"/>
                      <a:pt x="4747" y="3625"/>
                      <a:pt x="4642" y="3970"/>
                    </a:cubicBezTo>
                    <a:cubicBezTo>
                      <a:pt x="4537" y="4317"/>
                      <a:pt x="4412" y="4660"/>
                      <a:pt x="4285" y="5000"/>
                    </a:cubicBezTo>
                    <a:cubicBezTo>
                      <a:pt x="4120" y="5082"/>
                      <a:pt x="3955" y="5165"/>
                      <a:pt x="3785" y="5250"/>
                    </a:cubicBezTo>
                    <a:cubicBezTo>
                      <a:pt x="3712" y="5410"/>
                      <a:pt x="3640" y="5570"/>
                      <a:pt x="3565" y="5735"/>
                    </a:cubicBezTo>
                    <a:cubicBezTo>
                      <a:pt x="3205" y="6398"/>
                      <a:pt x="3005" y="6523"/>
                      <a:pt x="2285" y="6750"/>
                    </a:cubicBezTo>
                    <a:cubicBezTo>
                      <a:pt x="1940" y="6762"/>
                      <a:pt x="1592" y="6765"/>
                      <a:pt x="1247" y="6762"/>
                    </a:cubicBezTo>
                    <a:cubicBezTo>
                      <a:pt x="1067" y="6760"/>
                      <a:pt x="887" y="6757"/>
                      <a:pt x="703" y="6757"/>
                    </a:cubicBezTo>
                    <a:cubicBezTo>
                      <a:pt x="565" y="6755"/>
                      <a:pt x="427" y="6752"/>
                      <a:pt x="285" y="6750"/>
                    </a:cubicBezTo>
                    <a:cubicBezTo>
                      <a:pt x="227" y="6015"/>
                      <a:pt x="177" y="5282"/>
                      <a:pt x="130" y="4548"/>
                    </a:cubicBezTo>
                    <a:cubicBezTo>
                      <a:pt x="120" y="4442"/>
                      <a:pt x="120" y="4442"/>
                      <a:pt x="80" y="3915"/>
                    </a:cubicBezTo>
                    <a:cubicBezTo>
                      <a:pt x="67" y="3715"/>
                      <a:pt x="55" y="3515"/>
                      <a:pt x="40" y="3308"/>
                    </a:cubicBezTo>
                    <a:cubicBezTo>
                      <a:pt x="27" y="3123"/>
                      <a:pt x="15" y="2938"/>
                      <a:pt x="0" y="2748"/>
                    </a:cubicBezTo>
                    <a:cubicBezTo>
                      <a:pt x="40" y="2178"/>
                      <a:pt x="167" y="1933"/>
                      <a:pt x="535" y="1500"/>
                    </a:cubicBezTo>
                    <a:cubicBezTo>
                      <a:pt x="1765" y="863"/>
                      <a:pt x="3190" y="945"/>
                      <a:pt x="4535" y="1000"/>
                    </a:cubicBezTo>
                    <a:cubicBezTo>
                      <a:pt x="4618" y="670"/>
                      <a:pt x="4700" y="340"/>
                      <a:pt x="47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48" name="globe vector"/>
              <p:cNvSpPr/>
              <p:nvPr/>
            </p:nvSpPr>
            <p:spPr>
              <a:xfrm>
                <a:off x="733806" y="1264158"/>
                <a:ext cx="158740" cy="162878"/>
              </a:xfrm>
              <a:custGeom>
                <a:avLst/>
                <a:gdLst/>
                <a:ahLst/>
                <a:cxnLst/>
                <a:rect l="0" t="0" r="r" b="b"/>
                <a:pathLst>
                  <a:path w="17360" h="17812" fill="norm" stroke="0">
                    <a:moveTo>
                      <a:pt x="2250" y="0"/>
                    </a:moveTo>
                    <a:cubicBezTo>
                      <a:pt x="2847" y="298"/>
                      <a:pt x="3442" y="597"/>
                      <a:pt x="4035" y="905"/>
                    </a:cubicBezTo>
                    <a:cubicBezTo>
                      <a:pt x="6700" y="2273"/>
                      <a:pt x="6700" y="2273"/>
                      <a:pt x="7953" y="2625"/>
                    </a:cubicBezTo>
                    <a:cubicBezTo>
                      <a:pt x="9817" y="3192"/>
                      <a:pt x="11172" y="4580"/>
                      <a:pt x="12370" y="6062"/>
                    </a:cubicBezTo>
                    <a:cubicBezTo>
                      <a:pt x="12935" y="6713"/>
                      <a:pt x="13588" y="7250"/>
                      <a:pt x="14243" y="7810"/>
                    </a:cubicBezTo>
                    <a:cubicBezTo>
                      <a:pt x="14750" y="8250"/>
                      <a:pt x="15237" y="8702"/>
                      <a:pt x="15720" y="9173"/>
                    </a:cubicBezTo>
                    <a:cubicBezTo>
                      <a:pt x="15787" y="9240"/>
                      <a:pt x="15787" y="9240"/>
                      <a:pt x="16138" y="9580"/>
                    </a:cubicBezTo>
                    <a:cubicBezTo>
                      <a:pt x="17195" y="10805"/>
                      <a:pt x="17360" y="12430"/>
                      <a:pt x="17250" y="14000"/>
                    </a:cubicBezTo>
                    <a:cubicBezTo>
                      <a:pt x="16910" y="15303"/>
                      <a:pt x="16323" y="16420"/>
                      <a:pt x="15250" y="17250"/>
                    </a:cubicBezTo>
                    <a:cubicBezTo>
                      <a:pt x="13968" y="17757"/>
                      <a:pt x="12340" y="17812"/>
                      <a:pt x="11000" y="17500"/>
                    </a:cubicBezTo>
                    <a:cubicBezTo>
                      <a:pt x="9922" y="16963"/>
                      <a:pt x="9080" y="16105"/>
                      <a:pt x="8250" y="15250"/>
                    </a:cubicBezTo>
                    <a:cubicBezTo>
                      <a:pt x="8103" y="15113"/>
                      <a:pt x="7953" y="14975"/>
                      <a:pt x="7800" y="14832"/>
                    </a:cubicBezTo>
                    <a:cubicBezTo>
                      <a:pt x="7500" y="14500"/>
                      <a:pt x="7500" y="14500"/>
                      <a:pt x="7500" y="14000"/>
                    </a:cubicBezTo>
                    <a:cubicBezTo>
                      <a:pt x="7433" y="13972"/>
                      <a:pt x="7433" y="13972"/>
                      <a:pt x="7085" y="13835"/>
                    </a:cubicBezTo>
                    <a:cubicBezTo>
                      <a:pt x="4138" y="12145"/>
                      <a:pt x="2480" y="8745"/>
                      <a:pt x="1620" y="5610"/>
                    </a:cubicBezTo>
                    <a:cubicBezTo>
                      <a:pt x="1308" y="4535"/>
                      <a:pt x="912" y="3933"/>
                      <a:pt x="0" y="3250"/>
                    </a:cubicBezTo>
                    <a:cubicBezTo>
                      <a:pt x="208" y="1817"/>
                      <a:pt x="755" y="1150"/>
                      <a:pt x="1885" y="267"/>
                    </a:cubicBezTo>
                    <a:cubicBezTo>
                      <a:pt x="1945" y="222"/>
                      <a:pt x="1945" y="222"/>
                      <a:pt x="2250" y="0"/>
                    </a:cubicBezTo>
                    <a:close/>
                    <a:moveTo>
                      <a:pt x="1297" y="1280"/>
                    </a:moveTo>
                    <a:cubicBezTo>
                      <a:pt x="983" y="1900"/>
                      <a:pt x="945" y="2382"/>
                      <a:pt x="1105" y="3070"/>
                    </a:cubicBezTo>
                    <a:cubicBezTo>
                      <a:pt x="1347" y="3790"/>
                      <a:pt x="1670" y="4470"/>
                      <a:pt x="1990" y="5160"/>
                    </a:cubicBezTo>
                    <a:cubicBezTo>
                      <a:pt x="2243" y="5735"/>
                      <a:pt x="2440" y="6305"/>
                      <a:pt x="2625" y="6905"/>
                    </a:cubicBezTo>
                    <a:cubicBezTo>
                      <a:pt x="3532" y="9700"/>
                      <a:pt x="5502" y="11795"/>
                      <a:pt x="7530" y="13845"/>
                    </a:cubicBezTo>
                    <a:cubicBezTo>
                      <a:pt x="7680" y="13995"/>
                      <a:pt x="7830" y="14148"/>
                      <a:pt x="7985" y="14305"/>
                    </a:cubicBezTo>
                    <a:cubicBezTo>
                      <a:pt x="9192" y="15502"/>
                      <a:pt x="9192" y="15502"/>
                      <a:pt x="9935" y="15915"/>
                    </a:cubicBezTo>
                    <a:cubicBezTo>
                      <a:pt x="10500" y="16250"/>
                      <a:pt x="10500" y="16250"/>
                      <a:pt x="10873" y="16785"/>
                    </a:cubicBezTo>
                    <a:cubicBezTo>
                      <a:pt x="11250" y="17250"/>
                      <a:pt x="11250" y="17250"/>
                      <a:pt x="11845" y="17410"/>
                    </a:cubicBezTo>
                    <a:cubicBezTo>
                      <a:pt x="13618" y="17442"/>
                      <a:pt x="14498" y="17088"/>
                      <a:pt x="15805" y="15980"/>
                    </a:cubicBezTo>
                    <a:cubicBezTo>
                      <a:pt x="16825" y="14877"/>
                      <a:pt x="16858" y="13895"/>
                      <a:pt x="16830" y="12438"/>
                    </a:cubicBezTo>
                    <a:cubicBezTo>
                      <a:pt x="16713" y="11433"/>
                      <a:pt x="16360" y="10790"/>
                      <a:pt x="15750" y="10000"/>
                    </a:cubicBezTo>
                    <a:cubicBezTo>
                      <a:pt x="15642" y="9855"/>
                      <a:pt x="15535" y="9710"/>
                      <a:pt x="15422" y="9560"/>
                    </a:cubicBezTo>
                    <a:cubicBezTo>
                      <a:pt x="14838" y="8812"/>
                      <a:pt x="14838" y="8812"/>
                      <a:pt x="14500" y="8500"/>
                    </a:cubicBezTo>
                    <a:cubicBezTo>
                      <a:pt x="14335" y="8500"/>
                      <a:pt x="14170" y="8500"/>
                      <a:pt x="14000" y="8500"/>
                    </a:cubicBezTo>
                    <a:cubicBezTo>
                      <a:pt x="13972" y="8428"/>
                      <a:pt x="13972" y="8428"/>
                      <a:pt x="13828" y="8062"/>
                    </a:cubicBezTo>
                    <a:cubicBezTo>
                      <a:pt x="13493" y="7488"/>
                      <a:pt x="13148" y="7207"/>
                      <a:pt x="12620" y="6815"/>
                    </a:cubicBezTo>
                    <a:cubicBezTo>
                      <a:pt x="12162" y="6428"/>
                      <a:pt x="11805" y="5990"/>
                      <a:pt x="11422" y="5530"/>
                    </a:cubicBezTo>
                    <a:cubicBezTo>
                      <a:pt x="10185" y="4097"/>
                      <a:pt x="8960" y="2995"/>
                      <a:pt x="7073" y="2623"/>
                    </a:cubicBezTo>
                    <a:cubicBezTo>
                      <a:pt x="6338" y="2465"/>
                      <a:pt x="5635" y="2248"/>
                      <a:pt x="4922" y="2015"/>
                    </a:cubicBezTo>
                    <a:cubicBezTo>
                      <a:pt x="4792" y="1975"/>
                      <a:pt x="4665" y="1938"/>
                      <a:pt x="4530" y="1895"/>
                    </a:cubicBezTo>
                    <a:cubicBezTo>
                      <a:pt x="3752" y="1642"/>
                      <a:pt x="3297" y="1352"/>
                      <a:pt x="2750" y="750"/>
                    </a:cubicBezTo>
                    <a:cubicBezTo>
                      <a:pt x="1970" y="555"/>
                      <a:pt x="1822" y="665"/>
                      <a:pt x="1297" y="1280"/>
                    </a:cubicBezTo>
                    <a:close/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49" name="globe vector"/>
              <p:cNvSpPr/>
              <p:nvPr/>
            </p:nvSpPr>
            <p:spPr>
              <a:xfrm>
                <a:off x="731520" y="1273302"/>
                <a:ext cx="165986" cy="154214"/>
              </a:xfrm>
              <a:custGeom>
                <a:avLst/>
                <a:gdLst/>
                <a:ahLst/>
                <a:cxnLst/>
                <a:rect l="0" t="0" r="r" b="b"/>
                <a:pathLst>
                  <a:path w="18153" h="16865" fill="norm" stroke="0">
                    <a:moveTo>
                      <a:pt x="5250" y="0"/>
                    </a:moveTo>
                    <a:cubicBezTo>
                      <a:pt x="5412" y="67"/>
                      <a:pt x="5575" y="132"/>
                      <a:pt x="5745" y="200"/>
                    </a:cubicBezTo>
                    <a:cubicBezTo>
                      <a:pt x="5852" y="245"/>
                      <a:pt x="5852" y="245"/>
                      <a:pt x="6405" y="470"/>
                    </a:cubicBezTo>
                    <a:cubicBezTo>
                      <a:pt x="6620" y="555"/>
                      <a:pt x="6835" y="642"/>
                      <a:pt x="7058" y="733"/>
                    </a:cubicBezTo>
                    <a:cubicBezTo>
                      <a:pt x="7540" y="920"/>
                      <a:pt x="8002" y="1075"/>
                      <a:pt x="8495" y="1222"/>
                    </a:cubicBezTo>
                    <a:cubicBezTo>
                      <a:pt x="9330" y="1498"/>
                      <a:pt x="9978" y="1938"/>
                      <a:pt x="10672" y="2470"/>
                    </a:cubicBezTo>
                    <a:cubicBezTo>
                      <a:pt x="10800" y="2565"/>
                      <a:pt x="10930" y="2662"/>
                      <a:pt x="11062" y="2762"/>
                    </a:cubicBezTo>
                    <a:cubicBezTo>
                      <a:pt x="12170" y="3630"/>
                      <a:pt x="13103" y="4615"/>
                      <a:pt x="14030" y="5670"/>
                    </a:cubicBezTo>
                    <a:cubicBezTo>
                      <a:pt x="14690" y="6423"/>
                      <a:pt x="15355" y="7082"/>
                      <a:pt x="16125" y="7720"/>
                    </a:cubicBezTo>
                    <a:cubicBezTo>
                      <a:pt x="17300" y="8707"/>
                      <a:pt x="17812" y="9722"/>
                      <a:pt x="18000" y="11250"/>
                    </a:cubicBezTo>
                    <a:cubicBezTo>
                      <a:pt x="18020" y="11370"/>
                      <a:pt x="18037" y="11488"/>
                      <a:pt x="18058" y="11613"/>
                    </a:cubicBezTo>
                    <a:cubicBezTo>
                      <a:pt x="18153" y="12683"/>
                      <a:pt x="17850" y="13577"/>
                      <a:pt x="17470" y="14562"/>
                    </a:cubicBezTo>
                    <a:cubicBezTo>
                      <a:pt x="17422" y="14692"/>
                      <a:pt x="17375" y="14822"/>
                      <a:pt x="17328" y="14955"/>
                    </a:cubicBezTo>
                    <a:cubicBezTo>
                      <a:pt x="16968" y="15820"/>
                      <a:pt x="16558" y="16260"/>
                      <a:pt x="15692" y="16627"/>
                    </a:cubicBezTo>
                    <a:cubicBezTo>
                      <a:pt x="14840" y="16865"/>
                      <a:pt x="14002" y="16858"/>
                      <a:pt x="13125" y="16845"/>
                    </a:cubicBezTo>
                    <a:cubicBezTo>
                      <a:pt x="12942" y="16847"/>
                      <a:pt x="12757" y="16850"/>
                      <a:pt x="12570" y="16852"/>
                    </a:cubicBezTo>
                    <a:cubicBezTo>
                      <a:pt x="10353" y="16840"/>
                      <a:pt x="9025" y="15790"/>
                      <a:pt x="7500" y="14250"/>
                    </a:cubicBezTo>
                    <a:cubicBezTo>
                      <a:pt x="7060" y="13733"/>
                      <a:pt x="6645" y="13195"/>
                      <a:pt x="6235" y="12655"/>
                    </a:cubicBezTo>
                    <a:cubicBezTo>
                      <a:pt x="5733" y="12007"/>
                      <a:pt x="5227" y="11493"/>
                      <a:pt x="4578" y="10985"/>
                    </a:cubicBezTo>
                    <a:cubicBezTo>
                      <a:pt x="3565" y="10168"/>
                      <a:pt x="3053" y="9162"/>
                      <a:pt x="2500" y="8000"/>
                    </a:cubicBezTo>
                    <a:cubicBezTo>
                      <a:pt x="2428" y="7850"/>
                      <a:pt x="2358" y="7700"/>
                      <a:pt x="2282" y="7545"/>
                    </a:cubicBezTo>
                    <a:cubicBezTo>
                      <a:pt x="1835" y="6550"/>
                      <a:pt x="1523" y="5532"/>
                      <a:pt x="1235" y="4480"/>
                    </a:cubicBezTo>
                    <a:cubicBezTo>
                      <a:pt x="935" y="3868"/>
                      <a:pt x="623" y="3743"/>
                      <a:pt x="0" y="3500"/>
                    </a:cubicBezTo>
                    <a:cubicBezTo>
                      <a:pt x="82" y="3088"/>
                      <a:pt x="165" y="2675"/>
                      <a:pt x="250" y="2250"/>
                    </a:cubicBezTo>
                    <a:cubicBezTo>
                      <a:pt x="1502" y="3110"/>
                      <a:pt x="1995" y="3840"/>
                      <a:pt x="2375" y="5298"/>
                    </a:cubicBezTo>
                    <a:cubicBezTo>
                      <a:pt x="3438" y="8822"/>
                      <a:pt x="5618" y="11148"/>
                      <a:pt x="8192" y="13695"/>
                    </a:cubicBezTo>
                    <a:cubicBezTo>
                      <a:pt x="8397" y="13898"/>
                      <a:pt x="8600" y="14102"/>
                      <a:pt x="8800" y="14308"/>
                    </a:cubicBezTo>
                    <a:cubicBezTo>
                      <a:pt x="9942" y="15468"/>
                      <a:pt x="10945" y="16365"/>
                      <a:pt x="12632" y="16430"/>
                    </a:cubicBezTo>
                    <a:cubicBezTo>
                      <a:pt x="13840" y="16410"/>
                      <a:pt x="14910" y="16327"/>
                      <a:pt x="16000" y="15750"/>
                    </a:cubicBezTo>
                    <a:cubicBezTo>
                      <a:pt x="17088" y="14415"/>
                      <a:pt x="17332" y="12653"/>
                      <a:pt x="17213" y="10983"/>
                    </a:cubicBezTo>
                    <a:cubicBezTo>
                      <a:pt x="16842" y="8887"/>
                      <a:pt x="15123" y="7572"/>
                      <a:pt x="13585" y="6250"/>
                    </a:cubicBezTo>
                    <a:cubicBezTo>
                      <a:pt x="12948" y="5697"/>
                      <a:pt x="12400" y="5115"/>
                      <a:pt x="11860" y="4470"/>
                    </a:cubicBezTo>
                    <a:cubicBezTo>
                      <a:pt x="10282" y="2637"/>
                      <a:pt x="8733" y="1812"/>
                      <a:pt x="6440" y="1190"/>
                    </a:cubicBezTo>
                    <a:cubicBezTo>
                      <a:pt x="5750" y="1000"/>
                      <a:pt x="5750" y="1000"/>
                      <a:pt x="5250" y="750"/>
                    </a:cubicBezTo>
                    <a:cubicBezTo>
                      <a:pt x="5250" y="502"/>
                      <a:pt x="5250" y="255"/>
                      <a:pt x="5250" y="0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50" name="globe vector"/>
              <p:cNvSpPr/>
              <p:nvPr/>
            </p:nvSpPr>
            <p:spPr>
              <a:xfrm>
                <a:off x="274725" y="1154012"/>
                <a:ext cx="80170" cy="110185"/>
              </a:xfrm>
              <a:custGeom>
                <a:avLst/>
                <a:gdLst/>
                <a:ahLst/>
                <a:cxnLst/>
                <a:rect l="0" t="0" r="r" b="b"/>
                <a:pathLst>
                  <a:path w="8767" h="12050" fill="norm" stroke="0">
                    <a:moveTo>
                      <a:pt x="1233" y="0"/>
                    </a:moveTo>
                    <a:cubicBezTo>
                      <a:pt x="1928" y="28"/>
                      <a:pt x="2620" y="55"/>
                      <a:pt x="3315" y="93"/>
                    </a:cubicBezTo>
                    <a:cubicBezTo>
                      <a:pt x="3558" y="100"/>
                      <a:pt x="3800" y="108"/>
                      <a:pt x="4047" y="118"/>
                    </a:cubicBezTo>
                    <a:cubicBezTo>
                      <a:pt x="4280" y="127"/>
                      <a:pt x="4513" y="140"/>
                      <a:pt x="4752" y="150"/>
                    </a:cubicBezTo>
                    <a:cubicBezTo>
                      <a:pt x="4965" y="160"/>
                      <a:pt x="5178" y="170"/>
                      <a:pt x="5398" y="180"/>
                    </a:cubicBezTo>
                    <a:cubicBezTo>
                      <a:pt x="6073" y="320"/>
                      <a:pt x="6297" y="495"/>
                      <a:pt x="6705" y="1045"/>
                    </a:cubicBezTo>
                    <a:cubicBezTo>
                      <a:pt x="6853" y="1490"/>
                      <a:pt x="6853" y="1490"/>
                      <a:pt x="6925" y="1977"/>
                    </a:cubicBezTo>
                    <a:cubicBezTo>
                      <a:pt x="6955" y="2157"/>
                      <a:pt x="6985" y="2340"/>
                      <a:pt x="7015" y="2525"/>
                    </a:cubicBezTo>
                    <a:cubicBezTo>
                      <a:pt x="7040" y="2713"/>
                      <a:pt x="7068" y="2900"/>
                      <a:pt x="7098" y="3093"/>
                    </a:cubicBezTo>
                    <a:cubicBezTo>
                      <a:pt x="7685" y="6910"/>
                      <a:pt x="7685" y="6910"/>
                      <a:pt x="8583" y="8588"/>
                    </a:cubicBezTo>
                    <a:cubicBezTo>
                      <a:pt x="8767" y="9280"/>
                      <a:pt x="8730" y="9890"/>
                      <a:pt x="8455" y="10545"/>
                    </a:cubicBezTo>
                    <a:cubicBezTo>
                      <a:pt x="8062" y="10940"/>
                      <a:pt x="7625" y="11165"/>
                      <a:pt x="7127" y="11405"/>
                    </a:cubicBezTo>
                    <a:cubicBezTo>
                      <a:pt x="7005" y="11472"/>
                      <a:pt x="6885" y="11540"/>
                      <a:pt x="6760" y="11608"/>
                    </a:cubicBezTo>
                    <a:cubicBezTo>
                      <a:pt x="6223" y="11885"/>
                      <a:pt x="5803" y="12050"/>
                      <a:pt x="5195" y="12023"/>
                    </a:cubicBezTo>
                    <a:cubicBezTo>
                      <a:pt x="3752" y="11352"/>
                      <a:pt x="3130" y="10405"/>
                      <a:pt x="2455" y="9015"/>
                    </a:cubicBezTo>
                    <a:cubicBezTo>
                      <a:pt x="2370" y="8843"/>
                      <a:pt x="2285" y="8668"/>
                      <a:pt x="2198" y="8490"/>
                    </a:cubicBezTo>
                    <a:cubicBezTo>
                      <a:pt x="1573" y="7162"/>
                      <a:pt x="1102" y="5817"/>
                      <a:pt x="705" y="4405"/>
                    </a:cubicBezTo>
                    <a:cubicBezTo>
                      <a:pt x="655" y="4220"/>
                      <a:pt x="603" y="4037"/>
                      <a:pt x="547" y="3847"/>
                    </a:cubicBezTo>
                    <a:cubicBezTo>
                      <a:pt x="270" y="2780"/>
                      <a:pt x="0" y="1650"/>
                      <a:pt x="205" y="545"/>
                    </a:cubicBezTo>
                    <a:cubicBezTo>
                      <a:pt x="705" y="45"/>
                      <a:pt x="705" y="45"/>
                      <a:pt x="1233" y="0"/>
                    </a:cubicBezTo>
                    <a:close/>
                    <a:moveTo>
                      <a:pt x="955" y="1045"/>
                    </a:moveTo>
                    <a:cubicBezTo>
                      <a:pt x="945" y="1278"/>
                      <a:pt x="935" y="1510"/>
                      <a:pt x="925" y="1750"/>
                    </a:cubicBezTo>
                    <a:cubicBezTo>
                      <a:pt x="918" y="1880"/>
                      <a:pt x="913" y="2010"/>
                      <a:pt x="908" y="2145"/>
                    </a:cubicBezTo>
                    <a:cubicBezTo>
                      <a:pt x="968" y="2640"/>
                      <a:pt x="1178" y="2885"/>
                      <a:pt x="1455" y="3295"/>
                    </a:cubicBezTo>
                    <a:cubicBezTo>
                      <a:pt x="1535" y="3697"/>
                      <a:pt x="1535" y="3697"/>
                      <a:pt x="1560" y="4127"/>
                    </a:cubicBezTo>
                    <a:cubicBezTo>
                      <a:pt x="1820" y="7227"/>
                      <a:pt x="1820" y="7227"/>
                      <a:pt x="3093" y="8423"/>
                    </a:cubicBezTo>
                    <a:cubicBezTo>
                      <a:pt x="3598" y="8942"/>
                      <a:pt x="3793" y="9498"/>
                      <a:pt x="4020" y="10175"/>
                    </a:cubicBezTo>
                    <a:cubicBezTo>
                      <a:pt x="4255" y="10645"/>
                      <a:pt x="4492" y="10810"/>
                      <a:pt x="4955" y="11045"/>
                    </a:cubicBezTo>
                    <a:cubicBezTo>
                      <a:pt x="6110" y="10983"/>
                      <a:pt x="6998" y="10390"/>
                      <a:pt x="7955" y="9795"/>
                    </a:cubicBezTo>
                    <a:cubicBezTo>
                      <a:pt x="7862" y="9188"/>
                      <a:pt x="7862" y="9188"/>
                      <a:pt x="7705" y="8545"/>
                    </a:cubicBezTo>
                    <a:cubicBezTo>
                      <a:pt x="7540" y="8463"/>
                      <a:pt x="7375" y="8380"/>
                      <a:pt x="7205" y="8295"/>
                    </a:cubicBezTo>
                    <a:cubicBezTo>
                      <a:pt x="7115" y="7947"/>
                      <a:pt x="7115" y="7947"/>
                      <a:pt x="7075" y="7502"/>
                    </a:cubicBezTo>
                    <a:cubicBezTo>
                      <a:pt x="7065" y="7420"/>
                      <a:pt x="7065" y="7420"/>
                      <a:pt x="7023" y="7002"/>
                    </a:cubicBezTo>
                    <a:cubicBezTo>
                      <a:pt x="7005" y="6827"/>
                      <a:pt x="6987" y="6650"/>
                      <a:pt x="6973" y="6468"/>
                    </a:cubicBezTo>
                    <a:cubicBezTo>
                      <a:pt x="6465" y="1805"/>
                      <a:pt x="6465" y="1805"/>
                      <a:pt x="5705" y="1045"/>
                    </a:cubicBezTo>
                    <a:cubicBezTo>
                      <a:pt x="5353" y="1025"/>
                      <a:pt x="4998" y="1020"/>
                      <a:pt x="4642" y="1023"/>
                    </a:cubicBezTo>
                    <a:cubicBezTo>
                      <a:pt x="4535" y="1023"/>
                      <a:pt x="4535" y="1023"/>
                      <a:pt x="3995" y="1023"/>
                    </a:cubicBezTo>
                    <a:cubicBezTo>
                      <a:pt x="3770" y="1025"/>
                      <a:pt x="3547" y="1028"/>
                      <a:pt x="3315" y="1030"/>
                    </a:cubicBezTo>
                    <a:cubicBezTo>
                      <a:pt x="3090" y="1030"/>
                      <a:pt x="2865" y="1032"/>
                      <a:pt x="2633" y="1032"/>
                    </a:cubicBezTo>
                    <a:cubicBezTo>
                      <a:pt x="2073" y="1037"/>
                      <a:pt x="1515" y="1040"/>
                      <a:pt x="955" y="1045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51" name="globe vector"/>
              <p:cNvSpPr/>
              <p:nvPr/>
            </p:nvSpPr>
            <p:spPr>
              <a:xfrm>
                <a:off x="576072" y="955548"/>
                <a:ext cx="61722" cy="86868"/>
              </a:xfrm>
              <a:custGeom>
                <a:avLst/>
                <a:gdLst/>
                <a:ahLst/>
                <a:cxnLst/>
                <a:rect l="0" t="0" r="r" b="b"/>
                <a:pathLst>
                  <a:path w="6750" h="9500" fill="norm" stroke="0">
                    <a:moveTo>
                      <a:pt x="1000" y="0"/>
                    </a:moveTo>
                    <a:cubicBezTo>
                      <a:pt x="1248" y="0"/>
                      <a:pt x="1495" y="0"/>
                      <a:pt x="1750" y="0"/>
                    </a:cubicBezTo>
                    <a:cubicBezTo>
                      <a:pt x="1812" y="237"/>
                      <a:pt x="1875" y="475"/>
                      <a:pt x="1938" y="720"/>
                    </a:cubicBezTo>
                    <a:cubicBezTo>
                      <a:pt x="2185" y="1465"/>
                      <a:pt x="2185" y="1465"/>
                      <a:pt x="2720" y="1750"/>
                    </a:cubicBezTo>
                    <a:cubicBezTo>
                      <a:pt x="2808" y="1790"/>
                      <a:pt x="2808" y="1790"/>
                      <a:pt x="3250" y="2000"/>
                    </a:cubicBezTo>
                    <a:cubicBezTo>
                      <a:pt x="3395" y="2230"/>
                      <a:pt x="3528" y="2465"/>
                      <a:pt x="3655" y="2703"/>
                    </a:cubicBezTo>
                    <a:cubicBezTo>
                      <a:pt x="4340" y="3832"/>
                      <a:pt x="5582" y="4248"/>
                      <a:pt x="6750" y="4750"/>
                    </a:cubicBezTo>
                    <a:cubicBezTo>
                      <a:pt x="6750" y="4915"/>
                      <a:pt x="6750" y="5080"/>
                      <a:pt x="6750" y="5250"/>
                    </a:cubicBezTo>
                    <a:cubicBezTo>
                      <a:pt x="6590" y="5368"/>
                      <a:pt x="6430" y="5487"/>
                      <a:pt x="6265" y="5610"/>
                    </a:cubicBezTo>
                    <a:cubicBezTo>
                      <a:pt x="5705" y="6035"/>
                      <a:pt x="5650" y="6100"/>
                      <a:pt x="5500" y="6750"/>
                    </a:cubicBezTo>
                    <a:cubicBezTo>
                      <a:pt x="5445" y="7222"/>
                      <a:pt x="5398" y="7697"/>
                      <a:pt x="5360" y="8172"/>
                    </a:cubicBezTo>
                    <a:cubicBezTo>
                      <a:pt x="5347" y="8300"/>
                      <a:pt x="5338" y="8428"/>
                      <a:pt x="5328" y="8560"/>
                    </a:cubicBezTo>
                    <a:cubicBezTo>
                      <a:pt x="5300" y="8873"/>
                      <a:pt x="5275" y="9188"/>
                      <a:pt x="5250" y="9500"/>
                    </a:cubicBezTo>
                    <a:cubicBezTo>
                      <a:pt x="4733" y="9325"/>
                      <a:pt x="4350" y="9168"/>
                      <a:pt x="4062" y="8685"/>
                    </a:cubicBezTo>
                    <a:cubicBezTo>
                      <a:pt x="3898" y="8295"/>
                      <a:pt x="3750" y="7900"/>
                      <a:pt x="3610" y="7500"/>
                    </a:cubicBezTo>
                    <a:cubicBezTo>
                      <a:pt x="3112" y="6108"/>
                      <a:pt x="3112" y="6108"/>
                      <a:pt x="2660" y="5675"/>
                    </a:cubicBezTo>
                    <a:cubicBezTo>
                      <a:pt x="2140" y="5453"/>
                      <a:pt x="1632" y="5330"/>
                      <a:pt x="1078" y="5220"/>
                    </a:cubicBezTo>
                    <a:cubicBezTo>
                      <a:pt x="875" y="5177"/>
                      <a:pt x="675" y="5135"/>
                      <a:pt x="465" y="5093"/>
                    </a:cubicBezTo>
                    <a:cubicBezTo>
                      <a:pt x="312" y="5062"/>
                      <a:pt x="157" y="5030"/>
                      <a:pt x="0" y="5000"/>
                    </a:cubicBezTo>
                    <a:cubicBezTo>
                      <a:pt x="40" y="4877"/>
                      <a:pt x="40" y="4877"/>
                      <a:pt x="250" y="4250"/>
                    </a:cubicBezTo>
                    <a:cubicBezTo>
                      <a:pt x="415" y="4250"/>
                      <a:pt x="580" y="4250"/>
                      <a:pt x="750" y="4250"/>
                    </a:cubicBezTo>
                    <a:cubicBezTo>
                      <a:pt x="792" y="3730"/>
                      <a:pt x="833" y="3207"/>
                      <a:pt x="875" y="2688"/>
                    </a:cubicBezTo>
                    <a:cubicBezTo>
                      <a:pt x="888" y="2540"/>
                      <a:pt x="900" y="2395"/>
                      <a:pt x="910" y="2243"/>
                    </a:cubicBezTo>
                    <a:cubicBezTo>
                      <a:pt x="970" y="1493"/>
                      <a:pt x="1015" y="752"/>
                      <a:pt x="1000" y="0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52" name="globe vector"/>
              <p:cNvSpPr/>
              <p:nvPr/>
            </p:nvSpPr>
            <p:spPr>
              <a:xfrm>
                <a:off x="276603" y="1005836"/>
                <a:ext cx="78456" cy="112105"/>
              </a:xfrm>
              <a:custGeom>
                <a:avLst/>
                <a:gdLst/>
                <a:ahLst/>
                <a:cxnLst/>
                <a:rect l="0" t="0" r="r" b="b"/>
                <a:pathLst>
                  <a:path w="8580" h="12260" fill="norm" stroke="0">
                    <a:moveTo>
                      <a:pt x="5242" y="60"/>
                    </a:moveTo>
                    <a:cubicBezTo>
                      <a:pt x="6350" y="475"/>
                      <a:pt x="7398" y="918"/>
                      <a:pt x="8265" y="1735"/>
                    </a:cubicBezTo>
                    <a:cubicBezTo>
                      <a:pt x="8580" y="2428"/>
                      <a:pt x="8488" y="2787"/>
                      <a:pt x="8250" y="3500"/>
                    </a:cubicBezTo>
                    <a:cubicBezTo>
                      <a:pt x="8167" y="3608"/>
                      <a:pt x="8087" y="3715"/>
                      <a:pt x="8002" y="3825"/>
                    </a:cubicBezTo>
                    <a:cubicBezTo>
                      <a:pt x="7657" y="4405"/>
                      <a:pt x="7595" y="4990"/>
                      <a:pt x="7510" y="5648"/>
                    </a:cubicBezTo>
                    <a:cubicBezTo>
                      <a:pt x="7468" y="5922"/>
                      <a:pt x="7428" y="6200"/>
                      <a:pt x="7387" y="6478"/>
                    </a:cubicBezTo>
                    <a:cubicBezTo>
                      <a:pt x="7328" y="6910"/>
                      <a:pt x="7265" y="7343"/>
                      <a:pt x="7208" y="7778"/>
                    </a:cubicBezTo>
                    <a:cubicBezTo>
                      <a:pt x="7148" y="8198"/>
                      <a:pt x="7087" y="8618"/>
                      <a:pt x="7025" y="9037"/>
                    </a:cubicBezTo>
                    <a:cubicBezTo>
                      <a:pt x="7008" y="9165"/>
                      <a:pt x="6992" y="9293"/>
                      <a:pt x="6975" y="9425"/>
                    </a:cubicBezTo>
                    <a:cubicBezTo>
                      <a:pt x="6833" y="10373"/>
                      <a:pt x="6560" y="10990"/>
                      <a:pt x="6000" y="11750"/>
                    </a:cubicBezTo>
                    <a:cubicBezTo>
                      <a:pt x="5118" y="12245"/>
                      <a:pt x="3848" y="12108"/>
                      <a:pt x="2860" y="12157"/>
                    </a:cubicBezTo>
                    <a:cubicBezTo>
                      <a:pt x="2640" y="12170"/>
                      <a:pt x="2422" y="12183"/>
                      <a:pt x="2195" y="12195"/>
                    </a:cubicBezTo>
                    <a:cubicBezTo>
                      <a:pt x="1988" y="12208"/>
                      <a:pt x="1777" y="12218"/>
                      <a:pt x="1562" y="12230"/>
                    </a:cubicBezTo>
                    <a:cubicBezTo>
                      <a:pt x="1370" y="12240"/>
                      <a:pt x="1177" y="12250"/>
                      <a:pt x="980" y="12260"/>
                    </a:cubicBezTo>
                    <a:cubicBezTo>
                      <a:pt x="500" y="12250"/>
                      <a:pt x="500" y="12250"/>
                      <a:pt x="0" y="12000"/>
                    </a:cubicBezTo>
                    <a:cubicBezTo>
                      <a:pt x="35" y="10160"/>
                      <a:pt x="255" y="8500"/>
                      <a:pt x="845" y="6750"/>
                    </a:cubicBezTo>
                    <a:cubicBezTo>
                      <a:pt x="898" y="6595"/>
                      <a:pt x="947" y="6440"/>
                      <a:pt x="1002" y="6280"/>
                    </a:cubicBezTo>
                    <a:cubicBezTo>
                      <a:pt x="1247" y="5590"/>
                      <a:pt x="1508" y="4958"/>
                      <a:pt x="1898" y="4335"/>
                    </a:cubicBezTo>
                    <a:cubicBezTo>
                      <a:pt x="2245" y="3760"/>
                      <a:pt x="2400" y="3290"/>
                      <a:pt x="2562" y="2640"/>
                    </a:cubicBezTo>
                    <a:cubicBezTo>
                      <a:pt x="2910" y="1543"/>
                      <a:pt x="3428" y="960"/>
                      <a:pt x="4295" y="225"/>
                    </a:cubicBezTo>
                    <a:cubicBezTo>
                      <a:pt x="4750" y="0"/>
                      <a:pt x="4750" y="0"/>
                      <a:pt x="5242" y="60"/>
                    </a:cubicBezTo>
                    <a:close/>
                    <a:moveTo>
                      <a:pt x="4000" y="1438"/>
                    </a:moveTo>
                    <a:cubicBezTo>
                      <a:pt x="3277" y="2095"/>
                      <a:pt x="2943" y="2780"/>
                      <a:pt x="2675" y="3710"/>
                    </a:cubicBezTo>
                    <a:cubicBezTo>
                      <a:pt x="2527" y="4165"/>
                      <a:pt x="2365" y="4515"/>
                      <a:pt x="2140" y="4930"/>
                    </a:cubicBezTo>
                    <a:cubicBezTo>
                      <a:pt x="1655" y="5875"/>
                      <a:pt x="1435" y="6860"/>
                      <a:pt x="1203" y="7890"/>
                    </a:cubicBezTo>
                    <a:cubicBezTo>
                      <a:pt x="1160" y="8078"/>
                      <a:pt x="1115" y="8263"/>
                      <a:pt x="1070" y="8452"/>
                    </a:cubicBezTo>
                    <a:cubicBezTo>
                      <a:pt x="850" y="9407"/>
                      <a:pt x="695" y="10273"/>
                      <a:pt x="750" y="11250"/>
                    </a:cubicBezTo>
                    <a:cubicBezTo>
                      <a:pt x="1350" y="11265"/>
                      <a:pt x="1947" y="11275"/>
                      <a:pt x="2547" y="11282"/>
                    </a:cubicBezTo>
                    <a:cubicBezTo>
                      <a:pt x="2715" y="11285"/>
                      <a:pt x="2885" y="11290"/>
                      <a:pt x="3057" y="11295"/>
                    </a:cubicBezTo>
                    <a:cubicBezTo>
                      <a:pt x="4060" y="11305"/>
                      <a:pt x="4855" y="11257"/>
                      <a:pt x="5750" y="10750"/>
                    </a:cubicBezTo>
                    <a:cubicBezTo>
                      <a:pt x="6027" y="10363"/>
                      <a:pt x="6027" y="10363"/>
                      <a:pt x="6188" y="9922"/>
                    </a:cubicBezTo>
                    <a:cubicBezTo>
                      <a:pt x="6215" y="9850"/>
                      <a:pt x="6215" y="9850"/>
                      <a:pt x="6355" y="9488"/>
                    </a:cubicBezTo>
                    <a:cubicBezTo>
                      <a:pt x="6630" y="8565"/>
                      <a:pt x="6762" y="7692"/>
                      <a:pt x="6795" y="6735"/>
                    </a:cubicBezTo>
                    <a:cubicBezTo>
                      <a:pt x="6800" y="6550"/>
                      <a:pt x="6805" y="6368"/>
                      <a:pt x="6812" y="6178"/>
                    </a:cubicBezTo>
                    <a:cubicBezTo>
                      <a:pt x="6822" y="5797"/>
                      <a:pt x="6830" y="5418"/>
                      <a:pt x="6835" y="5037"/>
                    </a:cubicBezTo>
                    <a:cubicBezTo>
                      <a:pt x="6895" y="3485"/>
                      <a:pt x="6895" y="3485"/>
                      <a:pt x="7510" y="2868"/>
                    </a:cubicBezTo>
                    <a:cubicBezTo>
                      <a:pt x="7672" y="2748"/>
                      <a:pt x="7835" y="2625"/>
                      <a:pt x="8000" y="2500"/>
                    </a:cubicBezTo>
                    <a:cubicBezTo>
                      <a:pt x="7610" y="1720"/>
                      <a:pt x="6872" y="1543"/>
                      <a:pt x="6093" y="1250"/>
                    </a:cubicBezTo>
                    <a:cubicBezTo>
                      <a:pt x="5240" y="978"/>
                      <a:pt x="4758" y="950"/>
                      <a:pt x="4000" y="1438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53" name="globe vector"/>
              <p:cNvSpPr/>
              <p:nvPr/>
            </p:nvSpPr>
            <p:spPr>
              <a:xfrm>
                <a:off x="511607" y="1267301"/>
                <a:ext cx="71323" cy="88628"/>
              </a:xfrm>
              <a:custGeom>
                <a:avLst/>
                <a:gdLst/>
                <a:ahLst/>
                <a:cxnLst/>
                <a:rect l="0" t="0" r="r" b="b"/>
                <a:pathLst>
                  <a:path w="7800" h="9692" fill="norm" stroke="0">
                    <a:moveTo>
                      <a:pt x="5300" y="0"/>
                    </a:moveTo>
                    <a:cubicBezTo>
                      <a:pt x="6008" y="220"/>
                      <a:pt x="6177" y="653"/>
                      <a:pt x="6545" y="1273"/>
                    </a:cubicBezTo>
                    <a:cubicBezTo>
                      <a:pt x="6880" y="1778"/>
                      <a:pt x="7292" y="2080"/>
                      <a:pt x="7800" y="2405"/>
                    </a:cubicBezTo>
                    <a:cubicBezTo>
                      <a:pt x="7737" y="3000"/>
                      <a:pt x="7737" y="3000"/>
                      <a:pt x="7550" y="3655"/>
                    </a:cubicBezTo>
                    <a:cubicBezTo>
                      <a:pt x="7217" y="3822"/>
                      <a:pt x="6882" y="3990"/>
                      <a:pt x="6550" y="4155"/>
                    </a:cubicBezTo>
                    <a:cubicBezTo>
                      <a:pt x="5535" y="5548"/>
                      <a:pt x="5622" y="7243"/>
                      <a:pt x="5550" y="8905"/>
                    </a:cubicBezTo>
                    <a:cubicBezTo>
                      <a:pt x="3755" y="9440"/>
                      <a:pt x="2180" y="9692"/>
                      <a:pt x="300" y="9655"/>
                    </a:cubicBezTo>
                    <a:cubicBezTo>
                      <a:pt x="0" y="8515"/>
                      <a:pt x="55" y="7452"/>
                      <a:pt x="127" y="6280"/>
                    </a:cubicBezTo>
                    <a:cubicBezTo>
                      <a:pt x="137" y="6095"/>
                      <a:pt x="145" y="5907"/>
                      <a:pt x="155" y="5715"/>
                    </a:cubicBezTo>
                    <a:cubicBezTo>
                      <a:pt x="270" y="3778"/>
                      <a:pt x="270" y="3778"/>
                      <a:pt x="800" y="2905"/>
                    </a:cubicBezTo>
                    <a:cubicBezTo>
                      <a:pt x="1315" y="2720"/>
                      <a:pt x="1315" y="2720"/>
                      <a:pt x="1910" y="2655"/>
                    </a:cubicBezTo>
                    <a:cubicBezTo>
                      <a:pt x="3000" y="2472"/>
                      <a:pt x="3000" y="2472"/>
                      <a:pt x="3502" y="1812"/>
                    </a:cubicBezTo>
                    <a:cubicBezTo>
                      <a:pt x="3600" y="1595"/>
                      <a:pt x="3700" y="1380"/>
                      <a:pt x="3800" y="1155"/>
                    </a:cubicBezTo>
                    <a:cubicBezTo>
                      <a:pt x="4220" y="597"/>
                      <a:pt x="4620" y="213"/>
                      <a:pt x="5300" y="0"/>
                    </a:cubicBezTo>
                    <a:close/>
                    <a:moveTo>
                      <a:pt x="5300" y="2405"/>
                    </a:moveTo>
                    <a:cubicBezTo>
                      <a:pt x="5217" y="2735"/>
                      <a:pt x="5135" y="3065"/>
                      <a:pt x="5050" y="3405"/>
                    </a:cubicBezTo>
                    <a:cubicBezTo>
                      <a:pt x="4980" y="3403"/>
                      <a:pt x="4980" y="3403"/>
                      <a:pt x="4627" y="3380"/>
                    </a:cubicBezTo>
                    <a:cubicBezTo>
                      <a:pt x="3188" y="3330"/>
                      <a:pt x="2107" y="3558"/>
                      <a:pt x="800" y="4155"/>
                    </a:cubicBezTo>
                    <a:cubicBezTo>
                      <a:pt x="447" y="5845"/>
                      <a:pt x="632" y="7455"/>
                      <a:pt x="800" y="9155"/>
                    </a:cubicBezTo>
                    <a:cubicBezTo>
                      <a:pt x="2110" y="9245"/>
                      <a:pt x="3010" y="9257"/>
                      <a:pt x="4050" y="8405"/>
                    </a:cubicBezTo>
                    <a:cubicBezTo>
                      <a:pt x="4205" y="8015"/>
                      <a:pt x="4205" y="8015"/>
                      <a:pt x="4300" y="7655"/>
                    </a:cubicBezTo>
                    <a:cubicBezTo>
                      <a:pt x="4417" y="7600"/>
                      <a:pt x="4535" y="7543"/>
                      <a:pt x="4657" y="7485"/>
                    </a:cubicBezTo>
                    <a:cubicBezTo>
                      <a:pt x="5272" y="6970"/>
                      <a:pt x="5290" y="6312"/>
                      <a:pt x="5425" y="5548"/>
                    </a:cubicBezTo>
                    <a:cubicBezTo>
                      <a:pt x="5740" y="3785"/>
                      <a:pt x="5740" y="3785"/>
                      <a:pt x="6550" y="3155"/>
                    </a:cubicBezTo>
                    <a:cubicBezTo>
                      <a:pt x="6467" y="2907"/>
                      <a:pt x="6385" y="2662"/>
                      <a:pt x="6300" y="2405"/>
                    </a:cubicBezTo>
                    <a:cubicBezTo>
                      <a:pt x="5970" y="2405"/>
                      <a:pt x="5640" y="2405"/>
                      <a:pt x="5300" y="2405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54" name="globe vector"/>
              <p:cNvSpPr/>
              <p:nvPr/>
            </p:nvSpPr>
            <p:spPr>
              <a:xfrm>
                <a:off x="603504" y="953262"/>
                <a:ext cx="134943" cy="115763"/>
              </a:xfrm>
              <a:custGeom>
                <a:avLst/>
                <a:gdLst/>
                <a:ahLst/>
                <a:cxnLst/>
                <a:rect l="0" t="0" r="r" b="b"/>
                <a:pathLst>
                  <a:path w="14757" h="12660" fill="norm" stroke="0">
                    <a:moveTo>
                      <a:pt x="7750" y="0"/>
                    </a:moveTo>
                    <a:cubicBezTo>
                      <a:pt x="8632" y="370"/>
                      <a:pt x="9215" y="905"/>
                      <a:pt x="9845" y="1610"/>
                    </a:cubicBezTo>
                    <a:cubicBezTo>
                      <a:pt x="9942" y="1720"/>
                      <a:pt x="10040" y="1830"/>
                      <a:pt x="10142" y="1942"/>
                    </a:cubicBezTo>
                    <a:cubicBezTo>
                      <a:pt x="11062" y="3007"/>
                      <a:pt x="11690" y="4157"/>
                      <a:pt x="12320" y="5410"/>
                    </a:cubicBezTo>
                    <a:cubicBezTo>
                      <a:pt x="12562" y="5868"/>
                      <a:pt x="12835" y="6305"/>
                      <a:pt x="13112" y="6743"/>
                    </a:cubicBezTo>
                    <a:cubicBezTo>
                      <a:pt x="14110" y="8332"/>
                      <a:pt x="14757" y="9843"/>
                      <a:pt x="14500" y="11750"/>
                    </a:cubicBezTo>
                    <a:cubicBezTo>
                      <a:pt x="14250" y="12235"/>
                      <a:pt x="14250" y="12235"/>
                      <a:pt x="14000" y="12500"/>
                    </a:cubicBezTo>
                    <a:cubicBezTo>
                      <a:pt x="13722" y="12470"/>
                      <a:pt x="13447" y="12440"/>
                      <a:pt x="13172" y="12405"/>
                    </a:cubicBezTo>
                    <a:cubicBezTo>
                      <a:pt x="13017" y="12390"/>
                      <a:pt x="12865" y="12373"/>
                      <a:pt x="12705" y="12352"/>
                    </a:cubicBezTo>
                    <a:cubicBezTo>
                      <a:pt x="12175" y="12233"/>
                      <a:pt x="11920" y="12097"/>
                      <a:pt x="11500" y="11750"/>
                    </a:cubicBezTo>
                    <a:cubicBezTo>
                      <a:pt x="11205" y="11227"/>
                      <a:pt x="11205" y="11227"/>
                      <a:pt x="10925" y="10588"/>
                    </a:cubicBezTo>
                    <a:cubicBezTo>
                      <a:pt x="10817" y="10355"/>
                      <a:pt x="10713" y="10123"/>
                      <a:pt x="10608" y="9888"/>
                    </a:cubicBezTo>
                    <a:cubicBezTo>
                      <a:pt x="10442" y="9523"/>
                      <a:pt x="10282" y="9157"/>
                      <a:pt x="10120" y="8790"/>
                    </a:cubicBezTo>
                    <a:cubicBezTo>
                      <a:pt x="8977" y="6195"/>
                      <a:pt x="8977" y="6195"/>
                      <a:pt x="7750" y="5500"/>
                    </a:cubicBezTo>
                    <a:cubicBezTo>
                      <a:pt x="6480" y="5500"/>
                      <a:pt x="5305" y="6060"/>
                      <a:pt x="4250" y="6750"/>
                    </a:cubicBezTo>
                    <a:cubicBezTo>
                      <a:pt x="3880" y="7165"/>
                      <a:pt x="3748" y="7365"/>
                      <a:pt x="3755" y="7922"/>
                    </a:cubicBezTo>
                    <a:cubicBezTo>
                      <a:pt x="3785" y="8078"/>
                      <a:pt x="3815" y="8233"/>
                      <a:pt x="3845" y="8390"/>
                    </a:cubicBezTo>
                    <a:cubicBezTo>
                      <a:pt x="3970" y="9213"/>
                      <a:pt x="4032" y="10013"/>
                      <a:pt x="4047" y="10845"/>
                    </a:cubicBezTo>
                    <a:cubicBezTo>
                      <a:pt x="4050" y="11053"/>
                      <a:pt x="4055" y="11260"/>
                      <a:pt x="4058" y="11475"/>
                    </a:cubicBezTo>
                    <a:cubicBezTo>
                      <a:pt x="4000" y="12000"/>
                      <a:pt x="4000" y="12000"/>
                      <a:pt x="3500" y="12500"/>
                    </a:cubicBezTo>
                    <a:cubicBezTo>
                      <a:pt x="2885" y="12610"/>
                      <a:pt x="2582" y="12660"/>
                      <a:pt x="2000" y="12500"/>
                    </a:cubicBezTo>
                    <a:cubicBezTo>
                      <a:pt x="825" y="11638"/>
                      <a:pt x="248" y="10145"/>
                      <a:pt x="0" y="8750"/>
                    </a:cubicBezTo>
                    <a:cubicBezTo>
                      <a:pt x="108" y="8183"/>
                      <a:pt x="108" y="8183"/>
                      <a:pt x="250" y="7750"/>
                    </a:cubicBezTo>
                    <a:cubicBezTo>
                      <a:pt x="332" y="7953"/>
                      <a:pt x="412" y="8155"/>
                      <a:pt x="498" y="8362"/>
                    </a:cubicBezTo>
                    <a:cubicBezTo>
                      <a:pt x="608" y="8632"/>
                      <a:pt x="718" y="8903"/>
                      <a:pt x="828" y="9172"/>
                    </a:cubicBezTo>
                    <a:cubicBezTo>
                      <a:pt x="882" y="9305"/>
                      <a:pt x="935" y="9438"/>
                      <a:pt x="990" y="9572"/>
                    </a:cubicBezTo>
                    <a:cubicBezTo>
                      <a:pt x="1343" y="10435"/>
                      <a:pt x="1720" y="11233"/>
                      <a:pt x="2250" y="12000"/>
                    </a:cubicBezTo>
                    <a:cubicBezTo>
                      <a:pt x="2797" y="12078"/>
                      <a:pt x="2797" y="12078"/>
                      <a:pt x="3250" y="12000"/>
                    </a:cubicBezTo>
                    <a:cubicBezTo>
                      <a:pt x="3490" y="10907"/>
                      <a:pt x="3528" y="10160"/>
                      <a:pt x="3125" y="9118"/>
                    </a:cubicBezTo>
                    <a:cubicBezTo>
                      <a:pt x="2895" y="8442"/>
                      <a:pt x="2910" y="7963"/>
                      <a:pt x="3000" y="7250"/>
                    </a:cubicBezTo>
                    <a:cubicBezTo>
                      <a:pt x="3480" y="6285"/>
                      <a:pt x="4195" y="5843"/>
                      <a:pt x="5157" y="5422"/>
                    </a:cubicBezTo>
                    <a:cubicBezTo>
                      <a:pt x="5500" y="5250"/>
                      <a:pt x="5500" y="5250"/>
                      <a:pt x="5875" y="4828"/>
                    </a:cubicBezTo>
                    <a:cubicBezTo>
                      <a:pt x="6250" y="4500"/>
                      <a:pt x="6250" y="4500"/>
                      <a:pt x="6953" y="4375"/>
                    </a:cubicBezTo>
                    <a:cubicBezTo>
                      <a:pt x="7770" y="4433"/>
                      <a:pt x="8273" y="4730"/>
                      <a:pt x="8873" y="5275"/>
                    </a:cubicBezTo>
                    <a:cubicBezTo>
                      <a:pt x="9455" y="6010"/>
                      <a:pt x="9843" y="6828"/>
                      <a:pt x="10227" y="7680"/>
                    </a:cubicBezTo>
                    <a:cubicBezTo>
                      <a:pt x="10570" y="8433"/>
                      <a:pt x="10890" y="8928"/>
                      <a:pt x="11500" y="9500"/>
                    </a:cubicBezTo>
                    <a:cubicBezTo>
                      <a:pt x="11773" y="9885"/>
                      <a:pt x="12040" y="10275"/>
                      <a:pt x="12298" y="10672"/>
                    </a:cubicBezTo>
                    <a:cubicBezTo>
                      <a:pt x="12430" y="10875"/>
                      <a:pt x="12562" y="11075"/>
                      <a:pt x="12697" y="11285"/>
                    </a:cubicBezTo>
                    <a:cubicBezTo>
                      <a:pt x="12798" y="11438"/>
                      <a:pt x="12898" y="11593"/>
                      <a:pt x="13000" y="11750"/>
                    </a:cubicBezTo>
                    <a:cubicBezTo>
                      <a:pt x="13248" y="11668"/>
                      <a:pt x="13495" y="11585"/>
                      <a:pt x="13750" y="11500"/>
                    </a:cubicBezTo>
                    <a:cubicBezTo>
                      <a:pt x="14007" y="8865"/>
                      <a:pt x="12600" y="6922"/>
                      <a:pt x="11208" y="4823"/>
                    </a:cubicBezTo>
                    <a:cubicBezTo>
                      <a:pt x="11002" y="4502"/>
                      <a:pt x="10812" y="4177"/>
                      <a:pt x="10625" y="3847"/>
                    </a:cubicBezTo>
                    <a:cubicBezTo>
                      <a:pt x="10257" y="3260"/>
                      <a:pt x="9885" y="2855"/>
                      <a:pt x="9375" y="2390"/>
                    </a:cubicBezTo>
                    <a:cubicBezTo>
                      <a:pt x="8600" y="1645"/>
                      <a:pt x="8160" y="990"/>
                      <a:pt x="7750" y="0"/>
                    </a:cubicBezTo>
                    <a:close/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55" name="globe vector"/>
              <p:cNvSpPr/>
              <p:nvPr/>
            </p:nvSpPr>
            <p:spPr>
              <a:xfrm>
                <a:off x="642369" y="1018003"/>
                <a:ext cx="59436" cy="44988"/>
              </a:xfrm>
              <a:custGeom>
                <a:avLst/>
                <a:gdLst/>
                <a:ahLst/>
                <a:cxnLst/>
                <a:rect l="0" t="0" r="r" b="b"/>
                <a:pathLst>
                  <a:path w="6500" h="4920" fill="norm" stroke="0">
                    <a:moveTo>
                      <a:pt x="2507" y="102"/>
                    </a:moveTo>
                    <a:cubicBezTo>
                      <a:pt x="3778" y="0"/>
                      <a:pt x="3778" y="0"/>
                      <a:pt x="4357" y="442"/>
                    </a:cubicBezTo>
                    <a:cubicBezTo>
                      <a:pt x="4792" y="1007"/>
                      <a:pt x="4998" y="1440"/>
                      <a:pt x="5002" y="2160"/>
                    </a:cubicBezTo>
                    <a:cubicBezTo>
                      <a:pt x="4945" y="2590"/>
                      <a:pt x="4865" y="3000"/>
                      <a:pt x="4750" y="3420"/>
                    </a:cubicBezTo>
                    <a:cubicBezTo>
                      <a:pt x="4945" y="3410"/>
                      <a:pt x="5142" y="3400"/>
                      <a:pt x="5343" y="3387"/>
                    </a:cubicBezTo>
                    <a:cubicBezTo>
                      <a:pt x="6000" y="3420"/>
                      <a:pt x="6000" y="3420"/>
                      <a:pt x="6500" y="3920"/>
                    </a:cubicBezTo>
                    <a:cubicBezTo>
                      <a:pt x="6405" y="4450"/>
                      <a:pt x="6405" y="4450"/>
                      <a:pt x="6250" y="4920"/>
                    </a:cubicBezTo>
                    <a:cubicBezTo>
                      <a:pt x="6075" y="4902"/>
                      <a:pt x="5900" y="4885"/>
                      <a:pt x="5718" y="4865"/>
                    </a:cubicBezTo>
                    <a:cubicBezTo>
                      <a:pt x="5600" y="4852"/>
                      <a:pt x="5600" y="4852"/>
                      <a:pt x="5000" y="4795"/>
                    </a:cubicBezTo>
                    <a:cubicBezTo>
                      <a:pt x="4938" y="4787"/>
                      <a:pt x="4938" y="4787"/>
                      <a:pt x="4623" y="4757"/>
                    </a:cubicBezTo>
                    <a:cubicBezTo>
                      <a:pt x="3865" y="4688"/>
                      <a:pt x="3132" y="4670"/>
                      <a:pt x="2375" y="4700"/>
                    </a:cubicBezTo>
                    <a:cubicBezTo>
                      <a:pt x="1778" y="4705"/>
                      <a:pt x="1547" y="4697"/>
                      <a:pt x="1015" y="4405"/>
                    </a:cubicBezTo>
                    <a:cubicBezTo>
                      <a:pt x="688" y="3805"/>
                      <a:pt x="630" y="3290"/>
                      <a:pt x="562" y="2615"/>
                    </a:cubicBezTo>
                    <a:cubicBezTo>
                      <a:pt x="475" y="1992"/>
                      <a:pt x="260" y="1492"/>
                      <a:pt x="0" y="920"/>
                    </a:cubicBezTo>
                    <a:cubicBezTo>
                      <a:pt x="740" y="180"/>
                      <a:pt x="1520" y="232"/>
                      <a:pt x="2507" y="1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56" name="globe vector"/>
              <p:cNvSpPr/>
              <p:nvPr/>
            </p:nvSpPr>
            <p:spPr>
              <a:xfrm>
                <a:off x="626364" y="1303020"/>
                <a:ext cx="116586" cy="52989"/>
              </a:xfrm>
              <a:custGeom>
                <a:avLst/>
                <a:gdLst/>
                <a:ahLst/>
                <a:cxnLst/>
                <a:rect l="0" t="0" r="r" b="b"/>
                <a:pathLst>
                  <a:path w="12750" h="5795" fill="norm" stroke="0">
                    <a:moveTo>
                      <a:pt x="11000" y="0"/>
                    </a:moveTo>
                    <a:cubicBezTo>
                      <a:pt x="11993" y="440"/>
                      <a:pt x="12257" y="815"/>
                      <a:pt x="12750" y="1750"/>
                    </a:cubicBezTo>
                    <a:cubicBezTo>
                      <a:pt x="12585" y="1915"/>
                      <a:pt x="12420" y="2080"/>
                      <a:pt x="12250" y="2250"/>
                    </a:cubicBezTo>
                    <a:cubicBezTo>
                      <a:pt x="12085" y="2002"/>
                      <a:pt x="11920" y="1755"/>
                      <a:pt x="11750" y="1500"/>
                    </a:cubicBezTo>
                    <a:cubicBezTo>
                      <a:pt x="11188" y="1548"/>
                      <a:pt x="11188" y="1548"/>
                      <a:pt x="10500" y="1750"/>
                    </a:cubicBezTo>
                    <a:cubicBezTo>
                      <a:pt x="10273" y="2028"/>
                      <a:pt x="10273" y="2028"/>
                      <a:pt x="10062" y="2360"/>
                    </a:cubicBezTo>
                    <a:cubicBezTo>
                      <a:pt x="9450" y="3167"/>
                      <a:pt x="8778" y="3287"/>
                      <a:pt x="7812" y="3452"/>
                    </a:cubicBezTo>
                    <a:cubicBezTo>
                      <a:pt x="7662" y="3483"/>
                      <a:pt x="7513" y="3512"/>
                      <a:pt x="7358" y="3545"/>
                    </a:cubicBezTo>
                    <a:cubicBezTo>
                      <a:pt x="6987" y="3618"/>
                      <a:pt x="6620" y="3685"/>
                      <a:pt x="6250" y="3750"/>
                    </a:cubicBezTo>
                    <a:cubicBezTo>
                      <a:pt x="6415" y="4162"/>
                      <a:pt x="6580" y="4575"/>
                      <a:pt x="6750" y="5000"/>
                    </a:cubicBezTo>
                    <a:cubicBezTo>
                      <a:pt x="6255" y="5000"/>
                      <a:pt x="5760" y="5000"/>
                      <a:pt x="5250" y="5000"/>
                    </a:cubicBezTo>
                    <a:cubicBezTo>
                      <a:pt x="5168" y="4835"/>
                      <a:pt x="5085" y="4670"/>
                      <a:pt x="5000" y="4500"/>
                    </a:cubicBezTo>
                    <a:cubicBezTo>
                      <a:pt x="5082" y="4252"/>
                      <a:pt x="5165" y="4005"/>
                      <a:pt x="5250" y="3750"/>
                    </a:cubicBezTo>
                    <a:cubicBezTo>
                      <a:pt x="4507" y="3750"/>
                      <a:pt x="3765" y="3750"/>
                      <a:pt x="3000" y="3750"/>
                    </a:cubicBezTo>
                    <a:cubicBezTo>
                      <a:pt x="2938" y="3988"/>
                      <a:pt x="2875" y="4225"/>
                      <a:pt x="2812" y="4470"/>
                    </a:cubicBezTo>
                    <a:cubicBezTo>
                      <a:pt x="2620" y="5032"/>
                      <a:pt x="2543" y="5215"/>
                      <a:pt x="2062" y="5595"/>
                    </a:cubicBezTo>
                    <a:cubicBezTo>
                      <a:pt x="1343" y="5795"/>
                      <a:pt x="745" y="5785"/>
                      <a:pt x="0" y="5750"/>
                    </a:cubicBezTo>
                    <a:cubicBezTo>
                      <a:pt x="500" y="5500"/>
                      <a:pt x="1000" y="5250"/>
                      <a:pt x="1500" y="5000"/>
                    </a:cubicBezTo>
                    <a:cubicBezTo>
                      <a:pt x="1477" y="4635"/>
                      <a:pt x="1450" y="4270"/>
                      <a:pt x="1422" y="3905"/>
                    </a:cubicBezTo>
                    <a:cubicBezTo>
                      <a:pt x="1415" y="3805"/>
                      <a:pt x="1415" y="3805"/>
                      <a:pt x="1377" y="3290"/>
                    </a:cubicBezTo>
                    <a:cubicBezTo>
                      <a:pt x="1250" y="2750"/>
                      <a:pt x="1250" y="2750"/>
                      <a:pt x="865" y="2460"/>
                    </a:cubicBezTo>
                    <a:cubicBezTo>
                      <a:pt x="745" y="2390"/>
                      <a:pt x="625" y="2320"/>
                      <a:pt x="500" y="2250"/>
                    </a:cubicBezTo>
                    <a:cubicBezTo>
                      <a:pt x="500" y="2085"/>
                      <a:pt x="500" y="1920"/>
                      <a:pt x="500" y="1750"/>
                    </a:cubicBezTo>
                    <a:cubicBezTo>
                      <a:pt x="1625" y="1692"/>
                      <a:pt x="2648" y="1757"/>
                      <a:pt x="3750" y="2000"/>
                    </a:cubicBezTo>
                    <a:cubicBezTo>
                      <a:pt x="5668" y="2407"/>
                      <a:pt x="7230" y="2430"/>
                      <a:pt x="9000" y="1500"/>
                    </a:cubicBezTo>
                    <a:cubicBezTo>
                      <a:pt x="9695" y="1032"/>
                      <a:pt x="10352" y="532"/>
                      <a:pt x="11000" y="0"/>
                    </a:cubicBezTo>
                    <a:close/>
                  </a:path>
                </a:pathLst>
              </a:custGeom>
              <a:solidFill>
                <a:srgbClr val="EEE7DC"/>
              </a:solidFill>
              <a:ln w="0">
                <a:noFill/>
              </a:ln>
            </p:spPr>
          </p:sp>
          <p:sp>
            <p:nvSpPr>
              <p:cNvPr id="57" name="globe vector"/>
              <p:cNvSpPr/>
              <p:nvPr/>
            </p:nvSpPr>
            <p:spPr>
              <a:xfrm>
                <a:off x="358902" y="1243584"/>
                <a:ext cx="52578" cy="68580"/>
              </a:xfrm>
              <a:custGeom>
                <a:avLst/>
                <a:gdLst/>
                <a:ahLst/>
                <a:cxnLst/>
                <a:rect l="0" t="0" r="r" b="b"/>
                <a:pathLst>
                  <a:path w="5750" h="7500" fill="norm" stroke="0">
                    <a:moveTo>
                      <a:pt x="1250" y="0"/>
                    </a:moveTo>
                    <a:cubicBezTo>
                      <a:pt x="1850" y="72"/>
                      <a:pt x="2157" y="132"/>
                      <a:pt x="2543" y="613"/>
                    </a:cubicBezTo>
                    <a:cubicBezTo>
                      <a:pt x="2625" y="762"/>
                      <a:pt x="2710" y="910"/>
                      <a:pt x="2797" y="1062"/>
                    </a:cubicBezTo>
                    <a:cubicBezTo>
                      <a:pt x="3538" y="2192"/>
                      <a:pt x="4553" y="2683"/>
                      <a:pt x="5750" y="3250"/>
                    </a:cubicBezTo>
                    <a:cubicBezTo>
                      <a:pt x="5562" y="4410"/>
                      <a:pt x="5562" y="4410"/>
                      <a:pt x="5237" y="4880"/>
                    </a:cubicBezTo>
                    <a:cubicBezTo>
                      <a:pt x="4903" y="5403"/>
                      <a:pt x="4950" y="5810"/>
                      <a:pt x="4970" y="6423"/>
                    </a:cubicBezTo>
                    <a:cubicBezTo>
                      <a:pt x="4970" y="6523"/>
                      <a:pt x="4970" y="6523"/>
                      <a:pt x="4983" y="7035"/>
                    </a:cubicBezTo>
                    <a:cubicBezTo>
                      <a:pt x="4987" y="7188"/>
                      <a:pt x="4995" y="7343"/>
                      <a:pt x="5000" y="7500"/>
                    </a:cubicBezTo>
                    <a:cubicBezTo>
                      <a:pt x="4157" y="6820"/>
                      <a:pt x="3360" y="6125"/>
                      <a:pt x="2608" y="5347"/>
                    </a:cubicBezTo>
                    <a:cubicBezTo>
                      <a:pt x="1995" y="4752"/>
                      <a:pt x="1328" y="4225"/>
                      <a:pt x="668" y="3688"/>
                    </a:cubicBezTo>
                    <a:cubicBezTo>
                      <a:pt x="192" y="3190"/>
                      <a:pt x="50" y="2935"/>
                      <a:pt x="0" y="2250"/>
                    </a:cubicBezTo>
                    <a:cubicBezTo>
                      <a:pt x="185" y="1722"/>
                      <a:pt x="185" y="1722"/>
                      <a:pt x="470" y="1202"/>
                    </a:cubicBezTo>
                    <a:cubicBezTo>
                      <a:pt x="515" y="1118"/>
                      <a:pt x="515" y="1118"/>
                      <a:pt x="748" y="678"/>
                    </a:cubicBezTo>
                    <a:cubicBezTo>
                      <a:pt x="1000" y="250"/>
                      <a:pt x="1000" y="250"/>
                      <a:pt x="1250" y="0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58" name="globe vector"/>
              <p:cNvSpPr/>
              <p:nvPr/>
            </p:nvSpPr>
            <p:spPr>
              <a:xfrm>
                <a:off x="356342" y="957834"/>
                <a:ext cx="52852" cy="73152"/>
              </a:xfrm>
              <a:custGeom>
                <a:avLst/>
                <a:gdLst/>
                <a:ahLst/>
                <a:cxnLst/>
                <a:rect l="0" t="0" r="r" b="b"/>
                <a:pathLst>
                  <a:path w="5780" h="8000" fill="norm" stroke="0">
                    <a:moveTo>
                      <a:pt x="5030" y="0"/>
                    </a:moveTo>
                    <a:cubicBezTo>
                      <a:pt x="5278" y="82"/>
                      <a:pt x="5525" y="165"/>
                      <a:pt x="5780" y="250"/>
                    </a:cubicBezTo>
                    <a:cubicBezTo>
                      <a:pt x="5413" y="4350"/>
                      <a:pt x="5413" y="4350"/>
                      <a:pt x="4737" y="5058"/>
                    </a:cubicBezTo>
                    <a:cubicBezTo>
                      <a:pt x="4248" y="5365"/>
                      <a:pt x="3858" y="5500"/>
                      <a:pt x="3280" y="5500"/>
                    </a:cubicBezTo>
                    <a:cubicBezTo>
                      <a:pt x="3235" y="5660"/>
                      <a:pt x="3190" y="5820"/>
                      <a:pt x="3142" y="5983"/>
                    </a:cubicBezTo>
                    <a:cubicBezTo>
                      <a:pt x="3110" y="6088"/>
                      <a:pt x="3110" y="6088"/>
                      <a:pt x="2953" y="6610"/>
                    </a:cubicBezTo>
                    <a:cubicBezTo>
                      <a:pt x="2890" y="6815"/>
                      <a:pt x="2830" y="7020"/>
                      <a:pt x="2767" y="7233"/>
                    </a:cubicBezTo>
                    <a:cubicBezTo>
                      <a:pt x="2530" y="7750"/>
                      <a:pt x="2530" y="7750"/>
                      <a:pt x="2127" y="7947"/>
                    </a:cubicBezTo>
                    <a:cubicBezTo>
                      <a:pt x="2013" y="7965"/>
                      <a:pt x="1898" y="7983"/>
                      <a:pt x="1780" y="8000"/>
                    </a:cubicBezTo>
                    <a:cubicBezTo>
                      <a:pt x="1695" y="7843"/>
                      <a:pt x="1610" y="7688"/>
                      <a:pt x="1525" y="7525"/>
                    </a:cubicBezTo>
                    <a:cubicBezTo>
                      <a:pt x="1468" y="7422"/>
                      <a:pt x="1468" y="7422"/>
                      <a:pt x="1185" y="6905"/>
                    </a:cubicBezTo>
                    <a:cubicBezTo>
                      <a:pt x="1075" y="6703"/>
                      <a:pt x="965" y="6500"/>
                      <a:pt x="852" y="6290"/>
                    </a:cubicBezTo>
                    <a:cubicBezTo>
                      <a:pt x="530" y="5750"/>
                      <a:pt x="530" y="5750"/>
                      <a:pt x="30" y="5250"/>
                    </a:cubicBezTo>
                    <a:cubicBezTo>
                      <a:pt x="0" y="4720"/>
                      <a:pt x="0" y="4720"/>
                      <a:pt x="30" y="4250"/>
                    </a:cubicBezTo>
                    <a:cubicBezTo>
                      <a:pt x="245" y="4155"/>
                      <a:pt x="460" y="4060"/>
                      <a:pt x="683" y="3960"/>
                    </a:cubicBezTo>
                    <a:cubicBezTo>
                      <a:pt x="1623" y="3490"/>
                      <a:pt x="2335" y="2843"/>
                      <a:pt x="3093" y="2125"/>
                    </a:cubicBezTo>
                    <a:cubicBezTo>
                      <a:pt x="3225" y="2002"/>
                      <a:pt x="3358" y="1882"/>
                      <a:pt x="3492" y="1757"/>
                    </a:cubicBezTo>
                    <a:cubicBezTo>
                      <a:pt x="4088" y="1203"/>
                      <a:pt x="4597" y="692"/>
                      <a:pt x="5030" y="0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59" name="globe vector"/>
              <p:cNvSpPr/>
              <p:nvPr/>
            </p:nvSpPr>
            <p:spPr>
              <a:xfrm>
                <a:off x="266502" y="1147572"/>
                <a:ext cx="92652" cy="125730"/>
              </a:xfrm>
              <a:custGeom>
                <a:avLst/>
                <a:gdLst/>
                <a:ahLst/>
                <a:cxnLst/>
                <a:rect l="0" t="0" r="r" b="b"/>
                <a:pathLst>
                  <a:path w="10133" h="13750" fill="norm" stroke="0">
                    <a:moveTo>
                      <a:pt x="1105" y="0"/>
                    </a:moveTo>
                    <a:cubicBezTo>
                      <a:pt x="1210" y="17"/>
                      <a:pt x="1312" y="35"/>
                      <a:pt x="1420" y="55"/>
                    </a:cubicBezTo>
                    <a:cubicBezTo>
                      <a:pt x="2275" y="183"/>
                      <a:pt x="3107" y="257"/>
                      <a:pt x="3972" y="240"/>
                    </a:cubicBezTo>
                    <a:cubicBezTo>
                      <a:pt x="4125" y="237"/>
                      <a:pt x="4280" y="235"/>
                      <a:pt x="4437" y="230"/>
                    </a:cubicBezTo>
                    <a:cubicBezTo>
                      <a:pt x="4743" y="222"/>
                      <a:pt x="5047" y="213"/>
                      <a:pt x="5353" y="198"/>
                    </a:cubicBezTo>
                    <a:cubicBezTo>
                      <a:pt x="6418" y="170"/>
                      <a:pt x="7030" y="300"/>
                      <a:pt x="7855" y="1000"/>
                    </a:cubicBezTo>
                    <a:cubicBezTo>
                      <a:pt x="8410" y="1993"/>
                      <a:pt x="8460" y="3173"/>
                      <a:pt x="8575" y="4280"/>
                    </a:cubicBezTo>
                    <a:cubicBezTo>
                      <a:pt x="8717" y="5540"/>
                      <a:pt x="8950" y="6685"/>
                      <a:pt x="9385" y="7875"/>
                    </a:cubicBezTo>
                    <a:cubicBezTo>
                      <a:pt x="9890" y="9267"/>
                      <a:pt x="10133" y="10282"/>
                      <a:pt x="9590" y="11688"/>
                    </a:cubicBezTo>
                    <a:cubicBezTo>
                      <a:pt x="9033" y="12335"/>
                      <a:pt x="8588" y="12535"/>
                      <a:pt x="7802" y="12827"/>
                    </a:cubicBezTo>
                    <a:cubicBezTo>
                      <a:pt x="7185" y="13065"/>
                      <a:pt x="6663" y="13395"/>
                      <a:pt x="6105" y="13750"/>
                    </a:cubicBezTo>
                    <a:cubicBezTo>
                      <a:pt x="3933" y="12765"/>
                      <a:pt x="2990" y="10338"/>
                      <a:pt x="2152" y="8245"/>
                    </a:cubicBezTo>
                    <a:cubicBezTo>
                      <a:pt x="0" y="2475"/>
                      <a:pt x="0" y="2475"/>
                      <a:pt x="855" y="390"/>
                    </a:cubicBezTo>
                    <a:cubicBezTo>
                      <a:pt x="938" y="263"/>
                      <a:pt x="1020" y="132"/>
                      <a:pt x="1105" y="0"/>
                    </a:cubicBezTo>
                    <a:close/>
                    <a:moveTo>
                      <a:pt x="1105" y="1250"/>
                    </a:moveTo>
                    <a:cubicBezTo>
                      <a:pt x="812" y="2665"/>
                      <a:pt x="1343" y="4170"/>
                      <a:pt x="1730" y="5515"/>
                    </a:cubicBezTo>
                    <a:cubicBezTo>
                      <a:pt x="1795" y="5745"/>
                      <a:pt x="1863" y="5977"/>
                      <a:pt x="1930" y="6215"/>
                    </a:cubicBezTo>
                    <a:cubicBezTo>
                      <a:pt x="2365" y="7645"/>
                      <a:pt x="2878" y="8968"/>
                      <a:pt x="3620" y="10265"/>
                    </a:cubicBezTo>
                    <a:cubicBezTo>
                      <a:pt x="3700" y="10403"/>
                      <a:pt x="3778" y="10543"/>
                      <a:pt x="3860" y="10685"/>
                    </a:cubicBezTo>
                    <a:cubicBezTo>
                      <a:pt x="4372" y="11517"/>
                      <a:pt x="4955" y="12312"/>
                      <a:pt x="5855" y="12750"/>
                    </a:cubicBezTo>
                    <a:cubicBezTo>
                      <a:pt x="7145" y="12692"/>
                      <a:pt x="8338" y="12017"/>
                      <a:pt x="9355" y="11250"/>
                    </a:cubicBezTo>
                    <a:cubicBezTo>
                      <a:pt x="9722" y="10725"/>
                      <a:pt x="9710" y="10370"/>
                      <a:pt x="9605" y="9750"/>
                    </a:cubicBezTo>
                    <a:cubicBezTo>
                      <a:pt x="9452" y="9407"/>
                      <a:pt x="9292" y="9070"/>
                      <a:pt x="9125" y="8735"/>
                    </a:cubicBezTo>
                    <a:cubicBezTo>
                      <a:pt x="8552" y="7485"/>
                      <a:pt x="8368" y="6295"/>
                      <a:pt x="8215" y="4938"/>
                    </a:cubicBezTo>
                    <a:cubicBezTo>
                      <a:pt x="7880" y="2025"/>
                      <a:pt x="7880" y="2025"/>
                      <a:pt x="6855" y="1000"/>
                    </a:cubicBezTo>
                    <a:cubicBezTo>
                      <a:pt x="5990" y="898"/>
                      <a:pt x="5118" y="870"/>
                      <a:pt x="4245" y="828"/>
                    </a:cubicBezTo>
                    <a:cubicBezTo>
                      <a:pt x="4000" y="812"/>
                      <a:pt x="3755" y="797"/>
                      <a:pt x="3503" y="782"/>
                    </a:cubicBezTo>
                    <a:cubicBezTo>
                      <a:pt x="3270" y="770"/>
                      <a:pt x="3035" y="760"/>
                      <a:pt x="2793" y="748"/>
                    </a:cubicBezTo>
                    <a:cubicBezTo>
                      <a:pt x="2685" y="743"/>
                      <a:pt x="2685" y="743"/>
                      <a:pt x="2140" y="713"/>
                    </a:cubicBezTo>
                    <a:cubicBezTo>
                      <a:pt x="1605" y="750"/>
                      <a:pt x="1605" y="750"/>
                      <a:pt x="1105" y="1250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60" name="globe vector"/>
              <p:cNvSpPr/>
              <p:nvPr/>
            </p:nvSpPr>
            <p:spPr>
              <a:xfrm>
                <a:off x="367675" y="1144384"/>
                <a:ext cx="119924" cy="121227"/>
              </a:xfrm>
              <a:custGeom>
                <a:avLst/>
                <a:gdLst/>
                <a:ahLst/>
                <a:cxnLst/>
                <a:rect l="0" t="0" r="r" b="b"/>
                <a:pathLst>
                  <a:path w="13115" h="13257" fill="norm" stroke="0">
                    <a:moveTo>
                      <a:pt x="2705" y="30"/>
                    </a:moveTo>
                    <a:cubicBezTo>
                      <a:pt x="2795" y="30"/>
                      <a:pt x="2795" y="30"/>
                      <a:pt x="3255" y="23"/>
                    </a:cubicBezTo>
                    <a:cubicBezTo>
                      <a:pt x="3350" y="23"/>
                      <a:pt x="3350" y="23"/>
                      <a:pt x="3843" y="23"/>
                    </a:cubicBezTo>
                    <a:cubicBezTo>
                      <a:pt x="4045" y="23"/>
                      <a:pt x="4245" y="23"/>
                      <a:pt x="4453" y="20"/>
                    </a:cubicBezTo>
                    <a:cubicBezTo>
                      <a:pt x="4880" y="20"/>
                      <a:pt x="5305" y="17"/>
                      <a:pt x="5730" y="20"/>
                    </a:cubicBezTo>
                    <a:cubicBezTo>
                      <a:pt x="6380" y="20"/>
                      <a:pt x="7030" y="15"/>
                      <a:pt x="7680" y="7"/>
                    </a:cubicBezTo>
                    <a:cubicBezTo>
                      <a:pt x="8093" y="7"/>
                      <a:pt x="8508" y="7"/>
                      <a:pt x="8922" y="7"/>
                    </a:cubicBezTo>
                    <a:cubicBezTo>
                      <a:pt x="9115" y="5"/>
                      <a:pt x="9307" y="2"/>
                      <a:pt x="9508" y="0"/>
                    </a:cubicBezTo>
                    <a:cubicBezTo>
                      <a:pt x="10665" y="10"/>
                      <a:pt x="11370" y="125"/>
                      <a:pt x="12290" y="847"/>
                    </a:cubicBezTo>
                    <a:cubicBezTo>
                      <a:pt x="13115" y="2500"/>
                      <a:pt x="12837" y="4845"/>
                      <a:pt x="12837" y="6662"/>
                    </a:cubicBezTo>
                    <a:cubicBezTo>
                      <a:pt x="12837" y="7130"/>
                      <a:pt x="12843" y="7597"/>
                      <a:pt x="12847" y="8067"/>
                    </a:cubicBezTo>
                    <a:cubicBezTo>
                      <a:pt x="12860" y="10940"/>
                      <a:pt x="12860" y="10940"/>
                      <a:pt x="12290" y="12347"/>
                    </a:cubicBezTo>
                    <a:cubicBezTo>
                      <a:pt x="11508" y="13107"/>
                      <a:pt x="10898" y="13143"/>
                      <a:pt x="9822" y="13160"/>
                    </a:cubicBezTo>
                    <a:cubicBezTo>
                      <a:pt x="9045" y="13140"/>
                      <a:pt x="8292" y="13078"/>
                      <a:pt x="7525" y="12958"/>
                    </a:cubicBezTo>
                    <a:cubicBezTo>
                      <a:pt x="7282" y="12922"/>
                      <a:pt x="7040" y="12885"/>
                      <a:pt x="6790" y="12847"/>
                    </a:cubicBezTo>
                    <a:cubicBezTo>
                      <a:pt x="6707" y="12930"/>
                      <a:pt x="6625" y="13013"/>
                      <a:pt x="6540" y="13097"/>
                    </a:cubicBezTo>
                    <a:cubicBezTo>
                      <a:pt x="5108" y="13257"/>
                      <a:pt x="3748" y="13190"/>
                      <a:pt x="2540" y="12347"/>
                    </a:cubicBezTo>
                    <a:cubicBezTo>
                      <a:pt x="1632" y="11190"/>
                      <a:pt x="1290" y="9857"/>
                      <a:pt x="992" y="8442"/>
                    </a:cubicBezTo>
                    <a:cubicBezTo>
                      <a:pt x="953" y="8257"/>
                      <a:pt x="912" y="8073"/>
                      <a:pt x="870" y="7885"/>
                    </a:cubicBezTo>
                    <a:cubicBezTo>
                      <a:pt x="755" y="7373"/>
                      <a:pt x="647" y="6860"/>
                      <a:pt x="540" y="6347"/>
                    </a:cubicBezTo>
                    <a:cubicBezTo>
                      <a:pt x="492" y="6130"/>
                      <a:pt x="442" y="5910"/>
                      <a:pt x="390" y="5685"/>
                    </a:cubicBezTo>
                    <a:cubicBezTo>
                      <a:pt x="152" y="4287"/>
                      <a:pt x="0" y="2502"/>
                      <a:pt x="617" y="1192"/>
                    </a:cubicBezTo>
                    <a:cubicBezTo>
                      <a:pt x="1222" y="343"/>
                      <a:pt x="1660" y="37"/>
                      <a:pt x="2705" y="30"/>
                    </a:cubicBezTo>
                    <a:close/>
                    <a:moveTo>
                      <a:pt x="1290" y="1097"/>
                    </a:moveTo>
                    <a:cubicBezTo>
                      <a:pt x="980" y="1470"/>
                      <a:pt x="980" y="1470"/>
                      <a:pt x="822" y="1895"/>
                    </a:cubicBezTo>
                    <a:cubicBezTo>
                      <a:pt x="765" y="2032"/>
                      <a:pt x="710" y="2170"/>
                      <a:pt x="652" y="2312"/>
                    </a:cubicBezTo>
                    <a:cubicBezTo>
                      <a:pt x="295" y="4030"/>
                      <a:pt x="712" y="5650"/>
                      <a:pt x="1112" y="7317"/>
                    </a:cubicBezTo>
                    <a:cubicBezTo>
                      <a:pt x="1212" y="7737"/>
                      <a:pt x="1305" y="8160"/>
                      <a:pt x="1397" y="8580"/>
                    </a:cubicBezTo>
                    <a:cubicBezTo>
                      <a:pt x="1735" y="10050"/>
                      <a:pt x="2082" y="11345"/>
                      <a:pt x="3290" y="12347"/>
                    </a:cubicBezTo>
                    <a:cubicBezTo>
                      <a:pt x="4392" y="12900"/>
                      <a:pt x="5975" y="12685"/>
                      <a:pt x="7165" y="12458"/>
                    </a:cubicBezTo>
                    <a:cubicBezTo>
                      <a:pt x="7790" y="12347"/>
                      <a:pt x="7790" y="12347"/>
                      <a:pt x="8290" y="12597"/>
                    </a:cubicBezTo>
                    <a:cubicBezTo>
                      <a:pt x="8785" y="12643"/>
                      <a:pt x="9265" y="12667"/>
                      <a:pt x="9760" y="12678"/>
                    </a:cubicBezTo>
                    <a:cubicBezTo>
                      <a:pt x="9892" y="12685"/>
                      <a:pt x="10025" y="12692"/>
                      <a:pt x="10160" y="12700"/>
                    </a:cubicBezTo>
                    <a:cubicBezTo>
                      <a:pt x="10877" y="12710"/>
                      <a:pt x="11267" y="12612"/>
                      <a:pt x="11870" y="12220"/>
                    </a:cubicBezTo>
                    <a:cubicBezTo>
                      <a:pt x="12902" y="10698"/>
                      <a:pt x="12578" y="8507"/>
                      <a:pt x="12572" y="6740"/>
                    </a:cubicBezTo>
                    <a:cubicBezTo>
                      <a:pt x="12572" y="6493"/>
                      <a:pt x="12575" y="6248"/>
                      <a:pt x="12575" y="5993"/>
                    </a:cubicBezTo>
                    <a:cubicBezTo>
                      <a:pt x="12570" y="1668"/>
                      <a:pt x="12570" y="1668"/>
                      <a:pt x="11790" y="847"/>
                    </a:cubicBezTo>
                    <a:cubicBezTo>
                      <a:pt x="10105" y="405"/>
                      <a:pt x="8150" y="553"/>
                      <a:pt x="6407" y="553"/>
                    </a:cubicBezTo>
                    <a:cubicBezTo>
                      <a:pt x="5975" y="553"/>
                      <a:pt x="5542" y="547"/>
                      <a:pt x="5110" y="543"/>
                    </a:cubicBezTo>
                    <a:cubicBezTo>
                      <a:pt x="4830" y="543"/>
                      <a:pt x="4550" y="543"/>
                      <a:pt x="4270" y="540"/>
                    </a:cubicBezTo>
                    <a:cubicBezTo>
                      <a:pt x="4145" y="540"/>
                      <a:pt x="4017" y="537"/>
                      <a:pt x="3888" y="535"/>
                    </a:cubicBezTo>
                    <a:cubicBezTo>
                      <a:pt x="2922" y="543"/>
                      <a:pt x="2177" y="745"/>
                      <a:pt x="1290" y="1098"/>
                    </a:cubicBezTo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61" name="globe vector"/>
              <p:cNvSpPr/>
              <p:nvPr/>
            </p:nvSpPr>
            <p:spPr>
              <a:xfrm>
                <a:off x="266776" y="996696"/>
                <a:ext cx="90274" cy="130302"/>
              </a:xfrm>
              <a:custGeom>
                <a:avLst/>
                <a:gdLst/>
                <a:ahLst/>
                <a:cxnLst/>
                <a:rect l="0" t="0" r="r" b="b"/>
                <a:pathLst>
                  <a:path w="9872" h="14250" fill="norm" stroke="0">
                    <a:moveTo>
                      <a:pt x="5825" y="0"/>
                    </a:moveTo>
                    <a:cubicBezTo>
                      <a:pt x="6668" y="90"/>
                      <a:pt x="7130" y="460"/>
                      <a:pt x="7750" y="990"/>
                    </a:cubicBezTo>
                    <a:cubicBezTo>
                      <a:pt x="8070" y="1245"/>
                      <a:pt x="8390" y="1442"/>
                      <a:pt x="8747" y="1640"/>
                    </a:cubicBezTo>
                    <a:cubicBezTo>
                      <a:pt x="9320" y="1998"/>
                      <a:pt x="9528" y="2162"/>
                      <a:pt x="9825" y="2750"/>
                    </a:cubicBezTo>
                    <a:cubicBezTo>
                      <a:pt x="9872" y="3877"/>
                      <a:pt x="9615" y="4953"/>
                      <a:pt x="9215" y="6000"/>
                    </a:cubicBezTo>
                    <a:cubicBezTo>
                      <a:pt x="8743" y="7297"/>
                      <a:pt x="8633" y="8625"/>
                      <a:pt x="8508" y="9993"/>
                    </a:cubicBezTo>
                    <a:cubicBezTo>
                      <a:pt x="8390" y="11215"/>
                      <a:pt x="8280" y="12252"/>
                      <a:pt x="7420" y="13195"/>
                    </a:cubicBezTo>
                    <a:cubicBezTo>
                      <a:pt x="6560" y="13635"/>
                      <a:pt x="5762" y="13623"/>
                      <a:pt x="4810" y="13640"/>
                    </a:cubicBezTo>
                    <a:cubicBezTo>
                      <a:pt x="4452" y="13650"/>
                      <a:pt x="4095" y="13660"/>
                      <a:pt x="3738" y="13672"/>
                    </a:cubicBezTo>
                    <a:cubicBezTo>
                      <a:pt x="3580" y="13675"/>
                      <a:pt x="3422" y="13680"/>
                      <a:pt x="3262" y="13683"/>
                    </a:cubicBezTo>
                    <a:cubicBezTo>
                      <a:pt x="2755" y="13760"/>
                      <a:pt x="2497" y="13968"/>
                      <a:pt x="2075" y="14250"/>
                    </a:cubicBezTo>
                    <a:cubicBezTo>
                      <a:pt x="1420" y="14188"/>
                      <a:pt x="1420" y="14188"/>
                      <a:pt x="825" y="14000"/>
                    </a:cubicBezTo>
                    <a:cubicBezTo>
                      <a:pt x="0" y="12352"/>
                      <a:pt x="860" y="9127"/>
                      <a:pt x="1415" y="7435"/>
                    </a:cubicBezTo>
                    <a:cubicBezTo>
                      <a:pt x="3272" y="2428"/>
                      <a:pt x="3272" y="2428"/>
                      <a:pt x="4980" y="812"/>
                    </a:cubicBezTo>
                    <a:cubicBezTo>
                      <a:pt x="5088" y="710"/>
                      <a:pt x="5195" y="610"/>
                      <a:pt x="5302" y="505"/>
                    </a:cubicBezTo>
                    <a:cubicBezTo>
                      <a:pt x="5393" y="420"/>
                      <a:pt x="5482" y="338"/>
                      <a:pt x="5575" y="250"/>
                    </a:cubicBezTo>
                    <a:cubicBezTo>
                      <a:pt x="5657" y="168"/>
                      <a:pt x="5740" y="85"/>
                      <a:pt x="5825" y="0"/>
                    </a:cubicBezTo>
                    <a:close/>
                    <a:moveTo>
                      <a:pt x="4500" y="2015"/>
                    </a:moveTo>
                    <a:cubicBezTo>
                      <a:pt x="3820" y="2790"/>
                      <a:pt x="3540" y="3648"/>
                      <a:pt x="3215" y="4612"/>
                    </a:cubicBezTo>
                    <a:cubicBezTo>
                      <a:pt x="3058" y="5050"/>
                      <a:pt x="2880" y="5477"/>
                      <a:pt x="2700" y="5907"/>
                    </a:cubicBezTo>
                    <a:cubicBezTo>
                      <a:pt x="1710" y="8260"/>
                      <a:pt x="962" y="10407"/>
                      <a:pt x="1075" y="13000"/>
                    </a:cubicBezTo>
                    <a:cubicBezTo>
                      <a:pt x="2235" y="13237"/>
                      <a:pt x="3287" y="13265"/>
                      <a:pt x="4465" y="13188"/>
                    </a:cubicBezTo>
                    <a:cubicBezTo>
                      <a:pt x="4628" y="13180"/>
                      <a:pt x="4790" y="13175"/>
                      <a:pt x="4955" y="13168"/>
                    </a:cubicBezTo>
                    <a:cubicBezTo>
                      <a:pt x="6030" y="13100"/>
                      <a:pt x="6753" y="12970"/>
                      <a:pt x="7575" y="12250"/>
                    </a:cubicBezTo>
                    <a:cubicBezTo>
                      <a:pt x="8332" y="10750"/>
                      <a:pt x="8325" y="8780"/>
                      <a:pt x="8517" y="7140"/>
                    </a:cubicBezTo>
                    <a:cubicBezTo>
                      <a:pt x="8680" y="5892"/>
                      <a:pt x="8860" y="5035"/>
                      <a:pt x="9575" y="4000"/>
                    </a:cubicBezTo>
                    <a:cubicBezTo>
                      <a:pt x="9542" y="3293"/>
                      <a:pt x="9465" y="2910"/>
                      <a:pt x="9000" y="2373"/>
                    </a:cubicBezTo>
                    <a:cubicBezTo>
                      <a:pt x="8545" y="1975"/>
                      <a:pt x="8115" y="1720"/>
                      <a:pt x="7575" y="1453"/>
                    </a:cubicBezTo>
                    <a:cubicBezTo>
                      <a:pt x="7490" y="1410"/>
                      <a:pt x="7490" y="1410"/>
                      <a:pt x="7060" y="1192"/>
                    </a:cubicBezTo>
                    <a:cubicBezTo>
                      <a:pt x="5885" y="725"/>
                      <a:pt x="5345" y="1252"/>
                      <a:pt x="4500" y="2015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62" name="globe vector"/>
              <p:cNvSpPr/>
              <p:nvPr/>
            </p:nvSpPr>
            <p:spPr>
              <a:xfrm>
                <a:off x="368556" y="1004973"/>
                <a:ext cx="114894" cy="123375"/>
              </a:xfrm>
              <a:custGeom>
                <a:avLst/>
                <a:gdLst/>
                <a:ahLst/>
                <a:cxnLst/>
                <a:rect l="0" t="0" r="r" b="b"/>
                <a:pathLst>
                  <a:path w="12565" h="13492" fill="norm" stroke="0">
                    <a:moveTo>
                      <a:pt x="5285" y="108"/>
                    </a:moveTo>
                    <a:cubicBezTo>
                      <a:pt x="5442" y="112"/>
                      <a:pt x="5600" y="118"/>
                      <a:pt x="5762" y="123"/>
                    </a:cubicBezTo>
                    <a:cubicBezTo>
                      <a:pt x="6095" y="133"/>
                      <a:pt x="6427" y="142"/>
                      <a:pt x="6760" y="155"/>
                    </a:cubicBezTo>
                    <a:cubicBezTo>
                      <a:pt x="7267" y="172"/>
                      <a:pt x="7775" y="188"/>
                      <a:pt x="8282" y="200"/>
                    </a:cubicBezTo>
                    <a:cubicBezTo>
                      <a:pt x="8605" y="210"/>
                      <a:pt x="8930" y="222"/>
                      <a:pt x="9255" y="233"/>
                    </a:cubicBezTo>
                    <a:cubicBezTo>
                      <a:pt x="9405" y="235"/>
                      <a:pt x="9555" y="240"/>
                      <a:pt x="9710" y="243"/>
                    </a:cubicBezTo>
                    <a:cubicBezTo>
                      <a:pt x="10625" y="280"/>
                      <a:pt x="11372" y="400"/>
                      <a:pt x="12195" y="845"/>
                    </a:cubicBezTo>
                    <a:cubicBezTo>
                      <a:pt x="12472" y="1430"/>
                      <a:pt x="12480" y="1987"/>
                      <a:pt x="12487" y="2627"/>
                    </a:cubicBezTo>
                    <a:cubicBezTo>
                      <a:pt x="12490" y="2733"/>
                      <a:pt x="12490" y="2733"/>
                      <a:pt x="12497" y="3255"/>
                    </a:cubicBezTo>
                    <a:cubicBezTo>
                      <a:pt x="12500" y="3478"/>
                      <a:pt x="12502" y="3700"/>
                      <a:pt x="12505" y="3930"/>
                    </a:cubicBezTo>
                    <a:cubicBezTo>
                      <a:pt x="12505" y="4160"/>
                      <a:pt x="12507" y="4390"/>
                      <a:pt x="12510" y="4625"/>
                    </a:cubicBezTo>
                    <a:cubicBezTo>
                      <a:pt x="12512" y="5110"/>
                      <a:pt x="12515" y="5598"/>
                      <a:pt x="12517" y="6082"/>
                    </a:cubicBezTo>
                    <a:cubicBezTo>
                      <a:pt x="12522" y="6825"/>
                      <a:pt x="12532" y="7568"/>
                      <a:pt x="12545" y="8310"/>
                    </a:cubicBezTo>
                    <a:cubicBezTo>
                      <a:pt x="12548" y="8782"/>
                      <a:pt x="12550" y="9255"/>
                      <a:pt x="12550" y="9728"/>
                    </a:cubicBezTo>
                    <a:cubicBezTo>
                      <a:pt x="12555" y="9950"/>
                      <a:pt x="12560" y="10170"/>
                      <a:pt x="12565" y="10400"/>
                    </a:cubicBezTo>
                    <a:cubicBezTo>
                      <a:pt x="12557" y="12117"/>
                      <a:pt x="12557" y="12117"/>
                      <a:pt x="11997" y="12733"/>
                    </a:cubicBezTo>
                    <a:cubicBezTo>
                      <a:pt x="11438" y="13100"/>
                      <a:pt x="11152" y="13233"/>
                      <a:pt x="10495" y="13278"/>
                    </a:cubicBezTo>
                    <a:cubicBezTo>
                      <a:pt x="10298" y="13290"/>
                      <a:pt x="10102" y="13302"/>
                      <a:pt x="9900" y="13318"/>
                    </a:cubicBezTo>
                    <a:cubicBezTo>
                      <a:pt x="9782" y="13323"/>
                      <a:pt x="9782" y="13323"/>
                      <a:pt x="9195" y="13345"/>
                    </a:cubicBezTo>
                    <a:cubicBezTo>
                      <a:pt x="9057" y="13350"/>
                      <a:pt x="8920" y="13358"/>
                      <a:pt x="8777" y="13362"/>
                    </a:cubicBezTo>
                    <a:cubicBezTo>
                      <a:pt x="7815" y="13403"/>
                      <a:pt x="6852" y="13422"/>
                      <a:pt x="5890" y="13433"/>
                    </a:cubicBezTo>
                    <a:cubicBezTo>
                      <a:pt x="5550" y="13438"/>
                      <a:pt x="5210" y="13443"/>
                      <a:pt x="4870" y="13452"/>
                    </a:cubicBezTo>
                    <a:cubicBezTo>
                      <a:pt x="4372" y="13468"/>
                      <a:pt x="3875" y="13473"/>
                      <a:pt x="3377" y="13475"/>
                    </a:cubicBezTo>
                    <a:cubicBezTo>
                      <a:pt x="3227" y="13483"/>
                      <a:pt x="3078" y="13487"/>
                      <a:pt x="2922" y="13492"/>
                    </a:cubicBezTo>
                    <a:cubicBezTo>
                      <a:pt x="2070" y="13487"/>
                      <a:pt x="1607" y="13360"/>
                      <a:pt x="977" y="12770"/>
                    </a:cubicBezTo>
                    <a:cubicBezTo>
                      <a:pt x="0" y="11650"/>
                      <a:pt x="160" y="10338"/>
                      <a:pt x="252" y="8922"/>
                    </a:cubicBezTo>
                    <a:cubicBezTo>
                      <a:pt x="292" y="8515"/>
                      <a:pt x="337" y="8110"/>
                      <a:pt x="382" y="7705"/>
                    </a:cubicBezTo>
                    <a:cubicBezTo>
                      <a:pt x="400" y="7502"/>
                      <a:pt x="420" y="7297"/>
                      <a:pt x="438" y="7090"/>
                    </a:cubicBezTo>
                    <a:cubicBezTo>
                      <a:pt x="560" y="5953"/>
                      <a:pt x="775" y="5008"/>
                      <a:pt x="1265" y="3975"/>
                    </a:cubicBezTo>
                    <a:cubicBezTo>
                      <a:pt x="1502" y="3473"/>
                      <a:pt x="1650" y="2955"/>
                      <a:pt x="1802" y="2422"/>
                    </a:cubicBezTo>
                    <a:cubicBezTo>
                      <a:pt x="2112" y="1470"/>
                      <a:pt x="2405" y="957"/>
                      <a:pt x="3195" y="345"/>
                    </a:cubicBezTo>
                    <a:cubicBezTo>
                      <a:pt x="3885" y="0"/>
                      <a:pt x="4530" y="82"/>
                      <a:pt x="5285" y="108"/>
                    </a:cubicBezTo>
                    <a:close/>
                    <a:moveTo>
                      <a:pt x="2445" y="1595"/>
                    </a:moveTo>
                    <a:cubicBezTo>
                      <a:pt x="2190" y="2073"/>
                      <a:pt x="2040" y="2558"/>
                      <a:pt x="1897" y="3080"/>
                    </a:cubicBezTo>
                    <a:cubicBezTo>
                      <a:pt x="1820" y="3338"/>
                      <a:pt x="1745" y="3595"/>
                      <a:pt x="1667" y="3853"/>
                    </a:cubicBezTo>
                    <a:cubicBezTo>
                      <a:pt x="1632" y="3978"/>
                      <a:pt x="1595" y="4103"/>
                      <a:pt x="1557" y="4233"/>
                    </a:cubicBezTo>
                    <a:cubicBezTo>
                      <a:pt x="1445" y="4595"/>
                      <a:pt x="1445" y="4595"/>
                      <a:pt x="1182" y="5205"/>
                    </a:cubicBezTo>
                    <a:cubicBezTo>
                      <a:pt x="652" y="6630"/>
                      <a:pt x="642" y="8135"/>
                      <a:pt x="632" y="9642"/>
                    </a:cubicBezTo>
                    <a:cubicBezTo>
                      <a:pt x="627" y="9815"/>
                      <a:pt x="622" y="9990"/>
                      <a:pt x="615" y="10170"/>
                    </a:cubicBezTo>
                    <a:cubicBezTo>
                      <a:pt x="615" y="10340"/>
                      <a:pt x="612" y="10510"/>
                      <a:pt x="612" y="10683"/>
                    </a:cubicBezTo>
                    <a:cubicBezTo>
                      <a:pt x="610" y="10835"/>
                      <a:pt x="607" y="10985"/>
                      <a:pt x="605" y="11142"/>
                    </a:cubicBezTo>
                    <a:cubicBezTo>
                      <a:pt x="742" y="11835"/>
                      <a:pt x="915" y="12117"/>
                      <a:pt x="1445" y="12595"/>
                    </a:cubicBezTo>
                    <a:cubicBezTo>
                      <a:pt x="2145" y="12745"/>
                      <a:pt x="2837" y="12730"/>
                      <a:pt x="3552" y="12720"/>
                    </a:cubicBezTo>
                    <a:cubicBezTo>
                      <a:pt x="3655" y="12720"/>
                      <a:pt x="3655" y="12720"/>
                      <a:pt x="4177" y="12720"/>
                    </a:cubicBezTo>
                    <a:cubicBezTo>
                      <a:pt x="4615" y="12720"/>
                      <a:pt x="5052" y="12718"/>
                      <a:pt x="5490" y="12713"/>
                    </a:cubicBezTo>
                    <a:cubicBezTo>
                      <a:pt x="6160" y="12705"/>
                      <a:pt x="6825" y="12707"/>
                      <a:pt x="7495" y="12710"/>
                    </a:cubicBezTo>
                    <a:cubicBezTo>
                      <a:pt x="7920" y="12707"/>
                      <a:pt x="8345" y="12705"/>
                      <a:pt x="8770" y="12702"/>
                    </a:cubicBezTo>
                    <a:cubicBezTo>
                      <a:pt x="8870" y="12702"/>
                      <a:pt x="8870" y="12702"/>
                      <a:pt x="9372" y="12705"/>
                    </a:cubicBezTo>
                    <a:cubicBezTo>
                      <a:pt x="11385" y="12672"/>
                      <a:pt x="11385" y="12672"/>
                      <a:pt x="12195" y="11845"/>
                    </a:cubicBezTo>
                    <a:cubicBezTo>
                      <a:pt x="12370" y="11100"/>
                      <a:pt x="12352" y="10373"/>
                      <a:pt x="12335" y="9610"/>
                    </a:cubicBezTo>
                    <a:cubicBezTo>
                      <a:pt x="12332" y="9392"/>
                      <a:pt x="12332" y="9172"/>
                      <a:pt x="12332" y="8948"/>
                    </a:cubicBezTo>
                    <a:cubicBezTo>
                      <a:pt x="12330" y="8483"/>
                      <a:pt x="12325" y="8020"/>
                      <a:pt x="12315" y="7558"/>
                    </a:cubicBezTo>
                    <a:cubicBezTo>
                      <a:pt x="12302" y="6848"/>
                      <a:pt x="12300" y="6138"/>
                      <a:pt x="12300" y="5430"/>
                    </a:cubicBezTo>
                    <a:cubicBezTo>
                      <a:pt x="12295" y="4980"/>
                      <a:pt x="12292" y="4530"/>
                      <a:pt x="12287" y="4080"/>
                    </a:cubicBezTo>
                    <a:cubicBezTo>
                      <a:pt x="12285" y="3867"/>
                      <a:pt x="12285" y="3655"/>
                      <a:pt x="12282" y="3435"/>
                    </a:cubicBezTo>
                    <a:cubicBezTo>
                      <a:pt x="12280" y="3237"/>
                      <a:pt x="12275" y="3040"/>
                      <a:pt x="12270" y="2835"/>
                    </a:cubicBezTo>
                    <a:cubicBezTo>
                      <a:pt x="12267" y="2663"/>
                      <a:pt x="12265" y="2487"/>
                      <a:pt x="12262" y="2310"/>
                    </a:cubicBezTo>
                    <a:cubicBezTo>
                      <a:pt x="12185" y="1780"/>
                      <a:pt x="12032" y="1505"/>
                      <a:pt x="11695" y="1095"/>
                    </a:cubicBezTo>
                    <a:cubicBezTo>
                      <a:pt x="11175" y="850"/>
                      <a:pt x="10677" y="802"/>
                      <a:pt x="10110" y="765"/>
                    </a:cubicBezTo>
                    <a:cubicBezTo>
                      <a:pt x="10030" y="760"/>
                      <a:pt x="10030" y="760"/>
                      <a:pt x="9620" y="733"/>
                    </a:cubicBezTo>
                    <a:cubicBezTo>
                      <a:pt x="8727" y="683"/>
                      <a:pt x="7837" y="638"/>
                      <a:pt x="6945" y="595"/>
                    </a:cubicBezTo>
                    <a:cubicBezTo>
                      <a:pt x="6865" y="590"/>
                      <a:pt x="6865" y="590"/>
                      <a:pt x="6460" y="568"/>
                    </a:cubicBezTo>
                    <a:cubicBezTo>
                      <a:pt x="6022" y="545"/>
                      <a:pt x="5585" y="530"/>
                      <a:pt x="5147" y="517"/>
                    </a:cubicBezTo>
                    <a:cubicBezTo>
                      <a:pt x="5082" y="513"/>
                      <a:pt x="5082" y="513"/>
                      <a:pt x="4757" y="495"/>
                    </a:cubicBezTo>
                    <a:cubicBezTo>
                      <a:pt x="3722" y="478"/>
                      <a:pt x="3093" y="820"/>
                      <a:pt x="2445" y="1595"/>
                    </a:cubicBezTo>
                    <a:close/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63" name="globe vector"/>
              <p:cNvSpPr/>
              <p:nvPr/>
            </p:nvSpPr>
            <p:spPr>
              <a:xfrm>
                <a:off x="501857" y="999896"/>
                <a:ext cx="106459" cy="287122"/>
              </a:xfrm>
              <a:custGeom>
                <a:avLst/>
                <a:gdLst/>
                <a:ahLst/>
                <a:cxnLst/>
                <a:rect l="0" t="0" r="r" b="b"/>
                <a:pathLst>
                  <a:path w="11643" h="31400" fill="norm" stroke="0">
                    <a:moveTo>
                      <a:pt x="7773" y="463"/>
                    </a:moveTo>
                    <a:cubicBezTo>
                      <a:pt x="7868" y="465"/>
                      <a:pt x="7868" y="465"/>
                      <a:pt x="8345" y="483"/>
                    </a:cubicBezTo>
                    <a:cubicBezTo>
                      <a:pt x="9483" y="548"/>
                      <a:pt x="10205" y="705"/>
                      <a:pt x="11118" y="1400"/>
                    </a:cubicBezTo>
                    <a:cubicBezTo>
                      <a:pt x="11540" y="1995"/>
                      <a:pt x="11643" y="2238"/>
                      <a:pt x="11522" y="2963"/>
                    </a:cubicBezTo>
                    <a:cubicBezTo>
                      <a:pt x="11470" y="3108"/>
                      <a:pt x="11420" y="3252"/>
                      <a:pt x="11368" y="3400"/>
                    </a:cubicBezTo>
                    <a:cubicBezTo>
                      <a:pt x="11330" y="3280"/>
                      <a:pt x="11293" y="3160"/>
                      <a:pt x="11255" y="3035"/>
                    </a:cubicBezTo>
                    <a:cubicBezTo>
                      <a:pt x="11200" y="2877"/>
                      <a:pt x="11143" y="2720"/>
                      <a:pt x="11085" y="2558"/>
                    </a:cubicBezTo>
                    <a:cubicBezTo>
                      <a:pt x="11032" y="2400"/>
                      <a:pt x="10980" y="2243"/>
                      <a:pt x="10928" y="2083"/>
                    </a:cubicBezTo>
                    <a:cubicBezTo>
                      <a:pt x="10470" y="1445"/>
                      <a:pt x="9852" y="1318"/>
                      <a:pt x="9118" y="1150"/>
                    </a:cubicBezTo>
                    <a:cubicBezTo>
                      <a:pt x="8500" y="1090"/>
                      <a:pt x="7892" y="1093"/>
                      <a:pt x="7275" y="1100"/>
                    </a:cubicBezTo>
                    <a:cubicBezTo>
                      <a:pt x="7105" y="1103"/>
                      <a:pt x="6935" y="1103"/>
                      <a:pt x="6760" y="1103"/>
                    </a:cubicBezTo>
                    <a:cubicBezTo>
                      <a:pt x="6223" y="1105"/>
                      <a:pt x="5685" y="1113"/>
                      <a:pt x="5148" y="1118"/>
                    </a:cubicBezTo>
                    <a:cubicBezTo>
                      <a:pt x="4780" y="1123"/>
                      <a:pt x="4415" y="1123"/>
                      <a:pt x="4047" y="1125"/>
                    </a:cubicBezTo>
                    <a:cubicBezTo>
                      <a:pt x="3155" y="1130"/>
                      <a:pt x="2260" y="1140"/>
                      <a:pt x="1367" y="1150"/>
                    </a:cubicBezTo>
                    <a:cubicBezTo>
                      <a:pt x="945" y="2390"/>
                      <a:pt x="792" y="3500"/>
                      <a:pt x="800" y="4805"/>
                    </a:cubicBezTo>
                    <a:cubicBezTo>
                      <a:pt x="800" y="4980"/>
                      <a:pt x="800" y="5157"/>
                      <a:pt x="797" y="5338"/>
                    </a:cubicBezTo>
                    <a:cubicBezTo>
                      <a:pt x="797" y="5708"/>
                      <a:pt x="800" y="6078"/>
                      <a:pt x="800" y="6448"/>
                    </a:cubicBezTo>
                    <a:cubicBezTo>
                      <a:pt x="803" y="7008"/>
                      <a:pt x="800" y="7568"/>
                      <a:pt x="797" y="8127"/>
                    </a:cubicBezTo>
                    <a:cubicBezTo>
                      <a:pt x="797" y="8488"/>
                      <a:pt x="800" y="8850"/>
                      <a:pt x="800" y="9213"/>
                    </a:cubicBezTo>
                    <a:cubicBezTo>
                      <a:pt x="800" y="9375"/>
                      <a:pt x="797" y="9540"/>
                      <a:pt x="797" y="9710"/>
                    </a:cubicBezTo>
                    <a:cubicBezTo>
                      <a:pt x="810" y="11153"/>
                      <a:pt x="910" y="12713"/>
                      <a:pt x="1913" y="13823"/>
                    </a:cubicBezTo>
                    <a:cubicBezTo>
                      <a:pt x="2367" y="14400"/>
                      <a:pt x="2367" y="14400"/>
                      <a:pt x="2367" y="15010"/>
                    </a:cubicBezTo>
                    <a:cubicBezTo>
                      <a:pt x="2148" y="15568"/>
                      <a:pt x="1968" y="15855"/>
                      <a:pt x="1613" y="16315"/>
                    </a:cubicBezTo>
                    <a:cubicBezTo>
                      <a:pt x="988" y="17240"/>
                      <a:pt x="950" y="18070"/>
                      <a:pt x="928" y="19165"/>
                    </a:cubicBezTo>
                    <a:cubicBezTo>
                      <a:pt x="922" y="19357"/>
                      <a:pt x="915" y="19550"/>
                      <a:pt x="907" y="19748"/>
                    </a:cubicBezTo>
                    <a:cubicBezTo>
                      <a:pt x="890" y="20383"/>
                      <a:pt x="878" y="21015"/>
                      <a:pt x="867" y="21650"/>
                    </a:cubicBezTo>
                    <a:cubicBezTo>
                      <a:pt x="860" y="21880"/>
                      <a:pt x="852" y="22110"/>
                      <a:pt x="848" y="22347"/>
                    </a:cubicBezTo>
                    <a:cubicBezTo>
                      <a:pt x="828" y="23053"/>
                      <a:pt x="815" y="23758"/>
                      <a:pt x="803" y="24463"/>
                    </a:cubicBezTo>
                    <a:cubicBezTo>
                      <a:pt x="800" y="24573"/>
                      <a:pt x="800" y="24573"/>
                      <a:pt x="788" y="25130"/>
                    </a:cubicBezTo>
                    <a:cubicBezTo>
                      <a:pt x="780" y="26357"/>
                      <a:pt x="825" y="27410"/>
                      <a:pt x="1617" y="28400"/>
                    </a:cubicBezTo>
                    <a:cubicBezTo>
                      <a:pt x="2062" y="28703"/>
                      <a:pt x="2062" y="28703"/>
                      <a:pt x="2523" y="28852"/>
                    </a:cubicBezTo>
                    <a:cubicBezTo>
                      <a:pt x="3363" y="29145"/>
                      <a:pt x="3363" y="29145"/>
                      <a:pt x="3617" y="29400"/>
                    </a:cubicBezTo>
                    <a:cubicBezTo>
                      <a:pt x="3663" y="30010"/>
                      <a:pt x="3663" y="30010"/>
                      <a:pt x="3617" y="30650"/>
                    </a:cubicBezTo>
                    <a:cubicBezTo>
                      <a:pt x="3070" y="31198"/>
                      <a:pt x="2940" y="31225"/>
                      <a:pt x="2210" y="31308"/>
                    </a:cubicBezTo>
                    <a:cubicBezTo>
                      <a:pt x="2130" y="31315"/>
                      <a:pt x="2130" y="31315"/>
                      <a:pt x="1733" y="31363"/>
                    </a:cubicBezTo>
                    <a:cubicBezTo>
                      <a:pt x="1610" y="31375"/>
                      <a:pt x="1490" y="31388"/>
                      <a:pt x="1367" y="31400"/>
                    </a:cubicBezTo>
                    <a:cubicBezTo>
                      <a:pt x="1695" y="31025"/>
                      <a:pt x="1695" y="31025"/>
                      <a:pt x="2117" y="30650"/>
                    </a:cubicBezTo>
                    <a:cubicBezTo>
                      <a:pt x="2365" y="30650"/>
                      <a:pt x="2610" y="30650"/>
                      <a:pt x="2867" y="30650"/>
                    </a:cubicBezTo>
                    <a:cubicBezTo>
                      <a:pt x="2867" y="30320"/>
                      <a:pt x="2867" y="29990"/>
                      <a:pt x="2867" y="29650"/>
                    </a:cubicBezTo>
                    <a:cubicBezTo>
                      <a:pt x="2680" y="29592"/>
                      <a:pt x="2495" y="29537"/>
                      <a:pt x="2303" y="29477"/>
                    </a:cubicBezTo>
                    <a:cubicBezTo>
                      <a:pt x="1500" y="29158"/>
                      <a:pt x="1070" y="28618"/>
                      <a:pt x="617" y="27900"/>
                    </a:cubicBezTo>
                    <a:cubicBezTo>
                      <a:pt x="570" y="27833"/>
                      <a:pt x="570" y="27833"/>
                      <a:pt x="343" y="27490"/>
                    </a:cubicBezTo>
                    <a:cubicBezTo>
                      <a:pt x="0" y="26597"/>
                      <a:pt x="42" y="25740"/>
                      <a:pt x="53" y="24790"/>
                    </a:cubicBezTo>
                    <a:cubicBezTo>
                      <a:pt x="55" y="24585"/>
                      <a:pt x="57" y="24377"/>
                      <a:pt x="57" y="24165"/>
                    </a:cubicBezTo>
                    <a:cubicBezTo>
                      <a:pt x="83" y="22548"/>
                      <a:pt x="180" y="20935"/>
                      <a:pt x="320" y="19323"/>
                    </a:cubicBezTo>
                    <a:cubicBezTo>
                      <a:pt x="337" y="19102"/>
                      <a:pt x="355" y="18883"/>
                      <a:pt x="373" y="18658"/>
                    </a:cubicBezTo>
                    <a:cubicBezTo>
                      <a:pt x="495" y="17388"/>
                      <a:pt x="755" y="16513"/>
                      <a:pt x="1367" y="15400"/>
                    </a:cubicBezTo>
                    <a:cubicBezTo>
                      <a:pt x="1328" y="14500"/>
                      <a:pt x="1130" y="13915"/>
                      <a:pt x="735" y="13118"/>
                    </a:cubicBezTo>
                    <a:cubicBezTo>
                      <a:pt x="270" y="12045"/>
                      <a:pt x="258" y="11055"/>
                      <a:pt x="267" y="9900"/>
                    </a:cubicBezTo>
                    <a:cubicBezTo>
                      <a:pt x="267" y="9795"/>
                      <a:pt x="267" y="9795"/>
                      <a:pt x="265" y="9263"/>
                    </a:cubicBezTo>
                    <a:cubicBezTo>
                      <a:pt x="265" y="8820"/>
                      <a:pt x="265" y="8377"/>
                      <a:pt x="267" y="7935"/>
                    </a:cubicBezTo>
                    <a:cubicBezTo>
                      <a:pt x="273" y="7260"/>
                      <a:pt x="267" y="6588"/>
                      <a:pt x="263" y="5913"/>
                    </a:cubicBezTo>
                    <a:cubicBezTo>
                      <a:pt x="265" y="5480"/>
                      <a:pt x="265" y="5050"/>
                      <a:pt x="267" y="4618"/>
                    </a:cubicBezTo>
                    <a:cubicBezTo>
                      <a:pt x="265" y="4418"/>
                      <a:pt x="263" y="4218"/>
                      <a:pt x="263" y="4013"/>
                    </a:cubicBezTo>
                    <a:cubicBezTo>
                      <a:pt x="278" y="2770"/>
                      <a:pt x="445" y="1953"/>
                      <a:pt x="1117" y="900"/>
                    </a:cubicBezTo>
                    <a:cubicBezTo>
                      <a:pt x="2917" y="0"/>
                      <a:pt x="5812" y="375"/>
                      <a:pt x="7773" y="463"/>
                    </a:cubicBezTo>
                    <a:close/>
                  </a:path>
                </a:pathLst>
              </a:custGeom>
              <a:solidFill>
                <a:srgbClr val="969BAD"/>
              </a:solidFill>
              <a:ln w="0">
                <a:noFill/>
              </a:ln>
            </p:spPr>
          </p:sp>
          <p:sp>
            <p:nvSpPr>
              <p:cNvPr id="64" name="globe vector"/>
              <p:cNvSpPr/>
              <p:nvPr/>
            </p:nvSpPr>
            <p:spPr>
              <a:xfrm>
                <a:off x="511835" y="916686"/>
                <a:ext cx="57379" cy="62111"/>
              </a:xfrm>
              <a:custGeom>
                <a:avLst/>
                <a:gdLst/>
                <a:ahLst/>
                <a:cxnLst/>
                <a:rect l="0" t="0" r="r" b="b"/>
                <a:pathLst>
                  <a:path w="6275" h="6793" fill="norm" stroke="0">
                    <a:moveTo>
                      <a:pt x="275" y="0"/>
                    </a:moveTo>
                    <a:cubicBezTo>
                      <a:pt x="910" y="20"/>
                      <a:pt x="1545" y="47"/>
                      <a:pt x="2180" y="78"/>
                    </a:cubicBezTo>
                    <a:cubicBezTo>
                      <a:pt x="2360" y="85"/>
                      <a:pt x="2538" y="90"/>
                      <a:pt x="2722" y="95"/>
                    </a:cubicBezTo>
                    <a:cubicBezTo>
                      <a:pt x="3955" y="157"/>
                      <a:pt x="5107" y="332"/>
                      <a:pt x="6025" y="1250"/>
                    </a:cubicBezTo>
                    <a:cubicBezTo>
                      <a:pt x="5987" y="1575"/>
                      <a:pt x="5940" y="1898"/>
                      <a:pt x="5885" y="2220"/>
                    </a:cubicBezTo>
                    <a:cubicBezTo>
                      <a:pt x="5703" y="3638"/>
                      <a:pt x="5962" y="4868"/>
                      <a:pt x="6275" y="6250"/>
                    </a:cubicBezTo>
                    <a:cubicBezTo>
                      <a:pt x="4992" y="6733"/>
                      <a:pt x="3782" y="6793"/>
                      <a:pt x="2430" y="6720"/>
                    </a:cubicBezTo>
                    <a:cubicBezTo>
                      <a:pt x="2277" y="6713"/>
                      <a:pt x="2122" y="6707"/>
                      <a:pt x="1962" y="6703"/>
                    </a:cubicBezTo>
                    <a:cubicBezTo>
                      <a:pt x="1542" y="6672"/>
                      <a:pt x="1175" y="6627"/>
                      <a:pt x="775" y="6500"/>
                    </a:cubicBezTo>
                    <a:cubicBezTo>
                      <a:pt x="110" y="5725"/>
                      <a:pt x="157" y="4653"/>
                      <a:pt x="102" y="3672"/>
                    </a:cubicBezTo>
                    <a:cubicBezTo>
                      <a:pt x="93" y="3513"/>
                      <a:pt x="80" y="3352"/>
                      <a:pt x="67" y="3188"/>
                    </a:cubicBezTo>
                    <a:cubicBezTo>
                      <a:pt x="0" y="2095"/>
                      <a:pt x="78" y="1078"/>
                      <a:pt x="275" y="0"/>
                    </a:cubicBezTo>
                    <a:close/>
                    <a:moveTo>
                      <a:pt x="775" y="1000"/>
                    </a:moveTo>
                    <a:cubicBezTo>
                      <a:pt x="500" y="1670"/>
                      <a:pt x="483" y="2280"/>
                      <a:pt x="477" y="3000"/>
                    </a:cubicBezTo>
                    <a:cubicBezTo>
                      <a:pt x="475" y="3218"/>
                      <a:pt x="470" y="3433"/>
                      <a:pt x="468" y="3655"/>
                    </a:cubicBezTo>
                    <a:cubicBezTo>
                      <a:pt x="530" y="4297"/>
                      <a:pt x="593" y="4532"/>
                      <a:pt x="1025" y="5000"/>
                    </a:cubicBezTo>
                    <a:cubicBezTo>
                      <a:pt x="1530" y="5365"/>
                      <a:pt x="1530" y="5365"/>
                      <a:pt x="2120" y="5703"/>
                    </a:cubicBezTo>
                    <a:cubicBezTo>
                      <a:pt x="2312" y="5817"/>
                      <a:pt x="2505" y="5933"/>
                      <a:pt x="2703" y="6052"/>
                    </a:cubicBezTo>
                    <a:cubicBezTo>
                      <a:pt x="3275" y="6250"/>
                      <a:pt x="3275" y="6250"/>
                      <a:pt x="3837" y="6065"/>
                    </a:cubicBezTo>
                    <a:cubicBezTo>
                      <a:pt x="4275" y="5750"/>
                      <a:pt x="4275" y="5750"/>
                      <a:pt x="4447" y="5265"/>
                    </a:cubicBezTo>
                    <a:cubicBezTo>
                      <a:pt x="4460" y="5180"/>
                      <a:pt x="4460" y="5180"/>
                      <a:pt x="4525" y="4750"/>
                    </a:cubicBezTo>
                    <a:cubicBezTo>
                      <a:pt x="4562" y="4640"/>
                      <a:pt x="4602" y="4528"/>
                      <a:pt x="4642" y="4412"/>
                    </a:cubicBezTo>
                    <a:cubicBezTo>
                      <a:pt x="4805" y="3903"/>
                      <a:pt x="4898" y="3405"/>
                      <a:pt x="4977" y="2875"/>
                    </a:cubicBezTo>
                    <a:cubicBezTo>
                      <a:pt x="5010" y="2683"/>
                      <a:pt x="5042" y="2487"/>
                      <a:pt x="5078" y="2290"/>
                    </a:cubicBezTo>
                    <a:cubicBezTo>
                      <a:pt x="5025" y="1750"/>
                      <a:pt x="5025" y="1750"/>
                      <a:pt x="4632" y="1308"/>
                    </a:cubicBezTo>
                    <a:cubicBezTo>
                      <a:pt x="3835" y="905"/>
                      <a:pt x="3218" y="915"/>
                      <a:pt x="2337" y="953"/>
                    </a:cubicBezTo>
                    <a:cubicBezTo>
                      <a:pt x="2188" y="957"/>
                      <a:pt x="2038" y="960"/>
                      <a:pt x="1883" y="963"/>
                    </a:cubicBezTo>
                    <a:cubicBezTo>
                      <a:pt x="1512" y="972"/>
                      <a:pt x="1142" y="985"/>
                      <a:pt x="775" y="1000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65" name="globe vector"/>
              <p:cNvSpPr/>
              <p:nvPr/>
            </p:nvSpPr>
            <p:spPr>
              <a:xfrm>
                <a:off x="425076" y="1291870"/>
                <a:ext cx="54521" cy="66774"/>
              </a:xfrm>
              <a:custGeom>
                <a:avLst/>
                <a:gdLst/>
                <a:ahLst/>
                <a:cxnLst/>
                <a:rect l="0" t="0" r="r" b="b"/>
                <a:pathLst>
                  <a:path w="5963" h="7303" fill="norm" stroke="0">
                    <a:moveTo>
                      <a:pt x="1935" y="173"/>
                    </a:moveTo>
                    <a:cubicBezTo>
                      <a:pt x="2013" y="170"/>
                      <a:pt x="2013" y="170"/>
                      <a:pt x="2400" y="163"/>
                    </a:cubicBezTo>
                    <a:cubicBezTo>
                      <a:pt x="3455" y="160"/>
                      <a:pt x="4305" y="252"/>
                      <a:pt x="5263" y="720"/>
                    </a:cubicBezTo>
                    <a:cubicBezTo>
                      <a:pt x="5963" y="1778"/>
                      <a:pt x="5845" y="3033"/>
                      <a:pt x="5840" y="4268"/>
                    </a:cubicBezTo>
                    <a:cubicBezTo>
                      <a:pt x="5845" y="4470"/>
                      <a:pt x="5850" y="4675"/>
                      <a:pt x="5853" y="4888"/>
                    </a:cubicBezTo>
                    <a:cubicBezTo>
                      <a:pt x="5853" y="4985"/>
                      <a:pt x="5853" y="4985"/>
                      <a:pt x="5855" y="5480"/>
                    </a:cubicBezTo>
                    <a:cubicBezTo>
                      <a:pt x="5855" y="5658"/>
                      <a:pt x="5855" y="5835"/>
                      <a:pt x="5855" y="6020"/>
                    </a:cubicBezTo>
                    <a:cubicBezTo>
                      <a:pt x="5763" y="6470"/>
                      <a:pt x="5763" y="6470"/>
                      <a:pt x="5422" y="6780"/>
                    </a:cubicBezTo>
                    <a:cubicBezTo>
                      <a:pt x="4295" y="7303"/>
                      <a:pt x="2532" y="6840"/>
                      <a:pt x="1373" y="6500"/>
                    </a:cubicBezTo>
                    <a:cubicBezTo>
                      <a:pt x="720" y="6200"/>
                      <a:pt x="580" y="6090"/>
                      <a:pt x="263" y="5470"/>
                    </a:cubicBezTo>
                    <a:cubicBezTo>
                      <a:pt x="180" y="4930"/>
                      <a:pt x="180" y="4930"/>
                      <a:pt x="150" y="4310"/>
                    </a:cubicBezTo>
                    <a:cubicBezTo>
                      <a:pt x="140" y="4090"/>
                      <a:pt x="130" y="3868"/>
                      <a:pt x="118" y="3638"/>
                    </a:cubicBezTo>
                    <a:cubicBezTo>
                      <a:pt x="110" y="3408"/>
                      <a:pt x="100" y="3175"/>
                      <a:pt x="90" y="2938"/>
                    </a:cubicBezTo>
                    <a:cubicBezTo>
                      <a:pt x="80" y="2705"/>
                      <a:pt x="68" y="2473"/>
                      <a:pt x="55" y="2233"/>
                    </a:cubicBezTo>
                    <a:cubicBezTo>
                      <a:pt x="0" y="963"/>
                      <a:pt x="0" y="963"/>
                      <a:pt x="13" y="470"/>
                    </a:cubicBezTo>
                    <a:cubicBezTo>
                      <a:pt x="483" y="0"/>
                      <a:pt x="1297" y="173"/>
                      <a:pt x="1935" y="173"/>
                    </a:cubicBezTo>
                    <a:close/>
                    <a:moveTo>
                      <a:pt x="1013" y="970"/>
                    </a:moveTo>
                    <a:cubicBezTo>
                      <a:pt x="392" y="2275"/>
                      <a:pt x="373" y="3513"/>
                      <a:pt x="830" y="4885"/>
                    </a:cubicBezTo>
                    <a:cubicBezTo>
                      <a:pt x="1285" y="5718"/>
                      <a:pt x="2228" y="6025"/>
                      <a:pt x="3083" y="6325"/>
                    </a:cubicBezTo>
                    <a:cubicBezTo>
                      <a:pt x="3765" y="6470"/>
                      <a:pt x="4118" y="6458"/>
                      <a:pt x="4763" y="6220"/>
                    </a:cubicBezTo>
                    <a:cubicBezTo>
                      <a:pt x="4820" y="5705"/>
                      <a:pt x="4870" y="5188"/>
                      <a:pt x="4920" y="4673"/>
                    </a:cubicBezTo>
                    <a:cubicBezTo>
                      <a:pt x="4935" y="4528"/>
                      <a:pt x="4953" y="4383"/>
                      <a:pt x="4968" y="4235"/>
                    </a:cubicBezTo>
                    <a:cubicBezTo>
                      <a:pt x="5058" y="3243"/>
                      <a:pt x="4965" y="2610"/>
                      <a:pt x="4513" y="1720"/>
                    </a:cubicBezTo>
                    <a:cubicBezTo>
                      <a:pt x="4263" y="1470"/>
                      <a:pt x="4263" y="1470"/>
                      <a:pt x="3845" y="1463"/>
                    </a:cubicBezTo>
                    <a:cubicBezTo>
                      <a:pt x="3672" y="1470"/>
                      <a:pt x="3502" y="1478"/>
                      <a:pt x="3325" y="1485"/>
                    </a:cubicBezTo>
                    <a:cubicBezTo>
                      <a:pt x="2415" y="1500"/>
                      <a:pt x="1823" y="1375"/>
                      <a:pt x="1013" y="970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66" name="globe vector"/>
              <p:cNvSpPr/>
              <p:nvPr/>
            </p:nvSpPr>
            <p:spPr>
              <a:xfrm>
                <a:off x="513779" y="1016091"/>
                <a:ext cx="92012" cy="117775"/>
              </a:xfrm>
              <a:custGeom>
                <a:avLst/>
                <a:gdLst/>
                <a:ahLst/>
                <a:cxnLst/>
                <a:rect l="0" t="0" r="r" b="b"/>
                <a:pathLst>
                  <a:path w="10062" h="12880" fill="norm" stroke="0">
                    <a:moveTo>
                      <a:pt x="4832" y="50"/>
                    </a:moveTo>
                    <a:cubicBezTo>
                      <a:pt x="5220" y="50"/>
                      <a:pt x="5607" y="45"/>
                      <a:pt x="5995" y="37"/>
                    </a:cubicBezTo>
                    <a:cubicBezTo>
                      <a:pt x="8360" y="22"/>
                      <a:pt x="8360" y="22"/>
                      <a:pt x="9312" y="880"/>
                    </a:cubicBezTo>
                    <a:cubicBezTo>
                      <a:pt x="9535" y="1265"/>
                      <a:pt x="9535" y="1265"/>
                      <a:pt x="9625" y="1675"/>
                    </a:cubicBezTo>
                    <a:cubicBezTo>
                      <a:pt x="9642" y="1750"/>
                      <a:pt x="9642" y="1750"/>
                      <a:pt x="9727" y="2132"/>
                    </a:cubicBezTo>
                    <a:cubicBezTo>
                      <a:pt x="9870" y="2962"/>
                      <a:pt x="9980" y="3793"/>
                      <a:pt x="10062" y="4630"/>
                    </a:cubicBezTo>
                    <a:cubicBezTo>
                      <a:pt x="9733" y="4547"/>
                      <a:pt x="9402" y="4465"/>
                      <a:pt x="9062" y="4380"/>
                    </a:cubicBezTo>
                    <a:cubicBezTo>
                      <a:pt x="9048" y="4267"/>
                      <a:pt x="9032" y="4155"/>
                      <a:pt x="9017" y="4040"/>
                    </a:cubicBezTo>
                    <a:cubicBezTo>
                      <a:pt x="8892" y="3145"/>
                      <a:pt x="8750" y="2263"/>
                      <a:pt x="8562" y="1380"/>
                    </a:cubicBezTo>
                    <a:cubicBezTo>
                      <a:pt x="7110" y="823"/>
                      <a:pt x="5802" y="852"/>
                      <a:pt x="4265" y="957"/>
                    </a:cubicBezTo>
                    <a:cubicBezTo>
                      <a:pt x="4042" y="970"/>
                      <a:pt x="3820" y="980"/>
                      <a:pt x="3592" y="992"/>
                    </a:cubicBezTo>
                    <a:cubicBezTo>
                      <a:pt x="2632" y="1050"/>
                      <a:pt x="1742" y="1123"/>
                      <a:pt x="812" y="1380"/>
                    </a:cubicBezTo>
                    <a:cubicBezTo>
                      <a:pt x="775" y="2535"/>
                      <a:pt x="747" y="3692"/>
                      <a:pt x="730" y="4850"/>
                    </a:cubicBezTo>
                    <a:cubicBezTo>
                      <a:pt x="722" y="5242"/>
                      <a:pt x="712" y="5635"/>
                      <a:pt x="700" y="6027"/>
                    </a:cubicBezTo>
                    <a:cubicBezTo>
                      <a:pt x="680" y="6595"/>
                      <a:pt x="672" y="7160"/>
                      <a:pt x="665" y="7728"/>
                    </a:cubicBezTo>
                    <a:cubicBezTo>
                      <a:pt x="657" y="7902"/>
                      <a:pt x="650" y="8078"/>
                      <a:pt x="642" y="8257"/>
                    </a:cubicBezTo>
                    <a:cubicBezTo>
                      <a:pt x="642" y="9457"/>
                      <a:pt x="642" y="9457"/>
                      <a:pt x="1140" y="9957"/>
                    </a:cubicBezTo>
                    <a:cubicBezTo>
                      <a:pt x="1520" y="10212"/>
                      <a:pt x="1902" y="10422"/>
                      <a:pt x="2312" y="10630"/>
                    </a:cubicBezTo>
                    <a:cubicBezTo>
                      <a:pt x="2780" y="10972"/>
                      <a:pt x="2780" y="10972"/>
                      <a:pt x="3062" y="11380"/>
                    </a:cubicBezTo>
                    <a:cubicBezTo>
                      <a:pt x="3122" y="11895"/>
                      <a:pt x="3097" y="12355"/>
                      <a:pt x="3062" y="12880"/>
                    </a:cubicBezTo>
                    <a:cubicBezTo>
                      <a:pt x="2932" y="12698"/>
                      <a:pt x="2805" y="12517"/>
                      <a:pt x="2672" y="12332"/>
                    </a:cubicBezTo>
                    <a:cubicBezTo>
                      <a:pt x="2107" y="11617"/>
                      <a:pt x="1440" y="11152"/>
                      <a:pt x="685" y="10657"/>
                    </a:cubicBezTo>
                    <a:cubicBezTo>
                      <a:pt x="312" y="10380"/>
                      <a:pt x="312" y="10380"/>
                      <a:pt x="62" y="9880"/>
                    </a:cubicBezTo>
                    <a:cubicBezTo>
                      <a:pt x="30" y="9490"/>
                      <a:pt x="30" y="9490"/>
                      <a:pt x="25" y="9027"/>
                    </a:cubicBezTo>
                    <a:cubicBezTo>
                      <a:pt x="25" y="8853"/>
                      <a:pt x="22" y="8680"/>
                      <a:pt x="22" y="8500"/>
                    </a:cubicBezTo>
                    <a:cubicBezTo>
                      <a:pt x="20" y="8315"/>
                      <a:pt x="20" y="8127"/>
                      <a:pt x="20" y="7932"/>
                    </a:cubicBezTo>
                    <a:cubicBezTo>
                      <a:pt x="20" y="7742"/>
                      <a:pt x="20" y="7550"/>
                      <a:pt x="17" y="7350"/>
                    </a:cubicBezTo>
                    <a:cubicBezTo>
                      <a:pt x="17" y="6945"/>
                      <a:pt x="15" y="6537"/>
                      <a:pt x="15" y="6130"/>
                    </a:cubicBezTo>
                    <a:cubicBezTo>
                      <a:pt x="15" y="5507"/>
                      <a:pt x="10" y="4882"/>
                      <a:pt x="7" y="4260"/>
                    </a:cubicBezTo>
                    <a:cubicBezTo>
                      <a:pt x="5" y="3865"/>
                      <a:pt x="5" y="3470"/>
                      <a:pt x="5" y="3075"/>
                    </a:cubicBezTo>
                    <a:cubicBezTo>
                      <a:pt x="2" y="2888"/>
                      <a:pt x="2" y="2700"/>
                      <a:pt x="0" y="2507"/>
                    </a:cubicBezTo>
                    <a:cubicBezTo>
                      <a:pt x="0" y="2332"/>
                      <a:pt x="0" y="2160"/>
                      <a:pt x="2" y="1980"/>
                    </a:cubicBezTo>
                    <a:cubicBezTo>
                      <a:pt x="2" y="1828"/>
                      <a:pt x="0" y="1675"/>
                      <a:pt x="0" y="1517"/>
                    </a:cubicBezTo>
                    <a:cubicBezTo>
                      <a:pt x="62" y="1130"/>
                      <a:pt x="62" y="1130"/>
                      <a:pt x="562" y="630"/>
                    </a:cubicBezTo>
                    <a:cubicBezTo>
                      <a:pt x="1895" y="0"/>
                      <a:pt x="3390" y="45"/>
                      <a:pt x="4832" y="50"/>
                    </a:cubicBezTo>
                    <a:close/>
                  </a:path>
                </a:pathLst>
              </a:custGeom>
              <a:solidFill>
                <a:srgbClr val="DCE2EB"/>
              </a:solidFill>
              <a:ln w="0">
                <a:noFill/>
              </a:ln>
            </p:spPr>
          </p:sp>
          <p:sp>
            <p:nvSpPr>
              <p:cNvPr id="67" name="globe vector"/>
              <p:cNvSpPr/>
              <p:nvPr/>
            </p:nvSpPr>
            <p:spPr>
              <a:xfrm>
                <a:off x="742950" y="1271016"/>
                <a:ext cx="146030" cy="152636"/>
              </a:xfrm>
              <a:custGeom>
                <a:avLst/>
                <a:gdLst/>
                <a:ahLst/>
                <a:cxnLst/>
                <a:rect l="0" t="0" r="r" b="b"/>
                <a:pathLst>
                  <a:path w="15970" h="16692" fill="norm" stroke="0">
                    <a:moveTo>
                      <a:pt x="750" y="0"/>
                    </a:moveTo>
                    <a:cubicBezTo>
                      <a:pt x="1602" y="123"/>
                      <a:pt x="2195" y="340"/>
                      <a:pt x="2915" y="808"/>
                    </a:cubicBezTo>
                    <a:cubicBezTo>
                      <a:pt x="3495" y="1140"/>
                      <a:pt x="4115" y="1308"/>
                      <a:pt x="4750" y="1500"/>
                    </a:cubicBezTo>
                    <a:cubicBezTo>
                      <a:pt x="3740" y="1903"/>
                      <a:pt x="2980" y="1567"/>
                      <a:pt x="2000" y="1250"/>
                    </a:cubicBezTo>
                    <a:cubicBezTo>
                      <a:pt x="1667" y="1165"/>
                      <a:pt x="1335" y="1080"/>
                      <a:pt x="1000" y="1000"/>
                    </a:cubicBezTo>
                    <a:cubicBezTo>
                      <a:pt x="987" y="1275"/>
                      <a:pt x="977" y="1553"/>
                      <a:pt x="970" y="1827"/>
                    </a:cubicBezTo>
                    <a:cubicBezTo>
                      <a:pt x="963" y="1983"/>
                      <a:pt x="958" y="2135"/>
                      <a:pt x="950" y="2295"/>
                    </a:cubicBezTo>
                    <a:cubicBezTo>
                      <a:pt x="1000" y="2750"/>
                      <a:pt x="1000" y="2750"/>
                      <a:pt x="1230" y="3090"/>
                    </a:cubicBezTo>
                    <a:cubicBezTo>
                      <a:pt x="1612" y="3670"/>
                      <a:pt x="1703" y="4300"/>
                      <a:pt x="1845" y="4970"/>
                    </a:cubicBezTo>
                    <a:cubicBezTo>
                      <a:pt x="2112" y="6153"/>
                      <a:pt x="2435" y="6858"/>
                      <a:pt x="3250" y="7750"/>
                    </a:cubicBezTo>
                    <a:cubicBezTo>
                      <a:pt x="3358" y="8010"/>
                      <a:pt x="3458" y="8275"/>
                      <a:pt x="3553" y="8540"/>
                    </a:cubicBezTo>
                    <a:cubicBezTo>
                      <a:pt x="4030" y="9695"/>
                      <a:pt x="4815" y="10500"/>
                      <a:pt x="5672" y="11390"/>
                    </a:cubicBezTo>
                    <a:cubicBezTo>
                      <a:pt x="5817" y="11550"/>
                      <a:pt x="5965" y="11707"/>
                      <a:pt x="6118" y="11870"/>
                    </a:cubicBezTo>
                    <a:cubicBezTo>
                      <a:pt x="7025" y="12832"/>
                      <a:pt x="7972" y="13650"/>
                      <a:pt x="9050" y="14418"/>
                    </a:cubicBezTo>
                    <a:cubicBezTo>
                      <a:pt x="9610" y="14830"/>
                      <a:pt x="10102" y="15293"/>
                      <a:pt x="10595" y="15780"/>
                    </a:cubicBezTo>
                    <a:cubicBezTo>
                      <a:pt x="11222" y="16123"/>
                      <a:pt x="11815" y="16137"/>
                      <a:pt x="12500" y="16000"/>
                    </a:cubicBezTo>
                    <a:cubicBezTo>
                      <a:pt x="13002" y="15740"/>
                      <a:pt x="13405" y="15405"/>
                      <a:pt x="13828" y="15030"/>
                    </a:cubicBezTo>
                    <a:cubicBezTo>
                      <a:pt x="13938" y="14940"/>
                      <a:pt x="14050" y="14850"/>
                      <a:pt x="14162" y="14755"/>
                    </a:cubicBezTo>
                    <a:cubicBezTo>
                      <a:pt x="14630" y="14360"/>
                      <a:pt x="14975" y="14053"/>
                      <a:pt x="15250" y="13500"/>
                    </a:cubicBezTo>
                    <a:cubicBezTo>
                      <a:pt x="15235" y="13045"/>
                      <a:pt x="15200" y="12593"/>
                      <a:pt x="15155" y="12140"/>
                    </a:cubicBezTo>
                    <a:cubicBezTo>
                      <a:pt x="15132" y="11898"/>
                      <a:pt x="15110" y="11657"/>
                      <a:pt x="15088" y="11407"/>
                    </a:cubicBezTo>
                    <a:cubicBezTo>
                      <a:pt x="15020" y="10895"/>
                      <a:pt x="14940" y="10475"/>
                      <a:pt x="14750" y="10000"/>
                    </a:cubicBezTo>
                    <a:cubicBezTo>
                      <a:pt x="14585" y="10000"/>
                      <a:pt x="14420" y="10000"/>
                      <a:pt x="14250" y="10000"/>
                    </a:cubicBezTo>
                    <a:cubicBezTo>
                      <a:pt x="13838" y="9257"/>
                      <a:pt x="13425" y="8515"/>
                      <a:pt x="13000" y="7750"/>
                    </a:cubicBezTo>
                    <a:cubicBezTo>
                      <a:pt x="13950" y="8225"/>
                      <a:pt x="14207" y="8423"/>
                      <a:pt x="14798" y="9235"/>
                    </a:cubicBezTo>
                    <a:cubicBezTo>
                      <a:pt x="14925" y="9407"/>
                      <a:pt x="15052" y="9580"/>
                      <a:pt x="15183" y="9757"/>
                    </a:cubicBezTo>
                    <a:cubicBezTo>
                      <a:pt x="15970" y="10980"/>
                      <a:pt x="15892" y="12335"/>
                      <a:pt x="15750" y="13750"/>
                    </a:cubicBezTo>
                    <a:cubicBezTo>
                      <a:pt x="15530" y="14385"/>
                      <a:pt x="15227" y="14782"/>
                      <a:pt x="14750" y="15250"/>
                    </a:cubicBezTo>
                    <a:cubicBezTo>
                      <a:pt x="14632" y="15370"/>
                      <a:pt x="14513" y="15493"/>
                      <a:pt x="14390" y="15618"/>
                    </a:cubicBezTo>
                    <a:cubicBezTo>
                      <a:pt x="13308" y="16555"/>
                      <a:pt x="12285" y="16692"/>
                      <a:pt x="10875" y="16618"/>
                    </a:cubicBezTo>
                    <a:cubicBezTo>
                      <a:pt x="10095" y="16470"/>
                      <a:pt x="9815" y="16280"/>
                      <a:pt x="9338" y="15668"/>
                    </a:cubicBezTo>
                    <a:cubicBezTo>
                      <a:pt x="8890" y="15115"/>
                      <a:pt x="8362" y="14668"/>
                      <a:pt x="7828" y="14202"/>
                    </a:cubicBezTo>
                    <a:cubicBezTo>
                      <a:pt x="4007" y="10798"/>
                      <a:pt x="4007" y="10798"/>
                      <a:pt x="3000" y="9000"/>
                    </a:cubicBezTo>
                    <a:cubicBezTo>
                      <a:pt x="2917" y="8868"/>
                      <a:pt x="2833" y="8735"/>
                      <a:pt x="2748" y="8600"/>
                    </a:cubicBezTo>
                    <a:cubicBezTo>
                      <a:pt x="2153" y="7630"/>
                      <a:pt x="1782" y="6668"/>
                      <a:pt x="1447" y="5582"/>
                    </a:cubicBezTo>
                    <a:cubicBezTo>
                      <a:pt x="1243" y="4975"/>
                      <a:pt x="990" y="4410"/>
                      <a:pt x="720" y="3827"/>
                    </a:cubicBezTo>
                    <a:cubicBezTo>
                      <a:pt x="320" y="2940"/>
                      <a:pt x="23" y="2227"/>
                      <a:pt x="0" y="1250"/>
                    </a:cubicBezTo>
                    <a:cubicBezTo>
                      <a:pt x="200" y="770"/>
                      <a:pt x="438" y="425"/>
                      <a:pt x="750" y="0"/>
                    </a:cubicBezTo>
                    <a:close/>
                  </a:path>
                </a:pathLst>
              </a:custGeom>
              <a:solidFill>
                <a:srgbClr val="969BAD"/>
              </a:solidFill>
              <a:ln w="0">
                <a:noFill/>
              </a:ln>
            </p:spPr>
          </p:sp>
          <p:sp>
            <p:nvSpPr>
              <p:cNvPr id="68" name="globe vector"/>
              <p:cNvSpPr/>
              <p:nvPr/>
            </p:nvSpPr>
            <p:spPr>
              <a:xfrm>
                <a:off x="422910" y="914629"/>
                <a:ext cx="56304" cy="64328"/>
              </a:xfrm>
              <a:custGeom>
                <a:avLst/>
                <a:gdLst/>
                <a:ahLst/>
                <a:cxnLst/>
                <a:rect l="0" t="0" r="r" b="b"/>
                <a:pathLst>
                  <a:path w="6157" h="7035" fill="norm" stroke="0">
                    <a:moveTo>
                      <a:pt x="5500" y="225"/>
                    </a:moveTo>
                    <a:cubicBezTo>
                      <a:pt x="6157" y="882"/>
                      <a:pt x="5977" y="2807"/>
                      <a:pt x="6000" y="3725"/>
                    </a:cubicBezTo>
                    <a:cubicBezTo>
                      <a:pt x="5968" y="6007"/>
                      <a:pt x="5968" y="6007"/>
                      <a:pt x="5250" y="6725"/>
                    </a:cubicBezTo>
                    <a:cubicBezTo>
                      <a:pt x="4282" y="6992"/>
                      <a:pt x="3340" y="7020"/>
                      <a:pt x="2345" y="7022"/>
                    </a:cubicBezTo>
                    <a:cubicBezTo>
                      <a:pt x="2200" y="7025"/>
                      <a:pt x="2058" y="7027"/>
                      <a:pt x="1910" y="7030"/>
                    </a:cubicBezTo>
                    <a:cubicBezTo>
                      <a:pt x="1127" y="7035"/>
                      <a:pt x="595" y="7010"/>
                      <a:pt x="0" y="6475"/>
                    </a:cubicBezTo>
                    <a:cubicBezTo>
                      <a:pt x="20" y="6412"/>
                      <a:pt x="20" y="6412"/>
                      <a:pt x="127" y="6093"/>
                    </a:cubicBezTo>
                    <a:cubicBezTo>
                      <a:pt x="325" y="5095"/>
                      <a:pt x="240" y="4090"/>
                      <a:pt x="197" y="3075"/>
                    </a:cubicBezTo>
                    <a:cubicBezTo>
                      <a:pt x="170" y="1847"/>
                      <a:pt x="170" y="1847"/>
                      <a:pt x="553" y="1260"/>
                    </a:cubicBezTo>
                    <a:cubicBezTo>
                      <a:pt x="1970" y="355"/>
                      <a:pt x="3837" y="0"/>
                      <a:pt x="5500" y="225"/>
                    </a:cubicBezTo>
                    <a:close/>
                    <a:moveTo>
                      <a:pt x="4250" y="725"/>
                    </a:moveTo>
                    <a:cubicBezTo>
                      <a:pt x="4080" y="837"/>
                      <a:pt x="3910" y="953"/>
                      <a:pt x="3735" y="1070"/>
                    </a:cubicBezTo>
                    <a:cubicBezTo>
                      <a:pt x="3058" y="1482"/>
                      <a:pt x="2383" y="1667"/>
                      <a:pt x="1612" y="1843"/>
                    </a:cubicBezTo>
                    <a:cubicBezTo>
                      <a:pt x="1250" y="1975"/>
                      <a:pt x="1250" y="1975"/>
                      <a:pt x="1000" y="2475"/>
                    </a:cubicBezTo>
                    <a:cubicBezTo>
                      <a:pt x="968" y="2873"/>
                      <a:pt x="968" y="2873"/>
                      <a:pt x="968" y="3335"/>
                    </a:cubicBezTo>
                    <a:cubicBezTo>
                      <a:pt x="968" y="3502"/>
                      <a:pt x="965" y="3667"/>
                      <a:pt x="965" y="3840"/>
                    </a:cubicBezTo>
                    <a:cubicBezTo>
                      <a:pt x="968" y="4012"/>
                      <a:pt x="968" y="4188"/>
                      <a:pt x="970" y="4365"/>
                    </a:cubicBezTo>
                    <a:cubicBezTo>
                      <a:pt x="968" y="4540"/>
                      <a:pt x="968" y="4715"/>
                      <a:pt x="965" y="4895"/>
                    </a:cubicBezTo>
                    <a:cubicBezTo>
                      <a:pt x="965" y="5060"/>
                      <a:pt x="968" y="5227"/>
                      <a:pt x="968" y="5397"/>
                    </a:cubicBezTo>
                    <a:cubicBezTo>
                      <a:pt x="968" y="5550"/>
                      <a:pt x="968" y="5702"/>
                      <a:pt x="968" y="5860"/>
                    </a:cubicBezTo>
                    <a:cubicBezTo>
                      <a:pt x="1000" y="6225"/>
                      <a:pt x="1000" y="6225"/>
                      <a:pt x="1250" y="6475"/>
                    </a:cubicBezTo>
                    <a:cubicBezTo>
                      <a:pt x="1650" y="6507"/>
                      <a:pt x="2053" y="6520"/>
                      <a:pt x="2453" y="6522"/>
                    </a:cubicBezTo>
                    <a:cubicBezTo>
                      <a:pt x="2672" y="6525"/>
                      <a:pt x="2890" y="6530"/>
                      <a:pt x="3115" y="6532"/>
                    </a:cubicBezTo>
                    <a:cubicBezTo>
                      <a:pt x="3802" y="6470"/>
                      <a:pt x="4190" y="6380"/>
                      <a:pt x="4750" y="5975"/>
                    </a:cubicBezTo>
                    <a:cubicBezTo>
                      <a:pt x="5340" y="4565"/>
                      <a:pt x="5470" y="2690"/>
                      <a:pt x="5000" y="1225"/>
                    </a:cubicBezTo>
                    <a:cubicBezTo>
                      <a:pt x="4612" y="912"/>
                      <a:pt x="4612" y="912"/>
                      <a:pt x="4250" y="725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69" name="globe vector"/>
              <p:cNvSpPr/>
              <p:nvPr/>
            </p:nvSpPr>
            <p:spPr>
              <a:xfrm>
                <a:off x="639211" y="1008492"/>
                <a:ext cx="65791" cy="62842"/>
              </a:xfrm>
              <a:custGeom>
                <a:avLst/>
                <a:gdLst/>
                <a:ahLst/>
                <a:cxnLst/>
                <a:rect l="0" t="0" r="r" b="b"/>
                <a:pathLst>
                  <a:path w="7195" h="6873" fill="norm" stroke="0">
                    <a:moveTo>
                      <a:pt x="4095" y="210"/>
                    </a:moveTo>
                    <a:cubicBezTo>
                      <a:pt x="5095" y="943"/>
                      <a:pt x="5722" y="1978"/>
                      <a:pt x="6297" y="3055"/>
                    </a:cubicBezTo>
                    <a:cubicBezTo>
                      <a:pt x="6375" y="3188"/>
                      <a:pt x="6455" y="3323"/>
                      <a:pt x="6535" y="3463"/>
                    </a:cubicBezTo>
                    <a:cubicBezTo>
                      <a:pt x="7088" y="4483"/>
                      <a:pt x="7195" y="5308"/>
                      <a:pt x="7095" y="6460"/>
                    </a:cubicBezTo>
                    <a:cubicBezTo>
                      <a:pt x="6370" y="6653"/>
                      <a:pt x="5795" y="6730"/>
                      <a:pt x="5065" y="6585"/>
                    </a:cubicBezTo>
                    <a:cubicBezTo>
                      <a:pt x="4350" y="6460"/>
                      <a:pt x="4225" y="6483"/>
                      <a:pt x="3595" y="6710"/>
                    </a:cubicBezTo>
                    <a:cubicBezTo>
                      <a:pt x="2845" y="6835"/>
                      <a:pt x="2162" y="6873"/>
                      <a:pt x="1470" y="6518"/>
                    </a:cubicBezTo>
                    <a:cubicBezTo>
                      <a:pt x="377" y="5598"/>
                      <a:pt x="252" y="4315"/>
                      <a:pt x="95" y="2960"/>
                    </a:cubicBezTo>
                    <a:cubicBezTo>
                      <a:pt x="75" y="2805"/>
                      <a:pt x="52" y="2650"/>
                      <a:pt x="32" y="2490"/>
                    </a:cubicBezTo>
                    <a:cubicBezTo>
                      <a:pt x="0" y="2100"/>
                      <a:pt x="0" y="2100"/>
                      <a:pt x="95" y="1460"/>
                    </a:cubicBezTo>
                    <a:cubicBezTo>
                      <a:pt x="1085" y="395"/>
                      <a:pt x="2690" y="0"/>
                      <a:pt x="4095" y="210"/>
                    </a:cubicBezTo>
                    <a:close/>
                    <a:moveTo>
                      <a:pt x="595" y="1710"/>
                    </a:moveTo>
                    <a:cubicBezTo>
                      <a:pt x="407" y="2085"/>
                      <a:pt x="407" y="2085"/>
                      <a:pt x="345" y="2460"/>
                    </a:cubicBezTo>
                    <a:cubicBezTo>
                      <a:pt x="417" y="2562"/>
                      <a:pt x="490" y="2668"/>
                      <a:pt x="565" y="2773"/>
                    </a:cubicBezTo>
                    <a:cubicBezTo>
                      <a:pt x="935" y="3348"/>
                      <a:pt x="940" y="3855"/>
                      <a:pt x="985" y="4530"/>
                    </a:cubicBezTo>
                    <a:cubicBezTo>
                      <a:pt x="1142" y="5145"/>
                      <a:pt x="1317" y="5353"/>
                      <a:pt x="1845" y="5710"/>
                    </a:cubicBezTo>
                    <a:cubicBezTo>
                      <a:pt x="2420" y="5795"/>
                      <a:pt x="2983" y="5770"/>
                      <a:pt x="3565" y="5740"/>
                    </a:cubicBezTo>
                    <a:cubicBezTo>
                      <a:pt x="4620" y="5703"/>
                      <a:pt x="5558" y="5703"/>
                      <a:pt x="6595" y="5960"/>
                    </a:cubicBezTo>
                    <a:cubicBezTo>
                      <a:pt x="6750" y="5490"/>
                      <a:pt x="6750" y="5490"/>
                      <a:pt x="6845" y="4960"/>
                    </a:cubicBezTo>
                    <a:cubicBezTo>
                      <a:pt x="6345" y="4460"/>
                      <a:pt x="6345" y="4460"/>
                      <a:pt x="5690" y="4430"/>
                    </a:cubicBezTo>
                    <a:cubicBezTo>
                      <a:pt x="5493" y="4440"/>
                      <a:pt x="5297" y="4450"/>
                      <a:pt x="5095" y="4460"/>
                    </a:cubicBezTo>
                    <a:cubicBezTo>
                      <a:pt x="5125" y="4350"/>
                      <a:pt x="5155" y="4243"/>
                      <a:pt x="5185" y="4130"/>
                    </a:cubicBezTo>
                    <a:cubicBezTo>
                      <a:pt x="5373" y="3263"/>
                      <a:pt x="5420" y="2645"/>
                      <a:pt x="4985" y="1850"/>
                    </a:cubicBezTo>
                    <a:cubicBezTo>
                      <a:pt x="4637" y="1403"/>
                      <a:pt x="4447" y="1235"/>
                      <a:pt x="3895" y="1100"/>
                    </a:cubicBezTo>
                    <a:cubicBezTo>
                      <a:pt x="2822" y="1068"/>
                      <a:pt x="1550" y="1193"/>
                      <a:pt x="595" y="1710"/>
                    </a:cubicBezTo>
                    <a:close/>
                  </a:path>
                </a:pathLst>
              </a:custGeom>
              <a:solidFill>
                <a:srgbClr val="DCE2EB"/>
              </a:solidFill>
              <a:ln w="0">
                <a:noFill/>
              </a:ln>
            </p:spPr>
          </p:sp>
          <p:sp>
            <p:nvSpPr>
              <p:cNvPr id="70" name="globe vector"/>
              <p:cNvSpPr/>
              <p:nvPr/>
            </p:nvSpPr>
            <p:spPr>
              <a:xfrm>
                <a:off x="598178" y="939912"/>
                <a:ext cx="53332" cy="43343"/>
              </a:xfrm>
              <a:custGeom>
                <a:avLst/>
                <a:gdLst/>
                <a:ahLst/>
                <a:cxnLst/>
                <a:rect l="0" t="0" r="r" b="b"/>
                <a:pathLst>
                  <a:path w="5833" h="4740" fill="norm" stroke="0">
                    <a:moveTo>
                      <a:pt x="83" y="210"/>
                    </a:moveTo>
                    <a:cubicBezTo>
                      <a:pt x="1265" y="0"/>
                      <a:pt x="1913" y="190"/>
                      <a:pt x="2878" y="863"/>
                    </a:cubicBezTo>
                    <a:cubicBezTo>
                      <a:pt x="3458" y="1295"/>
                      <a:pt x="4025" y="1745"/>
                      <a:pt x="4583" y="2210"/>
                    </a:cubicBezTo>
                    <a:cubicBezTo>
                      <a:pt x="4735" y="2335"/>
                      <a:pt x="4888" y="2458"/>
                      <a:pt x="5045" y="2585"/>
                    </a:cubicBezTo>
                    <a:cubicBezTo>
                      <a:pt x="5395" y="2898"/>
                      <a:pt x="5395" y="2898"/>
                      <a:pt x="5833" y="3460"/>
                    </a:cubicBezTo>
                    <a:cubicBezTo>
                      <a:pt x="5800" y="4038"/>
                      <a:pt x="5740" y="4303"/>
                      <a:pt x="5333" y="4710"/>
                    </a:cubicBezTo>
                    <a:cubicBezTo>
                      <a:pt x="4293" y="4735"/>
                      <a:pt x="3100" y="4740"/>
                      <a:pt x="2168" y="4235"/>
                    </a:cubicBezTo>
                    <a:cubicBezTo>
                      <a:pt x="1833" y="3915"/>
                      <a:pt x="1588" y="3595"/>
                      <a:pt x="1333" y="3210"/>
                    </a:cubicBezTo>
                    <a:cubicBezTo>
                      <a:pt x="1275" y="3130"/>
                      <a:pt x="1275" y="3130"/>
                      <a:pt x="983" y="2718"/>
                    </a:cubicBezTo>
                    <a:cubicBezTo>
                      <a:pt x="0" y="1260"/>
                      <a:pt x="0" y="1260"/>
                      <a:pt x="83" y="210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71" name="globe vector"/>
              <p:cNvSpPr/>
              <p:nvPr/>
            </p:nvSpPr>
            <p:spPr>
              <a:xfrm>
                <a:off x="413766" y="909988"/>
                <a:ext cx="69037" cy="73426"/>
              </a:xfrm>
              <a:custGeom>
                <a:avLst/>
                <a:gdLst/>
                <a:ahLst/>
                <a:cxnLst/>
                <a:rect l="0" t="0" r="r" b="b"/>
                <a:pathLst>
                  <a:path w="7550" h="8030" fill="norm" stroke="0">
                    <a:moveTo>
                      <a:pt x="7000" y="233"/>
                    </a:moveTo>
                    <a:cubicBezTo>
                      <a:pt x="7500" y="733"/>
                      <a:pt x="7500" y="733"/>
                      <a:pt x="7550" y="1350"/>
                    </a:cubicBezTo>
                    <a:cubicBezTo>
                      <a:pt x="7545" y="1608"/>
                      <a:pt x="7540" y="1865"/>
                      <a:pt x="7530" y="2123"/>
                    </a:cubicBezTo>
                    <a:cubicBezTo>
                      <a:pt x="7525" y="2258"/>
                      <a:pt x="7523" y="2395"/>
                      <a:pt x="7517" y="2535"/>
                    </a:cubicBezTo>
                    <a:cubicBezTo>
                      <a:pt x="7508" y="2823"/>
                      <a:pt x="7498" y="3112"/>
                      <a:pt x="7485" y="3400"/>
                    </a:cubicBezTo>
                    <a:cubicBezTo>
                      <a:pt x="7470" y="3840"/>
                      <a:pt x="7460" y="4280"/>
                      <a:pt x="7450" y="4720"/>
                    </a:cubicBezTo>
                    <a:cubicBezTo>
                      <a:pt x="7440" y="5000"/>
                      <a:pt x="7430" y="5280"/>
                      <a:pt x="7420" y="5560"/>
                    </a:cubicBezTo>
                    <a:cubicBezTo>
                      <a:pt x="7418" y="5690"/>
                      <a:pt x="7415" y="5823"/>
                      <a:pt x="7415" y="5957"/>
                    </a:cubicBezTo>
                    <a:cubicBezTo>
                      <a:pt x="7377" y="6663"/>
                      <a:pt x="7295" y="6938"/>
                      <a:pt x="6785" y="7438"/>
                    </a:cubicBezTo>
                    <a:cubicBezTo>
                      <a:pt x="6105" y="7812"/>
                      <a:pt x="5480" y="7892"/>
                      <a:pt x="4720" y="7935"/>
                    </a:cubicBezTo>
                    <a:cubicBezTo>
                      <a:pt x="4578" y="7945"/>
                      <a:pt x="4435" y="7955"/>
                      <a:pt x="4290" y="7965"/>
                    </a:cubicBezTo>
                    <a:cubicBezTo>
                      <a:pt x="2970" y="8030"/>
                      <a:pt x="1778" y="7832"/>
                      <a:pt x="500" y="7483"/>
                    </a:cubicBezTo>
                    <a:cubicBezTo>
                      <a:pt x="502" y="7375"/>
                      <a:pt x="505" y="7267"/>
                      <a:pt x="508" y="7157"/>
                    </a:cubicBezTo>
                    <a:cubicBezTo>
                      <a:pt x="517" y="6668"/>
                      <a:pt x="525" y="6177"/>
                      <a:pt x="530" y="5685"/>
                    </a:cubicBezTo>
                    <a:cubicBezTo>
                      <a:pt x="535" y="5517"/>
                      <a:pt x="540" y="5350"/>
                      <a:pt x="545" y="5175"/>
                    </a:cubicBezTo>
                    <a:cubicBezTo>
                      <a:pt x="555" y="4147"/>
                      <a:pt x="457" y="3407"/>
                      <a:pt x="0" y="2483"/>
                    </a:cubicBezTo>
                    <a:cubicBezTo>
                      <a:pt x="755" y="1360"/>
                      <a:pt x="1355" y="980"/>
                      <a:pt x="2655" y="655"/>
                    </a:cubicBezTo>
                    <a:cubicBezTo>
                      <a:pt x="2810" y="612"/>
                      <a:pt x="2965" y="573"/>
                      <a:pt x="3123" y="530"/>
                    </a:cubicBezTo>
                    <a:cubicBezTo>
                      <a:pt x="4395" y="213"/>
                      <a:pt x="5692" y="0"/>
                      <a:pt x="7000" y="233"/>
                    </a:cubicBezTo>
                    <a:close/>
                    <a:moveTo>
                      <a:pt x="1500" y="1733"/>
                    </a:moveTo>
                    <a:cubicBezTo>
                      <a:pt x="1312" y="2722"/>
                      <a:pt x="1227" y="3627"/>
                      <a:pt x="1250" y="4638"/>
                    </a:cubicBezTo>
                    <a:cubicBezTo>
                      <a:pt x="1267" y="5475"/>
                      <a:pt x="1240" y="6180"/>
                      <a:pt x="1000" y="6983"/>
                    </a:cubicBezTo>
                    <a:cubicBezTo>
                      <a:pt x="1700" y="7605"/>
                      <a:pt x="2440" y="7558"/>
                      <a:pt x="3328" y="7545"/>
                    </a:cubicBezTo>
                    <a:cubicBezTo>
                      <a:pt x="3468" y="7547"/>
                      <a:pt x="3605" y="7550"/>
                      <a:pt x="3750" y="7550"/>
                    </a:cubicBezTo>
                    <a:cubicBezTo>
                      <a:pt x="4760" y="7545"/>
                      <a:pt x="5567" y="7380"/>
                      <a:pt x="6500" y="6983"/>
                    </a:cubicBezTo>
                    <a:cubicBezTo>
                      <a:pt x="7462" y="5275"/>
                      <a:pt x="7115" y="2843"/>
                      <a:pt x="6750" y="983"/>
                    </a:cubicBezTo>
                    <a:cubicBezTo>
                      <a:pt x="6398" y="630"/>
                      <a:pt x="6168" y="675"/>
                      <a:pt x="5672" y="655"/>
                    </a:cubicBezTo>
                    <a:cubicBezTo>
                      <a:pt x="4200" y="663"/>
                      <a:pt x="2862" y="1225"/>
                      <a:pt x="1500" y="1733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72" name="globe vector"/>
              <p:cNvSpPr/>
              <p:nvPr/>
            </p:nvSpPr>
            <p:spPr>
              <a:xfrm>
                <a:off x="507155" y="911400"/>
                <a:ext cx="71209" cy="74272"/>
              </a:xfrm>
              <a:custGeom>
                <a:avLst/>
                <a:gdLst/>
                <a:ahLst/>
                <a:cxnLst/>
                <a:rect l="0" t="0" r="r" b="b"/>
                <a:pathLst>
                  <a:path w="7788" h="8123" fill="norm" stroke="0">
                    <a:moveTo>
                      <a:pt x="975" y="0"/>
                    </a:moveTo>
                    <a:cubicBezTo>
                      <a:pt x="1547" y="28"/>
                      <a:pt x="2120" y="55"/>
                      <a:pt x="2693" y="93"/>
                    </a:cubicBezTo>
                    <a:cubicBezTo>
                      <a:pt x="2890" y="100"/>
                      <a:pt x="3085" y="108"/>
                      <a:pt x="3285" y="115"/>
                    </a:cubicBezTo>
                    <a:cubicBezTo>
                      <a:pt x="5080" y="220"/>
                      <a:pt x="6545" y="748"/>
                      <a:pt x="7788" y="2078"/>
                    </a:cubicBezTo>
                    <a:cubicBezTo>
                      <a:pt x="7318" y="3047"/>
                      <a:pt x="7318" y="3047"/>
                      <a:pt x="7038" y="3328"/>
                    </a:cubicBezTo>
                    <a:cubicBezTo>
                      <a:pt x="7053" y="3745"/>
                      <a:pt x="7087" y="4162"/>
                      <a:pt x="7130" y="4578"/>
                    </a:cubicBezTo>
                    <a:cubicBezTo>
                      <a:pt x="7153" y="4805"/>
                      <a:pt x="7175" y="5032"/>
                      <a:pt x="7200" y="5265"/>
                    </a:cubicBezTo>
                    <a:cubicBezTo>
                      <a:pt x="7288" y="5828"/>
                      <a:pt x="7288" y="5828"/>
                      <a:pt x="7538" y="6078"/>
                    </a:cubicBezTo>
                    <a:cubicBezTo>
                      <a:pt x="7547" y="6495"/>
                      <a:pt x="7547" y="6912"/>
                      <a:pt x="7538" y="7328"/>
                    </a:cubicBezTo>
                    <a:cubicBezTo>
                      <a:pt x="5945" y="8123"/>
                      <a:pt x="2953" y="8028"/>
                      <a:pt x="1288" y="7578"/>
                    </a:cubicBezTo>
                    <a:cubicBezTo>
                      <a:pt x="680" y="7162"/>
                      <a:pt x="553" y="6895"/>
                      <a:pt x="375" y="6175"/>
                    </a:cubicBezTo>
                    <a:cubicBezTo>
                      <a:pt x="340" y="5892"/>
                      <a:pt x="312" y="5610"/>
                      <a:pt x="288" y="5328"/>
                    </a:cubicBezTo>
                    <a:cubicBezTo>
                      <a:pt x="270" y="5153"/>
                      <a:pt x="255" y="4977"/>
                      <a:pt x="238" y="4797"/>
                    </a:cubicBezTo>
                    <a:cubicBezTo>
                      <a:pt x="190" y="4210"/>
                      <a:pt x="150" y="3620"/>
                      <a:pt x="115" y="3030"/>
                    </a:cubicBezTo>
                    <a:cubicBezTo>
                      <a:pt x="100" y="2830"/>
                      <a:pt x="85" y="2627"/>
                      <a:pt x="70" y="2420"/>
                    </a:cubicBezTo>
                    <a:cubicBezTo>
                      <a:pt x="58" y="2228"/>
                      <a:pt x="45" y="2032"/>
                      <a:pt x="35" y="1832"/>
                    </a:cubicBezTo>
                    <a:cubicBezTo>
                      <a:pt x="23" y="1657"/>
                      <a:pt x="10" y="1483"/>
                      <a:pt x="0" y="1302"/>
                    </a:cubicBezTo>
                    <a:cubicBezTo>
                      <a:pt x="58" y="578"/>
                      <a:pt x="220" y="135"/>
                      <a:pt x="975" y="0"/>
                    </a:cubicBezTo>
                    <a:close/>
                    <a:moveTo>
                      <a:pt x="788" y="578"/>
                    </a:moveTo>
                    <a:cubicBezTo>
                      <a:pt x="560" y="1825"/>
                      <a:pt x="523" y="2987"/>
                      <a:pt x="615" y="4250"/>
                    </a:cubicBezTo>
                    <a:cubicBezTo>
                      <a:pt x="625" y="4412"/>
                      <a:pt x="633" y="4575"/>
                      <a:pt x="642" y="4743"/>
                    </a:cubicBezTo>
                    <a:cubicBezTo>
                      <a:pt x="760" y="6463"/>
                      <a:pt x="760" y="6463"/>
                      <a:pt x="1288" y="7078"/>
                    </a:cubicBezTo>
                    <a:cubicBezTo>
                      <a:pt x="1835" y="7252"/>
                      <a:pt x="2370" y="7278"/>
                      <a:pt x="2943" y="7297"/>
                    </a:cubicBezTo>
                    <a:cubicBezTo>
                      <a:pt x="3100" y="7305"/>
                      <a:pt x="3258" y="7315"/>
                      <a:pt x="3420" y="7323"/>
                    </a:cubicBezTo>
                    <a:cubicBezTo>
                      <a:pt x="4602" y="7368"/>
                      <a:pt x="5670" y="7248"/>
                      <a:pt x="6788" y="6828"/>
                    </a:cubicBezTo>
                    <a:cubicBezTo>
                      <a:pt x="6748" y="6635"/>
                      <a:pt x="6710" y="6442"/>
                      <a:pt x="6668" y="6243"/>
                    </a:cubicBezTo>
                    <a:cubicBezTo>
                      <a:pt x="6378" y="4713"/>
                      <a:pt x="6200" y="3375"/>
                      <a:pt x="6538" y="1828"/>
                    </a:cubicBezTo>
                    <a:cubicBezTo>
                      <a:pt x="5700" y="1082"/>
                      <a:pt x="5018" y="915"/>
                      <a:pt x="3943" y="780"/>
                    </a:cubicBezTo>
                    <a:cubicBezTo>
                      <a:pt x="3875" y="770"/>
                      <a:pt x="3875" y="770"/>
                      <a:pt x="3525" y="720"/>
                    </a:cubicBezTo>
                    <a:cubicBezTo>
                      <a:pt x="2605" y="590"/>
                      <a:pt x="1715" y="560"/>
                      <a:pt x="788" y="578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73" name="globe vector"/>
              <p:cNvSpPr/>
              <p:nvPr/>
            </p:nvSpPr>
            <p:spPr>
              <a:xfrm>
                <a:off x="340619" y="1287438"/>
                <a:ext cx="50429" cy="45309"/>
              </a:xfrm>
              <a:custGeom>
                <a:avLst/>
                <a:gdLst/>
                <a:ahLst/>
                <a:cxnLst/>
                <a:rect l="0" t="0" r="r" b="b"/>
                <a:pathLst>
                  <a:path w="5515" h="4955" fill="norm" stroke="0">
                    <a:moveTo>
                      <a:pt x="3832" y="955"/>
                    </a:moveTo>
                    <a:cubicBezTo>
                      <a:pt x="4097" y="1272"/>
                      <a:pt x="4295" y="1595"/>
                      <a:pt x="4500" y="1955"/>
                    </a:cubicBezTo>
                    <a:cubicBezTo>
                      <a:pt x="4595" y="2095"/>
                      <a:pt x="4690" y="2235"/>
                      <a:pt x="4787" y="2380"/>
                    </a:cubicBezTo>
                    <a:cubicBezTo>
                      <a:pt x="5277" y="3137"/>
                      <a:pt x="5515" y="3520"/>
                      <a:pt x="5438" y="4438"/>
                    </a:cubicBezTo>
                    <a:cubicBezTo>
                      <a:pt x="5375" y="4607"/>
                      <a:pt x="5312" y="4777"/>
                      <a:pt x="5250" y="4955"/>
                    </a:cubicBezTo>
                    <a:cubicBezTo>
                      <a:pt x="4260" y="4817"/>
                      <a:pt x="3562" y="4502"/>
                      <a:pt x="2765" y="3922"/>
                    </a:cubicBezTo>
                    <a:cubicBezTo>
                      <a:pt x="2657" y="3845"/>
                      <a:pt x="2550" y="3767"/>
                      <a:pt x="2438" y="3690"/>
                    </a:cubicBezTo>
                    <a:cubicBezTo>
                      <a:pt x="1510" y="3002"/>
                      <a:pt x="560" y="2230"/>
                      <a:pt x="0" y="1205"/>
                    </a:cubicBezTo>
                    <a:cubicBezTo>
                      <a:pt x="25" y="795"/>
                      <a:pt x="25" y="795"/>
                      <a:pt x="250" y="455"/>
                    </a:cubicBezTo>
                    <a:cubicBezTo>
                      <a:pt x="1360" y="0"/>
                      <a:pt x="2872" y="232"/>
                      <a:pt x="3832" y="955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74" name="globe vector"/>
              <p:cNvSpPr/>
              <p:nvPr/>
            </p:nvSpPr>
            <p:spPr>
              <a:xfrm>
                <a:off x="340614" y="938403"/>
                <a:ext cx="54864" cy="43023"/>
              </a:xfrm>
              <a:custGeom>
                <a:avLst/>
                <a:gdLst/>
                <a:ahLst/>
                <a:cxnLst/>
                <a:rect l="0" t="0" r="r" b="b"/>
                <a:pathLst>
                  <a:path w="6000" h="4705" fill="norm" stroke="0">
                    <a:moveTo>
                      <a:pt x="6000" y="625"/>
                    </a:moveTo>
                    <a:cubicBezTo>
                      <a:pt x="5918" y="737"/>
                      <a:pt x="5837" y="847"/>
                      <a:pt x="5752" y="965"/>
                    </a:cubicBezTo>
                    <a:cubicBezTo>
                      <a:pt x="4755" y="2345"/>
                      <a:pt x="4755" y="2345"/>
                      <a:pt x="4375" y="3047"/>
                    </a:cubicBezTo>
                    <a:cubicBezTo>
                      <a:pt x="3918" y="3755"/>
                      <a:pt x="3540" y="4287"/>
                      <a:pt x="2750" y="4625"/>
                    </a:cubicBezTo>
                    <a:cubicBezTo>
                      <a:pt x="1910" y="4705"/>
                      <a:pt x="1093" y="4685"/>
                      <a:pt x="250" y="4625"/>
                    </a:cubicBezTo>
                    <a:cubicBezTo>
                      <a:pt x="87" y="4177"/>
                      <a:pt x="87" y="4177"/>
                      <a:pt x="0" y="3625"/>
                    </a:cubicBezTo>
                    <a:cubicBezTo>
                      <a:pt x="750" y="2222"/>
                      <a:pt x="2140" y="1360"/>
                      <a:pt x="3500" y="625"/>
                    </a:cubicBezTo>
                    <a:cubicBezTo>
                      <a:pt x="3668" y="528"/>
                      <a:pt x="3837" y="427"/>
                      <a:pt x="4010" y="328"/>
                    </a:cubicBezTo>
                    <a:cubicBezTo>
                      <a:pt x="4802" y="0"/>
                      <a:pt x="5230" y="310"/>
                      <a:pt x="6000" y="625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75" name="globe vector"/>
              <p:cNvSpPr/>
              <p:nvPr/>
            </p:nvSpPr>
            <p:spPr>
              <a:xfrm>
                <a:off x="416045" y="1288674"/>
                <a:ext cx="66934" cy="73884"/>
              </a:xfrm>
              <a:custGeom>
                <a:avLst/>
                <a:gdLst/>
                <a:ahLst/>
                <a:cxnLst/>
                <a:rect l="0" t="0" r="r" b="b"/>
                <a:pathLst>
                  <a:path w="7320" h="8080" fill="norm" stroke="0">
                    <a:moveTo>
                      <a:pt x="1638" y="2"/>
                    </a:moveTo>
                    <a:cubicBezTo>
                      <a:pt x="1808" y="2"/>
                      <a:pt x="1978" y="0"/>
                      <a:pt x="2153" y="0"/>
                    </a:cubicBezTo>
                    <a:cubicBezTo>
                      <a:pt x="2330" y="2"/>
                      <a:pt x="2508" y="5"/>
                      <a:pt x="2688" y="7"/>
                    </a:cubicBezTo>
                    <a:cubicBezTo>
                      <a:pt x="2860" y="5"/>
                      <a:pt x="3035" y="2"/>
                      <a:pt x="3213" y="0"/>
                    </a:cubicBezTo>
                    <a:cubicBezTo>
                      <a:pt x="4305" y="5"/>
                      <a:pt x="5530" y="15"/>
                      <a:pt x="6500" y="570"/>
                    </a:cubicBezTo>
                    <a:cubicBezTo>
                      <a:pt x="7188" y="1607"/>
                      <a:pt x="7135" y="2748"/>
                      <a:pt x="7188" y="3952"/>
                    </a:cubicBezTo>
                    <a:cubicBezTo>
                      <a:pt x="7205" y="4335"/>
                      <a:pt x="7228" y="4715"/>
                      <a:pt x="7253" y="5097"/>
                    </a:cubicBezTo>
                    <a:cubicBezTo>
                      <a:pt x="7263" y="5338"/>
                      <a:pt x="7275" y="5580"/>
                      <a:pt x="7288" y="5827"/>
                    </a:cubicBezTo>
                    <a:cubicBezTo>
                      <a:pt x="7297" y="6048"/>
                      <a:pt x="7310" y="6267"/>
                      <a:pt x="7320" y="6495"/>
                    </a:cubicBezTo>
                    <a:cubicBezTo>
                      <a:pt x="7250" y="7070"/>
                      <a:pt x="7250" y="7070"/>
                      <a:pt x="6898" y="7515"/>
                    </a:cubicBezTo>
                    <a:cubicBezTo>
                      <a:pt x="6157" y="8080"/>
                      <a:pt x="5390" y="7923"/>
                      <a:pt x="4500" y="7820"/>
                    </a:cubicBezTo>
                    <a:cubicBezTo>
                      <a:pt x="3930" y="7720"/>
                      <a:pt x="3363" y="7602"/>
                      <a:pt x="2797" y="7475"/>
                    </a:cubicBezTo>
                    <a:cubicBezTo>
                      <a:pt x="2657" y="7442"/>
                      <a:pt x="2515" y="7412"/>
                      <a:pt x="2370" y="7380"/>
                    </a:cubicBezTo>
                    <a:cubicBezTo>
                      <a:pt x="877" y="7020"/>
                      <a:pt x="877" y="7020"/>
                      <a:pt x="500" y="6570"/>
                    </a:cubicBezTo>
                    <a:cubicBezTo>
                      <a:pt x="420" y="5977"/>
                      <a:pt x="455" y="5397"/>
                      <a:pt x="485" y="4803"/>
                    </a:cubicBezTo>
                    <a:cubicBezTo>
                      <a:pt x="528" y="3303"/>
                      <a:pt x="440" y="2015"/>
                      <a:pt x="0" y="570"/>
                    </a:cubicBezTo>
                    <a:cubicBezTo>
                      <a:pt x="565" y="135"/>
                      <a:pt x="928" y="5"/>
                      <a:pt x="1638" y="2"/>
                    </a:cubicBezTo>
                    <a:close/>
                    <a:moveTo>
                      <a:pt x="1000" y="820"/>
                    </a:moveTo>
                    <a:cubicBezTo>
                      <a:pt x="970" y="1637"/>
                      <a:pt x="1025" y="2455"/>
                      <a:pt x="1062" y="3273"/>
                    </a:cubicBezTo>
                    <a:cubicBezTo>
                      <a:pt x="1070" y="3500"/>
                      <a:pt x="1078" y="3730"/>
                      <a:pt x="1085" y="3965"/>
                    </a:cubicBezTo>
                    <a:cubicBezTo>
                      <a:pt x="1095" y="4188"/>
                      <a:pt x="1105" y="4407"/>
                      <a:pt x="1115" y="4637"/>
                    </a:cubicBezTo>
                    <a:cubicBezTo>
                      <a:pt x="1123" y="4840"/>
                      <a:pt x="1130" y="5042"/>
                      <a:pt x="1138" y="5250"/>
                    </a:cubicBezTo>
                    <a:cubicBezTo>
                      <a:pt x="1275" y="5945"/>
                      <a:pt x="1528" y="6300"/>
                      <a:pt x="2000" y="6820"/>
                    </a:cubicBezTo>
                    <a:cubicBezTo>
                      <a:pt x="3243" y="7272"/>
                      <a:pt x="4685" y="7447"/>
                      <a:pt x="6000" y="7320"/>
                    </a:cubicBezTo>
                    <a:cubicBezTo>
                      <a:pt x="6410" y="7127"/>
                      <a:pt x="6410" y="7127"/>
                      <a:pt x="6750" y="6820"/>
                    </a:cubicBezTo>
                    <a:cubicBezTo>
                      <a:pt x="6845" y="6370"/>
                      <a:pt x="6845" y="6370"/>
                      <a:pt x="6843" y="5830"/>
                    </a:cubicBezTo>
                    <a:cubicBezTo>
                      <a:pt x="6843" y="5635"/>
                      <a:pt x="6843" y="5438"/>
                      <a:pt x="6840" y="5238"/>
                    </a:cubicBezTo>
                    <a:cubicBezTo>
                      <a:pt x="6838" y="5032"/>
                      <a:pt x="6833" y="4827"/>
                      <a:pt x="6830" y="4615"/>
                    </a:cubicBezTo>
                    <a:cubicBezTo>
                      <a:pt x="6830" y="4415"/>
                      <a:pt x="6830" y="4213"/>
                      <a:pt x="6833" y="4005"/>
                    </a:cubicBezTo>
                    <a:cubicBezTo>
                      <a:pt x="6812" y="1920"/>
                      <a:pt x="6812" y="1920"/>
                      <a:pt x="6250" y="1070"/>
                    </a:cubicBezTo>
                    <a:cubicBezTo>
                      <a:pt x="5150" y="532"/>
                      <a:pt x="4130" y="498"/>
                      <a:pt x="2922" y="523"/>
                    </a:cubicBezTo>
                    <a:cubicBezTo>
                      <a:pt x="2765" y="523"/>
                      <a:pt x="2608" y="523"/>
                      <a:pt x="2443" y="523"/>
                    </a:cubicBezTo>
                    <a:cubicBezTo>
                      <a:pt x="1285" y="532"/>
                      <a:pt x="1285" y="532"/>
                      <a:pt x="1000" y="820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76" name="globe vector"/>
              <p:cNvSpPr/>
              <p:nvPr/>
            </p:nvSpPr>
            <p:spPr>
              <a:xfrm>
                <a:off x="452628" y="1259586"/>
                <a:ext cx="57150" cy="86868"/>
              </a:xfrm>
              <a:custGeom>
                <a:avLst/>
                <a:gdLst/>
                <a:ahLst/>
                <a:cxnLst/>
                <a:rect l="0" t="0" r="r" b="b"/>
                <a:pathLst>
                  <a:path w="6250" h="9500" fill="norm" stroke="0">
                    <a:moveTo>
                      <a:pt x="3000" y="0"/>
                    </a:moveTo>
                    <a:cubicBezTo>
                      <a:pt x="3290" y="583"/>
                      <a:pt x="3235" y="688"/>
                      <a:pt x="3095" y="1298"/>
                    </a:cubicBezTo>
                    <a:cubicBezTo>
                      <a:pt x="2942" y="2208"/>
                      <a:pt x="3133" y="2750"/>
                      <a:pt x="3552" y="3558"/>
                    </a:cubicBezTo>
                    <a:cubicBezTo>
                      <a:pt x="4060" y="4695"/>
                      <a:pt x="4032" y="5860"/>
                      <a:pt x="4015" y="7077"/>
                    </a:cubicBezTo>
                    <a:cubicBezTo>
                      <a:pt x="4015" y="7240"/>
                      <a:pt x="4013" y="7400"/>
                      <a:pt x="4013" y="7567"/>
                    </a:cubicBezTo>
                    <a:cubicBezTo>
                      <a:pt x="4010" y="7963"/>
                      <a:pt x="4005" y="8355"/>
                      <a:pt x="4000" y="8750"/>
                    </a:cubicBezTo>
                    <a:cubicBezTo>
                      <a:pt x="4125" y="8710"/>
                      <a:pt x="4125" y="8710"/>
                      <a:pt x="4750" y="8500"/>
                    </a:cubicBezTo>
                    <a:cubicBezTo>
                      <a:pt x="4737" y="8300"/>
                      <a:pt x="4727" y="8102"/>
                      <a:pt x="4715" y="7898"/>
                    </a:cubicBezTo>
                    <a:cubicBezTo>
                      <a:pt x="4650" y="6308"/>
                      <a:pt x="4635" y="5233"/>
                      <a:pt x="5750" y="4000"/>
                    </a:cubicBezTo>
                    <a:cubicBezTo>
                      <a:pt x="5917" y="3752"/>
                      <a:pt x="6085" y="3502"/>
                      <a:pt x="6250" y="3250"/>
                    </a:cubicBezTo>
                    <a:cubicBezTo>
                      <a:pt x="6203" y="4020"/>
                      <a:pt x="6150" y="4790"/>
                      <a:pt x="6093" y="5558"/>
                    </a:cubicBezTo>
                    <a:cubicBezTo>
                      <a:pt x="6072" y="5820"/>
                      <a:pt x="6055" y="6082"/>
                      <a:pt x="6040" y="6343"/>
                    </a:cubicBezTo>
                    <a:cubicBezTo>
                      <a:pt x="6015" y="6720"/>
                      <a:pt x="5987" y="7097"/>
                      <a:pt x="5958" y="7472"/>
                    </a:cubicBezTo>
                    <a:cubicBezTo>
                      <a:pt x="5943" y="7700"/>
                      <a:pt x="5925" y="7928"/>
                      <a:pt x="5910" y="8160"/>
                    </a:cubicBezTo>
                    <a:cubicBezTo>
                      <a:pt x="5750" y="8750"/>
                      <a:pt x="5750" y="8750"/>
                      <a:pt x="5273" y="9210"/>
                    </a:cubicBezTo>
                    <a:cubicBezTo>
                      <a:pt x="4750" y="9500"/>
                      <a:pt x="4750" y="9500"/>
                      <a:pt x="4188" y="9423"/>
                    </a:cubicBezTo>
                    <a:cubicBezTo>
                      <a:pt x="4043" y="9365"/>
                      <a:pt x="3898" y="9308"/>
                      <a:pt x="3750" y="9250"/>
                    </a:cubicBezTo>
                    <a:cubicBezTo>
                      <a:pt x="3485" y="7945"/>
                      <a:pt x="3530" y="6810"/>
                      <a:pt x="3750" y="5500"/>
                    </a:cubicBezTo>
                    <a:cubicBezTo>
                      <a:pt x="3585" y="5500"/>
                      <a:pt x="3420" y="5500"/>
                      <a:pt x="3250" y="5500"/>
                    </a:cubicBezTo>
                    <a:cubicBezTo>
                      <a:pt x="3085" y="4675"/>
                      <a:pt x="2920" y="3850"/>
                      <a:pt x="2750" y="3000"/>
                    </a:cubicBezTo>
                    <a:cubicBezTo>
                      <a:pt x="2390" y="2928"/>
                      <a:pt x="2028" y="2855"/>
                      <a:pt x="1655" y="2780"/>
                    </a:cubicBezTo>
                    <a:cubicBezTo>
                      <a:pt x="562" y="2562"/>
                      <a:pt x="562" y="2562"/>
                      <a:pt x="0" y="2000"/>
                    </a:cubicBezTo>
                    <a:cubicBezTo>
                      <a:pt x="0" y="1752"/>
                      <a:pt x="0" y="1505"/>
                      <a:pt x="0" y="1250"/>
                    </a:cubicBezTo>
                    <a:cubicBezTo>
                      <a:pt x="175" y="1202"/>
                      <a:pt x="350" y="1153"/>
                      <a:pt x="530" y="1102"/>
                    </a:cubicBezTo>
                    <a:cubicBezTo>
                      <a:pt x="758" y="1037"/>
                      <a:pt x="985" y="972"/>
                      <a:pt x="1220" y="905"/>
                    </a:cubicBezTo>
                    <a:cubicBezTo>
                      <a:pt x="1445" y="843"/>
                      <a:pt x="1670" y="778"/>
                      <a:pt x="1905" y="713"/>
                    </a:cubicBezTo>
                    <a:cubicBezTo>
                      <a:pt x="2500" y="500"/>
                      <a:pt x="2500" y="500"/>
                      <a:pt x="3000" y="0"/>
                    </a:cubicBezTo>
                    <a:close/>
                  </a:path>
                </a:pathLst>
              </a:custGeom>
              <a:solidFill>
                <a:srgbClr val="858A9D"/>
              </a:solidFill>
              <a:ln w="0">
                <a:noFill/>
              </a:ln>
            </p:spPr>
          </p:sp>
          <p:sp>
            <p:nvSpPr>
              <p:cNvPr id="77" name="globe vector"/>
              <p:cNvSpPr/>
              <p:nvPr/>
            </p:nvSpPr>
            <p:spPr>
              <a:xfrm>
                <a:off x="781812" y="1312873"/>
                <a:ext cx="80124" cy="82250"/>
              </a:xfrm>
              <a:custGeom>
                <a:avLst/>
                <a:gdLst/>
                <a:ahLst/>
                <a:cxnLst/>
                <a:rect l="0" t="0" r="r" b="b"/>
                <a:pathLst>
                  <a:path w="8763" h="8995" fill="norm" stroke="0">
                    <a:moveTo>
                      <a:pt x="2250" y="173"/>
                    </a:moveTo>
                    <a:cubicBezTo>
                      <a:pt x="3710" y="998"/>
                      <a:pt x="4752" y="2160"/>
                      <a:pt x="5737" y="3493"/>
                    </a:cubicBezTo>
                    <a:cubicBezTo>
                      <a:pt x="6353" y="4300"/>
                      <a:pt x="7055" y="4913"/>
                      <a:pt x="7853" y="5540"/>
                    </a:cubicBezTo>
                    <a:cubicBezTo>
                      <a:pt x="8392" y="6060"/>
                      <a:pt x="8740" y="6565"/>
                      <a:pt x="8763" y="7330"/>
                    </a:cubicBezTo>
                    <a:cubicBezTo>
                      <a:pt x="8618" y="8060"/>
                      <a:pt x="8537" y="8385"/>
                      <a:pt x="8000" y="8923"/>
                    </a:cubicBezTo>
                    <a:cubicBezTo>
                      <a:pt x="7250" y="8995"/>
                      <a:pt x="6520" y="8873"/>
                      <a:pt x="5910" y="8420"/>
                    </a:cubicBezTo>
                    <a:cubicBezTo>
                      <a:pt x="5703" y="8208"/>
                      <a:pt x="5502" y="7988"/>
                      <a:pt x="5308" y="7765"/>
                    </a:cubicBezTo>
                    <a:cubicBezTo>
                      <a:pt x="4998" y="7420"/>
                      <a:pt x="4683" y="7168"/>
                      <a:pt x="4312" y="6893"/>
                    </a:cubicBezTo>
                    <a:cubicBezTo>
                      <a:pt x="2703" y="5573"/>
                      <a:pt x="752" y="3363"/>
                      <a:pt x="0" y="1423"/>
                    </a:cubicBezTo>
                    <a:cubicBezTo>
                      <a:pt x="65" y="883"/>
                      <a:pt x="65" y="883"/>
                      <a:pt x="250" y="423"/>
                    </a:cubicBezTo>
                    <a:cubicBezTo>
                      <a:pt x="942" y="78"/>
                      <a:pt x="1505" y="0"/>
                      <a:pt x="2250" y="173"/>
                    </a:cubicBezTo>
                    <a:close/>
                    <a:moveTo>
                      <a:pt x="1000" y="673"/>
                    </a:moveTo>
                    <a:cubicBezTo>
                      <a:pt x="790" y="1260"/>
                      <a:pt x="720" y="1578"/>
                      <a:pt x="912" y="2178"/>
                    </a:cubicBezTo>
                    <a:cubicBezTo>
                      <a:pt x="1817" y="3750"/>
                      <a:pt x="2995" y="5025"/>
                      <a:pt x="4265" y="6312"/>
                    </a:cubicBezTo>
                    <a:cubicBezTo>
                      <a:pt x="4353" y="6403"/>
                      <a:pt x="4440" y="6493"/>
                      <a:pt x="4530" y="6588"/>
                    </a:cubicBezTo>
                    <a:cubicBezTo>
                      <a:pt x="4787" y="6848"/>
                      <a:pt x="5045" y="7105"/>
                      <a:pt x="5305" y="7360"/>
                    </a:cubicBezTo>
                    <a:cubicBezTo>
                      <a:pt x="5457" y="7513"/>
                      <a:pt x="5608" y="7663"/>
                      <a:pt x="5765" y="7817"/>
                    </a:cubicBezTo>
                    <a:cubicBezTo>
                      <a:pt x="6347" y="8243"/>
                      <a:pt x="6785" y="8355"/>
                      <a:pt x="7500" y="8423"/>
                    </a:cubicBezTo>
                    <a:cubicBezTo>
                      <a:pt x="7970" y="8143"/>
                      <a:pt x="7970" y="8143"/>
                      <a:pt x="8250" y="7673"/>
                    </a:cubicBezTo>
                    <a:cubicBezTo>
                      <a:pt x="8282" y="6538"/>
                      <a:pt x="7623" y="5890"/>
                      <a:pt x="6903" y="5093"/>
                    </a:cubicBezTo>
                    <a:cubicBezTo>
                      <a:pt x="6472" y="4643"/>
                      <a:pt x="6035" y="4203"/>
                      <a:pt x="5588" y="3770"/>
                    </a:cubicBezTo>
                    <a:cubicBezTo>
                      <a:pt x="5160" y="3330"/>
                      <a:pt x="4770" y="2860"/>
                      <a:pt x="4375" y="2393"/>
                    </a:cubicBezTo>
                    <a:cubicBezTo>
                      <a:pt x="3710" y="1627"/>
                      <a:pt x="3188" y="1068"/>
                      <a:pt x="2250" y="673"/>
                    </a:cubicBezTo>
                    <a:cubicBezTo>
                      <a:pt x="1547" y="625"/>
                      <a:pt x="1547" y="625"/>
                      <a:pt x="1000" y="673"/>
                    </a:cubicBezTo>
                    <a:close/>
                  </a:path>
                </a:pathLst>
              </a:custGeom>
              <a:solidFill>
                <a:srgbClr val="ADB1C1"/>
              </a:solidFill>
              <a:ln w="0">
                <a:noFill/>
              </a:ln>
            </p:spPr>
          </p:sp>
          <p:sp>
            <p:nvSpPr>
              <p:cNvPr id="78" name="globe vector"/>
              <p:cNvSpPr/>
              <p:nvPr/>
            </p:nvSpPr>
            <p:spPr>
              <a:xfrm>
                <a:off x="800100" y="1328166"/>
                <a:ext cx="50292" cy="53310"/>
              </a:xfrm>
              <a:custGeom>
                <a:avLst/>
                <a:gdLst/>
                <a:ahLst/>
                <a:cxnLst/>
                <a:rect l="0" t="0" r="r" b="b"/>
                <a:pathLst>
                  <a:path w="5500" h="5830" fill="norm" stroke="0">
                    <a:moveTo>
                      <a:pt x="250" y="0"/>
                    </a:moveTo>
                    <a:cubicBezTo>
                      <a:pt x="1377" y="100"/>
                      <a:pt x="1895" y="852"/>
                      <a:pt x="2595" y="1655"/>
                    </a:cubicBezTo>
                    <a:cubicBezTo>
                      <a:pt x="2715" y="1792"/>
                      <a:pt x="2835" y="1928"/>
                      <a:pt x="2960" y="2067"/>
                    </a:cubicBezTo>
                    <a:cubicBezTo>
                      <a:pt x="3198" y="2338"/>
                      <a:pt x="3438" y="2608"/>
                      <a:pt x="3675" y="2880"/>
                    </a:cubicBezTo>
                    <a:cubicBezTo>
                      <a:pt x="3953" y="3195"/>
                      <a:pt x="4235" y="3505"/>
                      <a:pt x="4522" y="3812"/>
                    </a:cubicBezTo>
                    <a:cubicBezTo>
                      <a:pt x="4660" y="3963"/>
                      <a:pt x="4795" y="4110"/>
                      <a:pt x="4938" y="4265"/>
                    </a:cubicBezTo>
                    <a:cubicBezTo>
                      <a:pt x="5055" y="4392"/>
                      <a:pt x="5172" y="4520"/>
                      <a:pt x="5293" y="4650"/>
                    </a:cubicBezTo>
                    <a:cubicBezTo>
                      <a:pt x="5500" y="5000"/>
                      <a:pt x="5500" y="5000"/>
                      <a:pt x="5410" y="5420"/>
                    </a:cubicBezTo>
                    <a:cubicBezTo>
                      <a:pt x="5358" y="5530"/>
                      <a:pt x="5305" y="5637"/>
                      <a:pt x="5250" y="5750"/>
                    </a:cubicBezTo>
                    <a:cubicBezTo>
                      <a:pt x="4703" y="5830"/>
                      <a:pt x="4703" y="5830"/>
                      <a:pt x="4000" y="5750"/>
                    </a:cubicBezTo>
                    <a:cubicBezTo>
                      <a:pt x="3507" y="5382"/>
                      <a:pt x="3138" y="4925"/>
                      <a:pt x="2750" y="4452"/>
                    </a:cubicBezTo>
                    <a:cubicBezTo>
                      <a:pt x="2543" y="4210"/>
                      <a:pt x="2332" y="3968"/>
                      <a:pt x="2125" y="3722"/>
                    </a:cubicBezTo>
                    <a:cubicBezTo>
                      <a:pt x="2022" y="3602"/>
                      <a:pt x="1922" y="3483"/>
                      <a:pt x="1817" y="3358"/>
                    </a:cubicBezTo>
                    <a:cubicBezTo>
                      <a:pt x="1403" y="2890"/>
                      <a:pt x="957" y="2463"/>
                      <a:pt x="500" y="2037"/>
                    </a:cubicBezTo>
                    <a:cubicBezTo>
                      <a:pt x="90" y="1567"/>
                      <a:pt x="32" y="1108"/>
                      <a:pt x="0" y="500"/>
                    </a:cubicBezTo>
                    <a:cubicBezTo>
                      <a:pt x="82" y="335"/>
                      <a:pt x="165" y="170"/>
                      <a:pt x="250" y="0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79" name="globe vector"/>
              <p:cNvSpPr/>
              <p:nvPr/>
            </p:nvSpPr>
            <p:spPr>
              <a:xfrm>
                <a:off x="754391" y="1285966"/>
                <a:ext cx="38862" cy="42200"/>
              </a:xfrm>
              <a:custGeom>
                <a:avLst/>
                <a:gdLst/>
                <a:ahLst/>
                <a:cxnLst/>
                <a:rect l="0" t="0" r="r" b="b"/>
                <a:pathLst>
                  <a:path w="4250" h="4615" fill="norm" stroke="0">
                    <a:moveTo>
                      <a:pt x="1155" y="53"/>
                    </a:moveTo>
                    <a:cubicBezTo>
                      <a:pt x="2208" y="65"/>
                      <a:pt x="3102" y="300"/>
                      <a:pt x="4000" y="865"/>
                    </a:cubicBezTo>
                    <a:cubicBezTo>
                      <a:pt x="4080" y="1030"/>
                      <a:pt x="4162" y="1195"/>
                      <a:pt x="4250" y="1365"/>
                    </a:cubicBezTo>
                    <a:cubicBezTo>
                      <a:pt x="4058" y="1605"/>
                      <a:pt x="3865" y="1845"/>
                      <a:pt x="3670" y="2083"/>
                    </a:cubicBezTo>
                    <a:cubicBezTo>
                      <a:pt x="3562" y="2218"/>
                      <a:pt x="3455" y="2350"/>
                      <a:pt x="3345" y="2488"/>
                    </a:cubicBezTo>
                    <a:cubicBezTo>
                      <a:pt x="3000" y="2865"/>
                      <a:pt x="3000" y="2865"/>
                      <a:pt x="2600" y="3123"/>
                    </a:cubicBezTo>
                    <a:cubicBezTo>
                      <a:pt x="2060" y="3495"/>
                      <a:pt x="1955" y="4010"/>
                      <a:pt x="1750" y="4615"/>
                    </a:cubicBezTo>
                    <a:cubicBezTo>
                      <a:pt x="1142" y="4328"/>
                      <a:pt x="1010" y="4143"/>
                      <a:pt x="770" y="3500"/>
                    </a:cubicBezTo>
                    <a:cubicBezTo>
                      <a:pt x="713" y="3260"/>
                      <a:pt x="653" y="3020"/>
                      <a:pt x="593" y="2773"/>
                    </a:cubicBezTo>
                    <a:cubicBezTo>
                      <a:pt x="532" y="2532"/>
                      <a:pt x="472" y="2293"/>
                      <a:pt x="410" y="2048"/>
                    </a:cubicBezTo>
                    <a:cubicBezTo>
                      <a:pt x="358" y="1823"/>
                      <a:pt x="305" y="1598"/>
                      <a:pt x="250" y="1365"/>
                    </a:cubicBezTo>
                    <a:cubicBezTo>
                      <a:pt x="195" y="1175"/>
                      <a:pt x="142" y="988"/>
                      <a:pt x="88" y="793"/>
                    </a:cubicBezTo>
                    <a:cubicBezTo>
                      <a:pt x="58" y="653"/>
                      <a:pt x="28" y="510"/>
                      <a:pt x="0" y="365"/>
                    </a:cubicBezTo>
                    <a:cubicBezTo>
                      <a:pt x="363" y="0"/>
                      <a:pt x="645" y="65"/>
                      <a:pt x="1155" y="53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80" name="globe vector"/>
              <p:cNvSpPr/>
              <p:nvPr/>
            </p:nvSpPr>
            <p:spPr>
              <a:xfrm>
                <a:off x="544068" y="1268319"/>
                <a:ext cx="38862" cy="48417"/>
              </a:xfrm>
              <a:custGeom>
                <a:avLst/>
                <a:gdLst/>
                <a:ahLst/>
                <a:cxnLst/>
                <a:rect l="0" t="0" r="r" b="b"/>
                <a:pathLst>
                  <a:path w="4250" h="5295" fill="norm" stroke="0">
                    <a:moveTo>
                      <a:pt x="1250" y="45"/>
                    </a:moveTo>
                    <a:cubicBezTo>
                      <a:pt x="1720" y="0"/>
                      <a:pt x="1720" y="0"/>
                      <a:pt x="2250" y="45"/>
                    </a:cubicBezTo>
                    <a:cubicBezTo>
                      <a:pt x="2530" y="348"/>
                      <a:pt x="2530" y="348"/>
                      <a:pt x="2750" y="748"/>
                    </a:cubicBezTo>
                    <a:cubicBezTo>
                      <a:pt x="3160" y="1438"/>
                      <a:pt x="3565" y="1855"/>
                      <a:pt x="4250" y="2295"/>
                    </a:cubicBezTo>
                    <a:cubicBezTo>
                      <a:pt x="4188" y="2890"/>
                      <a:pt x="4188" y="2890"/>
                      <a:pt x="4000" y="3545"/>
                    </a:cubicBezTo>
                    <a:cubicBezTo>
                      <a:pt x="3515" y="3810"/>
                      <a:pt x="3515" y="3810"/>
                      <a:pt x="3000" y="4045"/>
                    </a:cubicBezTo>
                    <a:cubicBezTo>
                      <a:pt x="2830" y="4377"/>
                      <a:pt x="2663" y="4710"/>
                      <a:pt x="2500" y="5045"/>
                    </a:cubicBezTo>
                    <a:cubicBezTo>
                      <a:pt x="2110" y="5200"/>
                      <a:pt x="2110" y="5200"/>
                      <a:pt x="1750" y="5295"/>
                    </a:cubicBezTo>
                    <a:cubicBezTo>
                      <a:pt x="2005" y="4328"/>
                      <a:pt x="2258" y="3423"/>
                      <a:pt x="2750" y="2545"/>
                    </a:cubicBezTo>
                    <a:cubicBezTo>
                      <a:pt x="2420" y="2545"/>
                      <a:pt x="2090" y="2545"/>
                      <a:pt x="1750" y="2545"/>
                    </a:cubicBezTo>
                    <a:cubicBezTo>
                      <a:pt x="1725" y="2663"/>
                      <a:pt x="1697" y="2783"/>
                      <a:pt x="1672" y="2905"/>
                    </a:cubicBezTo>
                    <a:cubicBezTo>
                      <a:pt x="1500" y="3295"/>
                      <a:pt x="1500" y="3295"/>
                      <a:pt x="1155" y="3498"/>
                    </a:cubicBezTo>
                    <a:cubicBezTo>
                      <a:pt x="750" y="3545"/>
                      <a:pt x="750" y="3545"/>
                      <a:pt x="328" y="3310"/>
                    </a:cubicBezTo>
                    <a:cubicBezTo>
                      <a:pt x="220" y="3223"/>
                      <a:pt x="112" y="3135"/>
                      <a:pt x="0" y="3045"/>
                    </a:cubicBezTo>
                    <a:cubicBezTo>
                      <a:pt x="165" y="2880"/>
                      <a:pt x="330" y="2715"/>
                      <a:pt x="500" y="2545"/>
                    </a:cubicBezTo>
                    <a:cubicBezTo>
                      <a:pt x="650" y="2123"/>
                      <a:pt x="785" y="1695"/>
                      <a:pt x="905" y="1265"/>
                    </a:cubicBezTo>
                    <a:cubicBezTo>
                      <a:pt x="972" y="1035"/>
                      <a:pt x="1038" y="808"/>
                      <a:pt x="1102" y="575"/>
                    </a:cubicBezTo>
                    <a:cubicBezTo>
                      <a:pt x="1153" y="400"/>
                      <a:pt x="1200" y="225"/>
                      <a:pt x="1250" y="45"/>
                    </a:cubicBezTo>
                    <a:close/>
                  </a:path>
                </a:pathLst>
              </a:custGeom>
              <a:solidFill>
                <a:srgbClr val="EEE7DC"/>
              </a:solidFill>
              <a:ln w="0">
                <a:noFill/>
              </a:ln>
            </p:spPr>
          </p:sp>
          <p:sp>
            <p:nvSpPr>
              <p:cNvPr id="81" name="globe vector"/>
              <p:cNvSpPr/>
              <p:nvPr/>
            </p:nvSpPr>
            <p:spPr>
              <a:xfrm>
                <a:off x="674370" y="953262"/>
                <a:ext cx="63848" cy="115054"/>
              </a:xfrm>
              <a:custGeom>
                <a:avLst/>
                <a:gdLst/>
                <a:ahLst/>
                <a:cxnLst/>
                <a:rect l="0" t="0" r="r" b="b"/>
                <a:pathLst>
                  <a:path w="6983" h="12582" fill="norm" stroke="0">
                    <a:moveTo>
                      <a:pt x="0" y="0"/>
                    </a:moveTo>
                    <a:cubicBezTo>
                      <a:pt x="882" y="370"/>
                      <a:pt x="1465" y="905"/>
                      <a:pt x="2095" y="1610"/>
                    </a:cubicBezTo>
                    <a:cubicBezTo>
                      <a:pt x="2192" y="1720"/>
                      <a:pt x="2290" y="1830"/>
                      <a:pt x="2392" y="1942"/>
                    </a:cubicBezTo>
                    <a:cubicBezTo>
                      <a:pt x="3312" y="3007"/>
                      <a:pt x="3940" y="4157"/>
                      <a:pt x="4570" y="5410"/>
                    </a:cubicBezTo>
                    <a:cubicBezTo>
                      <a:pt x="4812" y="5868"/>
                      <a:pt x="5085" y="6305"/>
                      <a:pt x="5362" y="6743"/>
                    </a:cubicBezTo>
                    <a:cubicBezTo>
                      <a:pt x="6370" y="8347"/>
                      <a:pt x="6983" y="9830"/>
                      <a:pt x="6750" y="11750"/>
                    </a:cubicBezTo>
                    <a:cubicBezTo>
                      <a:pt x="6578" y="12235"/>
                      <a:pt x="6578" y="12235"/>
                      <a:pt x="6250" y="12500"/>
                    </a:cubicBezTo>
                    <a:cubicBezTo>
                      <a:pt x="5655" y="12582"/>
                      <a:pt x="5655" y="12582"/>
                      <a:pt x="5000" y="12500"/>
                    </a:cubicBezTo>
                    <a:cubicBezTo>
                      <a:pt x="4558" y="12053"/>
                      <a:pt x="4558" y="12053"/>
                      <a:pt x="4188" y="11452"/>
                    </a:cubicBezTo>
                    <a:cubicBezTo>
                      <a:pt x="4062" y="11260"/>
                      <a:pt x="3938" y="11065"/>
                      <a:pt x="3808" y="10865"/>
                    </a:cubicBezTo>
                    <a:cubicBezTo>
                      <a:pt x="3493" y="10235"/>
                      <a:pt x="3352" y="9692"/>
                      <a:pt x="3250" y="9000"/>
                    </a:cubicBezTo>
                    <a:cubicBezTo>
                      <a:pt x="3977" y="9882"/>
                      <a:pt x="4630" y="10790"/>
                      <a:pt x="5250" y="11750"/>
                    </a:cubicBezTo>
                    <a:cubicBezTo>
                      <a:pt x="5375" y="11710"/>
                      <a:pt x="5375" y="11710"/>
                      <a:pt x="6000" y="11500"/>
                    </a:cubicBezTo>
                    <a:cubicBezTo>
                      <a:pt x="6257" y="8865"/>
                      <a:pt x="4850" y="6922"/>
                      <a:pt x="3458" y="4823"/>
                    </a:cubicBezTo>
                    <a:cubicBezTo>
                      <a:pt x="3252" y="4502"/>
                      <a:pt x="3062" y="4177"/>
                      <a:pt x="2875" y="3847"/>
                    </a:cubicBezTo>
                    <a:cubicBezTo>
                      <a:pt x="2507" y="3260"/>
                      <a:pt x="2135" y="2855"/>
                      <a:pt x="1625" y="2390"/>
                    </a:cubicBezTo>
                    <a:cubicBezTo>
                      <a:pt x="850" y="1645"/>
                      <a:pt x="410" y="990"/>
                      <a:pt x="0" y="0"/>
                    </a:cubicBezTo>
                    <a:close/>
                  </a:path>
                </a:pathLst>
              </a:custGeom>
              <a:solidFill>
                <a:srgbClr val="A7ABBB"/>
              </a:solidFill>
              <a:ln w="0">
                <a:noFill/>
              </a:ln>
            </p:spPr>
          </p:sp>
          <p:sp>
            <p:nvSpPr>
              <p:cNvPr id="82" name="globe vector"/>
              <p:cNvSpPr/>
              <p:nvPr/>
            </p:nvSpPr>
            <p:spPr>
              <a:xfrm>
                <a:off x="633428" y="997679"/>
                <a:ext cx="75232" cy="63025"/>
              </a:xfrm>
              <a:custGeom>
                <a:avLst/>
                <a:gdLst/>
                <a:ahLst/>
                <a:cxnLst/>
                <a:rect l="0" t="0" r="r" b="b"/>
                <a:pathLst>
                  <a:path w="8227" h="6892" fill="norm" stroke="0">
                    <a:moveTo>
                      <a:pt x="4727" y="642"/>
                    </a:moveTo>
                    <a:cubicBezTo>
                      <a:pt x="6022" y="1470"/>
                      <a:pt x="6530" y="2545"/>
                      <a:pt x="7180" y="3907"/>
                    </a:cubicBezTo>
                    <a:cubicBezTo>
                      <a:pt x="7232" y="4010"/>
                      <a:pt x="7232" y="4010"/>
                      <a:pt x="7487" y="4525"/>
                    </a:cubicBezTo>
                    <a:cubicBezTo>
                      <a:pt x="8227" y="6037"/>
                      <a:pt x="8227" y="6037"/>
                      <a:pt x="8227" y="6892"/>
                    </a:cubicBezTo>
                    <a:cubicBezTo>
                      <a:pt x="8062" y="6892"/>
                      <a:pt x="7897" y="6892"/>
                      <a:pt x="7727" y="6892"/>
                    </a:cubicBezTo>
                    <a:cubicBezTo>
                      <a:pt x="7710" y="6837"/>
                      <a:pt x="7710" y="6837"/>
                      <a:pt x="7615" y="6552"/>
                    </a:cubicBezTo>
                    <a:cubicBezTo>
                      <a:pt x="7235" y="5460"/>
                      <a:pt x="6772" y="4440"/>
                      <a:pt x="6227" y="3422"/>
                    </a:cubicBezTo>
                    <a:cubicBezTo>
                      <a:pt x="6197" y="3365"/>
                      <a:pt x="6197" y="3365"/>
                      <a:pt x="6040" y="3062"/>
                    </a:cubicBezTo>
                    <a:cubicBezTo>
                      <a:pt x="5688" y="2420"/>
                      <a:pt x="5397" y="1962"/>
                      <a:pt x="4727" y="1642"/>
                    </a:cubicBezTo>
                    <a:cubicBezTo>
                      <a:pt x="3297" y="1438"/>
                      <a:pt x="2240" y="2015"/>
                      <a:pt x="977" y="2642"/>
                    </a:cubicBezTo>
                    <a:cubicBezTo>
                      <a:pt x="1132" y="4060"/>
                      <a:pt x="1297" y="5478"/>
                      <a:pt x="1477" y="6892"/>
                    </a:cubicBezTo>
                    <a:cubicBezTo>
                      <a:pt x="1230" y="6810"/>
                      <a:pt x="982" y="6728"/>
                      <a:pt x="727" y="6642"/>
                    </a:cubicBezTo>
                    <a:cubicBezTo>
                      <a:pt x="0" y="3320"/>
                      <a:pt x="0" y="3320"/>
                      <a:pt x="477" y="2142"/>
                    </a:cubicBezTo>
                    <a:cubicBezTo>
                      <a:pt x="1430" y="987"/>
                      <a:pt x="3280" y="0"/>
                      <a:pt x="4727" y="642"/>
                    </a:cubicBezTo>
                    <a:close/>
                  </a:path>
                </a:pathLst>
              </a:custGeom>
              <a:solidFill>
                <a:srgbClr val="C4C9D7"/>
              </a:solidFill>
              <a:ln w="0">
                <a:noFill/>
              </a:ln>
            </p:spPr>
          </p:sp>
          <p:sp>
            <p:nvSpPr>
              <p:cNvPr id="83" name="globe vector"/>
              <p:cNvSpPr/>
              <p:nvPr/>
            </p:nvSpPr>
            <p:spPr>
              <a:xfrm>
                <a:off x="608076" y="980694"/>
                <a:ext cx="38862" cy="80010"/>
              </a:xfrm>
              <a:custGeom>
                <a:avLst/>
                <a:gdLst/>
                <a:ahLst/>
                <a:cxnLst/>
                <a:rect l="0" t="0" r="r" b="b"/>
                <a:pathLst>
                  <a:path w="4250" h="8750" fill="norm" stroke="0">
                    <a:moveTo>
                      <a:pt x="250" y="0"/>
                    </a:moveTo>
                    <a:cubicBezTo>
                      <a:pt x="392" y="82"/>
                      <a:pt x="535" y="162"/>
                      <a:pt x="680" y="248"/>
                    </a:cubicBezTo>
                    <a:cubicBezTo>
                      <a:pt x="1845" y="907"/>
                      <a:pt x="3005" y="1507"/>
                      <a:pt x="4250" y="2000"/>
                    </a:cubicBezTo>
                    <a:cubicBezTo>
                      <a:pt x="3320" y="2963"/>
                      <a:pt x="3320" y="2963"/>
                      <a:pt x="2852" y="3215"/>
                    </a:cubicBezTo>
                    <a:cubicBezTo>
                      <a:pt x="2500" y="3500"/>
                      <a:pt x="2500" y="3500"/>
                      <a:pt x="2355" y="4005"/>
                    </a:cubicBezTo>
                    <a:cubicBezTo>
                      <a:pt x="2335" y="4200"/>
                      <a:pt x="2317" y="4395"/>
                      <a:pt x="2297" y="4595"/>
                    </a:cubicBezTo>
                    <a:cubicBezTo>
                      <a:pt x="2275" y="4787"/>
                      <a:pt x="2252" y="4980"/>
                      <a:pt x="2230" y="5178"/>
                    </a:cubicBezTo>
                    <a:cubicBezTo>
                      <a:pt x="2252" y="5832"/>
                      <a:pt x="2450" y="6178"/>
                      <a:pt x="2750" y="6750"/>
                    </a:cubicBezTo>
                    <a:cubicBezTo>
                      <a:pt x="2800" y="7230"/>
                      <a:pt x="2800" y="7230"/>
                      <a:pt x="2780" y="7688"/>
                    </a:cubicBezTo>
                    <a:cubicBezTo>
                      <a:pt x="2778" y="7840"/>
                      <a:pt x="2773" y="7995"/>
                      <a:pt x="2767" y="8153"/>
                    </a:cubicBezTo>
                    <a:cubicBezTo>
                      <a:pt x="2765" y="8210"/>
                      <a:pt x="2765" y="8210"/>
                      <a:pt x="2750" y="8500"/>
                    </a:cubicBezTo>
                    <a:cubicBezTo>
                      <a:pt x="2585" y="8540"/>
                      <a:pt x="2585" y="8540"/>
                      <a:pt x="1750" y="8750"/>
                    </a:cubicBezTo>
                    <a:cubicBezTo>
                      <a:pt x="1688" y="8620"/>
                      <a:pt x="1623" y="8490"/>
                      <a:pt x="1558" y="8358"/>
                    </a:cubicBezTo>
                    <a:cubicBezTo>
                      <a:pt x="770" y="6763"/>
                      <a:pt x="770" y="6763"/>
                      <a:pt x="297" y="6062"/>
                    </a:cubicBezTo>
                    <a:cubicBezTo>
                      <a:pt x="0" y="5500"/>
                      <a:pt x="0" y="5500"/>
                      <a:pt x="78" y="4922"/>
                    </a:cubicBezTo>
                    <a:cubicBezTo>
                      <a:pt x="135" y="4782"/>
                      <a:pt x="192" y="4642"/>
                      <a:pt x="250" y="4500"/>
                    </a:cubicBezTo>
                    <a:cubicBezTo>
                      <a:pt x="278" y="4623"/>
                      <a:pt x="305" y="4748"/>
                      <a:pt x="333" y="4875"/>
                    </a:cubicBezTo>
                    <a:cubicBezTo>
                      <a:pt x="373" y="5035"/>
                      <a:pt x="412" y="5195"/>
                      <a:pt x="453" y="5360"/>
                    </a:cubicBezTo>
                    <a:cubicBezTo>
                      <a:pt x="490" y="5520"/>
                      <a:pt x="528" y="5678"/>
                      <a:pt x="567" y="5843"/>
                    </a:cubicBezTo>
                    <a:cubicBezTo>
                      <a:pt x="750" y="6250"/>
                      <a:pt x="750" y="6250"/>
                      <a:pt x="1138" y="6400"/>
                    </a:cubicBezTo>
                    <a:cubicBezTo>
                      <a:pt x="1257" y="6433"/>
                      <a:pt x="1377" y="6465"/>
                      <a:pt x="1500" y="6500"/>
                    </a:cubicBezTo>
                    <a:cubicBezTo>
                      <a:pt x="1528" y="6275"/>
                      <a:pt x="1555" y="6047"/>
                      <a:pt x="1583" y="5815"/>
                    </a:cubicBezTo>
                    <a:cubicBezTo>
                      <a:pt x="1623" y="5517"/>
                      <a:pt x="1662" y="5220"/>
                      <a:pt x="1703" y="4922"/>
                    </a:cubicBezTo>
                    <a:cubicBezTo>
                      <a:pt x="1720" y="4773"/>
                      <a:pt x="1737" y="4625"/>
                      <a:pt x="1757" y="4470"/>
                    </a:cubicBezTo>
                    <a:cubicBezTo>
                      <a:pt x="1855" y="3767"/>
                      <a:pt x="1928" y="3345"/>
                      <a:pt x="2362" y="2770"/>
                    </a:cubicBezTo>
                    <a:cubicBezTo>
                      <a:pt x="2750" y="2500"/>
                      <a:pt x="2750" y="2500"/>
                      <a:pt x="3250" y="2500"/>
                    </a:cubicBezTo>
                    <a:cubicBezTo>
                      <a:pt x="3250" y="2335"/>
                      <a:pt x="3250" y="2170"/>
                      <a:pt x="3250" y="2000"/>
                    </a:cubicBezTo>
                    <a:cubicBezTo>
                      <a:pt x="3138" y="1975"/>
                      <a:pt x="3028" y="1950"/>
                      <a:pt x="2910" y="1925"/>
                    </a:cubicBezTo>
                    <a:cubicBezTo>
                      <a:pt x="1792" y="1650"/>
                      <a:pt x="1080" y="1305"/>
                      <a:pt x="250" y="500"/>
                    </a:cubicBezTo>
                    <a:cubicBezTo>
                      <a:pt x="250" y="335"/>
                      <a:pt x="250" y="170"/>
                      <a:pt x="250" y="0"/>
                    </a:cubicBezTo>
                    <a:close/>
                  </a:path>
                </a:pathLst>
              </a:custGeom>
              <a:solidFill>
                <a:srgbClr val="84899C"/>
              </a:solidFill>
              <a:ln w="0">
                <a:noFill/>
              </a:ln>
            </p:spPr>
          </p:sp>
          <p:sp>
            <p:nvSpPr>
              <p:cNvPr id="84" name="globe vector"/>
              <p:cNvSpPr/>
              <p:nvPr/>
            </p:nvSpPr>
            <p:spPr>
              <a:xfrm>
                <a:off x="246362" y="1092708"/>
                <a:ext cx="14379" cy="86868"/>
              </a:xfrm>
              <a:custGeom>
                <a:avLst/>
                <a:gdLst/>
                <a:ahLst/>
                <a:cxnLst/>
                <a:rect l="0" t="0" r="r" b="b"/>
                <a:pathLst>
                  <a:path w="1573" h="9500" fill="norm" stroke="0">
                    <a:moveTo>
                      <a:pt x="808" y="0"/>
                    </a:moveTo>
                    <a:cubicBezTo>
                      <a:pt x="973" y="0"/>
                      <a:pt x="1137" y="0"/>
                      <a:pt x="1308" y="0"/>
                    </a:cubicBezTo>
                    <a:cubicBezTo>
                      <a:pt x="1305" y="162"/>
                      <a:pt x="1303" y="328"/>
                      <a:pt x="1298" y="495"/>
                    </a:cubicBezTo>
                    <a:cubicBezTo>
                      <a:pt x="1285" y="1770"/>
                      <a:pt x="1320" y="3013"/>
                      <a:pt x="1448" y="4280"/>
                    </a:cubicBezTo>
                    <a:cubicBezTo>
                      <a:pt x="1573" y="5555"/>
                      <a:pt x="1515" y="6737"/>
                      <a:pt x="1308" y="8000"/>
                    </a:cubicBezTo>
                    <a:cubicBezTo>
                      <a:pt x="1283" y="8155"/>
                      <a:pt x="1260" y="8312"/>
                      <a:pt x="1235" y="8472"/>
                    </a:cubicBezTo>
                    <a:cubicBezTo>
                      <a:pt x="1180" y="8815"/>
                      <a:pt x="1120" y="9157"/>
                      <a:pt x="1058" y="9500"/>
                    </a:cubicBezTo>
                    <a:cubicBezTo>
                      <a:pt x="893" y="9418"/>
                      <a:pt x="728" y="9335"/>
                      <a:pt x="558" y="9250"/>
                    </a:cubicBezTo>
                    <a:cubicBezTo>
                      <a:pt x="0" y="6300"/>
                      <a:pt x="45" y="2898"/>
                      <a:pt x="808" y="0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85" name="globe vector"/>
              <p:cNvSpPr/>
              <p:nvPr/>
            </p:nvSpPr>
            <p:spPr>
              <a:xfrm>
                <a:off x="258318" y="1193292"/>
                <a:ext cx="27798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3040" h="6500" fill="norm" stroke="0">
                    <a:moveTo>
                      <a:pt x="250" y="0"/>
                    </a:moveTo>
                    <a:cubicBezTo>
                      <a:pt x="718" y="137"/>
                      <a:pt x="718" y="137"/>
                      <a:pt x="1250" y="500"/>
                    </a:cubicBezTo>
                    <a:cubicBezTo>
                      <a:pt x="1510" y="1083"/>
                      <a:pt x="1633" y="1690"/>
                      <a:pt x="1765" y="2312"/>
                    </a:cubicBezTo>
                    <a:cubicBezTo>
                      <a:pt x="2020" y="3440"/>
                      <a:pt x="2278" y="4420"/>
                      <a:pt x="2877" y="5418"/>
                    </a:cubicBezTo>
                    <a:cubicBezTo>
                      <a:pt x="3040" y="5858"/>
                      <a:pt x="2935" y="6080"/>
                      <a:pt x="2750" y="6500"/>
                    </a:cubicBezTo>
                    <a:cubicBezTo>
                      <a:pt x="2400" y="6415"/>
                      <a:pt x="2400" y="6415"/>
                      <a:pt x="2000" y="6250"/>
                    </a:cubicBezTo>
                    <a:cubicBezTo>
                      <a:pt x="1705" y="5760"/>
                      <a:pt x="1465" y="5300"/>
                      <a:pt x="1235" y="4780"/>
                    </a:cubicBezTo>
                    <a:cubicBezTo>
                      <a:pt x="1170" y="4637"/>
                      <a:pt x="1102" y="4493"/>
                      <a:pt x="1035" y="4343"/>
                    </a:cubicBezTo>
                    <a:cubicBezTo>
                      <a:pt x="462" y="3023"/>
                      <a:pt x="90" y="1692"/>
                      <a:pt x="0" y="250"/>
                    </a:cubicBezTo>
                    <a:cubicBezTo>
                      <a:pt x="82" y="167"/>
                      <a:pt x="165" y="85"/>
                      <a:pt x="250" y="0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86" name="globe vector"/>
              <p:cNvSpPr/>
              <p:nvPr/>
            </p:nvSpPr>
            <p:spPr>
              <a:xfrm>
                <a:off x="609859" y="948690"/>
                <a:ext cx="34793" cy="30587"/>
              </a:xfrm>
              <a:custGeom>
                <a:avLst/>
                <a:gdLst/>
                <a:ahLst/>
                <a:cxnLst/>
                <a:rect l="0" t="0" r="r" b="b"/>
                <a:pathLst>
                  <a:path w="3805" h="3345" fill="norm" stroke="0">
                    <a:moveTo>
                      <a:pt x="55" y="0"/>
                    </a:moveTo>
                    <a:cubicBezTo>
                      <a:pt x="703" y="37"/>
                      <a:pt x="1157" y="97"/>
                      <a:pt x="1623" y="575"/>
                    </a:cubicBezTo>
                    <a:cubicBezTo>
                      <a:pt x="1830" y="840"/>
                      <a:pt x="2035" y="1108"/>
                      <a:pt x="2238" y="1377"/>
                    </a:cubicBezTo>
                    <a:cubicBezTo>
                      <a:pt x="2558" y="1752"/>
                      <a:pt x="2828" y="1953"/>
                      <a:pt x="3258" y="2188"/>
                    </a:cubicBezTo>
                    <a:cubicBezTo>
                      <a:pt x="3438" y="2290"/>
                      <a:pt x="3620" y="2395"/>
                      <a:pt x="3805" y="2500"/>
                    </a:cubicBezTo>
                    <a:cubicBezTo>
                      <a:pt x="3805" y="2665"/>
                      <a:pt x="3805" y="2830"/>
                      <a:pt x="3805" y="3000"/>
                    </a:cubicBezTo>
                    <a:cubicBezTo>
                      <a:pt x="2770" y="3345"/>
                      <a:pt x="2148" y="3195"/>
                      <a:pt x="1200" y="2737"/>
                    </a:cubicBezTo>
                    <a:cubicBezTo>
                      <a:pt x="630" y="2395"/>
                      <a:pt x="347" y="2100"/>
                      <a:pt x="55" y="1500"/>
                    </a:cubicBezTo>
                    <a:cubicBezTo>
                      <a:pt x="0" y="983"/>
                      <a:pt x="20" y="523"/>
                      <a:pt x="55" y="0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87" name="globe vector"/>
              <p:cNvSpPr/>
              <p:nvPr/>
            </p:nvSpPr>
            <p:spPr>
              <a:xfrm>
                <a:off x="822960" y="1316736"/>
                <a:ext cx="41148" cy="43434"/>
              </a:xfrm>
              <a:custGeom>
                <a:avLst/>
                <a:gdLst/>
                <a:ahLst/>
                <a:cxnLst/>
                <a:rect l="0" t="0" r="r" b="b"/>
                <a:pathLst>
                  <a:path w="4500" h="4750" fill="norm" stroke="0">
                    <a:moveTo>
                      <a:pt x="0" y="0"/>
                    </a:moveTo>
                    <a:cubicBezTo>
                      <a:pt x="1265" y="315"/>
                      <a:pt x="1785" y="653"/>
                      <a:pt x="2500" y="1750"/>
                    </a:cubicBezTo>
                    <a:cubicBezTo>
                      <a:pt x="2500" y="1915"/>
                      <a:pt x="2500" y="2080"/>
                      <a:pt x="2500" y="2250"/>
                    </a:cubicBezTo>
                    <a:cubicBezTo>
                      <a:pt x="2690" y="2312"/>
                      <a:pt x="2882" y="2375"/>
                      <a:pt x="3078" y="2438"/>
                    </a:cubicBezTo>
                    <a:cubicBezTo>
                      <a:pt x="3823" y="2785"/>
                      <a:pt x="4118" y="3028"/>
                      <a:pt x="4500" y="3750"/>
                    </a:cubicBezTo>
                    <a:cubicBezTo>
                      <a:pt x="4392" y="4282"/>
                      <a:pt x="4392" y="4282"/>
                      <a:pt x="4250" y="4750"/>
                    </a:cubicBezTo>
                    <a:cubicBezTo>
                      <a:pt x="2135" y="3705"/>
                      <a:pt x="995" y="2093"/>
                      <a:pt x="0" y="0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88" name="globe vector"/>
              <p:cNvSpPr/>
              <p:nvPr/>
            </p:nvSpPr>
            <p:spPr>
              <a:xfrm>
                <a:off x="790956" y="1341882"/>
                <a:ext cx="74318" cy="56144"/>
              </a:xfrm>
              <a:custGeom>
                <a:avLst/>
                <a:gdLst/>
                <a:ahLst/>
                <a:cxnLst/>
                <a:rect l="0" t="0" r="r" b="b"/>
                <a:pathLst>
                  <a:path w="8127" h="6140" fill="norm" stroke="0">
                    <a:moveTo>
                      <a:pt x="0" y="0"/>
                    </a:moveTo>
                    <a:cubicBezTo>
                      <a:pt x="745" y="722"/>
                      <a:pt x="1438" y="1460"/>
                      <a:pt x="2110" y="2250"/>
                    </a:cubicBezTo>
                    <a:cubicBezTo>
                      <a:pt x="2752" y="2995"/>
                      <a:pt x="3410" y="3637"/>
                      <a:pt x="4185" y="4243"/>
                    </a:cubicBezTo>
                    <a:cubicBezTo>
                      <a:pt x="4500" y="4500"/>
                      <a:pt x="4500" y="4500"/>
                      <a:pt x="4860" y="4938"/>
                    </a:cubicBezTo>
                    <a:cubicBezTo>
                      <a:pt x="5485" y="5438"/>
                      <a:pt x="6218" y="5438"/>
                      <a:pt x="7000" y="5500"/>
                    </a:cubicBezTo>
                    <a:cubicBezTo>
                      <a:pt x="7353" y="4940"/>
                      <a:pt x="7502" y="4590"/>
                      <a:pt x="7485" y="3923"/>
                    </a:cubicBezTo>
                    <a:cubicBezTo>
                      <a:pt x="7157" y="2988"/>
                      <a:pt x="6605" y="2275"/>
                      <a:pt x="6000" y="1500"/>
                    </a:cubicBezTo>
                    <a:cubicBezTo>
                      <a:pt x="6920" y="1860"/>
                      <a:pt x="7582" y="2347"/>
                      <a:pt x="8000" y="3250"/>
                    </a:cubicBezTo>
                    <a:cubicBezTo>
                      <a:pt x="8108" y="4012"/>
                      <a:pt x="8127" y="4740"/>
                      <a:pt x="8000" y="5500"/>
                    </a:cubicBezTo>
                    <a:cubicBezTo>
                      <a:pt x="7422" y="6077"/>
                      <a:pt x="7260" y="6097"/>
                      <a:pt x="6470" y="6140"/>
                    </a:cubicBezTo>
                    <a:cubicBezTo>
                      <a:pt x="5100" y="6102"/>
                      <a:pt x="4455" y="5507"/>
                      <a:pt x="3537" y="4545"/>
                    </a:cubicBezTo>
                    <a:cubicBezTo>
                      <a:pt x="3213" y="4210"/>
                      <a:pt x="2873" y="3892"/>
                      <a:pt x="2530" y="3575"/>
                    </a:cubicBezTo>
                    <a:cubicBezTo>
                      <a:pt x="2280" y="3335"/>
                      <a:pt x="2030" y="3097"/>
                      <a:pt x="1780" y="2860"/>
                    </a:cubicBezTo>
                    <a:cubicBezTo>
                      <a:pt x="1722" y="2803"/>
                      <a:pt x="1722" y="2803"/>
                      <a:pt x="1420" y="2520"/>
                    </a:cubicBezTo>
                    <a:cubicBezTo>
                      <a:pt x="620" y="1733"/>
                      <a:pt x="278" y="1090"/>
                      <a:pt x="0" y="0"/>
                    </a:cubicBezTo>
                    <a:close/>
                  </a:path>
                </a:pathLst>
              </a:custGeom>
              <a:solidFill>
                <a:srgbClr val="969BAD"/>
              </a:solidFill>
              <a:ln w="0">
                <a:noFill/>
              </a:ln>
            </p:spPr>
          </p:sp>
          <p:sp>
            <p:nvSpPr>
              <p:cNvPr id="89" name="globe vector"/>
              <p:cNvSpPr/>
              <p:nvPr/>
            </p:nvSpPr>
            <p:spPr>
              <a:xfrm>
                <a:off x="646938" y="1053846"/>
                <a:ext cx="57150" cy="17076"/>
              </a:xfrm>
              <a:custGeom>
                <a:avLst/>
                <a:gdLst/>
                <a:ahLst/>
                <a:cxnLst/>
                <a:rect l="0" t="0" r="r" b="b"/>
                <a:pathLst>
                  <a:path w="6250" h="1868" fill="norm" stroke="0">
                    <a:moveTo>
                      <a:pt x="250" y="0"/>
                    </a:moveTo>
                    <a:cubicBezTo>
                      <a:pt x="338" y="82"/>
                      <a:pt x="428" y="165"/>
                      <a:pt x="517" y="250"/>
                    </a:cubicBezTo>
                    <a:cubicBezTo>
                      <a:pt x="1240" y="625"/>
                      <a:pt x="1917" y="543"/>
                      <a:pt x="2720" y="515"/>
                    </a:cubicBezTo>
                    <a:cubicBezTo>
                      <a:pt x="3782" y="485"/>
                      <a:pt x="4703" y="537"/>
                      <a:pt x="5750" y="750"/>
                    </a:cubicBezTo>
                    <a:cubicBezTo>
                      <a:pt x="5915" y="668"/>
                      <a:pt x="6080" y="585"/>
                      <a:pt x="6250" y="500"/>
                    </a:cubicBezTo>
                    <a:cubicBezTo>
                      <a:pt x="6168" y="912"/>
                      <a:pt x="6085" y="1325"/>
                      <a:pt x="6000" y="1750"/>
                    </a:cubicBezTo>
                    <a:cubicBezTo>
                      <a:pt x="5828" y="1730"/>
                      <a:pt x="5657" y="1707"/>
                      <a:pt x="5480" y="1688"/>
                    </a:cubicBezTo>
                    <a:cubicBezTo>
                      <a:pt x="5255" y="1660"/>
                      <a:pt x="5030" y="1635"/>
                      <a:pt x="4797" y="1610"/>
                    </a:cubicBezTo>
                    <a:cubicBezTo>
                      <a:pt x="4685" y="1597"/>
                      <a:pt x="4685" y="1597"/>
                      <a:pt x="4120" y="1530"/>
                    </a:cubicBezTo>
                    <a:cubicBezTo>
                      <a:pt x="3545" y="1502"/>
                      <a:pt x="3270" y="1547"/>
                      <a:pt x="2750" y="1750"/>
                    </a:cubicBezTo>
                    <a:cubicBezTo>
                      <a:pt x="1830" y="1860"/>
                      <a:pt x="1192" y="1868"/>
                      <a:pt x="390" y="1375"/>
                    </a:cubicBezTo>
                    <a:cubicBezTo>
                      <a:pt x="263" y="1250"/>
                      <a:pt x="132" y="1127"/>
                      <a:pt x="0" y="1000"/>
                    </a:cubicBezTo>
                    <a:cubicBezTo>
                      <a:pt x="83" y="670"/>
                      <a:pt x="165" y="340"/>
                      <a:pt x="250" y="0"/>
                    </a:cubicBezTo>
                    <a:close/>
                  </a:path>
                </a:pathLst>
              </a:custGeom>
              <a:solidFill>
                <a:srgbClr val="EFE8DC"/>
              </a:solidFill>
              <a:ln w="0">
                <a:noFill/>
              </a:ln>
            </p:spPr>
          </p:sp>
          <p:sp>
            <p:nvSpPr>
              <p:cNvPr id="90" name="globe vector"/>
              <p:cNvSpPr/>
              <p:nvPr/>
            </p:nvSpPr>
            <p:spPr>
              <a:xfrm>
                <a:off x="353758" y="1295248"/>
                <a:ext cx="30290" cy="30632"/>
              </a:xfrm>
              <a:custGeom>
                <a:avLst/>
                <a:gdLst/>
                <a:ahLst/>
                <a:cxnLst/>
                <a:rect l="0" t="0" r="r" b="b"/>
                <a:pathLst>
                  <a:path w="3312" h="3350" fill="norm" stroke="0">
                    <a:moveTo>
                      <a:pt x="62" y="100"/>
                    </a:moveTo>
                    <a:cubicBezTo>
                      <a:pt x="840" y="20"/>
                      <a:pt x="1188" y="0"/>
                      <a:pt x="1808" y="502"/>
                    </a:cubicBezTo>
                    <a:cubicBezTo>
                      <a:pt x="1955" y="680"/>
                      <a:pt x="2100" y="855"/>
                      <a:pt x="2250" y="1037"/>
                    </a:cubicBezTo>
                    <a:cubicBezTo>
                      <a:pt x="2398" y="1213"/>
                      <a:pt x="2547" y="1385"/>
                      <a:pt x="2700" y="1565"/>
                    </a:cubicBezTo>
                    <a:cubicBezTo>
                      <a:pt x="3058" y="2093"/>
                      <a:pt x="3205" y="2477"/>
                      <a:pt x="3312" y="3100"/>
                    </a:cubicBezTo>
                    <a:cubicBezTo>
                      <a:pt x="3230" y="3140"/>
                      <a:pt x="3230" y="3140"/>
                      <a:pt x="2812" y="3350"/>
                    </a:cubicBezTo>
                    <a:cubicBezTo>
                      <a:pt x="1752" y="2925"/>
                      <a:pt x="752" y="2260"/>
                      <a:pt x="62" y="1350"/>
                    </a:cubicBezTo>
                    <a:cubicBezTo>
                      <a:pt x="0" y="662"/>
                      <a:pt x="0" y="662"/>
                      <a:pt x="62" y="100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  <p:sp>
            <p:nvSpPr>
              <p:cNvPr id="91" name="globe vector"/>
              <p:cNvSpPr/>
              <p:nvPr/>
            </p:nvSpPr>
            <p:spPr>
              <a:xfrm>
                <a:off x="481957" y="1156716"/>
                <a:ext cx="7818" cy="102870"/>
              </a:xfrm>
              <a:custGeom>
                <a:avLst/>
                <a:gdLst/>
                <a:ahLst/>
                <a:cxnLst/>
                <a:rect l="0" t="0" r="r" b="b"/>
                <a:pathLst>
                  <a:path w="855" h="11250" fill="norm" stroke="0">
                    <a:moveTo>
                      <a:pt x="293" y="0"/>
                    </a:moveTo>
                    <a:cubicBezTo>
                      <a:pt x="375" y="0"/>
                      <a:pt x="458" y="0"/>
                      <a:pt x="543" y="0"/>
                    </a:cubicBezTo>
                    <a:cubicBezTo>
                      <a:pt x="778" y="1865"/>
                      <a:pt x="840" y="3705"/>
                      <a:pt x="840" y="5582"/>
                    </a:cubicBezTo>
                    <a:cubicBezTo>
                      <a:pt x="840" y="6050"/>
                      <a:pt x="845" y="6515"/>
                      <a:pt x="848" y="6980"/>
                    </a:cubicBezTo>
                    <a:cubicBezTo>
                      <a:pt x="855" y="8490"/>
                      <a:pt x="830" y="9817"/>
                      <a:pt x="293" y="11250"/>
                    </a:cubicBezTo>
                    <a:cubicBezTo>
                      <a:pt x="210" y="11250"/>
                      <a:pt x="128" y="11250"/>
                      <a:pt x="43" y="11250"/>
                    </a:cubicBezTo>
                    <a:cubicBezTo>
                      <a:pt x="0" y="7493"/>
                      <a:pt x="118" y="3752"/>
                      <a:pt x="293" y="0"/>
                    </a:cubicBezTo>
                    <a:close/>
                  </a:path>
                </a:pathLst>
              </a:custGeom>
              <a:solidFill>
                <a:srgbClr val="898EA1"/>
              </a:solidFill>
              <a:ln w="0">
                <a:noFill/>
              </a:ln>
            </p:spPr>
          </p:sp>
          <p:sp>
            <p:nvSpPr>
              <p:cNvPr id="92" name="globe vector"/>
              <p:cNvSpPr/>
              <p:nvPr/>
            </p:nvSpPr>
            <p:spPr>
              <a:xfrm>
                <a:off x="832104" y="1385316"/>
                <a:ext cx="48006" cy="26518"/>
              </a:xfrm>
              <a:custGeom>
                <a:avLst/>
                <a:gdLst/>
                <a:ahLst/>
                <a:cxnLst/>
                <a:rect l="0" t="0" r="r" b="b"/>
                <a:pathLst>
                  <a:path w="5250" h="2900" fill="norm" stroke="0">
                    <a:moveTo>
                      <a:pt x="4500" y="0"/>
                    </a:moveTo>
                    <a:cubicBezTo>
                      <a:pt x="4748" y="83"/>
                      <a:pt x="4995" y="165"/>
                      <a:pt x="5250" y="250"/>
                    </a:cubicBezTo>
                    <a:cubicBezTo>
                      <a:pt x="4915" y="1345"/>
                      <a:pt x="4455" y="1875"/>
                      <a:pt x="3500" y="2500"/>
                    </a:cubicBezTo>
                    <a:cubicBezTo>
                      <a:pt x="2700" y="2900"/>
                      <a:pt x="1877" y="2850"/>
                      <a:pt x="1000" y="2750"/>
                    </a:cubicBezTo>
                    <a:cubicBezTo>
                      <a:pt x="375" y="2405"/>
                      <a:pt x="375" y="2405"/>
                      <a:pt x="0" y="2000"/>
                    </a:cubicBezTo>
                    <a:cubicBezTo>
                      <a:pt x="0" y="1835"/>
                      <a:pt x="0" y="1670"/>
                      <a:pt x="0" y="1500"/>
                    </a:cubicBezTo>
                    <a:cubicBezTo>
                      <a:pt x="103" y="1502"/>
                      <a:pt x="103" y="1502"/>
                      <a:pt x="620" y="1517"/>
                    </a:cubicBezTo>
                    <a:cubicBezTo>
                      <a:pt x="892" y="1523"/>
                      <a:pt x="1165" y="1528"/>
                      <a:pt x="1438" y="1530"/>
                    </a:cubicBezTo>
                    <a:cubicBezTo>
                      <a:pt x="1573" y="1535"/>
                      <a:pt x="1707" y="1540"/>
                      <a:pt x="1845" y="1545"/>
                    </a:cubicBezTo>
                    <a:cubicBezTo>
                      <a:pt x="2690" y="1555"/>
                      <a:pt x="3275" y="1483"/>
                      <a:pt x="4000" y="1000"/>
                    </a:cubicBezTo>
                    <a:cubicBezTo>
                      <a:pt x="4312" y="470"/>
                      <a:pt x="4312" y="470"/>
                      <a:pt x="4500" y="0"/>
                    </a:cubicBezTo>
                    <a:close/>
                  </a:path>
                </a:pathLst>
              </a:custGeom>
              <a:solidFill>
                <a:srgbClr val="6E738B"/>
              </a:solidFill>
              <a:ln w="0">
                <a:noFill/>
              </a:ln>
            </p:spPr>
          </p:sp>
          <p:sp>
            <p:nvSpPr>
              <p:cNvPr id="93" name="globe vector"/>
              <p:cNvSpPr/>
              <p:nvPr/>
            </p:nvSpPr>
            <p:spPr>
              <a:xfrm>
                <a:off x="516636" y="1204722"/>
                <a:ext cx="20574" cy="41148"/>
              </a:xfrm>
              <a:custGeom>
                <a:avLst/>
                <a:gdLst/>
                <a:ahLst/>
                <a:cxnLst/>
                <a:rect l="0" t="0" r="r" b="b"/>
                <a:pathLst>
                  <a:path w="2250" h="4500" fill="norm" stroke="0">
                    <a:moveTo>
                      <a:pt x="500" y="0"/>
                    </a:moveTo>
                    <a:cubicBezTo>
                      <a:pt x="748" y="83"/>
                      <a:pt x="995" y="165"/>
                      <a:pt x="1250" y="250"/>
                    </a:cubicBezTo>
                    <a:cubicBezTo>
                      <a:pt x="1237" y="400"/>
                      <a:pt x="1227" y="553"/>
                      <a:pt x="1215" y="708"/>
                    </a:cubicBezTo>
                    <a:cubicBezTo>
                      <a:pt x="1142" y="2320"/>
                      <a:pt x="1142" y="2320"/>
                      <a:pt x="1472" y="2873"/>
                    </a:cubicBezTo>
                    <a:cubicBezTo>
                      <a:pt x="1750" y="3140"/>
                      <a:pt x="1750" y="3140"/>
                      <a:pt x="2250" y="3500"/>
                    </a:cubicBezTo>
                    <a:cubicBezTo>
                      <a:pt x="2167" y="3748"/>
                      <a:pt x="2085" y="3995"/>
                      <a:pt x="2000" y="4250"/>
                    </a:cubicBezTo>
                    <a:cubicBezTo>
                      <a:pt x="1505" y="4332"/>
                      <a:pt x="1010" y="4415"/>
                      <a:pt x="500" y="4500"/>
                    </a:cubicBezTo>
                    <a:cubicBezTo>
                      <a:pt x="235" y="4048"/>
                      <a:pt x="235" y="4048"/>
                      <a:pt x="0" y="3500"/>
                    </a:cubicBezTo>
                    <a:cubicBezTo>
                      <a:pt x="80" y="3250"/>
                      <a:pt x="165" y="3000"/>
                      <a:pt x="250" y="2750"/>
                    </a:cubicBezTo>
                    <a:cubicBezTo>
                      <a:pt x="305" y="2278"/>
                      <a:pt x="352" y="1803"/>
                      <a:pt x="390" y="1327"/>
                    </a:cubicBezTo>
                    <a:cubicBezTo>
                      <a:pt x="403" y="1200"/>
                      <a:pt x="413" y="1072"/>
                      <a:pt x="422" y="940"/>
                    </a:cubicBezTo>
                    <a:cubicBezTo>
                      <a:pt x="450" y="627"/>
                      <a:pt x="475" y="312"/>
                      <a:pt x="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4" name="globe vector"/>
              <p:cNvSpPr/>
              <p:nvPr/>
            </p:nvSpPr>
            <p:spPr>
              <a:xfrm>
                <a:off x="349758" y="948690"/>
                <a:ext cx="32004" cy="28026"/>
              </a:xfrm>
              <a:custGeom>
                <a:avLst/>
                <a:gdLst/>
                <a:ahLst/>
                <a:cxnLst/>
                <a:rect l="0" t="0" r="r" b="b"/>
                <a:pathLst>
                  <a:path w="3500" h="3065" fill="norm" stroke="0">
                    <a:moveTo>
                      <a:pt x="3000" y="0"/>
                    </a:moveTo>
                    <a:cubicBezTo>
                      <a:pt x="3165" y="82"/>
                      <a:pt x="3330" y="165"/>
                      <a:pt x="3500" y="250"/>
                    </a:cubicBezTo>
                    <a:cubicBezTo>
                      <a:pt x="3302" y="615"/>
                      <a:pt x="3105" y="980"/>
                      <a:pt x="2905" y="1345"/>
                    </a:cubicBezTo>
                    <a:cubicBezTo>
                      <a:pt x="2795" y="1547"/>
                      <a:pt x="2685" y="1750"/>
                      <a:pt x="2573" y="1960"/>
                    </a:cubicBezTo>
                    <a:cubicBezTo>
                      <a:pt x="2250" y="2500"/>
                      <a:pt x="2250" y="2500"/>
                      <a:pt x="1750" y="3000"/>
                    </a:cubicBezTo>
                    <a:cubicBezTo>
                      <a:pt x="1242" y="3065"/>
                      <a:pt x="765" y="3023"/>
                      <a:pt x="250" y="3000"/>
                    </a:cubicBezTo>
                    <a:cubicBezTo>
                      <a:pt x="168" y="2835"/>
                      <a:pt x="85" y="2670"/>
                      <a:pt x="0" y="2500"/>
                    </a:cubicBezTo>
                    <a:cubicBezTo>
                      <a:pt x="470" y="1257"/>
                      <a:pt x="1352" y="825"/>
                      <a:pt x="2485" y="205"/>
                    </a:cubicBezTo>
                    <a:cubicBezTo>
                      <a:pt x="2655" y="138"/>
                      <a:pt x="2825" y="70"/>
                      <a:pt x="3000" y="0"/>
                    </a:cubicBezTo>
                    <a:close/>
                  </a:path>
                </a:pathLst>
              </a:custGeom>
              <a:solidFill>
                <a:srgbClr val="DCE2EC"/>
              </a:solidFill>
              <a:ln w="0">
                <a:noFill/>
              </a:ln>
            </p:spPr>
          </p:sp>
        </p:grpSp>
        <p:sp>
          <p:nvSpPr>
            <p:cNvPr id="96" name="Data Collection"/>
            <p:cNvSpPr txBox="1"/>
            <p:nvPr/>
          </p:nvSpPr>
          <p:spPr>
            <a:xfrm>
              <a:off x="960120" y="864108"/>
              <a:ext cx="2157984" cy="3200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0">
                  <a:solidFill>
                    <a:srgbClr val="000000"/>
                  </a:solidFill>
                  <a:latin typeface="Times New Roman"/>
                </a:rPr>
                <a:t>Data Collection</a:t>
              </a:r>
            </a:p>
          </p:txBody>
        </p:sp>
        <p:sp>
          <p:nvSpPr>
            <p:cNvPr id="97" name="120,000 raw data"/>
            <p:cNvSpPr txBox="1"/>
            <p:nvPr/>
          </p:nvSpPr>
          <p:spPr>
            <a:xfrm>
              <a:off x="950976" y="1175004"/>
              <a:ext cx="2148840" cy="314325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80" b="0" i="0">
                  <a:solidFill>
                    <a:srgbClr val="000000"/>
                  </a:solidFill>
                  <a:latin typeface="Times New Roman"/>
                </a:rPr>
                <a:t>120,000 raw data</a:t>
              </a:r>
            </a:p>
          </p:txBody>
        </p:sp>
        <p:sp>
          <p:nvSpPr>
            <p:cNvPr id="98" name="Sources:"/>
            <p:cNvSpPr txBox="1"/>
            <p:nvPr/>
          </p:nvSpPr>
          <p:spPr>
            <a:xfrm>
              <a:off x="256032" y="1531620"/>
              <a:ext cx="2377440" cy="33147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000000"/>
                  </a:solidFill>
                  <a:latin typeface="Times New Roman"/>
                </a:rPr>
                <a:t>Sources:</a:t>
              </a:r>
            </a:p>
          </p:txBody>
        </p:sp>
        <p:grpSp>
          <p:nvGrpSpPr>
            <p:cNvPr id="123" name="Vector icon - youtube"/>
            <p:cNvGrpSpPr/>
            <p:nvPr/>
          </p:nvGrpSpPr>
          <p:grpSpPr>
            <a:xfrm>
              <a:off x="164321" y="2038248"/>
              <a:ext cx="1122326" cy="221399"/>
              <a:chOff x="164321" y="2038248"/>
              <a:chExt cx="1122326" cy="221399"/>
            </a:xfrm>
          </p:grpSpPr>
          <p:sp>
            <p:nvSpPr>
              <p:cNvPr id="99" name="youtube vector"/>
              <p:cNvSpPr/>
              <p:nvPr/>
            </p:nvSpPr>
            <p:spPr>
              <a:xfrm>
                <a:off x="170790" y="2038248"/>
                <a:ext cx="360502" cy="221399"/>
              </a:xfrm>
              <a:custGeom>
                <a:avLst/>
                <a:gdLst/>
                <a:ahLst/>
                <a:cxnLst/>
                <a:rect l="0" t="0" r="r" b="b"/>
                <a:pathLst>
                  <a:path w="39425" h="24213" fill="norm" stroke="0">
                    <a:moveTo>
                      <a:pt x="15205" y="53"/>
                    </a:moveTo>
                    <a:cubicBezTo>
                      <a:pt x="15647" y="53"/>
                      <a:pt x="16087" y="50"/>
                      <a:pt x="16530" y="50"/>
                    </a:cubicBezTo>
                    <a:cubicBezTo>
                      <a:pt x="17450" y="48"/>
                      <a:pt x="18370" y="48"/>
                      <a:pt x="19290" y="48"/>
                    </a:cubicBezTo>
                    <a:cubicBezTo>
                      <a:pt x="20462" y="48"/>
                      <a:pt x="21632" y="45"/>
                      <a:pt x="22802" y="40"/>
                    </a:cubicBezTo>
                    <a:cubicBezTo>
                      <a:pt x="23712" y="38"/>
                      <a:pt x="24623" y="38"/>
                      <a:pt x="25532" y="38"/>
                    </a:cubicBezTo>
                    <a:cubicBezTo>
                      <a:pt x="25965" y="38"/>
                      <a:pt x="26398" y="35"/>
                      <a:pt x="26828" y="35"/>
                    </a:cubicBezTo>
                    <a:cubicBezTo>
                      <a:pt x="35015" y="0"/>
                      <a:pt x="35015" y="0"/>
                      <a:pt x="37040" y="1955"/>
                    </a:cubicBezTo>
                    <a:cubicBezTo>
                      <a:pt x="37225" y="2160"/>
                      <a:pt x="37402" y="2375"/>
                      <a:pt x="37572" y="2595"/>
                    </a:cubicBezTo>
                    <a:cubicBezTo>
                      <a:pt x="37698" y="2743"/>
                      <a:pt x="37825" y="2888"/>
                      <a:pt x="37955" y="3040"/>
                    </a:cubicBezTo>
                    <a:cubicBezTo>
                      <a:pt x="38392" y="3703"/>
                      <a:pt x="38567" y="4343"/>
                      <a:pt x="38728" y="5110"/>
                    </a:cubicBezTo>
                    <a:cubicBezTo>
                      <a:pt x="38760" y="5255"/>
                      <a:pt x="38790" y="5400"/>
                      <a:pt x="38822" y="5548"/>
                    </a:cubicBezTo>
                    <a:cubicBezTo>
                      <a:pt x="39102" y="6893"/>
                      <a:pt x="39270" y="8223"/>
                      <a:pt x="39322" y="9595"/>
                    </a:cubicBezTo>
                    <a:cubicBezTo>
                      <a:pt x="39330" y="9760"/>
                      <a:pt x="39335" y="9925"/>
                      <a:pt x="39342" y="10095"/>
                    </a:cubicBezTo>
                    <a:cubicBezTo>
                      <a:pt x="39425" y="12438"/>
                      <a:pt x="39332" y="14713"/>
                      <a:pt x="38995" y="17032"/>
                    </a:cubicBezTo>
                    <a:cubicBezTo>
                      <a:pt x="38965" y="17238"/>
                      <a:pt x="38935" y="17442"/>
                      <a:pt x="38905" y="17655"/>
                    </a:cubicBezTo>
                    <a:cubicBezTo>
                      <a:pt x="38705" y="18895"/>
                      <a:pt x="38375" y="19965"/>
                      <a:pt x="37822" y="21095"/>
                    </a:cubicBezTo>
                    <a:cubicBezTo>
                      <a:pt x="37720" y="21315"/>
                      <a:pt x="37615" y="21538"/>
                      <a:pt x="37510" y="21768"/>
                    </a:cubicBezTo>
                    <a:cubicBezTo>
                      <a:pt x="36745" y="22778"/>
                      <a:pt x="35655" y="23338"/>
                      <a:pt x="34405" y="23543"/>
                    </a:cubicBezTo>
                    <a:cubicBezTo>
                      <a:pt x="34078" y="23580"/>
                      <a:pt x="33748" y="23613"/>
                      <a:pt x="33415" y="23643"/>
                    </a:cubicBezTo>
                    <a:cubicBezTo>
                      <a:pt x="33322" y="23650"/>
                      <a:pt x="33322" y="23650"/>
                      <a:pt x="32858" y="23698"/>
                    </a:cubicBezTo>
                    <a:cubicBezTo>
                      <a:pt x="32263" y="23752"/>
                      <a:pt x="31667" y="23800"/>
                      <a:pt x="31072" y="23845"/>
                    </a:cubicBezTo>
                    <a:cubicBezTo>
                      <a:pt x="30885" y="23860"/>
                      <a:pt x="30697" y="23873"/>
                      <a:pt x="30505" y="23888"/>
                    </a:cubicBezTo>
                    <a:cubicBezTo>
                      <a:pt x="26037" y="24213"/>
                      <a:pt x="21548" y="24143"/>
                      <a:pt x="17072" y="24095"/>
                    </a:cubicBezTo>
                    <a:cubicBezTo>
                      <a:pt x="16970" y="24092"/>
                      <a:pt x="16970" y="24092"/>
                      <a:pt x="16460" y="24088"/>
                    </a:cubicBezTo>
                    <a:cubicBezTo>
                      <a:pt x="15228" y="24075"/>
                      <a:pt x="13992" y="24055"/>
                      <a:pt x="12760" y="24028"/>
                    </a:cubicBezTo>
                    <a:cubicBezTo>
                      <a:pt x="12372" y="24020"/>
                      <a:pt x="11985" y="24013"/>
                      <a:pt x="11595" y="24007"/>
                    </a:cubicBezTo>
                    <a:cubicBezTo>
                      <a:pt x="9542" y="23975"/>
                      <a:pt x="7537" y="23850"/>
                      <a:pt x="5508" y="23510"/>
                    </a:cubicBezTo>
                    <a:cubicBezTo>
                      <a:pt x="5335" y="23483"/>
                      <a:pt x="5160" y="23455"/>
                      <a:pt x="4980" y="23425"/>
                    </a:cubicBezTo>
                    <a:cubicBezTo>
                      <a:pt x="3500" y="23153"/>
                      <a:pt x="2417" y="22670"/>
                      <a:pt x="1515" y="21418"/>
                    </a:cubicBezTo>
                    <a:cubicBezTo>
                      <a:pt x="0" y="18893"/>
                      <a:pt x="167" y="15663"/>
                      <a:pt x="192" y="12838"/>
                    </a:cubicBezTo>
                    <a:cubicBezTo>
                      <a:pt x="197" y="12113"/>
                      <a:pt x="192" y="11388"/>
                      <a:pt x="185" y="10663"/>
                    </a:cubicBezTo>
                    <a:cubicBezTo>
                      <a:pt x="182" y="8555"/>
                      <a:pt x="227" y="6505"/>
                      <a:pt x="752" y="4453"/>
                    </a:cubicBezTo>
                    <a:cubicBezTo>
                      <a:pt x="770" y="4380"/>
                      <a:pt x="770" y="4380"/>
                      <a:pt x="862" y="4008"/>
                    </a:cubicBezTo>
                    <a:cubicBezTo>
                      <a:pt x="1255" y="2685"/>
                      <a:pt x="2080" y="1950"/>
                      <a:pt x="3175" y="1160"/>
                    </a:cubicBezTo>
                    <a:cubicBezTo>
                      <a:pt x="3942" y="788"/>
                      <a:pt x="4607" y="660"/>
                      <a:pt x="5447" y="562"/>
                    </a:cubicBezTo>
                    <a:cubicBezTo>
                      <a:pt x="5515" y="555"/>
                      <a:pt x="5515" y="555"/>
                      <a:pt x="5852" y="508"/>
                    </a:cubicBezTo>
                    <a:cubicBezTo>
                      <a:pt x="8965" y="105"/>
                      <a:pt x="12070" y="55"/>
                      <a:pt x="15205" y="53"/>
                    </a:cubicBezTo>
                    <a:close/>
                  </a:path>
                </a:pathLst>
              </a:custGeom>
              <a:solidFill>
                <a:srgbClr val="D30606"/>
              </a:solidFill>
              <a:ln w="0">
                <a:noFill/>
              </a:ln>
            </p:spPr>
          </p:sp>
          <p:sp>
            <p:nvSpPr>
              <p:cNvPr id="100" name="youtube vector"/>
              <p:cNvSpPr/>
              <p:nvPr/>
            </p:nvSpPr>
            <p:spPr>
              <a:xfrm>
                <a:off x="1073477" y="2045044"/>
                <a:ext cx="102207" cy="200711"/>
              </a:xfrm>
              <a:custGeom>
                <a:avLst/>
                <a:gdLst/>
                <a:ahLst/>
                <a:cxnLst/>
                <a:rect l="0" t="0" r="r" b="b"/>
                <a:pathLst>
                  <a:path w="11178" h="21950" fill="norm" stroke="0">
                    <a:moveTo>
                      <a:pt x="2088" y="7"/>
                    </a:moveTo>
                    <a:cubicBezTo>
                      <a:pt x="2195" y="7"/>
                      <a:pt x="2195" y="7"/>
                      <a:pt x="2735" y="2"/>
                    </a:cubicBezTo>
                    <a:cubicBezTo>
                      <a:pt x="3495" y="125"/>
                      <a:pt x="3803" y="315"/>
                      <a:pt x="4353" y="852"/>
                    </a:cubicBezTo>
                    <a:cubicBezTo>
                      <a:pt x="4468" y="1487"/>
                      <a:pt x="4468" y="1487"/>
                      <a:pt x="4450" y="2237"/>
                    </a:cubicBezTo>
                    <a:cubicBezTo>
                      <a:pt x="4450" y="2370"/>
                      <a:pt x="4448" y="2500"/>
                      <a:pt x="4448" y="2637"/>
                    </a:cubicBezTo>
                    <a:cubicBezTo>
                      <a:pt x="4440" y="3058"/>
                      <a:pt x="4428" y="3477"/>
                      <a:pt x="4415" y="3897"/>
                    </a:cubicBezTo>
                    <a:cubicBezTo>
                      <a:pt x="4410" y="4185"/>
                      <a:pt x="4405" y="4470"/>
                      <a:pt x="4403" y="4755"/>
                    </a:cubicBezTo>
                    <a:cubicBezTo>
                      <a:pt x="4390" y="5455"/>
                      <a:pt x="4373" y="6153"/>
                      <a:pt x="4353" y="6852"/>
                    </a:cubicBezTo>
                    <a:cubicBezTo>
                      <a:pt x="4553" y="6772"/>
                      <a:pt x="4750" y="6692"/>
                      <a:pt x="4955" y="6610"/>
                    </a:cubicBezTo>
                    <a:cubicBezTo>
                      <a:pt x="6275" y="6082"/>
                      <a:pt x="7420" y="5877"/>
                      <a:pt x="8853" y="6102"/>
                    </a:cubicBezTo>
                    <a:cubicBezTo>
                      <a:pt x="9610" y="6475"/>
                      <a:pt x="10140" y="6895"/>
                      <a:pt x="10603" y="7602"/>
                    </a:cubicBezTo>
                    <a:cubicBezTo>
                      <a:pt x="11048" y="8927"/>
                      <a:pt x="11178" y="10205"/>
                      <a:pt x="11170" y="11595"/>
                    </a:cubicBezTo>
                    <a:cubicBezTo>
                      <a:pt x="11170" y="11685"/>
                      <a:pt x="11170" y="11685"/>
                      <a:pt x="11170" y="12145"/>
                    </a:cubicBezTo>
                    <a:cubicBezTo>
                      <a:pt x="11173" y="12525"/>
                      <a:pt x="11170" y="12907"/>
                      <a:pt x="11167" y="13287"/>
                    </a:cubicBezTo>
                    <a:cubicBezTo>
                      <a:pt x="11165" y="13868"/>
                      <a:pt x="11167" y="14445"/>
                      <a:pt x="11173" y="15022"/>
                    </a:cubicBezTo>
                    <a:cubicBezTo>
                      <a:pt x="11170" y="15395"/>
                      <a:pt x="11170" y="15767"/>
                      <a:pt x="11170" y="16142"/>
                    </a:cubicBezTo>
                    <a:cubicBezTo>
                      <a:pt x="11170" y="16312"/>
                      <a:pt x="11173" y="16482"/>
                      <a:pt x="11173" y="16658"/>
                    </a:cubicBezTo>
                    <a:cubicBezTo>
                      <a:pt x="11157" y="18340"/>
                      <a:pt x="10860" y="19782"/>
                      <a:pt x="9708" y="21045"/>
                    </a:cubicBezTo>
                    <a:cubicBezTo>
                      <a:pt x="8805" y="21825"/>
                      <a:pt x="7700" y="21950"/>
                      <a:pt x="6538" y="21917"/>
                    </a:cubicBezTo>
                    <a:cubicBezTo>
                      <a:pt x="5532" y="21765"/>
                      <a:pt x="4665" y="21188"/>
                      <a:pt x="3853" y="20602"/>
                    </a:cubicBezTo>
                    <a:cubicBezTo>
                      <a:pt x="3688" y="20930"/>
                      <a:pt x="3523" y="21262"/>
                      <a:pt x="3353" y="21602"/>
                    </a:cubicBezTo>
                    <a:cubicBezTo>
                      <a:pt x="2953" y="21615"/>
                      <a:pt x="2550" y="21625"/>
                      <a:pt x="2150" y="21632"/>
                    </a:cubicBezTo>
                    <a:cubicBezTo>
                      <a:pt x="1928" y="21637"/>
                      <a:pt x="1703" y="21645"/>
                      <a:pt x="1473" y="21650"/>
                    </a:cubicBezTo>
                    <a:cubicBezTo>
                      <a:pt x="815" y="21597"/>
                      <a:pt x="590" y="21525"/>
                      <a:pt x="103" y="21102"/>
                    </a:cubicBezTo>
                    <a:cubicBezTo>
                      <a:pt x="8" y="20725"/>
                      <a:pt x="8" y="20725"/>
                      <a:pt x="8" y="20278"/>
                    </a:cubicBezTo>
                    <a:cubicBezTo>
                      <a:pt x="5" y="20107"/>
                      <a:pt x="3" y="19938"/>
                      <a:pt x="3" y="19762"/>
                    </a:cubicBezTo>
                    <a:cubicBezTo>
                      <a:pt x="3" y="19575"/>
                      <a:pt x="5" y="19390"/>
                      <a:pt x="5" y="19197"/>
                    </a:cubicBezTo>
                    <a:cubicBezTo>
                      <a:pt x="5" y="19000"/>
                      <a:pt x="3" y="18805"/>
                      <a:pt x="3" y="18602"/>
                    </a:cubicBezTo>
                    <a:cubicBezTo>
                      <a:pt x="0" y="17952"/>
                      <a:pt x="0" y="17300"/>
                      <a:pt x="3" y="16650"/>
                    </a:cubicBezTo>
                    <a:cubicBezTo>
                      <a:pt x="3" y="16197"/>
                      <a:pt x="3" y="15745"/>
                      <a:pt x="3" y="15295"/>
                    </a:cubicBezTo>
                    <a:cubicBezTo>
                      <a:pt x="0" y="14347"/>
                      <a:pt x="3" y="13400"/>
                      <a:pt x="5" y="12452"/>
                    </a:cubicBezTo>
                    <a:cubicBezTo>
                      <a:pt x="10" y="11237"/>
                      <a:pt x="8" y="10022"/>
                      <a:pt x="3" y="8808"/>
                    </a:cubicBezTo>
                    <a:cubicBezTo>
                      <a:pt x="0" y="7875"/>
                      <a:pt x="0" y="6942"/>
                      <a:pt x="3" y="6010"/>
                    </a:cubicBezTo>
                    <a:cubicBezTo>
                      <a:pt x="3" y="5562"/>
                      <a:pt x="3" y="5112"/>
                      <a:pt x="0" y="4665"/>
                    </a:cubicBezTo>
                    <a:cubicBezTo>
                      <a:pt x="0" y="4040"/>
                      <a:pt x="3" y="3412"/>
                      <a:pt x="5" y="2787"/>
                    </a:cubicBezTo>
                    <a:cubicBezTo>
                      <a:pt x="5" y="2602"/>
                      <a:pt x="3" y="2415"/>
                      <a:pt x="3" y="2225"/>
                    </a:cubicBezTo>
                    <a:cubicBezTo>
                      <a:pt x="18" y="972"/>
                      <a:pt x="18" y="972"/>
                      <a:pt x="448" y="362"/>
                    </a:cubicBezTo>
                    <a:cubicBezTo>
                      <a:pt x="1010" y="0"/>
                      <a:pt x="1422" y="2"/>
                      <a:pt x="2088" y="7"/>
                    </a:cubicBezTo>
                    <a:close/>
                  </a:path>
                </a:pathLst>
              </a:custGeom>
              <a:solidFill>
                <a:srgbClr val="3E2E2E"/>
              </a:solidFill>
              <a:ln w="0">
                <a:noFill/>
              </a:ln>
            </p:spPr>
          </p:sp>
          <p:sp>
            <p:nvSpPr>
              <p:cNvPr id="101" name="youtube vector"/>
              <p:cNvSpPr/>
              <p:nvPr/>
            </p:nvSpPr>
            <p:spPr>
              <a:xfrm>
                <a:off x="663942" y="2093595"/>
                <a:ext cx="105362" cy="154214"/>
              </a:xfrm>
              <a:custGeom>
                <a:avLst/>
                <a:gdLst/>
                <a:ahLst/>
                <a:cxnLst/>
                <a:rect l="0" t="0" r="r" b="b"/>
                <a:pathLst>
                  <a:path w="11522" h="16865" fill="norm" stroke="0">
                    <a:moveTo>
                      <a:pt x="8535" y="1298"/>
                    </a:moveTo>
                    <a:cubicBezTo>
                      <a:pt x="9775" y="2148"/>
                      <a:pt x="10617" y="3233"/>
                      <a:pt x="10998" y="4705"/>
                    </a:cubicBezTo>
                    <a:cubicBezTo>
                      <a:pt x="11075" y="5135"/>
                      <a:pt x="11135" y="5562"/>
                      <a:pt x="11188" y="5995"/>
                    </a:cubicBezTo>
                    <a:cubicBezTo>
                      <a:pt x="11197" y="6073"/>
                      <a:pt x="11197" y="6073"/>
                      <a:pt x="11248" y="6463"/>
                    </a:cubicBezTo>
                    <a:cubicBezTo>
                      <a:pt x="11522" y="8735"/>
                      <a:pt x="11335" y="10808"/>
                      <a:pt x="10890" y="13043"/>
                    </a:cubicBezTo>
                    <a:cubicBezTo>
                      <a:pt x="10858" y="13218"/>
                      <a:pt x="10825" y="13395"/>
                      <a:pt x="10790" y="13578"/>
                    </a:cubicBezTo>
                    <a:cubicBezTo>
                      <a:pt x="10540" y="14670"/>
                      <a:pt x="10090" y="15420"/>
                      <a:pt x="9140" y="16043"/>
                    </a:cubicBezTo>
                    <a:cubicBezTo>
                      <a:pt x="7252" y="16865"/>
                      <a:pt x="4772" y="16798"/>
                      <a:pt x="2820" y="16230"/>
                    </a:cubicBezTo>
                    <a:cubicBezTo>
                      <a:pt x="2085" y="15905"/>
                      <a:pt x="1623" y="15425"/>
                      <a:pt x="1140" y="14793"/>
                    </a:cubicBezTo>
                    <a:cubicBezTo>
                      <a:pt x="1062" y="14690"/>
                      <a:pt x="987" y="14590"/>
                      <a:pt x="907" y="14485"/>
                    </a:cubicBezTo>
                    <a:cubicBezTo>
                      <a:pt x="112" y="13305"/>
                      <a:pt x="100" y="11893"/>
                      <a:pt x="80" y="10515"/>
                    </a:cubicBezTo>
                    <a:cubicBezTo>
                      <a:pt x="80" y="10375"/>
                      <a:pt x="78" y="10233"/>
                      <a:pt x="75" y="10088"/>
                    </a:cubicBezTo>
                    <a:cubicBezTo>
                      <a:pt x="72" y="9790"/>
                      <a:pt x="67" y="9493"/>
                      <a:pt x="67" y="9195"/>
                    </a:cubicBezTo>
                    <a:cubicBezTo>
                      <a:pt x="65" y="8898"/>
                      <a:pt x="58" y="8600"/>
                      <a:pt x="52" y="8300"/>
                    </a:cubicBezTo>
                    <a:cubicBezTo>
                      <a:pt x="0" y="6240"/>
                      <a:pt x="120" y="4383"/>
                      <a:pt x="1140" y="2543"/>
                    </a:cubicBezTo>
                    <a:cubicBezTo>
                      <a:pt x="3032" y="660"/>
                      <a:pt x="6085" y="0"/>
                      <a:pt x="8535" y="1298"/>
                    </a:cubicBezTo>
                    <a:close/>
                  </a:path>
                </a:pathLst>
              </a:custGeom>
              <a:solidFill>
                <a:srgbClr val="3E2E2E"/>
              </a:solidFill>
              <a:ln w="0">
                <a:noFill/>
              </a:ln>
            </p:spPr>
          </p:sp>
          <p:sp>
            <p:nvSpPr>
              <p:cNvPr id="102" name="youtube vector"/>
              <p:cNvSpPr/>
              <p:nvPr/>
            </p:nvSpPr>
            <p:spPr>
              <a:xfrm>
                <a:off x="957264" y="2102187"/>
                <a:ext cx="102047" cy="144338"/>
              </a:xfrm>
              <a:custGeom>
                <a:avLst/>
                <a:gdLst/>
                <a:ahLst/>
                <a:cxnLst/>
                <a:rect l="0" t="0" r="r" b="b"/>
                <a:pathLst>
                  <a:path w="11160" h="15785" fill="norm" stroke="0">
                    <a:moveTo>
                      <a:pt x="933" y="5"/>
                    </a:moveTo>
                    <a:cubicBezTo>
                      <a:pt x="1073" y="5"/>
                      <a:pt x="1215" y="2"/>
                      <a:pt x="1360" y="2"/>
                    </a:cubicBezTo>
                    <a:cubicBezTo>
                      <a:pt x="1513" y="2"/>
                      <a:pt x="1668" y="0"/>
                      <a:pt x="1825" y="0"/>
                    </a:cubicBezTo>
                    <a:cubicBezTo>
                      <a:pt x="1988" y="2"/>
                      <a:pt x="2148" y="5"/>
                      <a:pt x="2312" y="7"/>
                    </a:cubicBezTo>
                    <a:cubicBezTo>
                      <a:pt x="2473" y="5"/>
                      <a:pt x="2633" y="2"/>
                      <a:pt x="2797" y="0"/>
                    </a:cubicBezTo>
                    <a:cubicBezTo>
                      <a:pt x="2875" y="0"/>
                      <a:pt x="2875" y="0"/>
                      <a:pt x="3265" y="2"/>
                    </a:cubicBezTo>
                    <a:cubicBezTo>
                      <a:pt x="3335" y="2"/>
                      <a:pt x="3335" y="2"/>
                      <a:pt x="3693" y="5"/>
                    </a:cubicBezTo>
                    <a:cubicBezTo>
                      <a:pt x="4062" y="102"/>
                      <a:pt x="4062" y="102"/>
                      <a:pt x="4330" y="412"/>
                    </a:cubicBezTo>
                    <a:cubicBezTo>
                      <a:pt x="4623" y="968"/>
                      <a:pt x="4633" y="1365"/>
                      <a:pt x="4642" y="1993"/>
                    </a:cubicBezTo>
                    <a:cubicBezTo>
                      <a:pt x="4648" y="2222"/>
                      <a:pt x="4653" y="2452"/>
                      <a:pt x="4657" y="2690"/>
                    </a:cubicBezTo>
                    <a:cubicBezTo>
                      <a:pt x="4660" y="2940"/>
                      <a:pt x="4663" y="3190"/>
                      <a:pt x="4665" y="3440"/>
                    </a:cubicBezTo>
                    <a:cubicBezTo>
                      <a:pt x="4670" y="3697"/>
                      <a:pt x="4675" y="3955"/>
                      <a:pt x="4680" y="4210"/>
                    </a:cubicBezTo>
                    <a:cubicBezTo>
                      <a:pt x="4693" y="4885"/>
                      <a:pt x="4703" y="5560"/>
                      <a:pt x="4713" y="6235"/>
                    </a:cubicBezTo>
                    <a:cubicBezTo>
                      <a:pt x="4723" y="6922"/>
                      <a:pt x="4735" y="7613"/>
                      <a:pt x="4748" y="8300"/>
                    </a:cubicBezTo>
                    <a:cubicBezTo>
                      <a:pt x="4773" y="9650"/>
                      <a:pt x="4793" y="11002"/>
                      <a:pt x="4812" y="12352"/>
                    </a:cubicBezTo>
                    <a:cubicBezTo>
                      <a:pt x="5225" y="12435"/>
                      <a:pt x="5638" y="12517"/>
                      <a:pt x="6062" y="12602"/>
                    </a:cubicBezTo>
                    <a:cubicBezTo>
                      <a:pt x="6468" y="11887"/>
                      <a:pt x="6623" y="11387"/>
                      <a:pt x="6610" y="10567"/>
                    </a:cubicBezTo>
                    <a:cubicBezTo>
                      <a:pt x="6610" y="10468"/>
                      <a:pt x="6610" y="10468"/>
                      <a:pt x="6605" y="9957"/>
                    </a:cubicBezTo>
                    <a:cubicBezTo>
                      <a:pt x="6603" y="9743"/>
                      <a:pt x="6598" y="9528"/>
                      <a:pt x="6593" y="9305"/>
                    </a:cubicBezTo>
                    <a:cubicBezTo>
                      <a:pt x="6593" y="9082"/>
                      <a:pt x="6590" y="8860"/>
                      <a:pt x="6588" y="8630"/>
                    </a:cubicBezTo>
                    <a:cubicBezTo>
                      <a:pt x="6580" y="7678"/>
                      <a:pt x="6565" y="6725"/>
                      <a:pt x="6553" y="5770"/>
                    </a:cubicBezTo>
                    <a:cubicBezTo>
                      <a:pt x="6543" y="5075"/>
                      <a:pt x="6538" y="4377"/>
                      <a:pt x="6530" y="3680"/>
                    </a:cubicBezTo>
                    <a:cubicBezTo>
                      <a:pt x="6528" y="3468"/>
                      <a:pt x="6523" y="3252"/>
                      <a:pt x="6517" y="3030"/>
                    </a:cubicBezTo>
                    <a:cubicBezTo>
                      <a:pt x="6510" y="1925"/>
                      <a:pt x="6550" y="1090"/>
                      <a:pt x="7062" y="102"/>
                    </a:cubicBezTo>
                    <a:cubicBezTo>
                      <a:pt x="7635" y="82"/>
                      <a:pt x="8208" y="67"/>
                      <a:pt x="8780" y="55"/>
                    </a:cubicBezTo>
                    <a:cubicBezTo>
                      <a:pt x="8863" y="53"/>
                      <a:pt x="8863" y="53"/>
                      <a:pt x="9275" y="35"/>
                    </a:cubicBezTo>
                    <a:cubicBezTo>
                      <a:pt x="9430" y="32"/>
                      <a:pt x="9588" y="32"/>
                      <a:pt x="9748" y="30"/>
                    </a:cubicBezTo>
                    <a:cubicBezTo>
                      <a:pt x="9893" y="25"/>
                      <a:pt x="10035" y="20"/>
                      <a:pt x="10185" y="17"/>
                    </a:cubicBezTo>
                    <a:cubicBezTo>
                      <a:pt x="10562" y="102"/>
                      <a:pt x="10562" y="102"/>
                      <a:pt x="10833" y="398"/>
                    </a:cubicBezTo>
                    <a:cubicBezTo>
                      <a:pt x="11148" y="1020"/>
                      <a:pt x="11127" y="1515"/>
                      <a:pt x="11130" y="2215"/>
                    </a:cubicBezTo>
                    <a:cubicBezTo>
                      <a:pt x="11133" y="2350"/>
                      <a:pt x="11133" y="2485"/>
                      <a:pt x="11135" y="2625"/>
                    </a:cubicBezTo>
                    <a:cubicBezTo>
                      <a:pt x="11138" y="3075"/>
                      <a:pt x="11138" y="3523"/>
                      <a:pt x="11138" y="3970"/>
                    </a:cubicBezTo>
                    <a:cubicBezTo>
                      <a:pt x="11138" y="4282"/>
                      <a:pt x="11140" y="4593"/>
                      <a:pt x="11140" y="4905"/>
                    </a:cubicBezTo>
                    <a:cubicBezTo>
                      <a:pt x="11143" y="5558"/>
                      <a:pt x="11143" y="6210"/>
                      <a:pt x="11143" y="6862"/>
                    </a:cubicBezTo>
                    <a:cubicBezTo>
                      <a:pt x="11140" y="7700"/>
                      <a:pt x="11145" y="8537"/>
                      <a:pt x="11150" y="9373"/>
                    </a:cubicBezTo>
                    <a:cubicBezTo>
                      <a:pt x="11153" y="10017"/>
                      <a:pt x="11155" y="10660"/>
                      <a:pt x="11153" y="11303"/>
                    </a:cubicBezTo>
                    <a:cubicBezTo>
                      <a:pt x="11153" y="11613"/>
                      <a:pt x="11155" y="11920"/>
                      <a:pt x="11157" y="12230"/>
                    </a:cubicBezTo>
                    <a:cubicBezTo>
                      <a:pt x="11160" y="12660"/>
                      <a:pt x="11157" y="13090"/>
                      <a:pt x="11155" y="13522"/>
                    </a:cubicBezTo>
                    <a:cubicBezTo>
                      <a:pt x="11155" y="13767"/>
                      <a:pt x="11155" y="14012"/>
                      <a:pt x="11155" y="14265"/>
                    </a:cubicBezTo>
                    <a:cubicBezTo>
                      <a:pt x="11062" y="14852"/>
                      <a:pt x="11062" y="14852"/>
                      <a:pt x="10715" y="15180"/>
                    </a:cubicBezTo>
                    <a:cubicBezTo>
                      <a:pt x="10188" y="15405"/>
                      <a:pt x="9760" y="15417"/>
                      <a:pt x="9188" y="15415"/>
                    </a:cubicBezTo>
                    <a:cubicBezTo>
                      <a:pt x="9090" y="15415"/>
                      <a:pt x="9090" y="15415"/>
                      <a:pt x="8603" y="15417"/>
                    </a:cubicBezTo>
                    <a:cubicBezTo>
                      <a:pt x="8023" y="15347"/>
                      <a:pt x="7743" y="15243"/>
                      <a:pt x="7312" y="14852"/>
                    </a:cubicBezTo>
                    <a:cubicBezTo>
                      <a:pt x="7312" y="14688"/>
                      <a:pt x="7312" y="14522"/>
                      <a:pt x="7312" y="14352"/>
                    </a:cubicBezTo>
                    <a:cubicBezTo>
                      <a:pt x="7223" y="14410"/>
                      <a:pt x="7223" y="14410"/>
                      <a:pt x="6765" y="14695"/>
                    </a:cubicBezTo>
                    <a:cubicBezTo>
                      <a:pt x="5365" y="15520"/>
                      <a:pt x="4188" y="15785"/>
                      <a:pt x="2562" y="15602"/>
                    </a:cubicBezTo>
                    <a:cubicBezTo>
                      <a:pt x="1698" y="15363"/>
                      <a:pt x="1100" y="15002"/>
                      <a:pt x="610" y="14243"/>
                    </a:cubicBezTo>
                    <a:cubicBezTo>
                      <a:pt x="165" y="13285"/>
                      <a:pt x="30" y="12475"/>
                      <a:pt x="25" y="11422"/>
                    </a:cubicBezTo>
                    <a:cubicBezTo>
                      <a:pt x="25" y="11190"/>
                      <a:pt x="23" y="10957"/>
                      <a:pt x="20" y="10718"/>
                    </a:cubicBezTo>
                    <a:cubicBezTo>
                      <a:pt x="20" y="10465"/>
                      <a:pt x="20" y="10213"/>
                      <a:pt x="20" y="9960"/>
                    </a:cubicBezTo>
                    <a:cubicBezTo>
                      <a:pt x="20" y="9700"/>
                      <a:pt x="17" y="9440"/>
                      <a:pt x="17" y="9180"/>
                    </a:cubicBezTo>
                    <a:cubicBezTo>
                      <a:pt x="17" y="8635"/>
                      <a:pt x="15" y="8093"/>
                      <a:pt x="15" y="7547"/>
                    </a:cubicBezTo>
                    <a:cubicBezTo>
                      <a:pt x="15" y="6850"/>
                      <a:pt x="13" y="6155"/>
                      <a:pt x="8" y="5457"/>
                    </a:cubicBezTo>
                    <a:cubicBezTo>
                      <a:pt x="5" y="4920"/>
                      <a:pt x="5" y="4385"/>
                      <a:pt x="5" y="3847"/>
                    </a:cubicBezTo>
                    <a:cubicBezTo>
                      <a:pt x="5" y="3590"/>
                      <a:pt x="5" y="3332"/>
                      <a:pt x="2" y="3077"/>
                    </a:cubicBezTo>
                    <a:cubicBezTo>
                      <a:pt x="0" y="2718"/>
                      <a:pt x="0" y="2360"/>
                      <a:pt x="2" y="2000"/>
                    </a:cubicBezTo>
                    <a:cubicBezTo>
                      <a:pt x="2" y="1795"/>
                      <a:pt x="0" y="1593"/>
                      <a:pt x="0" y="1382"/>
                    </a:cubicBezTo>
                    <a:cubicBezTo>
                      <a:pt x="80" y="710"/>
                      <a:pt x="238" y="188"/>
                      <a:pt x="933" y="5"/>
                    </a:cubicBezTo>
                    <a:close/>
                  </a:path>
                </a:pathLst>
              </a:custGeom>
              <a:solidFill>
                <a:srgbClr val="3E2E2E"/>
              </a:solidFill>
              <a:ln w="0">
                <a:noFill/>
              </a:ln>
            </p:spPr>
          </p:sp>
          <p:sp>
            <p:nvSpPr>
              <p:cNvPr id="103" name="youtube vector"/>
              <p:cNvSpPr/>
              <p:nvPr/>
            </p:nvSpPr>
            <p:spPr>
              <a:xfrm>
                <a:off x="778137" y="2102601"/>
                <a:ext cx="102870" cy="144407"/>
              </a:xfrm>
              <a:custGeom>
                <a:avLst/>
                <a:gdLst/>
                <a:ahLst/>
                <a:cxnLst/>
                <a:rect l="0" t="0" r="r" b="b"/>
                <a:pathLst>
                  <a:path w="11250" h="15792" fill="norm" stroke="0">
                    <a:moveTo>
                      <a:pt x="1030" y="0"/>
                    </a:moveTo>
                    <a:cubicBezTo>
                      <a:pt x="1175" y="2"/>
                      <a:pt x="1317" y="5"/>
                      <a:pt x="1468" y="7"/>
                    </a:cubicBezTo>
                    <a:cubicBezTo>
                      <a:pt x="1623" y="10"/>
                      <a:pt x="1780" y="10"/>
                      <a:pt x="1940" y="12"/>
                    </a:cubicBezTo>
                    <a:cubicBezTo>
                      <a:pt x="2023" y="15"/>
                      <a:pt x="2023" y="15"/>
                      <a:pt x="2433" y="25"/>
                    </a:cubicBezTo>
                    <a:cubicBezTo>
                      <a:pt x="2597" y="28"/>
                      <a:pt x="2763" y="30"/>
                      <a:pt x="2933" y="32"/>
                    </a:cubicBezTo>
                    <a:cubicBezTo>
                      <a:pt x="3340" y="37"/>
                      <a:pt x="3745" y="48"/>
                      <a:pt x="4153" y="58"/>
                    </a:cubicBezTo>
                    <a:cubicBezTo>
                      <a:pt x="4558" y="770"/>
                      <a:pt x="4713" y="1273"/>
                      <a:pt x="4700" y="2093"/>
                    </a:cubicBezTo>
                    <a:cubicBezTo>
                      <a:pt x="4700" y="2292"/>
                      <a:pt x="4698" y="2493"/>
                      <a:pt x="4695" y="2700"/>
                    </a:cubicBezTo>
                    <a:cubicBezTo>
                      <a:pt x="4692" y="2915"/>
                      <a:pt x="4688" y="3130"/>
                      <a:pt x="4683" y="3352"/>
                    </a:cubicBezTo>
                    <a:cubicBezTo>
                      <a:pt x="4683" y="3575"/>
                      <a:pt x="4680" y="3800"/>
                      <a:pt x="4677" y="4030"/>
                    </a:cubicBezTo>
                    <a:cubicBezTo>
                      <a:pt x="4670" y="4982"/>
                      <a:pt x="4655" y="5935"/>
                      <a:pt x="4642" y="6887"/>
                    </a:cubicBezTo>
                    <a:cubicBezTo>
                      <a:pt x="4633" y="7585"/>
                      <a:pt x="4627" y="8280"/>
                      <a:pt x="4620" y="8977"/>
                    </a:cubicBezTo>
                    <a:cubicBezTo>
                      <a:pt x="4618" y="9192"/>
                      <a:pt x="4612" y="9407"/>
                      <a:pt x="4608" y="9627"/>
                    </a:cubicBezTo>
                    <a:cubicBezTo>
                      <a:pt x="4600" y="10733"/>
                      <a:pt x="4640" y="11567"/>
                      <a:pt x="5153" y="12558"/>
                    </a:cubicBezTo>
                    <a:cubicBezTo>
                      <a:pt x="5565" y="12558"/>
                      <a:pt x="5978" y="12558"/>
                      <a:pt x="6403" y="12558"/>
                    </a:cubicBezTo>
                    <a:cubicBezTo>
                      <a:pt x="6405" y="12407"/>
                      <a:pt x="6407" y="12257"/>
                      <a:pt x="6410" y="12105"/>
                    </a:cubicBezTo>
                    <a:cubicBezTo>
                      <a:pt x="6435" y="10700"/>
                      <a:pt x="6460" y="9295"/>
                      <a:pt x="6487" y="7890"/>
                    </a:cubicBezTo>
                    <a:cubicBezTo>
                      <a:pt x="6500" y="7167"/>
                      <a:pt x="6515" y="6445"/>
                      <a:pt x="6528" y="5722"/>
                    </a:cubicBezTo>
                    <a:cubicBezTo>
                      <a:pt x="6537" y="5025"/>
                      <a:pt x="6552" y="4327"/>
                      <a:pt x="6565" y="3630"/>
                    </a:cubicBezTo>
                    <a:cubicBezTo>
                      <a:pt x="6570" y="3365"/>
                      <a:pt x="6575" y="3097"/>
                      <a:pt x="6580" y="2833"/>
                    </a:cubicBezTo>
                    <a:cubicBezTo>
                      <a:pt x="6585" y="2460"/>
                      <a:pt x="6593" y="2088"/>
                      <a:pt x="6600" y="1715"/>
                    </a:cubicBezTo>
                    <a:cubicBezTo>
                      <a:pt x="6605" y="1502"/>
                      <a:pt x="6608" y="1290"/>
                      <a:pt x="6612" y="1072"/>
                    </a:cubicBezTo>
                    <a:cubicBezTo>
                      <a:pt x="6653" y="558"/>
                      <a:pt x="6653" y="558"/>
                      <a:pt x="6903" y="58"/>
                    </a:cubicBezTo>
                    <a:cubicBezTo>
                      <a:pt x="8140" y="58"/>
                      <a:pt x="9377" y="58"/>
                      <a:pt x="10653" y="58"/>
                    </a:cubicBezTo>
                    <a:cubicBezTo>
                      <a:pt x="11135" y="1025"/>
                      <a:pt x="11215" y="1365"/>
                      <a:pt x="11220" y="2398"/>
                    </a:cubicBezTo>
                    <a:cubicBezTo>
                      <a:pt x="11222" y="2528"/>
                      <a:pt x="11222" y="2660"/>
                      <a:pt x="11225" y="2792"/>
                    </a:cubicBezTo>
                    <a:cubicBezTo>
                      <a:pt x="11228" y="3222"/>
                      <a:pt x="11228" y="3653"/>
                      <a:pt x="11228" y="4080"/>
                    </a:cubicBezTo>
                    <a:cubicBezTo>
                      <a:pt x="11228" y="4380"/>
                      <a:pt x="11230" y="4680"/>
                      <a:pt x="11230" y="4980"/>
                    </a:cubicBezTo>
                    <a:cubicBezTo>
                      <a:pt x="11233" y="5605"/>
                      <a:pt x="11233" y="6232"/>
                      <a:pt x="11230" y="6860"/>
                    </a:cubicBezTo>
                    <a:cubicBezTo>
                      <a:pt x="11230" y="7662"/>
                      <a:pt x="11233" y="8465"/>
                      <a:pt x="11240" y="9267"/>
                    </a:cubicBezTo>
                    <a:cubicBezTo>
                      <a:pt x="11243" y="9885"/>
                      <a:pt x="11243" y="10502"/>
                      <a:pt x="11243" y="11120"/>
                    </a:cubicBezTo>
                    <a:cubicBezTo>
                      <a:pt x="11243" y="11415"/>
                      <a:pt x="11245" y="11713"/>
                      <a:pt x="11248" y="12007"/>
                    </a:cubicBezTo>
                    <a:cubicBezTo>
                      <a:pt x="11250" y="12423"/>
                      <a:pt x="11248" y="12835"/>
                      <a:pt x="11245" y="13248"/>
                    </a:cubicBezTo>
                    <a:cubicBezTo>
                      <a:pt x="11245" y="13483"/>
                      <a:pt x="11245" y="13718"/>
                      <a:pt x="11245" y="13960"/>
                    </a:cubicBezTo>
                    <a:cubicBezTo>
                      <a:pt x="11135" y="14665"/>
                      <a:pt x="10968" y="14887"/>
                      <a:pt x="10403" y="15308"/>
                    </a:cubicBezTo>
                    <a:cubicBezTo>
                      <a:pt x="9862" y="15407"/>
                      <a:pt x="9862" y="15407"/>
                      <a:pt x="9278" y="15400"/>
                    </a:cubicBezTo>
                    <a:cubicBezTo>
                      <a:pt x="9180" y="15403"/>
                      <a:pt x="9180" y="15403"/>
                      <a:pt x="8690" y="15407"/>
                    </a:cubicBezTo>
                    <a:cubicBezTo>
                      <a:pt x="8035" y="15285"/>
                      <a:pt x="7840" y="15042"/>
                      <a:pt x="7403" y="14558"/>
                    </a:cubicBezTo>
                    <a:cubicBezTo>
                      <a:pt x="6877" y="14595"/>
                      <a:pt x="6483" y="14767"/>
                      <a:pt x="6010" y="14993"/>
                    </a:cubicBezTo>
                    <a:cubicBezTo>
                      <a:pt x="4605" y="15650"/>
                      <a:pt x="3478" y="15792"/>
                      <a:pt x="1980" y="15322"/>
                    </a:cubicBezTo>
                    <a:cubicBezTo>
                      <a:pt x="1020" y="14840"/>
                      <a:pt x="755" y="14180"/>
                      <a:pt x="353" y="13215"/>
                    </a:cubicBezTo>
                    <a:cubicBezTo>
                      <a:pt x="0" y="12062"/>
                      <a:pt x="17" y="10923"/>
                      <a:pt x="37" y="9730"/>
                    </a:cubicBezTo>
                    <a:cubicBezTo>
                      <a:pt x="37" y="9465"/>
                      <a:pt x="37" y="9200"/>
                      <a:pt x="37" y="8935"/>
                    </a:cubicBezTo>
                    <a:cubicBezTo>
                      <a:pt x="37" y="8387"/>
                      <a:pt x="43" y="7838"/>
                      <a:pt x="50" y="7287"/>
                    </a:cubicBezTo>
                    <a:cubicBezTo>
                      <a:pt x="58" y="6583"/>
                      <a:pt x="60" y="5880"/>
                      <a:pt x="60" y="5175"/>
                    </a:cubicBezTo>
                    <a:cubicBezTo>
                      <a:pt x="60" y="4630"/>
                      <a:pt x="62" y="4088"/>
                      <a:pt x="65" y="3542"/>
                    </a:cubicBezTo>
                    <a:cubicBezTo>
                      <a:pt x="67" y="3282"/>
                      <a:pt x="67" y="3023"/>
                      <a:pt x="67" y="2762"/>
                    </a:cubicBezTo>
                    <a:cubicBezTo>
                      <a:pt x="70" y="2403"/>
                      <a:pt x="75" y="2040"/>
                      <a:pt x="80" y="1680"/>
                    </a:cubicBezTo>
                    <a:cubicBezTo>
                      <a:pt x="80" y="1475"/>
                      <a:pt x="82" y="1270"/>
                      <a:pt x="85" y="1058"/>
                    </a:cubicBezTo>
                    <a:cubicBezTo>
                      <a:pt x="170" y="428"/>
                      <a:pt x="370" y="100"/>
                      <a:pt x="1030" y="0"/>
                    </a:cubicBezTo>
                    <a:close/>
                  </a:path>
                </a:pathLst>
              </a:custGeom>
              <a:solidFill>
                <a:srgbClr val="3E2E2E"/>
              </a:solidFill>
              <a:ln w="0">
                <a:noFill/>
              </a:ln>
            </p:spPr>
          </p:sp>
          <p:sp>
            <p:nvSpPr>
              <p:cNvPr id="104" name="youtube vector"/>
              <p:cNvSpPr/>
              <p:nvPr/>
            </p:nvSpPr>
            <p:spPr>
              <a:xfrm>
                <a:off x="1186154" y="2099805"/>
                <a:ext cx="100493" cy="147584"/>
              </a:xfrm>
              <a:custGeom>
                <a:avLst/>
                <a:gdLst/>
                <a:ahLst/>
                <a:cxnLst/>
                <a:rect l="0" t="0" r="r" b="b"/>
                <a:pathLst>
                  <a:path w="10990" h="16140" fill="norm" stroke="0">
                    <a:moveTo>
                      <a:pt x="5765" y="50"/>
                    </a:moveTo>
                    <a:cubicBezTo>
                      <a:pt x="5940" y="45"/>
                      <a:pt x="6118" y="40"/>
                      <a:pt x="6297" y="35"/>
                    </a:cubicBezTo>
                    <a:cubicBezTo>
                      <a:pt x="7457" y="25"/>
                      <a:pt x="8097" y="170"/>
                      <a:pt x="9030" y="863"/>
                    </a:cubicBezTo>
                    <a:cubicBezTo>
                      <a:pt x="9155" y="943"/>
                      <a:pt x="9280" y="1023"/>
                      <a:pt x="9407" y="1103"/>
                    </a:cubicBezTo>
                    <a:cubicBezTo>
                      <a:pt x="10405" y="1930"/>
                      <a:pt x="10585" y="3002"/>
                      <a:pt x="10730" y="4243"/>
                    </a:cubicBezTo>
                    <a:cubicBezTo>
                      <a:pt x="10852" y="5793"/>
                      <a:pt x="10990" y="7945"/>
                      <a:pt x="10280" y="9363"/>
                    </a:cubicBezTo>
                    <a:cubicBezTo>
                      <a:pt x="8382" y="9363"/>
                      <a:pt x="6485" y="9363"/>
                      <a:pt x="4530" y="9363"/>
                    </a:cubicBezTo>
                    <a:cubicBezTo>
                      <a:pt x="4612" y="10600"/>
                      <a:pt x="4695" y="11838"/>
                      <a:pt x="4780" y="13113"/>
                    </a:cubicBezTo>
                    <a:cubicBezTo>
                      <a:pt x="5275" y="13113"/>
                      <a:pt x="5770" y="13113"/>
                      <a:pt x="6280" y="13113"/>
                    </a:cubicBezTo>
                    <a:cubicBezTo>
                      <a:pt x="6305" y="13033"/>
                      <a:pt x="6305" y="13033"/>
                      <a:pt x="6435" y="12630"/>
                    </a:cubicBezTo>
                    <a:cubicBezTo>
                      <a:pt x="6470" y="12525"/>
                      <a:pt x="6470" y="12525"/>
                      <a:pt x="6640" y="12002"/>
                    </a:cubicBezTo>
                    <a:cubicBezTo>
                      <a:pt x="6672" y="11900"/>
                      <a:pt x="6672" y="11900"/>
                      <a:pt x="6842" y="11380"/>
                    </a:cubicBezTo>
                    <a:cubicBezTo>
                      <a:pt x="7030" y="10863"/>
                      <a:pt x="7030" y="10863"/>
                      <a:pt x="7280" y="10613"/>
                    </a:cubicBezTo>
                    <a:cubicBezTo>
                      <a:pt x="7685" y="10583"/>
                      <a:pt x="8092" y="10567"/>
                      <a:pt x="8500" y="10565"/>
                    </a:cubicBezTo>
                    <a:cubicBezTo>
                      <a:pt x="8610" y="10565"/>
                      <a:pt x="8610" y="10565"/>
                      <a:pt x="9170" y="10555"/>
                    </a:cubicBezTo>
                    <a:cubicBezTo>
                      <a:pt x="9802" y="10615"/>
                      <a:pt x="10085" y="10663"/>
                      <a:pt x="10530" y="11113"/>
                    </a:cubicBezTo>
                    <a:cubicBezTo>
                      <a:pt x="10735" y="11928"/>
                      <a:pt x="10670" y="12765"/>
                      <a:pt x="10357" y="13543"/>
                    </a:cubicBezTo>
                    <a:cubicBezTo>
                      <a:pt x="9787" y="14478"/>
                      <a:pt x="9060" y="15215"/>
                      <a:pt x="8030" y="15613"/>
                    </a:cubicBezTo>
                    <a:cubicBezTo>
                      <a:pt x="6040" y="16008"/>
                      <a:pt x="3572" y="16140"/>
                      <a:pt x="1812" y="14973"/>
                    </a:cubicBezTo>
                    <a:cubicBezTo>
                      <a:pt x="220" y="13430"/>
                      <a:pt x="90" y="11190"/>
                      <a:pt x="30" y="9113"/>
                    </a:cubicBezTo>
                    <a:cubicBezTo>
                      <a:pt x="22" y="8898"/>
                      <a:pt x="17" y="8683"/>
                      <a:pt x="10" y="8463"/>
                    </a:cubicBezTo>
                    <a:cubicBezTo>
                      <a:pt x="0" y="7845"/>
                      <a:pt x="10" y="7230"/>
                      <a:pt x="30" y="6613"/>
                    </a:cubicBezTo>
                    <a:cubicBezTo>
                      <a:pt x="32" y="6500"/>
                      <a:pt x="32" y="6500"/>
                      <a:pt x="42" y="5935"/>
                    </a:cubicBezTo>
                    <a:cubicBezTo>
                      <a:pt x="135" y="4080"/>
                      <a:pt x="605" y="2415"/>
                      <a:pt x="1855" y="993"/>
                    </a:cubicBezTo>
                    <a:cubicBezTo>
                      <a:pt x="3010" y="0"/>
                      <a:pt x="4325" y="60"/>
                      <a:pt x="5765" y="50"/>
                    </a:cubicBezTo>
                    <a:close/>
                  </a:path>
                </a:pathLst>
              </a:custGeom>
              <a:solidFill>
                <a:srgbClr val="3E2E2E"/>
              </a:solidFill>
              <a:ln w="0">
                <a:noFill/>
              </a:ln>
            </p:spPr>
          </p:sp>
          <p:sp>
            <p:nvSpPr>
              <p:cNvPr id="105" name="youtube vector"/>
              <p:cNvSpPr/>
              <p:nvPr/>
            </p:nvSpPr>
            <p:spPr>
              <a:xfrm>
                <a:off x="561356" y="2051862"/>
                <a:ext cx="115946" cy="191270"/>
              </a:xfrm>
              <a:custGeom>
                <a:avLst/>
                <a:gdLst/>
                <a:ahLst/>
                <a:cxnLst/>
                <a:rect l="0" t="0" r="r" b="b"/>
                <a:pathLst>
                  <a:path w="12680" h="20917" fill="norm" stroke="0">
                    <a:moveTo>
                      <a:pt x="2062" y="28"/>
                    </a:moveTo>
                    <a:cubicBezTo>
                      <a:pt x="2275" y="18"/>
                      <a:pt x="2487" y="10"/>
                      <a:pt x="2708" y="0"/>
                    </a:cubicBezTo>
                    <a:cubicBezTo>
                      <a:pt x="3565" y="140"/>
                      <a:pt x="4072" y="417"/>
                      <a:pt x="4610" y="1105"/>
                    </a:cubicBezTo>
                    <a:cubicBezTo>
                      <a:pt x="4845" y="1697"/>
                      <a:pt x="4940" y="2287"/>
                      <a:pt x="5032" y="2917"/>
                    </a:cubicBezTo>
                    <a:cubicBezTo>
                      <a:pt x="5088" y="3255"/>
                      <a:pt x="5145" y="3593"/>
                      <a:pt x="5205" y="3930"/>
                    </a:cubicBezTo>
                    <a:cubicBezTo>
                      <a:pt x="5218" y="4010"/>
                      <a:pt x="5218" y="4010"/>
                      <a:pt x="5282" y="4415"/>
                    </a:cubicBezTo>
                    <a:cubicBezTo>
                      <a:pt x="5375" y="4950"/>
                      <a:pt x="5500" y="5472"/>
                      <a:pt x="5640" y="5998"/>
                    </a:cubicBezTo>
                    <a:cubicBezTo>
                      <a:pt x="5845" y="6778"/>
                      <a:pt x="5990" y="7555"/>
                      <a:pt x="6110" y="8355"/>
                    </a:cubicBezTo>
                    <a:cubicBezTo>
                      <a:pt x="6558" y="7760"/>
                      <a:pt x="6737" y="7233"/>
                      <a:pt x="6905" y="6510"/>
                    </a:cubicBezTo>
                    <a:cubicBezTo>
                      <a:pt x="6930" y="6403"/>
                      <a:pt x="6930" y="6403"/>
                      <a:pt x="7060" y="5860"/>
                    </a:cubicBezTo>
                    <a:cubicBezTo>
                      <a:pt x="7088" y="5748"/>
                      <a:pt x="7088" y="5748"/>
                      <a:pt x="7218" y="5183"/>
                    </a:cubicBezTo>
                    <a:cubicBezTo>
                      <a:pt x="8218" y="917"/>
                      <a:pt x="8218" y="917"/>
                      <a:pt x="9075" y="233"/>
                    </a:cubicBezTo>
                    <a:cubicBezTo>
                      <a:pt x="9700" y="85"/>
                      <a:pt x="10250" y="48"/>
                      <a:pt x="10890" y="58"/>
                    </a:cubicBezTo>
                    <a:cubicBezTo>
                      <a:pt x="11108" y="60"/>
                      <a:pt x="11325" y="62"/>
                      <a:pt x="11550" y="62"/>
                    </a:cubicBezTo>
                    <a:cubicBezTo>
                      <a:pt x="12110" y="105"/>
                      <a:pt x="12110" y="105"/>
                      <a:pt x="12610" y="355"/>
                    </a:cubicBezTo>
                    <a:cubicBezTo>
                      <a:pt x="12680" y="1290"/>
                      <a:pt x="12595" y="1988"/>
                      <a:pt x="12285" y="2873"/>
                    </a:cubicBezTo>
                    <a:cubicBezTo>
                      <a:pt x="12218" y="3070"/>
                      <a:pt x="12150" y="3268"/>
                      <a:pt x="12080" y="3472"/>
                    </a:cubicBezTo>
                    <a:cubicBezTo>
                      <a:pt x="12007" y="3680"/>
                      <a:pt x="11935" y="3890"/>
                      <a:pt x="11860" y="4105"/>
                    </a:cubicBezTo>
                    <a:cubicBezTo>
                      <a:pt x="11715" y="4535"/>
                      <a:pt x="11572" y="4965"/>
                      <a:pt x="11430" y="5395"/>
                    </a:cubicBezTo>
                    <a:cubicBezTo>
                      <a:pt x="11282" y="5840"/>
                      <a:pt x="11282" y="5840"/>
                      <a:pt x="10540" y="8067"/>
                    </a:cubicBezTo>
                    <a:cubicBezTo>
                      <a:pt x="10502" y="8175"/>
                      <a:pt x="10502" y="8175"/>
                      <a:pt x="10322" y="8722"/>
                    </a:cubicBezTo>
                    <a:cubicBezTo>
                      <a:pt x="10185" y="9132"/>
                      <a:pt x="10045" y="9542"/>
                      <a:pt x="9905" y="9950"/>
                    </a:cubicBezTo>
                    <a:cubicBezTo>
                      <a:pt x="9718" y="10500"/>
                      <a:pt x="9537" y="11053"/>
                      <a:pt x="9360" y="11605"/>
                    </a:cubicBezTo>
                    <a:cubicBezTo>
                      <a:pt x="9310" y="11757"/>
                      <a:pt x="9260" y="11910"/>
                      <a:pt x="9207" y="12067"/>
                    </a:cubicBezTo>
                    <a:cubicBezTo>
                      <a:pt x="8725" y="13713"/>
                      <a:pt x="8745" y="15405"/>
                      <a:pt x="8702" y="17105"/>
                    </a:cubicBezTo>
                    <a:cubicBezTo>
                      <a:pt x="8692" y="17423"/>
                      <a:pt x="8685" y="17738"/>
                      <a:pt x="8675" y="18055"/>
                    </a:cubicBezTo>
                    <a:cubicBezTo>
                      <a:pt x="8650" y="18820"/>
                      <a:pt x="8630" y="19588"/>
                      <a:pt x="8610" y="20355"/>
                    </a:cubicBezTo>
                    <a:cubicBezTo>
                      <a:pt x="7755" y="20815"/>
                      <a:pt x="7180" y="20917"/>
                      <a:pt x="6203" y="20903"/>
                    </a:cubicBezTo>
                    <a:cubicBezTo>
                      <a:pt x="5963" y="20900"/>
                      <a:pt x="5722" y="20900"/>
                      <a:pt x="5475" y="20898"/>
                    </a:cubicBezTo>
                    <a:cubicBezTo>
                      <a:pt x="4860" y="20855"/>
                      <a:pt x="4860" y="20855"/>
                      <a:pt x="4360" y="20605"/>
                    </a:cubicBezTo>
                    <a:cubicBezTo>
                      <a:pt x="4358" y="20445"/>
                      <a:pt x="4358" y="20287"/>
                      <a:pt x="4358" y="20123"/>
                    </a:cubicBezTo>
                    <a:cubicBezTo>
                      <a:pt x="4320" y="16860"/>
                      <a:pt x="4130" y="13930"/>
                      <a:pt x="3023" y="10825"/>
                    </a:cubicBezTo>
                    <a:cubicBezTo>
                      <a:pt x="2760" y="10072"/>
                      <a:pt x="2540" y="9308"/>
                      <a:pt x="2312" y="8542"/>
                    </a:cubicBezTo>
                    <a:cubicBezTo>
                      <a:pt x="2100" y="7833"/>
                      <a:pt x="1873" y="7138"/>
                      <a:pt x="1595" y="6450"/>
                    </a:cubicBezTo>
                    <a:cubicBezTo>
                      <a:pt x="1390" y="5935"/>
                      <a:pt x="1245" y="5458"/>
                      <a:pt x="1125" y="4917"/>
                    </a:cubicBezTo>
                    <a:cubicBezTo>
                      <a:pt x="945" y="4150"/>
                      <a:pt x="710" y="3425"/>
                      <a:pt x="438" y="2683"/>
                    </a:cubicBezTo>
                    <a:cubicBezTo>
                      <a:pt x="130" y="1787"/>
                      <a:pt x="0" y="1240"/>
                      <a:pt x="360" y="355"/>
                    </a:cubicBezTo>
                    <a:cubicBezTo>
                      <a:pt x="962" y="53"/>
                      <a:pt x="1388" y="48"/>
                      <a:pt x="2062" y="28"/>
                    </a:cubicBezTo>
                    <a:close/>
                  </a:path>
                </a:pathLst>
              </a:custGeom>
              <a:solidFill>
                <a:srgbClr val="3E2E2E"/>
              </a:solidFill>
              <a:ln w="0">
                <a:noFill/>
              </a:ln>
            </p:spPr>
          </p:sp>
          <p:sp>
            <p:nvSpPr>
              <p:cNvPr id="106" name="youtube vector"/>
              <p:cNvSpPr/>
              <p:nvPr/>
            </p:nvSpPr>
            <p:spPr>
              <a:xfrm>
                <a:off x="864334" y="2051607"/>
                <a:ext cx="110620" cy="191635"/>
              </a:xfrm>
              <a:custGeom>
                <a:avLst/>
                <a:gdLst/>
                <a:ahLst/>
                <a:cxnLst/>
                <a:rect l="0" t="0" r="r" b="b"/>
                <a:pathLst>
                  <a:path w="12098" h="20958" fill="norm" stroke="0">
                    <a:moveTo>
                      <a:pt x="1963" y="32"/>
                    </a:moveTo>
                    <a:cubicBezTo>
                      <a:pt x="2160" y="30"/>
                      <a:pt x="2358" y="25"/>
                      <a:pt x="2560" y="23"/>
                    </a:cubicBezTo>
                    <a:cubicBezTo>
                      <a:pt x="2770" y="23"/>
                      <a:pt x="2983" y="25"/>
                      <a:pt x="3200" y="25"/>
                    </a:cubicBezTo>
                    <a:cubicBezTo>
                      <a:pt x="3420" y="25"/>
                      <a:pt x="3638" y="23"/>
                      <a:pt x="3863" y="20"/>
                    </a:cubicBezTo>
                    <a:cubicBezTo>
                      <a:pt x="4325" y="20"/>
                      <a:pt x="4788" y="20"/>
                      <a:pt x="5250" y="23"/>
                    </a:cubicBezTo>
                    <a:cubicBezTo>
                      <a:pt x="5955" y="25"/>
                      <a:pt x="6663" y="18"/>
                      <a:pt x="7370" y="10"/>
                    </a:cubicBezTo>
                    <a:cubicBezTo>
                      <a:pt x="7818" y="7"/>
                      <a:pt x="8268" y="7"/>
                      <a:pt x="8718" y="10"/>
                    </a:cubicBezTo>
                    <a:cubicBezTo>
                      <a:pt x="8823" y="7"/>
                      <a:pt x="8823" y="7"/>
                      <a:pt x="9358" y="0"/>
                    </a:cubicBezTo>
                    <a:cubicBezTo>
                      <a:pt x="10990" y="20"/>
                      <a:pt x="10990" y="20"/>
                      <a:pt x="11610" y="613"/>
                    </a:cubicBezTo>
                    <a:cubicBezTo>
                      <a:pt x="12000" y="1170"/>
                      <a:pt x="12098" y="1365"/>
                      <a:pt x="11990" y="2025"/>
                    </a:cubicBezTo>
                    <a:cubicBezTo>
                      <a:pt x="11840" y="2718"/>
                      <a:pt x="11743" y="2868"/>
                      <a:pt x="11195" y="3368"/>
                    </a:cubicBezTo>
                    <a:cubicBezTo>
                      <a:pt x="10502" y="3702"/>
                      <a:pt x="9843" y="3685"/>
                      <a:pt x="9088" y="3635"/>
                    </a:cubicBezTo>
                    <a:cubicBezTo>
                      <a:pt x="8968" y="3635"/>
                      <a:pt x="8850" y="3635"/>
                      <a:pt x="8725" y="3632"/>
                    </a:cubicBezTo>
                    <a:cubicBezTo>
                      <a:pt x="8278" y="4083"/>
                      <a:pt x="8438" y="4812"/>
                      <a:pt x="8435" y="5417"/>
                    </a:cubicBezTo>
                    <a:cubicBezTo>
                      <a:pt x="8435" y="5580"/>
                      <a:pt x="8433" y="5740"/>
                      <a:pt x="8433" y="5905"/>
                    </a:cubicBezTo>
                    <a:cubicBezTo>
                      <a:pt x="8430" y="6252"/>
                      <a:pt x="8428" y="6602"/>
                      <a:pt x="8425" y="6950"/>
                    </a:cubicBezTo>
                    <a:cubicBezTo>
                      <a:pt x="8422" y="7502"/>
                      <a:pt x="8418" y="8053"/>
                      <a:pt x="8413" y="8605"/>
                    </a:cubicBezTo>
                    <a:cubicBezTo>
                      <a:pt x="8398" y="10172"/>
                      <a:pt x="8383" y="11743"/>
                      <a:pt x="8375" y="13310"/>
                    </a:cubicBezTo>
                    <a:cubicBezTo>
                      <a:pt x="8370" y="14268"/>
                      <a:pt x="8360" y="15227"/>
                      <a:pt x="8350" y="16185"/>
                    </a:cubicBezTo>
                    <a:cubicBezTo>
                      <a:pt x="8345" y="16550"/>
                      <a:pt x="8345" y="16917"/>
                      <a:pt x="8343" y="17282"/>
                    </a:cubicBezTo>
                    <a:cubicBezTo>
                      <a:pt x="8343" y="17795"/>
                      <a:pt x="8335" y="18305"/>
                      <a:pt x="8330" y="18815"/>
                    </a:cubicBezTo>
                    <a:cubicBezTo>
                      <a:pt x="8330" y="18968"/>
                      <a:pt x="8330" y="19120"/>
                      <a:pt x="8333" y="19278"/>
                    </a:cubicBezTo>
                    <a:cubicBezTo>
                      <a:pt x="8312" y="20297"/>
                      <a:pt x="8312" y="20297"/>
                      <a:pt x="7885" y="20727"/>
                    </a:cubicBezTo>
                    <a:cubicBezTo>
                      <a:pt x="7282" y="20958"/>
                      <a:pt x="6743" y="20950"/>
                      <a:pt x="6100" y="20945"/>
                    </a:cubicBezTo>
                    <a:cubicBezTo>
                      <a:pt x="5980" y="20947"/>
                      <a:pt x="5980" y="20947"/>
                      <a:pt x="5373" y="20950"/>
                    </a:cubicBezTo>
                    <a:cubicBezTo>
                      <a:pt x="4438" y="20855"/>
                      <a:pt x="4438" y="20855"/>
                      <a:pt x="3975" y="20382"/>
                    </a:cubicBezTo>
                    <a:cubicBezTo>
                      <a:pt x="3903" y="19830"/>
                      <a:pt x="3880" y="19345"/>
                      <a:pt x="3890" y="18790"/>
                    </a:cubicBezTo>
                    <a:cubicBezTo>
                      <a:pt x="3890" y="18625"/>
                      <a:pt x="3890" y="18463"/>
                      <a:pt x="3890" y="18295"/>
                    </a:cubicBezTo>
                    <a:cubicBezTo>
                      <a:pt x="3890" y="17752"/>
                      <a:pt x="3895" y="17213"/>
                      <a:pt x="3903" y="16670"/>
                    </a:cubicBezTo>
                    <a:cubicBezTo>
                      <a:pt x="3903" y="16295"/>
                      <a:pt x="3905" y="15920"/>
                      <a:pt x="3905" y="15545"/>
                    </a:cubicBezTo>
                    <a:cubicBezTo>
                      <a:pt x="3907" y="14560"/>
                      <a:pt x="3915" y="13572"/>
                      <a:pt x="3925" y="12585"/>
                    </a:cubicBezTo>
                    <a:cubicBezTo>
                      <a:pt x="3933" y="11577"/>
                      <a:pt x="3935" y="10570"/>
                      <a:pt x="3938" y="9562"/>
                    </a:cubicBezTo>
                    <a:cubicBezTo>
                      <a:pt x="3948" y="7588"/>
                      <a:pt x="3960" y="5610"/>
                      <a:pt x="3975" y="3632"/>
                    </a:cubicBezTo>
                    <a:cubicBezTo>
                      <a:pt x="3785" y="3637"/>
                      <a:pt x="3595" y="3643"/>
                      <a:pt x="3398" y="3648"/>
                    </a:cubicBezTo>
                    <a:cubicBezTo>
                      <a:pt x="3145" y="3650"/>
                      <a:pt x="2895" y="3655"/>
                      <a:pt x="2643" y="3657"/>
                    </a:cubicBezTo>
                    <a:cubicBezTo>
                      <a:pt x="2395" y="3662"/>
                      <a:pt x="2148" y="3667"/>
                      <a:pt x="1893" y="3672"/>
                    </a:cubicBezTo>
                    <a:cubicBezTo>
                      <a:pt x="990" y="3620"/>
                      <a:pt x="990" y="3620"/>
                      <a:pt x="553" y="3243"/>
                    </a:cubicBezTo>
                    <a:cubicBezTo>
                      <a:pt x="130" y="2460"/>
                      <a:pt x="0" y="1757"/>
                      <a:pt x="225" y="882"/>
                    </a:cubicBezTo>
                    <a:cubicBezTo>
                      <a:pt x="770" y="213"/>
                      <a:pt x="1103" y="40"/>
                      <a:pt x="1963" y="32"/>
                    </a:cubicBezTo>
                    <a:close/>
                  </a:path>
                </a:pathLst>
              </a:custGeom>
              <a:solidFill>
                <a:srgbClr val="3E2E2E"/>
              </a:solidFill>
              <a:ln w="0">
                <a:noFill/>
              </a:ln>
            </p:spPr>
          </p:sp>
          <p:sp>
            <p:nvSpPr>
              <p:cNvPr id="107" name="youtube vector"/>
              <p:cNvSpPr/>
              <p:nvPr/>
            </p:nvSpPr>
            <p:spPr>
              <a:xfrm>
                <a:off x="164321" y="2038248"/>
                <a:ext cx="370149" cy="221399"/>
              </a:xfrm>
              <a:custGeom>
                <a:avLst/>
                <a:gdLst/>
                <a:ahLst/>
                <a:cxnLst/>
                <a:rect l="0" t="0" r="r" b="b"/>
                <a:pathLst>
                  <a:path w="40480" h="24213" fill="norm" stroke="0">
                    <a:moveTo>
                      <a:pt x="15913" y="53"/>
                    </a:moveTo>
                    <a:cubicBezTo>
                      <a:pt x="16355" y="53"/>
                      <a:pt x="16795" y="50"/>
                      <a:pt x="17238" y="50"/>
                    </a:cubicBezTo>
                    <a:cubicBezTo>
                      <a:pt x="18158" y="48"/>
                      <a:pt x="19078" y="48"/>
                      <a:pt x="19998" y="48"/>
                    </a:cubicBezTo>
                    <a:cubicBezTo>
                      <a:pt x="21170" y="48"/>
                      <a:pt x="22340" y="45"/>
                      <a:pt x="23510" y="40"/>
                    </a:cubicBezTo>
                    <a:cubicBezTo>
                      <a:pt x="24420" y="38"/>
                      <a:pt x="25330" y="38"/>
                      <a:pt x="26240" y="38"/>
                    </a:cubicBezTo>
                    <a:cubicBezTo>
                      <a:pt x="26672" y="38"/>
                      <a:pt x="27105" y="35"/>
                      <a:pt x="27535" y="35"/>
                    </a:cubicBezTo>
                    <a:cubicBezTo>
                      <a:pt x="35723" y="0"/>
                      <a:pt x="35723" y="0"/>
                      <a:pt x="37748" y="1955"/>
                    </a:cubicBezTo>
                    <a:cubicBezTo>
                      <a:pt x="37932" y="2160"/>
                      <a:pt x="38110" y="2375"/>
                      <a:pt x="38280" y="2595"/>
                    </a:cubicBezTo>
                    <a:cubicBezTo>
                      <a:pt x="38405" y="2743"/>
                      <a:pt x="38533" y="2888"/>
                      <a:pt x="38662" y="3040"/>
                    </a:cubicBezTo>
                    <a:cubicBezTo>
                      <a:pt x="39100" y="3703"/>
                      <a:pt x="39275" y="4343"/>
                      <a:pt x="39435" y="5110"/>
                    </a:cubicBezTo>
                    <a:cubicBezTo>
                      <a:pt x="39468" y="5255"/>
                      <a:pt x="39498" y="5400"/>
                      <a:pt x="39530" y="5548"/>
                    </a:cubicBezTo>
                    <a:cubicBezTo>
                      <a:pt x="39810" y="6893"/>
                      <a:pt x="39978" y="8223"/>
                      <a:pt x="40030" y="9595"/>
                    </a:cubicBezTo>
                    <a:cubicBezTo>
                      <a:pt x="40038" y="9760"/>
                      <a:pt x="40042" y="9925"/>
                      <a:pt x="40050" y="10095"/>
                    </a:cubicBezTo>
                    <a:cubicBezTo>
                      <a:pt x="40132" y="12438"/>
                      <a:pt x="40040" y="14713"/>
                      <a:pt x="39702" y="17032"/>
                    </a:cubicBezTo>
                    <a:cubicBezTo>
                      <a:pt x="39673" y="17238"/>
                      <a:pt x="39643" y="17442"/>
                      <a:pt x="39613" y="17655"/>
                    </a:cubicBezTo>
                    <a:cubicBezTo>
                      <a:pt x="39412" y="18895"/>
                      <a:pt x="39082" y="19965"/>
                      <a:pt x="38530" y="21095"/>
                    </a:cubicBezTo>
                    <a:cubicBezTo>
                      <a:pt x="38428" y="21315"/>
                      <a:pt x="38322" y="21538"/>
                      <a:pt x="38218" y="21768"/>
                    </a:cubicBezTo>
                    <a:cubicBezTo>
                      <a:pt x="37452" y="22778"/>
                      <a:pt x="36363" y="23338"/>
                      <a:pt x="35113" y="23543"/>
                    </a:cubicBezTo>
                    <a:cubicBezTo>
                      <a:pt x="34785" y="23580"/>
                      <a:pt x="34455" y="23613"/>
                      <a:pt x="34122" y="23643"/>
                    </a:cubicBezTo>
                    <a:cubicBezTo>
                      <a:pt x="34030" y="23650"/>
                      <a:pt x="34030" y="23650"/>
                      <a:pt x="33565" y="23698"/>
                    </a:cubicBezTo>
                    <a:cubicBezTo>
                      <a:pt x="32970" y="23752"/>
                      <a:pt x="32375" y="23800"/>
                      <a:pt x="31780" y="23845"/>
                    </a:cubicBezTo>
                    <a:cubicBezTo>
                      <a:pt x="31592" y="23860"/>
                      <a:pt x="31405" y="23873"/>
                      <a:pt x="31212" y="23888"/>
                    </a:cubicBezTo>
                    <a:cubicBezTo>
                      <a:pt x="26745" y="24213"/>
                      <a:pt x="22255" y="24143"/>
                      <a:pt x="17780" y="24095"/>
                    </a:cubicBezTo>
                    <a:cubicBezTo>
                      <a:pt x="17678" y="24092"/>
                      <a:pt x="17678" y="24092"/>
                      <a:pt x="17167" y="24088"/>
                    </a:cubicBezTo>
                    <a:cubicBezTo>
                      <a:pt x="15935" y="24075"/>
                      <a:pt x="14700" y="24055"/>
                      <a:pt x="13468" y="24028"/>
                    </a:cubicBezTo>
                    <a:cubicBezTo>
                      <a:pt x="13080" y="24020"/>
                      <a:pt x="12693" y="24013"/>
                      <a:pt x="12303" y="24007"/>
                    </a:cubicBezTo>
                    <a:cubicBezTo>
                      <a:pt x="10250" y="23975"/>
                      <a:pt x="8245" y="23850"/>
                      <a:pt x="6215" y="23510"/>
                    </a:cubicBezTo>
                    <a:cubicBezTo>
                      <a:pt x="6043" y="23483"/>
                      <a:pt x="5868" y="23455"/>
                      <a:pt x="5688" y="23425"/>
                    </a:cubicBezTo>
                    <a:cubicBezTo>
                      <a:pt x="4208" y="23153"/>
                      <a:pt x="3125" y="22670"/>
                      <a:pt x="2223" y="21418"/>
                    </a:cubicBezTo>
                    <a:cubicBezTo>
                      <a:pt x="708" y="18893"/>
                      <a:pt x="875" y="15663"/>
                      <a:pt x="900" y="12838"/>
                    </a:cubicBezTo>
                    <a:cubicBezTo>
                      <a:pt x="905" y="12113"/>
                      <a:pt x="900" y="11388"/>
                      <a:pt x="893" y="10663"/>
                    </a:cubicBezTo>
                    <a:cubicBezTo>
                      <a:pt x="890" y="8555"/>
                      <a:pt x="935" y="6505"/>
                      <a:pt x="1460" y="4453"/>
                    </a:cubicBezTo>
                    <a:cubicBezTo>
                      <a:pt x="1477" y="4380"/>
                      <a:pt x="1477" y="4380"/>
                      <a:pt x="1570" y="4008"/>
                    </a:cubicBezTo>
                    <a:cubicBezTo>
                      <a:pt x="1963" y="2685"/>
                      <a:pt x="2788" y="1950"/>
                      <a:pt x="3883" y="1160"/>
                    </a:cubicBezTo>
                    <a:cubicBezTo>
                      <a:pt x="4650" y="788"/>
                      <a:pt x="5315" y="660"/>
                      <a:pt x="6155" y="562"/>
                    </a:cubicBezTo>
                    <a:cubicBezTo>
                      <a:pt x="6223" y="555"/>
                      <a:pt x="6223" y="555"/>
                      <a:pt x="6560" y="508"/>
                    </a:cubicBezTo>
                    <a:cubicBezTo>
                      <a:pt x="9672" y="105"/>
                      <a:pt x="12778" y="55"/>
                      <a:pt x="15913" y="53"/>
                    </a:cubicBezTo>
                    <a:close/>
                    <a:moveTo>
                      <a:pt x="7873" y="817"/>
                    </a:moveTo>
                    <a:cubicBezTo>
                      <a:pt x="7803" y="823"/>
                      <a:pt x="7803" y="823"/>
                      <a:pt x="7450" y="847"/>
                    </a:cubicBezTo>
                    <a:cubicBezTo>
                      <a:pt x="7060" y="875"/>
                      <a:pt x="6672" y="905"/>
                      <a:pt x="6285" y="938"/>
                    </a:cubicBezTo>
                    <a:cubicBezTo>
                      <a:pt x="6070" y="958"/>
                      <a:pt x="5858" y="975"/>
                      <a:pt x="5638" y="993"/>
                    </a:cubicBezTo>
                    <a:cubicBezTo>
                      <a:pt x="4227" y="1230"/>
                      <a:pt x="3312" y="1800"/>
                      <a:pt x="2425" y="2900"/>
                    </a:cubicBezTo>
                    <a:cubicBezTo>
                      <a:pt x="0" y="6730"/>
                      <a:pt x="863" y="14730"/>
                      <a:pt x="1698" y="18970"/>
                    </a:cubicBezTo>
                    <a:cubicBezTo>
                      <a:pt x="2005" y="20288"/>
                      <a:pt x="2593" y="21273"/>
                      <a:pt x="3640" y="22158"/>
                    </a:cubicBezTo>
                    <a:cubicBezTo>
                      <a:pt x="3710" y="22220"/>
                      <a:pt x="3710" y="22220"/>
                      <a:pt x="4075" y="22535"/>
                    </a:cubicBezTo>
                    <a:cubicBezTo>
                      <a:pt x="4935" y="23120"/>
                      <a:pt x="5915" y="23153"/>
                      <a:pt x="6930" y="23228"/>
                    </a:cubicBezTo>
                    <a:cubicBezTo>
                      <a:pt x="7070" y="23238"/>
                      <a:pt x="7210" y="23248"/>
                      <a:pt x="7352" y="23257"/>
                    </a:cubicBezTo>
                    <a:cubicBezTo>
                      <a:pt x="9362" y="23395"/>
                      <a:pt x="11375" y="23438"/>
                      <a:pt x="13390" y="23485"/>
                    </a:cubicBezTo>
                    <a:cubicBezTo>
                      <a:pt x="13495" y="23488"/>
                      <a:pt x="13495" y="23488"/>
                      <a:pt x="14038" y="23500"/>
                    </a:cubicBezTo>
                    <a:cubicBezTo>
                      <a:pt x="15535" y="23535"/>
                      <a:pt x="17033" y="23567"/>
                      <a:pt x="18530" y="23595"/>
                    </a:cubicBezTo>
                    <a:cubicBezTo>
                      <a:pt x="18618" y="23595"/>
                      <a:pt x="18618" y="23595"/>
                      <a:pt x="19062" y="23605"/>
                    </a:cubicBezTo>
                    <a:cubicBezTo>
                      <a:pt x="23105" y="23678"/>
                      <a:pt x="27130" y="23575"/>
                      <a:pt x="31170" y="23375"/>
                    </a:cubicBezTo>
                    <a:cubicBezTo>
                      <a:pt x="31275" y="23370"/>
                      <a:pt x="31275" y="23370"/>
                      <a:pt x="31805" y="23345"/>
                    </a:cubicBezTo>
                    <a:cubicBezTo>
                      <a:pt x="32402" y="23317"/>
                      <a:pt x="32998" y="23285"/>
                      <a:pt x="33592" y="23252"/>
                    </a:cubicBezTo>
                    <a:cubicBezTo>
                      <a:pt x="33770" y="23245"/>
                      <a:pt x="33948" y="23235"/>
                      <a:pt x="34130" y="23228"/>
                    </a:cubicBezTo>
                    <a:cubicBezTo>
                      <a:pt x="35578" y="23140"/>
                      <a:pt x="36725" y="22860"/>
                      <a:pt x="37730" y="21752"/>
                    </a:cubicBezTo>
                    <a:cubicBezTo>
                      <a:pt x="40480" y="17998"/>
                      <a:pt x="39723" y="11525"/>
                      <a:pt x="39310" y="7157"/>
                    </a:cubicBezTo>
                    <a:cubicBezTo>
                      <a:pt x="39292" y="6945"/>
                      <a:pt x="39272" y="6735"/>
                      <a:pt x="39253" y="6515"/>
                    </a:cubicBezTo>
                    <a:cubicBezTo>
                      <a:pt x="39140" y="5453"/>
                      <a:pt x="39000" y="4558"/>
                      <a:pt x="38530" y="3595"/>
                    </a:cubicBezTo>
                    <a:cubicBezTo>
                      <a:pt x="38465" y="3458"/>
                      <a:pt x="38400" y="3320"/>
                      <a:pt x="38332" y="3180"/>
                    </a:cubicBezTo>
                    <a:cubicBezTo>
                      <a:pt x="37650" y="2035"/>
                      <a:pt x="36750" y="1573"/>
                      <a:pt x="35530" y="1095"/>
                    </a:cubicBezTo>
                    <a:cubicBezTo>
                      <a:pt x="34832" y="925"/>
                      <a:pt x="34145" y="845"/>
                      <a:pt x="33430" y="785"/>
                    </a:cubicBezTo>
                    <a:cubicBezTo>
                      <a:pt x="33235" y="768"/>
                      <a:pt x="33040" y="748"/>
                      <a:pt x="32840" y="730"/>
                    </a:cubicBezTo>
                    <a:cubicBezTo>
                      <a:pt x="30768" y="545"/>
                      <a:pt x="28697" y="523"/>
                      <a:pt x="26618" y="528"/>
                    </a:cubicBezTo>
                    <a:cubicBezTo>
                      <a:pt x="26208" y="528"/>
                      <a:pt x="25798" y="528"/>
                      <a:pt x="25390" y="528"/>
                    </a:cubicBezTo>
                    <a:cubicBezTo>
                      <a:pt x="24538" y="525"/>
                      <a:pt x="23688" y="528"/>
                      <a:pt x="22838" y="530"/>
                    </a:cubicBezTo>
                    <a:cubicBezTo>
                      <a:pt x="21768" y="532"/>
                      <a:pt x="20700" y="530"/>
                      <a:pt x="19630" y="528"/>
                    </a:cubicBezTo>
                    <a:cubicBezTo>
                      <a:pt x="15705" y="518"/>
                      <a:pt x="11788" y="532"/>
                      <a:pt x="7873" y="817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08" name="youtube vector"/>
              <p:cNvSpPr/>
              <p:nvPr/>
            </p:nvSpPr>
            <p:spPr>
              <a:xfrm>
                <a:off x="957264" y="2102187"/>
                <a:ext cx="102047" cy="144338"/>
              </a:xfrm>
              <a:custGeom>
                <a:avLst/>
                <a:gdLst/>
                <a:ahLst/>
                <a:cxnLst/>
                <a:rect l="0" t="0" r="r" b="b"/>
                <a:pathLst>
                  <a:path w="11160" h="15785" fill="norm" stroke="0">
                    <a:moveTo>
                      <a:pt x="933" y="5"/>
                    </a:moveTo>
                    <a:cubicBezTo>
                      <a:pt x="1073" y="5"/>
                      <a:pt x="1215" y="2"/>
                      <a:pt x="1360" y="2"/>
                    </a:cubicBezTo>
                    <a:cubicBezTo>
                      <a:pt x="1513" y="2"/>
                      <a:pt x="1668" y="0"/>
                      <a:pt x="1825" y="0"/>
                    </a:cubicBezTo>
                    <a:cubicBezTo>
                      <a:pt x="1988" y="2"/>
                      <a:pt x="2148" y="5"/>
                      <a:pt x="2312" y="7"/>
                    </a:cubicBezTo>
                    <a:cubicBezTo>
                      <a:pt x="2473" y="5"/>
                      <a:pt x="2633" y="2"/>
                      <a:pt x="2797" y="0"/>
                    </a:cubicBezTo>
                    <a:cubicBezTo>
                      <a:pt x="2875" y="0"/>
                      <a:pt x="2875" y="0"/>
                      <a:pt x="3265" y="2"/>
                    </a:cubicBezTo>
                    <a:cubicBezTo>
                      <a:pt x="3335" y="2"/>
                      <a:pt x="3335" y="2"/>
                      <a:pt x="3693" y="5"/>
                    </a:cubicBezTo>
                    <a:cubicBezTo>
                      <a:pt x="4062" y="102"/>
                      <a:pt x="4062" y="102"/>
                      <a:pt x="4330" y="412"/>
                    </a:cubicBezTo>
                    <a:cubicBezTo>
                      <a:pt x="4623" y="968"/>
                      <a:pt x="4633" y="1365"/>
                      <a:pt x="4642" y="1993"/>
                    </a:cubicBezTo>
                    <a:cubicBezTo>
                      <a:pt x="4648" y="2222"/>
                      <a:pt x="4653" y="2452"/>
                      <a:pt x="4657" y="2690"/>
                    </a:cubicBezTo>
                    <a:cubicBezTo>
                      <a:pt x="4660" y="2940"/>
                      <a:pt x="4663" y="3190"/>
                      <a:pt x="4665" y="3440"/>
                    </a:cubicBezTo>
                    <a:cubicBezTo>
                      <a:pt x="4670" y="3697"/>
                      <a:pt x="4675" y="3955"/>
                      <a:pt x="4680" y="4210"/>
                    </a:cubicBezTo>
                    <a:cubicBezTo>
                      <a:pt x="4693" y="4885"/>
                      <a:pt x="4703" y="5560"/>
                      <a:pt x="4713" y="6235"/>
                    </a:cubicBezTo>
                    <a:cubicBezTo>
                      <a:pt x="4723" y="6922"/>
                      <a:pt x="4735" y="7613"/>
                      <a:pt x="4748" y="8300"/>
                    </a:cubicBezTo>
                    <a:cubicBezTo>
                      <a:pt x="4773" y="9650"/>
                      <a:pt x="4793" y="11002"/>
                      <a:pt x="4812" y="12352"/>
                    </a:cubicBezTo>
                    <a:cubicBezTo>
                      <a:pt x="5225" y="12435"/>
                      <a:pt x="5638" y="12517"/>
                      <a:pt x="6062" y="12602"/>
                    </a:cubicBezTo>
                    <a:cubicBezTo>
                      <a:pt x="6468" y="11887"/>
                      <a:pt x="6623" y="11387"/>
                      <a:pt x="6610" y="10567"/>
                    </a:cubicBezTo>
                    <a:cubicBezTo>
                      <a:pt x="6610" y="10468"/>
                      <a:pt x="6610" y="10468"/>
                      <a:pt x="6605" y="9957"/>
                    </a:cubicBezTo>
                    <a:cubicBezTo>
                      <a:pt x="6603" y="9743"/>
                      <a:pt x="6598" y="9528"/>
                      <a:pt x="6593" y="9305"/>
                    </a:cubicBezTo>
                    <a:cubicBezTo>
                      <a:pt x="6593" y="9082"/>
                      <a:pt x="6590" y="8860"/>
                      <a:pt x="6588" y="8630"/>
                    </a:cubicBezTo>
                    <a:cubicBezTo>
                      <a:pt x="6580" y="7678"/>
                      <a:pt x="6565" y="6725"/>
                      <a:pt x="6553" y="5770"/>
                    </a:cubicBezTo>
                    <a:cubicBezTo>
                      <a:pt x="6543" y="5075"/>
                      <a:pt x="6538" y="4377"/>
                      <a:pt x="6530" y="3680"/>
                    </a:cubicBezTo>
                    <a:cubicBezTo>
                      <a:pt x="6528" y="3468"/>
                      <a:pt x="6523" y="3252"/>
                      <a:pt x="6517" y="3030"/>
                    </a:cubicBezTo>
                    <a:cubicBezTo>
                      <a:pt x="6510" y="1925"/>
                      <a:pt x="6550" y="1090"/>
                      <a:pt x="7062" y="102"/>
                    </a:cubicBezTo>
                    <a:cubicBezTo>
                      <a:pt x="7635" y="82"/>
                      <a:pt x="8208" y="67"/>
                      <a:pt x="8780" y="55"/>
                    </a:cubicBezTo>
                    <a:cubicBezTo>
                      <a:pt x="8863" y="53"/>
                      <a:pt x="8863" y="53"/>
                      <a:pt x="9275" y="35"/>
                    </a:cubicBezTo>
                    <a:cubicBezTo>
                      <a:pt x="9430" y="32"/>
                      <a:pt x="9588" y="32"/>
                      <a:pt x="9748" y="30"/>
                    </a:cubicBezTo>
                    <a:cubicBezTo>
                      <a:pt x="9893" y="25"/>
                      <a:pt x="10035" y="20"/>
                      <a:pt x="10185" y="17"/>
                    </a:cubicBezTo>
                    <a:cubicBezTo>
                      <a:pt x="10562" y="102"/>
                      <a:pt x="10562" y="102"/>
                      <a:pt x="10833" y="398"/>
                    </a:cubicBezTo>
                    <a:cubicBezTo>
                      <a:pt x="11148" y="1020"/>
                      <a:pt x="11127" y="1515"/>
                      <a:pt x="11130" y="2215"/>
                    </a:cubicBezTo>
                    <a:cubicBezTo>
                      <a:pt x="11133" y="2350"/>
                      <a:pt x="11133" y="2485"/>
                      <a:pt x="11135" y="2625"/>
                    </a:cubicBezTo>
                    <a:cubicBezTo>
                      <a:pt x="11138" y="3075"/>
                      <a:pt x="11138" y="3523"/>
                      <a:pt x="11138" y="3970"/>
                    </a:cubicBezTo>
                    <a:cubicBezTo>
                      <a:pt x="11138" y="4282"/>
                      <a:pt x="11140" y="4593"/>
                      <a:pt x="11140" y="4905"/>
                    </a:cubicBezTo>
                    <a:cubicBezTo>
                      <a:pt x="11143" y="5558"/>
                      <a:pt x="11143" y="6210"/>
                      <a:pt x="11143" y="6862"/>
                    </a:cubicBezTo>
                    <a:cubicBezTo>
                      <a:pt x="11140" y="7700"/>
                      <a:pt x="11145" y="8537"/>
                      <a:pt x="11150" y="9373"/>
                    </a:cubicBezTo>
                    <a:cubicBezTo>
                      <a:pt x="11153" y="10017"/>
                      <a:pt x="11155" y="10660"/>
                      <a:pt x="11153" y="11303"/>
                    </a:cubicBezTo>
                    <a:cubicBezTo>
                      <a:pt x="11153" y="11613"/>
                      <a:pt x="11155" y="11920"/>
                      <a:pt x="11157" y="12230"/>
                    </a:cubicBezTo>
                    <a:cubicBezTo>
                      <a:pt x="11160" y="12660"/>
                      <a:pt x="11157" y="13090"/>
                      <a:pt x="11155" y="13522"/>
                    </a:cubicBezTo>
                    <a:cubicBezTo>
                      <a:pt x="11155" y="13767"/>
                      <a:pt x="11155" y="14012"/>
                      <a:pt x="11155" y="14265"/>
                    </a:cubicBezTo>
                    <a:cubicBezTo>
                      <a:pt x="11062" y="14852"/>
                      <a:pt x="11062" y="14852"/>
                      <a:pt x="10715" y="15180"/>
                    </a:cubicBezTo>
                    <a:cubicBezTo>
                      <a:pt x="10188" y="15405"/>
                      <a:pt x="9760" y="15417"/>
                      <a:pt x="9188" y="15415"/>
                    </a:cubicBezTo>
                    <a:cubicBezTo>
                      <a:pt x="9090" y="15415"/>
                      <a:pt x="9090" y="15415"/>
                      <a:pt x="8603" y="15417"/>
                    </a:cubicBezTo>
                    <a:cubicBezTo>
                      <a:pt x="8023" y="15347"/>
                      <a:pt x="7743" y="15243"/>
                      <a:pt x="7312" y="14852"/>
                    </a:cubicBezTo>
                    <a:cubicBezTo>
                      <a:pt x="7312" y="14688"/>
                      <a:pt x="7312" y="14522"/>
                      <a:pt x="7312" y="14352"/>
                    </a:cubicBezTo>
                    <a:cubicBezTo>
                      <a:pt x="7223" y="14410"/>
                      <a:pt x="7223" y="14410"/>
                      <a:pt x="6765" y="14695"/>
                    </a:cubicBezTo>
                    <a:cubicBezTo>
                      <a:pt x="5365" y="15520"/>
                      <a:pt x="4188" y="15785"/>
                      <a:pt x="2562" y="15602"/>
                    </a:cubicBezTo>
                    <a:cubicBezTo>
                      <a:pt x="1698" y="15363"/>
                      <a:pt x="1100" y="15002"/>
                      <a:pt x="610" y="14243"/>
                    </a:cubicBezTo>
                    <a:cubicBezTo>
                      <a:pt x="165" y="13285"/>
                      <a:pt x="30" y="12475"/>
                      <a:pt x="25" y="11422"/>
                    </a:cubicBezTo>
                    <a:cubicBezTo>
                      <a:pt x="25" y="11190"/>
                      <a:pt x="23" y="10957"/>
                      <a:pt x="20" y="10718"/>
                    </a:cubicBezTo>
                    <a:cubicBezTo>
                      <a:pt x="20" y="10465"/>
                      <a:pt x="20" y="10213"/>
                      <a:pt x="20" y="9960"/>
                    </a:cubicBezTo>
                    <a:cubicBezTo>
                      <a:pt x="20" y="9700"/>
                      <a:pt x="17" y="9440"/>
                      <a:pt x="17" y="9180"/>
                    </a:cubicBezTo>
                    <a:cubicBezTo>
                      <a:pt x="17" y="8635"/>
                      <a:pt x="15" y="8093"/>
                      <a:pt x="15" y="7547"/>
                    </a:cubicBezTo>
                    <a:cubicBezTo>
                      <a:pt x="15" y="6850"/>
                      <a:pt x="13" y="6155"/>
                      <a:pt x="8" y="5457"/>
                    </a:cubicBezTo>
                    <a:cubicBezTo>
                      <a:pt x="5" y="4920"/>
                      <a:pt x="5" y="4385"/>
                      <a:pt x="5" y="3847"/>
                    </a:cubicBezTo>
                    <a:cubicBezTo>
                      <a:pt x="5" y="3590"/>
                      <a:pt x="5" y="3332"/>
                      <a:pt x="2" y="3077"/>
                    </a:cubicBezTo>
                    <a:cubicBezTo>
                      <a:pt x="0" y="2718"/>
                      <a:pt x="0" y="2360"/>
                      <a:pt x="2" y="2000"/>
                    </a:cubicBezTo>
                    <a:cubicBezTo>
                      <a:pt x="2" y="1795"/>
                      <a:pt x="0" y="1593"/>
                      <a:pt x="0" y="1382"/>
                    </a:cubicBezTo>
                    <a:cubicBezTo>
                      <a:pt x="80" y="710"/>
                      <a:pt x="238" y="188"/>
                      <a:pt x="933" y="5"/>
                    </a:cubicBezTo>
                    <a:close/>
                    <a:moveTo>
                      <a:pt x="562" y="852"/>
                    </a:moveTo>
                    <a:cubicBezTo>
                      <a:pt x="532" y="1207"/>
                      <a:pt x="520" y="1565"/>
                      <a:pt x="515" y="1922"/>
                    </a:cubicBezTo>
                    <a:cubicBezTo>
                      <a:pt x="510" y="2153"/>
                      <a:pt x="505" y="2380"/>
                      <a:pt x="502" y="2615"/>
                    </a:cubicBezTo>
                    <a:cubicBezTo>
                      <a:pt x="500" y="2865"/>
                      <a:pt x="498" y="3118"/>
                      <a:pt x="495" y="3368"/>
                    </a:cubicBezTo>
                    <a:cubicBezTo>
                      <a:pt x="493" y="3495"/>
                      <a:pt x="493" y="3620"/>
                      <a:pt x="490" y="3752"/>
                    </a:cubicBezTo>
                    <a:cubicBezTo>
                      <a:pt x="483" y="4422"/>
                      <a:pt x="478" y="5095"/>
                      <a:pt x="475" y="5767"/>
                    </a:cubicBezTo>
                    <a:cubicBezTo>
                      <a:pt x="473" y="6320"/>
                      <a:pt x="465" y="6873"/>
                      <a:pt x="455" y="7425"/>
                    </a:cubicBezTo>
                    <a:cubicBezTo>
                      <a:pt x="443" y="8095"/>
                      <a:pt x="435" y="8765"/>
                      <a:pt x="435" y="9435"/>
                    </a:cubicBezTo>
                    <a:cubicBezTo>
                      <a:pt x="433" y="9810"/>
                      <a:pt x="422" y="10188"/>
                      <a:pt x="415" y="10562"/>
                    </a:cubicBezTo>
                    <a:cubicBezTo>
                      <a:pt x="420" y="12225"/>
                      <a:pt x="740" y="13540"/>
                      <a:pt x="1812" y="14852"/>
                    </a:cubicBezTo>
                    <a:cubicBezTo>
                      <a:pt x="2800" y="15322"/>
                      <a:pt x="4172" y="15250"/>
                      <a:pt x="5220" y="15007"/>
                    </a:cubicBezTo>
                    <a:cubicBezTo>
                      <a:pt x="5800" y="14787"/>
                      <a:pt x="6120" y="14545"/>
                      <a:pt x="6562" y="14102"/>
                    </a:cubicBezTo>
                    <a:cubicBezTo>
                      <a:pt x="7062" y="14025"/>
                      <a:pt x="7062" y="14025"/>
                      <a:pt x="7562" y="14102"/>
                    </a:cubicBezTo>
                    <a:cubicBezTo>
                      <a:pt x="7633" y="14227"/>
                      <a:pt x="7700" y="14350"/>
                      <a:pt x="7773" y="14480"/>
                    </a:cubicBezTo>
                    <a:cubicBezTo>
                      <a:pt x="8062" y="14852"/>
                      <a:pt x="8062" y="14852"/>
                      <a:pt x="8603" y="14925"/>
                    </a:cubicBezTo>
                    <a:cubicBezTo>
                      <a:pt x="8808" y="14917"/>
                      <a:pt x="9010" y="14907"/>
                      <a:pt x="9218" y="14900"/>
                    </a:cubicBezTo>
                    <a:cubicBezTo>
                      <a:pt x="9422" y="14892"/>
                      <a:pt x="9627" y="14885"/>
                      <a:pt x="9838" y="14877"/>
                    </a:cubicBezTo>
                    <a:cubicBezTo>
                      <a:pt x="9915" y="14875"/>
                      <a:pt x="9915" y="14875"/>
                      <a:pt x="10312" y="14852"/>
                    </a:cubicBezTo>
                    <a:cubicBezTo>
                      <a:pt x="10548" y="14062"/>
                      <a:pt x="10588" y="13370"/>
                      <a:pt x="10573" y="12550"/>
                    </a:cubicBezTo>
                    <a:cubicBezTo>
                      <a:pt x="10570" y="12422"/>
                      <a:pt x="10568" y="12295"/>
                      <a:pt x="10565" y="12165"/>
                    </a:cubicBezTo>
                    <a:cubicBezTo>
                      <a:pt x="10560" y="11750"/>
                      <a:pt x="10550" y="11335"/>
                      <a:pt x="10540" y="10920"/>
                    </a:cubicBezTo>
                    <a:cubicBezTo>
                      <a:pt x="10535" y="10630"/>
                      <a:pt x="10530" y="10340"/>
                      <a:pt x="10525" y="10050"/>
                    </a:cubicBezTo>
                    <a:cubicBezTo>
                      <a:pt x="10513" y="9445"/>
                      <a:pt x="10500" y="8840"/>
                      <a:pt x="10488" y="8235"/>
                    </a:cubicBezTo>
                    <a:cubicBezTo>
                      <a:pt x="10472" y="7460"/>
                      <a:pt x="10458" y="6683"/>
                      <a:pt x="10443" y="5905"/>
                    </a:cubicBezTo>
                    <a:cubicBezTo>
                      <a:pt x="10433" y="5310"/>
                      <a:pt x="10420" y="4713"/>
                      <a:pt x="10410" y="4115"/>
                    </a:cubicBezTo>
                    <a:cubicBezTo>
                      <a:pt x="10403" y="3827"/>
                      <a:pt x="10398" y="3542"/>
                      <a:pt x="10393" y="3255"/>
                    </a:cubicBezTo>
                    <a:cubicBezTo>
                      <a:pt x="10385" y="2855"/>
                      <a:pt x="10377" y="2457"/>
                      <a:pt x="10368" y="2058"/>
                    </a:cubicBezTo>
                    <a:cubicBezTo>
                      <a:pt x="10365" y="1945"/>
                      <a:pt x="10365" y="1945"/>
                      <a:pt x="10353" y="1370"/>
                    </a:cubicBezTo>
                    <a:cubicBezTo>
                      <a:pt x="10312" y="852"/>
                      <a:pt x="10312" y="852"/>
                      <a:pt x="10062" y="602"/>
                    </a:cubicBezTo>
                    <a:cubicBezTo>
                      <a:pt x="9640" y="585"/>
                      <a:pt x="9218" y="580"/>
                      <a:pt x="8798" y="588"/>
                    </a:cubicBezTo>
                    <a:cubicBezTo>
                      <a:pt x="8568" y="588"/>
                      <a:pt x="8338" y="590"/>
                      <a:pt x="8100" y="593"/>
                    </a:cubicBezTo>
                    <a:cubicBezTo>
                      <a:pt x="7922" y="595"/>
                      <a:pt x="7745" y="600"/>
                      <a:pt x="7562" y="602"/>
                    </a:cubicBezTo>
                    <a:cubicBezTo>
                      <a:pt x="7275" y="1180"/>
                      <a:pt x="7280" y="1510"/>
                      <a:pt x="7278" y="2153"/>
                    </a:cubicBezTo>
                    <a:cubicBezTo>
                      <a:pt x="7275" y="2370"/>
                      <a:pt x="7273" y="2588"/>
                      <a:pt x="7273" y="2810"/>
                    </a:cubicBezTo>
                    <a:cubicBezTo>
                      <a:pt x="7270" y="3045"/>
                      <a:pt x="7270" y="3280"/>
                      <a:pt x="7267" y="3523"/>
                    </a:cubicBezTo>
                    <a:cubicBezTo>
                      <a:pt x="7265" y="3890"/>
                      <a:pt x="7260" y="4257"/>
                      <a:pt x="7255" y="4627"/>
                    </a:cubicBezTo>
                    <a:cubicBezTo>
                      <a:pt x="7243" y="5535"/>
                      <a:pt x="7235" y="6445"/>
                      <a:pt x="7230" y="7355"/>
                    </a:cubicBezTo>
                    <a:cubicBezTo>
                      <a:pt x="7230" y="7865"/>
                      <a:pt x="7225" y="8375"/>
                      <a:pt x="7218" y="8882"/>
                    </a:cubicBezTo>
                    <a:cubicBezTo>
                      <a:pt x="7210" y="9365"/>
                      <a:pt x="7208" y="9845"/>
                      <a:pt x="7208" y="10325"/>
                    </a:cubicBezTo>
                    <a:cubicBezTo>
                      <a:pt x="7172" y="12132"/>
                      <a:pt x="7172" y="12132"/>
                      <a:pt x="6580" y="12755"/>
                    </a:cubicBezTo>
                    <a:cubicBezTo>
                      <a:pt x="6062" y="13102"/>
                      <a:pt x="6062" y="13102"/>
                      <a:pt x="5638" y="13145"/>
                    </a:cubicBezTo>
                    <a:cubicBezTo>
                      <a:pt x="5278" y="13047"/>
                      <a:pt x="4920" y="12950"/>
                      <a:pt x="4562" y="12852"/>
                    </a:cubicBezTo>
                    <a:cubicBezTo>
                      <a:pt x="4310" y="12220"/>
                      <a:pt x="4275" y="11667"/>
                      <a:pt x="4265" y="10988"/>
                    </a:cubicBezTo>
                    <a:cubicBezTo>
                      <a:pt x="4260" y="10765"/>
                      <a:pt x="4258" y="10540"/>
                      <a:pt x="4252" y="10308"/>
                    </a:cubicBezTo>
                    <a:cubicBezTo>
                      <a:pt x="4250" y="10067"/>
                      <a:pt x="4245" y="9825"/>
                      <a:pt x="4243" y="9577"/>
                    </a:cubicBezTo>
                    <a:cubicBezTo>
                      <a:pt x="4238" y="9325"/>
                      <a:pt x="4233" y="9075"/>
                      <a:pt x="4228" y="8825"/>
                    </a:cubicBezTo>
                    <a:cubicBezTo>
                      <a:pt x="4210" y="7897"/>
                      <a:pt x="4195" y="6968"/>
                      <a:pt x="4180" y="6040"/>
                    </a:cubicBezTo>
                    <a:cubicBezTo>
                      <a:pt x="4168" y="5255"/>
                      <a:pt x="4155" y="4470"/>
                      <a:pt x="4140" y="3683"/>
                    </a:cubicBezTo>
                    <a:cubicBezTo>
                      <a:pt x="4133" y="3315"/>
                      <a:pt x="4127" y="2945"/>
                      <a:pt x="4123" y="2577"/>
                    </a:cubicBezTo>
                    <a:cubicBezTo>
                      <a:pt x="4118" y="2352"/>
                      <a:pt x="4115" y="2130"/>
                      <a:pt x="4110" y="1900"/>
                    </a:cubicBezTo>
                    <a:cubicBezTo>
                      <a:pt x="4108" y="1705"/>
                      <a:pt x="4103" y="1507"/>
                      <a:pt x="4100" y="1305"/>
                    </a:cubicBezTo>
                    <a:cubicBezTo>
                      <a:pt x="4062" y="852"/>
                      <a:pt x="4062" y="852"/>
                      <a:pt x="3812" y="602"/>
                    </a:cubicBezTo>
                    <a:cubicBezTo>
                      <a:pt x="3310" y="577"/>
                      <a:pt x="2815" y="567"/>
                      <a:pt x="2312" y="570"/>
                    </a:cubicBezTo>
                    <a:cubicBezTo>
                      <a:pt x="2243" y="570"/>
                      <a:pt x="2243" y="570"/>
                      <a:pt x="1888" y="567"/>
                    </a:cubicBezTo>
                    <a:cubicBezTo>
                      <a:pt x="845" y="570"/>
                      <a:pt x="845" y="570"/>
                      <a:pt x="562" y="852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09" name="youtube vector"/>
              <p:cNvSpPr/>
              <p:nvPr/>
            </p:nvSpPr>
            <p:spPr>
              <a:xfrm>
                <a:off x="315719" y="2109978"/>
                <a:ext cx="79759" cy="78090"/>
              </a:xfrm>
              <a:custGeom>
                <a:avLst/>
                <a:gdLst/>
                <a:ahLst/>
                <a:cxnLst/>
                <a:rect l="0" t="0" r="r" b="b"/>
                <a:pathLst>
                  <a:path w="8722" h="8540" fill="norm" stroke="0">
                    <a:moveTo>
                      <a:pt x="472" y="0"/>
                    </a:moveTo>
                    <a:cubicBezTo>
                      <a:pt x="1742" y="100"/>
                      <a:pt x="2655" y="550"/>
                      <a:pt x="3752" y="1173"/>
                    </a:cubicBezTo>
                    <a:cubicBezTo>
                      <a:pt x="4082" y="1352"/>
                      <a:pt x="4412" y="1532"/>
                      <a:pt x="4740" y="1715"/>
                    </a:cubicBezTo>
                    <a:cubicBezTo>
                      <a:pt x="4905" y="1805"/>
                      <a:pt x="5067" y="1895"/>
                      <a:pt x="5237" y="1988"/>
                    </a:cubicBezTo>
                    <a:cubicBezTo>
                      <a:pt x="5968" y="2382"/>
                      <a:pt x="6710" y="2755"/>
                      <a:pt x="7457" y="3125"/>
                    </a:cubicBezTo>
                    <a:cubicBezTo>
                      <a:pt x="7585" y="3188"/>
                      <a:pt x="7715" y="3252"/>
                      <a:pt x="7845" y="3317"/>
                    </a:cubicBezTo>
                    <a:cubicBezTo>
                      <a:pt x="8137" y="3463"/>
                      <a:pt x="8430" y="3607"/>
                      <a:pt x="8722" y="3750"/>
                    </a:cubicBezTo>
                    <a:cubicBezTo>
                      <a:pt x="8580" y="4662"/>
                      <a:pt x="8580" y="4662"/>
                      <a:pt x="8105" y="5048"/>
                    </a:cubicBezTo>
                    <a:cubicBezTo>
                      <a:pt x="7950" y="5125"/>
                      <a:pt x="7792" y="5205"/>
                      <a:pt x="7632" y="5287"/>
                    </a:cubicBezTo>
                    <a:cubicBezTo>
                      <a:pt x="7457" y="5377"/>
                      <a:pt x="7282" y="5468"/>
                      <a:pt x="7105" y="5562"/>
                    </a:cubicBezTo>
                    <a:cubicBezTo>
                      <a:pt x="6915" y="5655"/>
                      <a:pt x="6727" y="5748"/>
                      <a:pt x="6535" y="5845"/>
                    </a:cubicBezTo>
                    <a:cubicBezTo>
                      <a:pt x="6345" y="5940"/>
                      <a:pt x="6152" y="6037"/>
                      <a:pt x="5957" y="6137"/>
                    </a:cubicBezTo>
                    <a:cubicBezTo>
                      <a:pt x="5380" y="6428"/>
                      <a:pt x="4802" y="6715"/>
                      <a:pt x="4222" y="7000"/>
                    </a:cubicBezTo>
                    <a:cubicBezTo>
                      <a:pt x="3897" y="7165"/>
                      <a:pt x="3570" y="7333"/>
                      <a:pt x="3245" y="7498"/>
                    </a:cubicBezTo>
                    <a:cubicBezTo>
                      <a:pt x="2955" y="7640"/>
                      <a:pt x="2667" y="7780"/>
                      <a:pt x="2377" y="7923"/>
                    </a:cubicBezTo>
                    <a:cubicBezTo>
                      <a:pt x="2312" y="7955"/>
                      <a:pt x="2312" y="7955"/>
                      <a:pt x="1977" y="8125"/>
                    </a:cubicBezTo>
                    <a:cubicBezTo>
                      <a:pt x="1097" y="8540"/>
                      <a:pt x="1097" y="8540"/>
                      <a:pt x="562" y="8370"/>
                    </a:cubicBezTo>
                    <a:cubicBezTo>
                      <a:pt x="0" y="7757"/>
                      <a:pt x="125" y="7065"/>
                      <a:pt x="140" y="6265"/>
                    </a:cubicBezTo>
                    <a:cubicBezTo>
                      <a:pt x="140" y="6095"/>
                      <a:pt x="142" y="5923"/>
                      <a:pt x="142" y="5748"/>
                    </a:cubicBezTo>
                    <a:cubicBezTo>
                      <a:pt x="142" y="5387"/>
                      <a:pt x="147" y="5025"/>
                      <a:pt x="152" y="4665"/>
                    </a:cubicBezTo>
                    <a:cubicBezTo>
                      <a:pt x="160" y="4110"/>
                      <a:pt x="162" y="3558"/>
                      <a:pt x="165" y="3002"/>
                    </a:cubicBezTo>
                    <a:cubicBezTo>
                      <a:pt x="165" y="2653"/>
                      <a:pt x="170" y="2303"/>
                      <a:pt x="172" y="1952"/>
                    </a:cubicBezTo>
                    <a:cubicBezTo>
                      <a:pt x="172" y="1785"/>
                      <a:pt x="175" y="1620"/>
                      <a:pt x="175" y="1447"/>
                    </a:cubicBezTo>
                    <a:cubicBezTo>
                      <a:pt x="192" y="280"/>
                      <a:pt x="192" y="280"/>
                      <a:pt x="4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0" name="youtube vector"/>
              <p:cNvSpPr/>
              <p:nvPr/>
            </p:nvSpPr>
            <p:spPr>
              <a:xfrm>
                <a:off x="778137" y="2102601"/>
                <a:ext cx="102870" cy="144407"/>
              </a:xfrm>
              <a:custGeom>
                <a:avLst/>
                <a:gdLst/>
                <a:ahLst/>
                <a:cxnLst/>
                <a:rect l="0" t="0" r="r" b="b"/>
                <a:pathLst>
                  <a:path w="11250" h="15792" fill="norm" stroke="0">
                    <a:moveTo>
                      <a:pt x="1030" y="0"/>
                    </a:moveTo>
                    <a:cubicBezTo>
                      <a:pt x="1175" y="2"/>
                      <a:pt x="1317" y="5"/>
                      <a:pt x="1468" y="7"/>
                    </a:cubicBezTo>
                    <a:cubicBezTo>
                      <a:pt x="1623" y="10"/>
                      <a:pt x="1780" y="10"/>
                      <a:pt x="1940" y="12"/>
                    </a:cubicBezTo>
                    <a:cubicBezTo>
                      <a:pt x="2023" y="15"/>
                      <a:pt x="2023" y="15"/>
                      <a:pt x="2433" y="25"/>
                    </a:cubicBezTo>
                    <a:cubicBezTo>
                      <a:pt x="2597" y="28"/>
                      <a:pt x="2763" y="30"/>
                      <a:pt x="2933" y="32"/>
                    </a:cubicBezTo>
                    <a:cubicBezTo>
                      <a:pt x="3340" y="37"/>
                      <a:pt x="3745" y="48"/>
                      <a:pt x="4153" y="58"/>
                    </a:cubicBezTo>
                    <a:cubicBezTo>
                      <a:pt x="4558" y="770"/>
                      <a:pt x="4713" y="1273"/>
                      <a:pt x="4700" y="2093"/>
                    </a:cubicBezTo>
                    <a:cubicBezTo>
                      <a:pt x="4700" y="2292"/>
                      <a:pt x="4698" y="2493"/>
                      <a:pt x="4695" y="2700"/>
                    </a:cubicBezTo>
                    <a:cubicBezTo>
                      <a:pt x="4692" y="2915"/>
                      <a:pt x="4688" y="3130"/>
                      <a:pt x="4683" y="3352"/>
                    </a:cubicBezTo>
                    <a:cubicBezTo>
                      <a:pt x="4683" y="3575"/>
                      <a:pt x="4680" y="3800"/>
                      <a:pt x="4677" y="4030"/>
                    </a:cubicBezTo>
                    <a:cubicBezTo>
                      <a:pt x="4670" y="4982"/>
                      <a:pt x="4655" y="5935"/>
                      <a:pt x="4642" y="6887"/>
                    </a:cubicBezTo>
                    <a:cubicBezTo>
                      <a:pt x="4633" y="7585"/>
                      <a:pt x="4627" y="8280"/>
                      <a:pt x="4620" y="8977"/>
                    </a:cubicBezTo>
                    <a:cubicBezTo>
                      <a:pt x="4618" y="9192"/>
                      <a:pt x="4612" y="9407"/>
                      <a:pt x="4608" y="9627"/>
                    </a:cubicBezTo>
                    <a:cubicBezTo>
                      <a:pt x="4600" y="10733"/>
                      <a:pt x="4640" y="11567"/>
                      <a:pt x="5153" y="12558"/>
                    </a:cubicBezTo>
                    <a:cubicBezTo>
                      <a:pt x="5565" y="12558"/>
                      <a:pt x="5978" y="12558"/>
                      <a:pt x="6403" y="12558"/>
                    </a:cubicBezTo>
                    <a:cubicBezTo>
                      <a:pt x="6405" y="12407"/>
                      <a:pt x="6407" y="12257"/>
                      <a:pt x="6410" y="12105"/>
                    </a:cubicBezTo>
                    <a:cubicBezTo>
                      <a:pt x="6435" y="10700"/>
                      <a:pt x="6460" y="9295"/>
                      <a:pt x="6487" y="7890"/>
                    </a:cubicBezTo>
                    <a:cubicBezTo>
                      <a:pt x="6500" y="7167"/>
                      <a:pt x="6515" y="6445"/>
                      <a:pt x="6528" y="5722"/>
                    </a:cubicBezTo>
                    <a:cubicBezTo>
                      <a:pt x="6537" y="5025"/>
                      <a:pt x="6552" y="4327"/>
                      <a:pt x="6565" y="3630"/>
                    </a:cubicBezTo>
                    <a:cubicBezTo>
                      <a:pt x="6570" y="3365"/>
                      <a:pt x="6575" y="3097"/>
                      <a:pt x="6580" y="2833"/>
                    </a:cubicBezTo>
                    <a:cubicBezTo>
                      <a:pt x="6585" y="2460"/>
                      <a:pt x="6593" y="2088"/>
                      <a:pt x="6600" y="1715"/>
                    </a:cubicBezTo>
                    <a:cubicBezTo>
                      <a:pt x="6605" y="1502"/>
                      <a:pt x="6608" y="1290"/>
                      <a:pt x="6612" y="1072"/>
                    </a:cubicBezTo>
                    <a:cubicBezTo>
                      <a:pt x="6653" y="558"/>
                      <a:pt x="6653" y="558"/>
                      <a:pt x="6903" y="58"/>
                    </a:cubicBezTo>
                    <a:cubicBezTo>
                      <a:pt x="8140" y="58"/>
                      <a:pt x="9377" y="58"/>
                      <a:pt x="10653" y="58"/>
                    </a:cubicBezTo>
                    <a:cubicBezTo>
                      <a:pt x="11135" y="1025"/>
                      <a:pt x="11215" y="1365"/>
                      <a:pt x="11220" y="2398"/>
                    </a:cubicBezTo>
                    <a:cubicBezTo>
                      <a:pt x="11222" y="2528"/>
                      <a:pt x="11222" y="2660"/>
                      <a:pt x="11225" y="2792"/>
                    </a:cubicBezTo>
                    <a:cubicBezTo>
                      <a:pt x="11228" y="3222"/>
                      <a:pt x="11228" y="3653"/>
                      <a:pt x="11228" y="4080"/>
                    </a:cubicBezTo>
                    <a:cubicBezTo>
                      <a:pt x="11228" y="4380"/>
                      <a:pt x="11230" y="4680"/>
                      <a:pt x="11230" y="4980"/>
                    </a:cubicBezTo>
                    <a:cubicBezTo>
                      <a:pt x="11233" y="5605"/>
                      <a:pt x="11233" y="6232"/>
                      <a:pt x="11230" y="6860"/>
                    </a:cubicBezTo>
                    <a:cubicBezTo>
                      <a:pt x="11230" y="7662"/>
                      <a:pt x="11233" y="8465"/>
                      <a:pt x="11240" y="9267"/>
                    </a:cubicBezTo>
                    <a:cubicBezTo>
                      <a:pt x="11243" y="9885"/>
                      <a:pt x="11243" y="10502"/>
                      <a:pt x="11243" y="11120"/>
                    </a:cubicBezTo>
                    <a:cubicBezTo>
                      <a:pt x="11243" y="11415"/>
                      <a:pt x="11245" y="11713"/>
                      <a:pt x="11248" y="12007"/>
                    </a:cubicBezTo>
                    <a:cubicBezTo>
                      <a:pt x="11250" y="12423"/>
                      <a:pt x="11248" y="12835"/>
                      <a:pt x="11245" y="13248"/>
                    </a:cubicBezTo>
                    <a:cubicBezTo>
                      <a:pt x="11245" y="13483"/>
                      <a:pt x="11245" y="13718"/>
                      <a:pt x="11245" y="13960"/>
                    </a:cubicBezTo>
                    <a:cubicBezTo>
                      <a:pt x="11135" y="14665"/>
                      <a:pt x="10968" y="14887"/>
                      <a:pt x="10403" y="15308"/>
                    </a:cubicBezTo>
                    <a:cubicBezTo>
                      <a:pt x="9862" y="15407"/>
                      <a:pt x="9862" y="15407"/>
                      <a:pt x="9278" y="15400"/>
                    </a:cubicBezTo>
                    <a:cubicBezTo>
                      <a:pt x="9180" y="15403"/>
                      <a:pt x="9180" y="15403"/>
                      <a:pt x="8690" y="15407"/>
                    </a:cubicBezTo>
                    <a:cubicBezTo>
                      <a:pt x="8035" y="15285"/>
                      <a:pt x="7840" y="15042"/>
                      <a:pt x="7403" y="14558"/>
                    </a:cubicBezTo>
                    <a:cubicBezTo>
                      <a:pt x="6877" y="14595"/>
                      <a:pt x="6483" y="14767"/>
                      <a:pt x="6010" y="14993"/>
                    </a:cubicBezTo>
                    <a:cubicBezTo>
                      <a:pt x="4605" y="15650"/>
                      <a:pt x="3478" y="15792"/>
                      <a:pt x="1980" y="15322"/>
                    </a:cubicBezTo>
                    <a:cubicBezTo>
                      <a:pt x="1020" y="14840"/>
                      <a:pt x="755" y="14180"/>
                      <a:pt x="353" y="13215"/>
                    </a:cubicBezTo>
                    <a:cubicBezTo>
                      <a:pt x="0" y="12062"/>
                      <a:pt x="17" y="10923"/>
                      <a:pt x="37" y="9730"/>
                    </a:cubicBezTo>
                    <a:cubicBezTo>
                      <a:pt x="37" y="9465"/>
                      <a:pt x="37" y="9200"/>
                      <a:pt x="37" y="8935"/>
                    </a:cubicBezTo>
                    <a:cubicBezTo>
                      <a:pt x="37" y="8387"/>
                      <a:pt x="43" y="7838"/>
                      <a:pt x="50" y="7287"/>
                    </a:cubicBezTo>
                    <a:cubicBezTo>
                      <a:pt x="58" y="6583"/>
                      <a:pt x="60" y="5880"/>
                      <a:pt x="60" y="5175"/>
                    </a:cubicBezTo>
                    <a:cubicBezTo>
                      <a:pt x="60" y="4630"/>
                      <a:pt x="62" y="4088"/>
                      <a:pt x="65" y="3542"/>
                    </a:cubicBezTo>
                    <a:cubicBezTo>
                      <a:pt x="67" y="3282"/>
                      <a:pt x="67" y="3023"/>
                      <a:pt x="67" y="2762"/>
                    </a:cubicBezTo>
                    <a:cubicBezTo>
                      <a:pt x="70" y="2403"/>
                      <a:pt x="75" y="2040"/>
                      <a:pt x="80" y="1680"/>
                    </a:cubicBezTo>
                    <a:cubicBezTo>
                      <a:pt x="80" y="1475"/>
                      <a:pt x="82" y="1270"/>
                      <a:pt x="85" y="1058"/>
                    </a:cubicBezTo>
                    <a:cubicBezTo>
                      <a:pt x="170" y="428"/>
                      <a:pt x="370" y="100"/>
                      <a:pt x="1030" y="0"/>
                    </a:cubicBezTo>
                    <a:close/>
                    <a:moveTo>
                      <a:pt x="903" y="808"/>
                    </a:moveTo>
                    <a:cubicBezTo>
                      <a:pt x="860" y="1175"/>
                      <a:pt x="860" y="1175"/>
                      <a:pt x="847" y="1655"/>
                    </a:cubicBezTo>
                    <a:cubicBezTo>
                      <a:pt x="840" y="1835"/>
                      <a:pt x="835" y="2015"/>
                      <a:pt x="830" y="2200"/>
                    </a:cubicBezTo>
                    <a:cubicBezTo>
                      <a:pt x="825" y="2398"/>
                      <a:pt x="820" y="2593"/>
                      <a:pt x="815" y="2795"/>
                    </a:cubicBezTo>
                    <a:cubicBezTo>
                      <a:pt x="808" y="2998"/>
                      <a:pt x="802" y="3200"/>
                      <a:pt x="797" y="3410"/>
                    </a:cubicBezTo>
                    <a:cubicBezTo>
                      <a:pt x="785" y="3843"/>
                      <a:pt x="773" y="4275"/>
                      <a:pt x="763" y="4705"/>
                    </a:cubicBezTo>
                    <a:cubicBezTo>
                      <a:pt x="745" y="5355"/>
                      <a:pt x="728" y="6005"/>
                      <a:pt x="707" y="6657"/>
                    </a:cubicBezTo>
                    <a:cubicBezTo>
                      <a:pt x="655" y="8490"/>
                      <a:pt x="610" y="10327"/>
                      <a:pt x="707" y="12162"/>
                    </a:cubicBezTo>
                    <a:cubicBezTo>
                      <a:pt x="720" y="12405"/>
                      <a:pt x="733" y="12648"/>
                      <a:pt x="748" y="12898"/>
                    </a:cubicBezTo>
                    <a:cubicBezTo>
                      <a:pt x="938" y="13708"/>
                      <a:pt x="1275" y="14257"/>
                      <a:pt x="1903" y="14808"/>
                    </a:cubicBezTo>
                    <a:cubicBezTo>
                      <a:pt x="3108" y="15303"/>
                      <a:pt x="4433" y="15205"/>
                      <a:pt x="5620" y="14713"/>
                    </a:cubicBezTo>
                    <a:cubicBezTo>
                      <a:pt x="6183" y="14455"/>
                      <a:pt x="6450" y="14257"/>
                      <a:pt x="6903" y="13808"/>
                    </a:cubicBezTo>
                    <a:cubicBezTo>
                      <a:pt x="7433" y="13650"/>
                      <a:pt x="7433" y="13650"/>
                      <a:pt x="7903" y="13558"/>
                    </a:cubicBezTo>
                    <a:cubicBezTo>
                      <a:pt x="7985" y="13970"/>
                      <a:pt x="8067" y="14382"/>
                      <a:pt x="8153" y="14808"/>
                    </a:cubicBezTo>
                    <a:cubicBezTo>
                      <a:pt x="8798" y="15090"/>
                      <a:pt x="9160" y="15035"/>
                      <a:pt x="9825" y="14822"/>
                    </a:cubicBezTo>
                    <a:cubicBezTo>
                      <a:pt x="9980" y="14773"/>
                      <a:pt x="10135" y="14725"/>
                      <a:pt x="10295" y="14675"/>
                    </a:cubicBezTo>
                    <a:cubicBezTo>
                      <a:pt x="10355" y="14655"/>
                      <a:pt x="10355" y="14655"/>
                      <a:pt x="10653" y="14558"/>
                    </a:cubicBezTo>
                    <a:cubicBezTo>
                      <a:pt x="10662" y="12843"/>
                      <a:pt x="10672" y="11127"/>
                      <a:pt x="10678" y="9412"/>
                    </a:cubicBezTo>
                    <a:cubicBezTo>
                      <a:pt x="10680" y="8618"/>
                      <a:pt x="10685" y="7820"/>
                      <a:pt x="10690" y="7025"/>
                    </a:cubicBezTo>
                    <a:cubicBezTo>
                      <a:pt x="10695" y="6255"/>
                      <a:pt x="10698" y="5488"/>
                      <a:pt x="10700" y="4720"/>
                    </a:cubicBezTo>
                    <a:cubicBezTo>
                      <a:pt x="10700" y="4425"/>
                      <a:pt x="10702" y="4132"/>
                      <a:pt x="10705" y="3840"/>
                    </a:cubicBezTo>
                    <a:cubicBezTo>
                      <a:pt x="10707" y="3430"/>
                      <a:pt x="10710" y="3020"/>
                      <a:pt x="10707" y="2607"/>
                    </a:cubicBezTo>
                    <a:cubicBezTo>
                      <a:pt x="10710" y="2493"/>
                      <a:pt x="10710" y="2493"/>
                      <a:pt x="10713" y="1900"/>
                    </a:cubicBezTo>
                    <a:cubicBezTo>
                      <a:pt x="10650" y="1285"/>
                      <a:pt x="10578" y="1000"/>
                      <a:pt x="10153" y="558"/>
                    </a:cubicBezTo>
                    <a:cubicBezTo>
                      <a:pt x="9510" y="475"/>
                      <a:pt x="9510" y="475"/>
                      <a:pt x="8763" y="495"/>
                    </a:cubicBezTo>
                    <a:cubicBezTo>
                      <a:pt x="8698" y="495"/>
                      <a:pt x="8698" y="495"/>
                      <a:pt x="8377" y="498"/>
                    </a:cubicBezTo>
                    <a:cubicBezTo>
                      <a:pt x="7440" y="518"/>
                      <a:pt x="7440" y="518"/>
                      <a:pt x="7153" y="808"/>
                    </a:cubicBezTo>
                    <a:cubicBezTo>
                      <a:pt x="7125" y="1155"/>
                      <a:pt x="7112" y="1505"/>
                      <a:pt x="7108" y="1855"/>
                    </a:cubicBezTo>
                    <a:cubicBezTo>
                      <a:pt x="7105" y="2080"/>
                      <a:pt x="7103" y="2303"/>
                      <a:pt x="7097" y="2530"/>
                    </a:cubicBezTo>
                    <a:cubicBezTo>
                      <a:pt x="7095" y="2773"/>
                      <a:pt x="7093" y="3015"/>
                      <a:pt x="7090" y="3265"/>
                    </a:cubicBezTo>
                    <a:cubicBezTo>
                      <a:pt x="7088" y="3515"/>
                      <a:pt x="7082" y="3765"/>
                      <a:pt x="7078" y="4015"/>
                    </a:cubicBezTo>
                    <a:cubicBezTo>
                      <a:pt x="7060" y="5080"/>
                      <a:pt x="7045" y="6143"/>
                      <a:pt x="7032" y="7208"/>
                    </a:cubicBezTo>
                    <a:cubicBezTo>
                      <a:pt x="7025" y="7858"/>
                      <a:pt x="7015" y="8507"/>
                      <a:pt x="7002" y="9157"/>
                    </a:cubicBezTo>
                    <a:cubicBezTo>
                      <a:pt x="6998" y="9528"/>
                      <a:pt x="6993" y="9895"/>
                      <a:pt x="6990" y="10262"/>
                    </a:cubicBezTo>
                    <a:cubicBezTo>
                      <a:pt x="6985" y="10488"/>
                      <a:pt x="6983" y="10713"/>
                      <a:pt x="6978" y="10942"/>
                    </a:cubicBezTo>
                    <a:cubicBezTo>
                      <a:pt x="6975" y="11140"/>
                      <a:pt x="6972" y="11338"/>
                      <a:pt x="6970" y="11540"/>
                    </a:cubicBezTo>
                    <a:cubicBezTo>
                      <a:pt x="6895" y="12108"/>
                      <a:pt x="6778" y="12380"/>
                      <a:pt x="6403" y="12808"/>
                    </a:cubicBezTo>
                    <a:cubicBezTo>
                      <a:pt x="5808" y="13040"/>
                      <a:pt x="5808" y="13040"/>
                      <a:pt x="5153" y="13058"/>
                    </a:cubicBezTo>
                    <a:cubicBezTo>
                      <a:pt x="4635" y="12727"/>
                      <a:pt x="4440" y="12577"/>
                      <a:pt x="4153" y="12058"/>
                    </a:cubicBezTo>
                    <a:cubicBezTo>
                      <a:pt x="3998" y="11208"/>
                      <a:pt x="4008" y="10368"/>
                      <a:pt x="4008" y="9507"/>
                    </a:cubicBezTo>
                    <a:cubicBezTo>
                      <a:pt x="4005" y="9257"/>
                      <a:pt x="4002" y="9007"/>
                      <a:pt x="3998" y="8757"/>
                    </a:cubicBezTo>
                    <a:cubicBezTo>
                      <a:pt x="3987" y="8100"/>
                      <a:pt x="3985" y="7445"/>
                      <a:pt x="3983" y="6787"/>
                    </a:cubicBezTo>
                    <a:cubicBezTo>
                      <a:pt x="3978" y="5860"/>
                      <a:pt x="3965" y="4933"/>
                      <a:pt x="3955" y="4005"/>
                    </a:cubicBezTo>
                    <a:cubicBezTo>
                      <a:pt x="3950" y="3512"/>
                      <a:pt x="3945" y="3018"/>
                      <a:pt x="3942" y="2525"/>
                    </a:cubicBezTo>
                    <a:cubicBezTo>
                      <a:pt x="3940" y="2303"/>
                      <a:pt x="3940" y="2080"/>
                      <a:pt x="3938" y="1852"/>
                    </a:cubicBezTo>
                    <a:cubicBezTo>
                      <a:pt x="3938" y="1655"/>
                      <a:pt x="3935" y="1460"/>
                      <a:pt x="3935" y="1257"/>
                    </a:cubicBezTo>
                    <a:cubicBezTo>
                      <a:pt x="3903" y="808"/>
                      <a:pt x="3903" y="808"/>
                      <a:pt x="3653" y="558"/>
                    </a:cubicBezTo>
                    <a:cubicBezTo>
                      <a:pt x="3235" y="532"/>
                      <a:pt x="2817" y="525"/>
                      <a:pt x="2403" y="525"/>
                    </a:cubicBezTo>
                    <a:cubicBezTo>
                      <a:pt x="2175" y="525"/>
                      <a:pt x="1948" y="525"/>
                      <a:pt x="1715" y="523"/>
                    </a:cubicBezTo>
                    <a:cubicBezTo>
                      <a:pt x="1153" y="558"/>
                      <a:pt x="1153" y="558"/>
                      <a:pt x="903" y="808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11" name="youtube vector"/>
              <p:cNvSpPr/>
              <p:nvPr/>
            </p:nvSpPr>
            <p:spPr>
              <a:xfrm>
                <a:off x="561356" y="2051862"/>
                <a:ext cx="115946" cy="191270"/>
              </a:xfrm>
              <a:custGeom>
                <a:avLst/>
                <a:gdLst/>
                <a:ahLst/>
                <a:cxnLst/>
                <a:rect l="0" t="0" r="r" b="b"/>
                <a:pathLst>
                  <a:path w="12680" h="20917" fill="norm" stroke="0">
                    <a:moveTo>
                      <a:pt x="2062" y="28"/>
                    </a:moveTo>
                    <a:cubicBezTo>
                      <a:pt x="2275" y="18"/>
                      <a:pt x="2487" y="10"/>
                      <a:pt x="2708" y="0"/>
                    </a:cubicBezTo>
                    <a:cubicBezTo>
                      <a:pt x="3565" y="140"/>
                      <a:pt x="4072" y="417"/>
                      <a:pt x="4610" y="1105"/>
                    </a:cubicBezTo>
                    <a:cubicBezTo>
                      <a:pt x="4845" y="1697"/>
                      <a:pt x="4940" y="2287"/>
                      <a:pt x="5032" y="2917"/>
                    </a:cubicBezTo>
                    <a:cubicBezTo>
                      <a:pt x="5088" y="3255"/>
                      <a:pt x="5145" y="3593"/>
                      <a:pt x="5205" y="3930"/>
                    </a:cubicBezTo>
                    <a:cubicBezTo>
                      <a:pt x="5218" y="4010"/>
                      <a:pt x="5218" y="4010"/>
                      <a:pt x="5282" y="4415"/>
                    </a:cubicBezTo>
                    <a:cubicBezTo>
                      <a:pt x="5375" y="4950"/>
                      <a:pt x="5500" y="5472"/>
                      <a:pt x="5640" y="5998"/>
                    </a:cubicBezTo>
                    <a:cubicBezTo>
                      <a:pt x="5845" y="6778"/>
                      <a:pt x="5990" y="7555"/>
                      <a:pt x="6110" y="8355"/>
                    </a:cubicBezTo>
                    <a:cubicBezTo>
                      <a:pt x="6558" y="7760"/>
                      <a:pt x="6737" y="7233"/>
                      <a:pt x="6905" y="6510"/>
                    </a:cubicBezTo>
                    <a:cubicBezTo>
                      <a:pt x="6930" y="6403"/>
                      <a:pt x="6930" y="6403"/>
                      <a:pt x="7060" y="5860"/>
                    </a:cubicBezTo>
                    <a:cubicBezTo>
                      <a:pt x="7088" y="5748"/>
                      <a:pt x="7088" y="5748"/>
                      <a:pt x="7218" y="5183"/>
                    </a:cubicBezTo>
                    <a:cubicBezTo>
                      <a:pt x="8218" y="917"/>
                      <a:pt x="8218" y="917"/>
                      <a:pt x="9075" y="233"/>
                    </a:cubicBezTo>
                    <a:cubicBezTo>
                      <a:pt x="9700" y="85"/>
                      <a:pt x="10250" y="48"/>
                      <a:pt x="10890" y="58"/>
                    </a:cubicBezTo>
                    <a:cubicBezTo>
                      <a:pt x="11108" y="60"/>
                      <a:pt x="11325" y="62"/>
                      <a:pt x="11550" y="62"/>
                    </a:cubicBezTo>
                    <a:cubicBezTo>
                      <a:pt x="12110" y="105"/>
                      <a:pt x="12110" y="105"/>
                      <a:pt x="12610" y="355"/>
                    </a:cubicBezTo>
                    <a:cubicBezTo>
                      <a:pt x="12680" y="1290"/>
                      <a:pt x="12595" y="1988"/>
                      <a:pt x="12285" y="2873"/>
                    </a:cubicBezTo>
                    <a:cubicBezTo>
                      <a:pt x="12218" y="3070"/>
                      <a:pt x="12150" y="3268"/>
                      <a:pt x="12080" y="3472"/>
                    </a:cubicBezTo>
                    <a:cubicBezTo>
                      <a:pt x="12007" y="3680"/>
                      <a:pt x="11935" y="3890"/>
                      <a:pt x="11860" y="4105"/>
                    </a:cubicBezTo>
                    <a:cubicBezTo>
                      <a:pt x="11715" y="4535"/>
                      <a:pt x="11572" y="4965"/>
                      <a:pt x="11430" y="5395"/>
                    </a:cubicBezTo>
                    <a:cubicBezTo>
                      <a:pt x="11282" y="5840"/>
                      <a:pt x="11282" y="5840"/>
                      <a:pt x="10540" y="8067"/>
                    </a:cubicBezTo>
                    <a:cubicBezTo>
                      <a:pt x="10502" y="8175"/>
                      <a:pt x="10502" y="8175"/>
                      <a:pt x="10322" y="8722"/>
                    </a:cubicBezTo>
                    <a:cubicBezTo>
                      <a:pt x="10185" y="9132"/>
                      <a:pt x="10045" y="9542"/>
                      <a:pt x="9905" y="9950"/>
                    </a:cubicBezTo>
                    <a:cubicBezTo>
                      <a:pt x="9718" y="10500"/>
                      <a:pt x="9537" y="11053"/>
                      <a:pt x="9360" y="11605"/>
                    </a:cubicBezTo>
                    <a:cubicBezTo>
                      <a:pt x="9310" y="11757"/>
                      <a:pt x="9260" y="11910"/>
                      <a:pt x="9207" y="12067"/>
                    </a:cubicBezTo>
                    <a:cubicBezTo>
                      <a:pt x="8725" y="13713"/>
                      <a:pt x="8745" y="15405"/>
                      <a:pt x="8702" y="17105"/>
                    </a:cubicBezTo>
                    <a:cubicBezTo>
                      <a:pt x="8692" y="17423"/>
                      <a:pt x="8685" y="17738"/>
                      <a:pt x="8675" y="18055"/>
                    </a:cubicBezTo>
                    <a:cubicBezTo>
                      <a:pt x="8650" y="18820"/>
                      <a:pt x="8630" y="19588"/>
                      <a:pt x="8610" y="20355"/>
                    </a:cubicBezTo>
                    <a:cubicBezTo>
                      <a:pt x="7755" y="20815"/>
                      <a:pt x="7180" y="20917"/>
                      <a:pt x="6203" y="20903"/>
                    </a:cubicBezTo>
                    <a:cubicBezTo>
                      <a:pt x="5963" y="20900"/>
                      <a:pt x="5722" y="20900"/>
                      <a:pt x="5475" y="20898"/>
                    </a:cubicBezTo>
                    <a:cubicBezTo>
                      <a:pt x="4860" y="20855"/>
                      <a:pt x="4860" y="20855"/>
                      <a:pt x="4360" y="20605"/>
                    </a:cubicBezTo>
                    <a:cubicBezTo>
                      <a:pt x="4358" y="20445"/>
                      <a:pt x="4358" y="20287"/>
                      <a:pt x="4358" y="20123"/>
                    </a:cubicBezTo>
                    <a:cubicBezTo>
                      <a:pt x="4320" y="16860"/>
                      <a:pt x="4130" y="13930"/>
                      <a:pt x="3023" y="10825"/>
                    </a:cubicBezTo>
                    <a:cubicBezTo>
                      <a:pt x="2760" y="10072"/>
                      <a:pt x="2540" y="9308"/>
                      <a:pt x="2312" y="8542"/>
                    </a:cubicBezTo>
                    <a:cubicBezTo>
                      <a:pt x="2100" y="7833"/>
                      <a:pt x="1873" y="7138"/>
                      <a:pt x="1595" y="6450"/>
                    </a:cubicBezTo>
                    <a:cubicBezTo>
                      <a:pt x="1390" y="5935"/>
                      <a:pt x="1245" y="5458"/>
                      <a:pt x="1125" y="4917"/>
                    </a:cubicBezTo>
                    <a:cubicBezTo>
                      <a:pt x="945" y="4150"/>
                      <a:pt x="710" y="3425"/>
                      <a:pt x="438" y="2683"/>
                    </a:cubicBezTo>
                    <a:cubicBezTo>
                      <a:pt x="130" y="1787"/>
                      <a:pt x="0" y="1240"/>
                      <a:pt x="360" y="355"/>
                    </a:cubicBezTo>
                    <a:cubicBezTo>
                      <a:pt x="962" y="53"/>
                      <a:pt x="1388" y="48"/>
                      <a:pt x="2062" y="28"/>
                    </a:cubicBezTo>
                    <a:close/>
                    <a:moveTo>
                      <a:pt x="610" y="1105"/>
                    </a:moveTo>
                    <a:cubicBezTo>
                      <a:pt x="688" y="2185"/>
                      <a:pt x="1028" y="3100"/>
                      <a:pt x="1420" y="4102"/>
                    </a:cubicBezTo>
                    <a:cubicBezTo>
                      <a:pt x="1645" y="4700"/>
                      <a:pt x="1818" y="5303"/>
                      <a:pt x="1977" y="5920"/>
                    </a:cubicBezTo>
                    <a:cubicBezTo>
                      <a:pt x="2110" y="6355"/>
                      <a:pt x="2110" y="6355"/>
                      <a:pt x="2335" y="6900"/>
                    </a:cubicBezTo>
                    <a:cubicBezTo>
                      <a:pt x="2782" y="7998"/>
                      <a:pt x="3070" y="9155"/>
                      <a:pt x="3395" y="10295"/>
                    </a:cubicBezTo>
                    <a:cubicBezTo>
                      <a:pt x="3612" y="11050"/>
                      <a:pt x="3828" y="11780"/>
                      <a:pt x="4132" y="12505"/>
                    </a:cubicBezTo>
                    <a:cubicBezTo>
                      <a:pt x="4748" y="14135"/>
                      <a:pt x="4632" y="15857"/>
                      <a:pt x="4610" y="17575"/>
                    </a:cubicBezTo>
                    <a:cubicBezTo>
                      <a:pt x="4602" y="18048"/>
                      <a:pt x="4597" y="18520"/>
                      <a:pt x="4593" y="18995"/>
                    </a:cubicBezTo>
                    <a:cubicBezTo>
                      <a:pt x="4590" y="19203"/>
                      <a:pt x="4588" y="19410"/>
                      <a:pt x="4585" y="19623"/>
                    </a:cubicBezTo>
                    <a:cubicBezTo>
                      <a:pt x="4610" y="20105"/>
                      <a:pt x="4610" y="20105"/>
                      <a:pt x="4860" y="20355"/>
                    </a:cubicBezTo>
                    <a:cubicBezTo>
                      <a:pt x="5317" y="20395"/>
                      <a:pt x="5760" y="20412"/>
                      <a:pt x="6218" y="20417"/>
                    </a:cubicBezTo>
                    <a:cubicBezTo>
                      <a:pt x="6465" y="20425"/>
                      <a:pt x="6713" y="20430"/>
                      <a:pt x="6968" y="20438"/>
                    </a:cubicBezTo>
                    <a:cubicBezTo>
                      <a:pt x="7610" y="20355"/>
                      <a:pt x="7610" y="20355"/>
                      <a:pt x="7898" y="20048"/>
                    </a:cubicBezTo>
                    <a:cubicBezTo>
                      <a:pt x="8170" y="19477"/>
                      <a:pt x="8150" y="19075"/>
                      <a:pt x="8123" y="18442"/>
                    </a:cubicBezTo>
                    <a:cubicBezTo>
                      <a:pt x="8120" y="18330"/>
                      <a:pt x="8120" y="18330"/>
                      <a:pt x="8102" y="17750"/>
                    </a:cubicBezTo>
                    <a:cubicBezTo>
                      <a:pt x="8095" y="17505"/>
                      <a:pt x="8088" y="17263"/>
                      <a:pt x="8078" y="17013"/>
                    </a:cubicBezTo>
                    <a:cubicBezTo>
                      <a:pt x="8035" y="14935"/>
                      <a:pt x="8190" y="13150"/>
                      <a:pt x="8968" y="11215"/>
                    </a:cubicBezTo>
                    <a:cubicBezTo>
                      <a:pt x="9207" y="10602"/>
                      <a:pt x="9405" y="9980"/>
                      <a:pt x="9610" y="9355"/>
                    </a:cubicBezTo>
                    <a:cubicBezTo>
                      <a:pt x="9692" y="9110"/>
                      <a:pt x="9775" y="8865"/>
                      <a:pt x="9858" y="8618"/>
                    </a:cubicBezTo>
                    <a:cubicBezTo>
                      <a:pt x="10452" y="6830"/>
                      <a:pt x="11000" y="5028"/>
                      <a:pt x="11500" y="3210"/>
                    </a:cubicBezTo>
                    <a:cubicBezTo>
                      <a:pt x="11610" y="2855"/>
                      <a:pt x="11610" y="2855"/>
                      <a:pt x="11907" y="2183"/>
                    </a:cubicBezTo>
                    <a:cubicBezTo>
                      <a:pt x="12140" y="1520"/>
                      <a:pt x="12055" y="1263"/>
                      <a:pt x="11860" y="605"/>
                    </a:cubicBezTo>
                    <a:cubicBezTo>
                      <a:pt x="11452" y="600"/>
                      <a:pt x="11048" y="595"/>
                      <a:pt x="10640" y="590"/>
                    </a:cubicBezTo>
                    <a:cubicBezTo>
                      <a:pt x="10415" y="588"/>
                      <a:pt x="10188" y="585"/>
                      <a:pt x="9955" y="580"/>
                    </a:cubicBezTo>
                    <a:cubicBezTo>
                      <a:pt x="9360" y="605"/>
                      <a:pt x="9360" y="605"/>
                      <a:pt x="8860" y="855"/>
                    </a:cubicBezTo>
                    <a:cubicBezTo>
                      <a:pt x="8683" y="1388"/>
                      <a:pt x="8683" y="1388"/>
                      <a:pt x="8515" y="2105"/>
                    </a:cubicBezTo>
                    <a:cubicBezTo>
                      <a:pt x="8485" y="2235"/>
                      <a:pt x="8452" y="2365"/>
                      <a:pt x="8422" y="2500"/>
                    </a:cubicBezTo>
                    <a:cubicBezTo>
                      <a:pt x="8273" y="3127"/>
                      <a:pt x="8130" y="3760"/>
                      <a:pt x="7990" y="4390"/>
                    </a:cubicBezTo>
                    <a:cubicBezTo>
                      <a:pt x="7905" y="4765"/>
                      <a:pt x="7822" y="5138"/>
                      <a:pt x="7737" y="5513"/>
                    </a:cubicBezTo>
                    <a:cubicBezTo>
                      <a:pt x="7653" y="5880"/>
                      <a:pt x="7572" y="6248"/>
                      <a:pt x="7493" y="6615"/>
                    </a:cubicBezTo>
                    <a:cubicBezTo>
                      <a:pt x="7245" y="7710"/>
                      <a:pt x="6903" y="8620"/>
                      <a:pt x="6360" y="9605"/>
                    </a:cubicBezTo>
                    <a:cubicBezTo>
                      <a:pt x="6195" y="9605"/>
                      <a:pt x="6030" y="9605"/>
                      <a:pt x="5860" y="9605"/>
                    </a:cubicBezTo>
                    <a:cubicBezTo>
                      <a:pt x="5570" y="9028"/>
                      <a:pt x="5558" y="8625"/>
                      <a:pt x="5515" y="7980"/>
                    </a:cubicBezTo>
                    <a:cubicBezTo>
                      <a:pt x="5412" y="6835"/>
                      <a:pt x="5155" y="5825"/>
                      <a:pt x="4797" y="4738"/>
                    </a:cubicBezTo>
                    <a:cubicBezTo>
                      <a:pt x="4602" y="4080"/>
                      <a:pt x="4485" y="3438"/>
                      <a:pt x="4375" y="2763"/>
                    </a:cubicBezTo>
                    <a:cubicBezTo>
                      <a:pt x="4120" y="1468"/>
                      <a:pt x="4120" y="1468"/>
                      <a:pt x="3703" y="950"/>
                    </a:cubicBezTo>
                    <a:cubicBezTo>
                      <a:pt x="2683" y="358"/>
                      <a:pt x="1472" y="243"/>
                      <a:pt x="610" y="1105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12" name="youtube vector"/>
              <p:cNvSpPr/>
              <p:nvPr/>
            </p:nvSpPr>
            <p:spPr>
              <a:xfrm>
                <a:off x="864334" y="2051607"/>
                <a:ext cx="110620" cy="191635"/>
              </a:xfrm>
              <a:custGeom>
                <a:avLst/>
                <a:gdLst/>
                <a:ahLst/>
                <a:cxnLst/>
                <a:rect l="0" t="0" r="r" b="b"/>
                <a:pathLst>
                  <a:path w="12098" h="20958" fill="norm" stroke="0">
                    <a:moveTo>
                      <a:pt x="1963" y="32"/>
                    </a:moveTo>
                    <a:cubicBezTo>
                      <a:pt x="2160" y="30"/>
                      <a:pt x="2358" y="25"/>
                      <a:pt x="2560" y="23"/>
                    </a:cubicBezTo>
                    <a:cubicBezTo>
                      <a:pt x="2770" y="23"/>
                      <a:pt x="2983" y="25"/>
                      <a:pt x="3200" y="25"/>
                    </a:cubicBezTo>
                    <a:cubicBezTo>
                      <a:pt x="3420" y="25"/>
                      <a:pt x="3638" y="23"/>
                      <a:pt x="3863" y="20"/>
                    </a:cubicBezTo>
                    <a:cubicBezTo>
                      <a:pt x="4325" y="20"/>
                      <a:pt x="4788" y="20"/>
                      <a:pt x="5250" y="23"/>
                    </a:cubicBezTo>
                    <a:cubicBezTo>
                      <a:pt x="5955" y="25"/>
                      <a:pt x="6663" y="18"/>
                      <a:pt x="7370" y="10"/>
                    </a:cubicBezTo>
                    <a:cubicBezTo>
                      <a:pt x="7818" y="7"/>
                      <a:pt x="8268" y="7"/>
                      <a:pt x="8718" y="10"/>
                    </a:cubicBezTo>
                    <a:cubicBezTo>
                      <a:pt x="8823" y="7"/>
                      <a:pt x="8823" y="7"/>
                      <a:pt x="9358" y="0"/>
                    </a:cubicBezTo>
                    <a:cubicBezTo>
                      <a:pt x="10990" y="20"/>
                      <a:pt x="10990" y="20"/>
                      <a:pt x="11610" y="613"/>
                    </a:cubicBezTo>
                    <a:cubicBezTo>
                      <a:pt x="12000" y="1170"/>
                      <a:pt x="12098" y="1365"/>
                      <a:pt x="11990" y="2025"/>
                    </a:cubicBezTo>
                    <a:cubicBezTo>
                      <a:pt x="11840" y="2718"/>
                      <a:pt x="11743" y="2868"/>
                      <a:pt x="11195" y="3368"/>
                    </a:cubicBezTo>
                    <a:cubicBezTo>
                      <a:pt x="10502" y="3702"/>
                      <a:pt x="9843" y="3685"/>
                      <a:pt x="9088" y="3635"/>
                    </a:cubicBezTo>
                    <a:cubicBezTo>
                      <a:pt x="8968" y="3635"/>
                      <a:pt x="8850" y="3635"/>
                      <a:pt x="8725" y="3632"/>
                    </a:cubicBezTo>
                    <a:cubicBezTo>
                      <a:pt x="8278" y="4083"/>
                      <a:pt x="8438" y="4812"/>
                      <a:pt x="8435" y="5417"/>
                    </a:cubicBezTo>
                    <a:cubicBezTo>
                      <a:pt x="8435" y="5580"/>
                      <a:pt x="8433" y="5740"/>
                      <a:pt x="8433" y="5905"/>
                    </a:cubicBezTo>
                    <a:cubicBezTo>
                      <a:pt x="8430" y="6252"/>
                      <a:pt x="8428" y="6602"/>
                      <a:pt x="8425" y="6950"/>
                    </a:cubicBezTo>
                    <a:cubicBezTo>
                      <a:pt x="8422" y="7502"/>
                      <a:pt x="8418" y="8053"/>
                      <a:pt x="8413" y="8605"/>
                    </a:cubicBezTo>
                    <a:cubicBezTo>
                      <a:pt x="8398" y="10172"/>
                      <a:pt x="8383" y="11743"/>
                      <a:pt x="8375" y="13310"/>
                    </a:cubicBezTo>
                    <a:cubicBezTo>
                      <a:pt x="8370" y="14268"/>
                      <a:pt x="8360" y="15227"/>
                      <a:pt x="8350" y="16185"/>
                    </a:cubicBezTo>
                    <a:cubicBezTo>
                      <a:pt x="8345" y="16550"/>
                      <a:pt x="8345" y="16917"/>
                      <a:pt x="8343" y="17282"/>
                    </a:cubicBezTo>
                    <a:cubicBezTo>
                      <a:pt x="8343" y="17795"/>
                      <a:pt x="8335" y="18305"/>
                      <a:pt x="8330" y="18815"/>
                    </a:cubicBezTo>
                    <a:cubicBezTo>
                      <a:pt x="8330" y="18968"/>
                      <a:pt x="8330" y="19120"/>
                      <a:pt x="8333" y="19278"/>
                    </a:cubicBezTo>
                    <a:cubicBezTo>
                      <a:pt x="8312" y="20297"/>
                      <a:pt x="8312" y="20297"/>
                      <a:pt x="7885" y="20727"/>
                    </a:cubicBezTo>
                    <a:cubicBezTo>
                      <a:pt x="7282" y="20958"/>
                      <a:pt x="6743" y="20950"/>
                      <a:pt x="6100" y="20945"/>
                    </a:cubicBezTo>
                    <a:cubicBezTo>
                      <a:pt x="5980" y="20947"/>
                      <a:pt x="5980" y="20947"/>
                      <a:pt x="5373" y="20950"/>
                    </a:cubicBezTo>
                    <a:cubicBezTo>
                      <a:pt x="4438" y="20855"/>
                      <a:pt x="4438" y="20855"/>
                      <a:pt x="3975" y="20382"/>
                    </a:cubicBezTo>
                    <a:cubicBezTo>
                      <a:pt x="3903" y="19830"/>
                      <a:pt x="3880" y="19345"/>
                      <a:pt x="3890" y="18790"/>
                    </a:cubicBezTo>
                    <a:cubicBezTo>
                      <a:pt x="3890" y="18625"/>
                      <a:pt x="3890" y="18463"/>
                      <a:pt x="3890" y="18295"/>
                    </a:cubicBezTo>
                    <a:cubicBezTo>
                      <a:pt x="3890" y="17752"/>
                      <a:pt x="3895" y="17213"/>
                      <a:pt x="3903" y="16670"/>
                    </a:cubicBezTo>
                    <a:cubicBezTo>
                      <a:pt x="3903" y="16295"/>
                      <a:pt x="3905" y="15920"/>
                      <a:pt x="3905" y="15545"/>
                    </a:cubicBezTo>
                    <a:cubicBezTo>
                      <a:pt x="3907" y="14560"/>
                      <a:pt x="3915" y="13572"/>
                      <a:pt x="3925" y="12585"/>
                    </a:cubicBezTo>
                    <a:cubicBezTo>
                      <a:pt x="3933" y="11577"/>
                      <a:pt x="3935" y="10570"/>
                      <a:pt x="3938" y="9562"/>
                    </a:cubicBezTo>
                    <a:cubicBezTo>
                      <a:pt x="3948" y="7588"/>
                      <a:pt x="3960" y="5610"/>
                      <a:pt x="3975" y="3632"/>
                    </a:cubicBezTo>
                    <a:cubicBezTo>
                      <a:pt x="3785" y="3637"/>
                      <a:pt x="3595" y="3643"/>
                      <a:pt x="3398" y="3648"/>
                    </a:cubicBezTo>
                    <a:cubicBezTo>
                      <a:pt x="3145" y="3650"/>
                      <a:pt x="2895" y="3655"/>
                      <a:pt x="2643" y="3657"/>
                    </a:cubicBezTo>
                    <a:cubicBezTo>
                      <a:pt x="2395" y="3662"/>
                      <a:pt x="2148" y="3667"/>
                      <a:pt x="1893" y="3672"/>
                    </a:cubicBezTo>
                    <a:cubicBezTo>
                      <a:pt x="990" y="3620"/>
                      <a:pt x="990" y="3620"/>
                      <a:pt x="553" y="3243"/>
                    </a:cubicBezTo>
                    <a:cubicBezTo>
                      <a:pt x="130" y="2460"/>
                      <a:pt x="0" y="1757"/>
                      <a:pt x="225" y="882"/>
                    </a:cubicBezTo>
                    <a:cubicBezTo>
                      <a:pt x="770" y="213"/>
                      <a:pt x="1103" y="40"/>
                      <a:pt x="1963" y="32"/>
                    </a:cubicBezTo>
                    <a:close/>
                    <a:moveTo>
                      <a:pt x="975" y="632"/>
                    </a:moveTo>
                    <a:cubicBezTo>
                      <a:pt x="713" y="1090"/>
                      <a:pt x="713" y="1090"/>
                      <a:pt x="475" y="1632"/>
                    </a:cubicBezTo>
                    <a:cubicBezTo>
                      <a:pt x="695" y="2320"/>
                      <a:pt x="695" y="2320"/>
                      <a:pt x="975" y="2882"/>
                    </a:cubicBezTo>
                    <a:cubicBezTo>
                      <a:pt x="1073" y="2882"/>
                      <a:pt x="1073" y="2882"/>
                      <a:pt x="1560" y="2875"/>
                    </a:cubicBezTo>
                    <a:cubicBezTo>
                      <a:pt x="1812" y="2873"/>
                      <a:pt x="2065" y="2870"/>
                      <a:pt x="2320" y="2868"/>
                    </a:cubicBezTo>
                    <a:cubicBezTo>
                      <a:pt x="2445" y="2865"/>
                      <a:pt x="2573" y="2863"/>
                      <a:pt x="2705" y="2863"/>
                    </a:cubicBezTo>
                    <a:cubicBezTo>
                      <a:pt x="3300" y="2857"/>
                      <a:pt x="3683" y="2863"/>
                      <a:pt x="4225" y="3132"/>
                    </a:cubicBezTo>
                    <a:cubicBezTo>
                      <a:pt x="4228" y="3345"/>
                      <a:pt x="4230" y="3558"/>
                      <a:pt x="4233" y="3778"/>
                    </a:cubicBezTo>
                    <a:cubicBezTo>
                      <a:pt x="4258" y="5775"/>
                      <a:pt x="4282" y="7773"/>
                      <a:pt x="4310" y="9770"/>
                    </a:cubicBezTo>
                    <a:cubicBezTo>
                      <a:pt x="4325" y="10797"/>
                      <a:pt x="4338" y="11825"/>
                      <a:pt x="4350" y="12852"/>
                    </a:cubicBezTo>
                    <a:cubicBezTo>
                      <a:pt x="4363" y="13843"/>
                      <a:pt x="4375" y="14833"/>
                      <a:pt x="4388" y="15822"/>
                    </a:cubicBezTo>
                    <a:cubicBezTo>
                      <a:pt x="4393" y="16203"/>
                      <a:pt x="4398" y="16580"/>
                      <a:pt x="4403" y="16958"/>
                    </a:cubicBezTo>
                    <a:cubicBezTo>
                      <a:pt x="4407" y="17487"/>
                      <a:pt x="4415" y="18015"/>
                      <a:pt x="4425" y="18545"/>
                    </a:cubicBezTo>
                    <a:cubicBezTo>
                      <a:pt x="4425" y="18703"/>
                      <a:pt x="4428" y="18860"/>
                      <a:pt x="4428" y="19023"/>
                    </a:cubicBezTo>
                    <a:cubicBezTo>
                      <a:pt x="4448" y="20105"/>
                      <a:pt x="4448" y="20105"/>
                      <a:pt x="4725" y="20382"/>
                    </a:cubicBezTo>
                    <a:cubicBezTo>
                      <a:pt x="5193" y="20403"/>
                      <a:pt x="5650" y="20408"/>
                      <a:pt x="6115" y="20400"/>
                    </a:cubicBezTo>
                    <a:cubicBezTo>
                      <a:pt x="6180" y="20398"/>
                      <a:pt x="6180" y="20398"/>
                      <a:pt x="6510" y="20395"/>
                    </a:cubicBezTo>
                    <a:cubicBezTo>
                      <a:pt x="6833" y="20393"/>
                      <a:pt x="7153" y="20387"/>
                      <a:pt x="7475" y="20382"/>
                    </a:cubicBezTo>
                    <a:cubicBezTo>
                      <a:pt x="7693" y="19447"/>
                      <a:pt x="7758" y="18560"/>
                      <a:pt x="7750" y="17602"/>
                    </a:cubicBezTo>
                    <a:cubicBezTo>
                      <a:pt x="7750" y="17530"/>
                      <a:pt x="7750" y="17530"/>
                      <a:pt x="7748" y="17155"/>
                    </a:cubicBezTo>
                    <a:cubicBezTo>
                      <a:pt x="7748" y="16838"/>
                      <a:pt x="7745" y="16518"/>
                      <a:pt x="7745" y="16200"/>
                    </a:cubicBezTo>
                    <a:cubicBezTo>
                      <a:pt x="7740" y="15695"/>
                      <a:pt x="7740" y="15192"/>
                      <a:pt x="7738" y="14688"/>
                    </a:cubicBezTo>
                    <a:cubicBezTo>
                      <a:pt x="7735" y="13618"/>
                      <a:pt x="7730" y="12547"/>
                      <a:pt x="7725" y="11477"/>
                    </a:cubicBezTo>
                    <a:cubicBezTo>
                      <a:pt x="7720" y="10235"/>
                      <a:pt x="7715" y="8993"/>
                      <a:pt x="7713" y="7752"/>
                    </a:cubicBezTo>
                    <a:cubicBezTo>
                      <a:pt x="7710" y="7255"/>
                      <a:pt x="7708" y="6757"/>
                      <a:pt x="7703" y="6262"/>
                    </a:cubicBezTo>
                    <a:cubicBezTo>
                      <a:pt x="7703" y="5958"/>
                      <a:pt x="7703" y="5653"/>
                      <a:pt x="7700" y="5347"/>
                    </a:cubicBezTo>
                    <a:cubicBezTo>
                      <a:pt x="7700" y="5210"/>
                      <a:pt x="7698" y="5072"/>
                      <a:pt x="7698" y="4930"/>
                    </a:cubicBezTo>
                    <a:cubicBezTo>
                      <a:pt x="7698" y="3672"/>
                      <a:pt x="7698" y="3672"/>
                      <a:pt x="7975" y="3132"/>
                    </a:cubicBezTo>
                    <a:cubicBezTo>
                      <a:pt x="8702" y="2770"/>
                      <a:pt x="9378" y="2903"/>
                      <a:pt x="10178" y="2947"/>
                    </a:cubicBezTo>
                    <a:cubicBezTo>
                      <a:pt x="10725" y="2882"/>
                      <a:pt x="10725" y="2882"/>
                      <a:pt x="11178" y="2547"/>
                    </a:cubicBezTo>
                    <a:cubicBezTo>
                      <a:pt x="11475" y="2132"/>
                      <a:pt x="11475" y="2132"/>
                      <a:pt x="11398" y="1463"/>
                    </a:cubicBezTo>
                    <a:cubicBezTo>
                      <a:pt x="11370" y="1365"/>
                      <a:pt x="11370" y="1365"/>
                      <a:pt x="11225" y="882"/>
                    </a:cubicBezTo>
                    <a:cubicBezTo>
                      <a:pt x="10108" y="605"/>
                      <a:pt x="9032" y="602"/>
                      <a:pt x="7885" y="610"/>
                    </a:cubicBezTo>
                    <a:cubicBezTo>
                      <a:pt x="7785" y="610"/>
                      <a:pt x="7785" y="610"/>
                      <a:pt x="7285" y="610"/>
                    </a:cubicBezTo>
                    <a:cubicBezTo>
                      <a:pt x="6655" y="613"/>
                      <a:pt x="6025" y="615"/>
                      <a:pt x="5398" y="618"/>
                    </a:cubicBezTo>
                    <a:cubicBezTo>
                      <a:pt x="4970" y="620"/>
                      <a:pt x="4543" y="620"/>
                      <a:pt x="4113" y="623"/>
                    </a:cubicBezTo>
                    <a:cubicBezTo>
                      <a:pt x="3068" y="625"/>
                      <a:pt x="2023" y="627"/>
                      <a:pt x="975" y="632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13" name="youtube vector"/>
              <p:cNvSpPr/>
              <p:nvPr/>
            </p:nvSpPr>
            <p:spPr>
              <a:xfrm>
                <a:off x="1073477" y="2045044"/>
                <a:ext cx="102207" cy="200711"/>
              </a:xfrm>
              <a:custGeom>
                <a:avLst/>
                <a:gdLst/>
                <a:ahLst/>
                <a:cxnLst/>
                <a:rect l="0" t="0" r="r" b="b"/>
                <a:pathLst>
                  <a:path w="11178" h="21950" fill="norm" stroke="0">
                    <a:moveTo>
                      <a:pt x="2088" y="7"/>
                    </a:moveTo>
                    <a:cubicBezTo>
                      <a:pt x="2195" y="7"/>
                      <a:pt x="2195" y="7"/>
                      <a:pt x="2735" y="2"/>
                    </a:cubicBezTo>
                    <a:cubicBezTo>
                      <a:pt x="3495" y="125"/>
                      <a:pt x="3803" y="315"/>
                      <a:pt x="4353" y="852"/>
                    </a:cubicBezTo>
                    <a:cubicBezTo>
                      <a:pt x="4468" y="1487"/>
                      <a:pt x="4468" y="1487"/>
                      <a:pt x="4450" y="2237"/>
                    </a:cubicBezTo>
                    <a:cubicBezTo>
                      <a:pt x="4450" y="2370"/>
                      <a:pt x="4448" y="2500"/>
                      <a:pt x="4448" y="2637"/>
                    </a:cubicBezTo>
                    <a:cubicBezTo>
                      <a:pt x="4440" y="3058"/>
                      <a:pt x="4428" y="3477"/>
                      <a:pt x="4415" y="3897"/>
                    </a:cubicBezTo>
                    <a:cubicBezTo>
                      <a:pt x="4410" y="4185"/>
                      <a:pt x="4405" y="4470"/>
                      <a:pt x="4403" y="4755"/>
                    </a:cubicBezTo>
                    <a:cubicBezTo>
                      <a:pt x="4390" y="5455"/>
                      <a:pt x="4373" y="6153"/>
                      <a:pt x="4353" y="6852"/>
                    </a:cubicBezTo>
                    <a:cubicBezTo>
                      <a:pt x="4553" y="6772"/>
                      <a:pt x="4750" y="6692"/>
                      <a:pt x="4955" y="6610"/>
                    </a:cubicBezTo>
                    <a:cubicBezTo>
                      <a:pt x="6275" y="6082"/>
                      <a:pt x="7420" y="5877"/>
                      <a:pt x="8853" y="6102"/>
                    </a:cubicBezTo>
                    <a:cubicBezTo>
                      <a:pt x="9610" y="6475"/>
                      <a:pt x="10140" y="6895"/>
                      <a:pt x="10603" y="7602"/>
                    </a:cubicBezTo>
                    <a:cubicBezTo>
                      <a:pt x="11048" y="8927"/>
                      <a:pt x="11178" y="10205"/>
                      <a:pt x="11170" y="11595"/>
                    </a:cubicBezTo>
                    <a:cubicBezTo>
                      <a:pt x="11170" y="11685"/>
                      <a:pt x="11170" y="11685"/>
                      <a:pt x="11170" y="12145"/>
                    </a:cubicBezTo>
                    <a:cubicBezTo>
                      <a:pt x="11173" y="12525"/>
                      <a:pt x="11170" y="12907"/>
                      <a:pt x="11167" y="13287"/>
                    </a:cubicBezTo>
                    <a:cubicBezTo>
                      <a:pt x="11165" y="13868"/>
                      <a:pt x="11167" y="14445"/>
                      <a:pt x="11173" y="15022"/>
                    </a:cubicBezTo>
                    <a:cubicBezTo>
                      <a:pt x="11170" y="15395"/>
                      <a:pt x="11170" y="15767"/>
                      <a:pt x="11170" y="16142"/>
                    </a:cubicBezTo>
                    <a:cubicBezTo>
                      <a:pt x="11170" y="16312"/>
                      <a:pt x="11173" y="16482"/>
                      <a:pt x="11173" y="16658"/>
                    </a:cubicBezTo>
                    <a:cubicBezTo>
                      <a:pt x="11157" y="18340"/>
                      <a:pt x="10860" y="19782"/>
                      <a:pt x="9708" y="21045"/>
                    </a:cubicBezTo>
                    <a:cubicBezTo>
                      <a:pt x="8805" y="21825"/>
                      <a:pt x="7700" y="21950"/>
                      <a:pt x="6538" y="21917"/>
                    </a:cubicBezTo>
                    <a:cubicBezTo>
                      <a:pt x="5532" y="21765"/>
                      <a:pt x="4665" y="21188"/>
                      <a:pt x="3853" y="20602"/>
                    </a:cubicBezTo>
                    <a:cubicBezTo>
                      <a:pt x="3688" y="20930"/>
                      <a:pt x="3523" y="21262"/>
                      <a:pt x="3353" y="21602"/>
                    </a:cubicBezTo>
                    <a:cubicBezTo>
                      <a:pt x="2953" y="21615"/>
                      <a:pt x="2550" y="21625"/>
                      <a:pt x="2150" y="21632"/>
                    </a:cubicBezTo>
                    <a:cubicBezTo>
                      <a:pt x="1928" y="21637"/>
                      <a:pt x="1703" y="21645"/>
                      <a:pt x="1473" y="21650"/>
                    </a:cubicBezTo>
                    <a:cubicBezTo>
                      <a:pt x="815" y="21597"/>
                      <a:pt x="590" y="21525"/>
                      <a:pt x="103" y="21102"/>
                    </a:cubicBezTo>
                    <a:cubicBezTo>
                      <a:pt x="8" y="20725"/>
                      <a:pt x="8" y="20725"/>
                      <a:pt x="8" y="20278"/>
                    </a:cubicBezTo>
                    <a:cubicBezTo>
                      <a:pt x="5" y="20107"/>
                      <a:pt x="3" y="19938"/>
                      <a:pt x="3" y="19762"/>
                    </a:cubicBezTo>
                    <a:cubicBezTo>
                      <a:pt x="3" y="19575"/>
                      <a:pt x="5" y="19390"/>
                      <a:pt x="5" y="19197"/>
                    </a:cubicBezTo>
                    <a:cubicBezTo>
                      <a:pt x="5" y="19000"/>
                      <a:pt x="3" y="18805"/>
                      <a:pt x="3" y="18602"/>
                    </a:cubicBezTo>
                    <a:cubicBezTo>
                      <a:pt x="0" y="17952"/>
                      <a:pt x="0" y="17300"/>
                      <a:pt x="3" y="16650"/>
                    </a:cubicBezTo>
                    <a:cubicBezTo>
                      <a:pt x="3" y="16197"/>
                      <a:pt x="3" y="15745"/>
                      <a:pt x="3" y="15295"/>
                    </a:cubicBezTo>
                    <a:cubicBezTo>
                      <a:pt x="0" y="14347"/>
                      <a:pt x="3" y="13400"/>
                      <a:pt x="5" y="12452"/>
                    </a:cubicBezTo>
                    <a:cubicBezTo>
                      <a:pt x="10" y="11237"/>
                      <a:pt x="8" y="10022"/>
                      <a:pt x="3" y="8808"/>
                    </a:cubicBezTo>
                    <a:cubicBezTo>
                      <a:pt x="0" y="7875"/>
                      <a:pt x="0" y="6942"/>
                      <a:pt x="3" y="6010"/>
                    </a:cubicBezTo>
                    <a:cubicBezTo>
                      <a:pt x="3" y="5562"/>
                      <a:pt x="3" y="5112"/>
                      <a:pt x="0" y="4665"/>
                    </a:cubicBezTo>
                    <a:cubicBezTo>
                      <a:pt x="0" y="4040"/>
                      <a:pt x="3" y="3412"/>
                      <a:pt x="5" y="2787"/>
                    </a:cubicBezTo>
                    <a:cubicBezTo>
                      <a:pt x="5" y="2602"/>
                      <a:pt x="3" y="2415"/>
                      <a:pt x="3" y="2225"/>
                    </a:cubicBezTo>
                    <a:cubicBezTo>
                      <a:pt x="18" y="972"/>
                      <a:pt x="18" y="972"/>
                      <a:pt x="448" y="362"/>
                    </a:cubicBezTo>
                    <a:cubicBezTo>
                      <a:pt x="1010" y="0"/>
                      <a:pt x="1422" y="2"/>
                      <a:pt x="2088" y="7"/>
                    </a:cubicBezTo>
                    <a:close/>
                    <a:moveTo>
                      <a:pt x="603" y="852"/>
                    </a:moveTo>
                    <a:cubicBezTo>
                      <a:pt x="573" y="1192"/>
                      <a:pt x="573" y="1192"/>
                      <a:pt x="573" y="1640"/>
                    </a:cubicBezTo>
                    <a:cubicBezTo>
                      <a:pt x="570" y="1808"/>
                      <a:pt x="570" y="1975"/>
                      <a:pt x="570" y="2150"/>
                    </a:cubicBezTo>
                    <a:cubicBezTo>
                      <a:pt x="570" y="2335"/>
                      <a:pt x="570" y="2520"/>
                      <a:pt x="570" y="2713"/>
                    </a:cubicBezTo>
                    <a:cubicBezTo>
                      <a:pt x="570" y="2907"/>
                      <a:pt x="570" y="3100"/>
                      <a:pt x="570" y="3302"/>
                    </a:cubicBezTo>
                    <a:cubicBezTo>
                      <a:pt x="568" y="3947"/>
                      <a:pt x="570" y="4595"/>
                      <a:pt x="570" y="5243"/>
                    </a:cubicBezTo>
                    <a:cubicBezTo>
                      <a:pt x="570" y="5690"/>
                      <a:pt x="570" y="6137"/>
                      <a:pt x="570" y="6585"/>
                    </a:cubicBezTo>
                    <a:cubicBezTo>
                      <a:pt x="570" y="7522"/>
                      <a:pt x="570" y="8463"/>
                      <a:pt x="570" y="9403"/>
                    </a:cubicBezTo>
                    <a:cubicBezTo>
                      <a:pt x="573" y="10607"/>
                      <a:pt x="570" y="11815"/>
                      <a:pt x="570" y="13020"/>
                    </a:cubicBezTo>
                    <a:cubicBezTo>
                      <a:pt x="568" y="13945"/>
                      <a:pt x="570" y="14870"/>
                      <a:pt x="570" y="15792"/>
                    </a:cubicBezTo>
                    <a:cubicBezTo>
                      <a:pt x="570" y="16237"/>
                      <a:pt x="570" y="16683"/>
                      <a:pt x="570" y="17127"/>
                    </a:cubicBezTo>
                    <a:cubicBezTo>
                      <a:pt x="568" y="17750"/>
                      <a:pt x="570" y="18370"/>
                      <a:pt x="570" y="18990"/>
                    </a:cubicBezTo>
                    <a:cubicBezTo>
                      <a:pt x="570" y="19178"/>
                      <a:pt x="570" y="19362"/>
                      <a:pt x="570" y="19553"/>
                    </a:cubicBezTo>
                    <a:cubicBezTo>
                      <a:pt x="570" y="19722"/>
                      <a:pt x="570" y="19890"/>
                      <a:pt x="573" y="20062"/>
                    </a:cubicBezTo>
                    <a:cubicBezTo>
                      <a:pt x="573" y="20210"/>
                      <a:pt x="573" y="20357"/>
                      <a:pt x="573" y="20510"/>
                    </a:cubicBezTo>
                    <a:cubicBezTo>
                      <a:pt x="603" y="20852"/>
                      <a:pt x="603" y="20852"/>
                      <a:pt x="853" y="21102"/>
                    </a:cubicBezTo>
                    <a:cubicBezTo>
                      <a:pt x="1407" y="21153"/>
                      <a:pt x="1407" y="21153"/>
                      <a:pt x="2088" y="21162"/>
                    </a:cubicBezTo>
                    <a:cubicBezTo>
                      <a:pt x="2312" y="21170"/>
                      <a:pt x="2535" y="21178"/>
                      <a:pt x="2765" y="21183"/>
                    </a:cubicBezTo>
                    <a:cubicBezTo>
                      <a:pt x="3353" y="21102"/>
                      <a:pt x="3353" y="21102"/>
                      <a:pt x="3683" y="20722"/>
                    </a:cubicBezTo>
                    <a:cubicBezTo>
                      <a:pt x="3738" y="20600"/>
                      <a:pt x="3795" y="20477"/>
                      <a:pt x="3853" y="20352"/>
                    </a:cubicBezTo>
                    <a:cubicBezTo>
                      <a:pt x="4570" y="20495"/>
                      <a:pt x="4818" y="20567"/>
                      <a:pt x="5353" y="21102"/>
                    </a:cubicBezTo>
                    <a:cubicBezTo>
                      <a:pt x="6483" y="21520"/>
                      <a:pt x="7680" y="21537"/>
                      <a:pt x="8775" y="21055"/>
                    </a:cubicBezTo>
                    <a:cubicBezTo>
                      <a:pt x="9760" y="20282"/>
                      <a:pt x="10365" y="19597"/>
                      <a:pt x="10603" y="18352"/>
                    </a:cubicBezTo>
                    <a:cubicBezTo>
                      <a:pt x="10643" y="17700"/>
                      <a:pt x="10645" y="17053"/>
                      <a:pt x="10645" y="16400"/>
                    </a:cubicBezTo>
                    <a:cubicBezTo>
                      <a:pt x="10645" y="16212"/>
                      <a:pt x="10648" y="16025"/>
                      <a:pt x="10648" y="15830"/>
                    </a:cubicBezTo>
                    <a:cubicBezTo>
                      <a:pt x="10650" y="15430"/>
                      <a:pt x="10650" y="15032"/>
                      <a:pt x="10650" y="14632"/>
                    </a:cubicBezTo>
                    <a:cubicBezTo>
                      <a:pt x="10650" y="14028"/>
                      <a:pt x="10655" y="13422"/>
                      <a:pt x="10660" y="12817"/>
                    </a:cubicBezTo>
                    <a:cubicBezTo>
                      <a:pt x="10660" y="12427"/>
                      <a:pt x="10660" y="12040"/>
                      <a:pt x="10660" y="11650"/>
                    </a:cubicBezTo>
                    <a:cubicBezTo>
                      <a:pt x="10662" y="11472"/>
                      <a:pt x="10665" y="11292"/>
                      <a:pt x="10665" y="11107"/>
                    </a:cubicBezTo>
                    <a:cubicBezTo>
                      <a:pt x="10660" y="9662"/>
                      <a:pt x="10490" y="8310"/>
                      <a:pt x="9618" y="7118"/>
                    </a:cubicBezTo>
                    <a:cubicBezTo>
                      <a:pt x="8793" y="6375"/>
                      <a:pt x="7825" y="6447"/>
                      <a:pt x="6768" y="6493"/>
                    </a:cubicBezTo>
                    <a:cubicBezTo>
                      <a:pt x="5988" y="6620"/>
                      <a:pt x="5523" y="6843"/>
                      <a:pt x="4933" y="7357"/>
                    </a:cubicBezTo>
                    <a:cubicBezTo>
                      <a:pt x="4513" y="7670"/>
                      <a:pt x="4108" y="7735"/>
                      <a:pt x="3603" y="7852"/>
                    </a:cubicBezTo>
                    <a:cubicBezTo>
                      <a:pt x="3605" y="7640"/>
                      <a:pt x="3605" y="7430"/>
                      <a:pt x="3608" y="7213"/>
                    </a:cubicBezTo>
                    <a:cubicBezTo>
                      <a:pt x="3613" y="6433"/>
                      <a:pt x="3615" y="5653"/>
                      <a:pt x="3618" y="4875"/>
                    </a:cubicBezTo>
                    <a:cubicBezTo>
                      <a:pt x="3618" y="4537"/>
                      <a:pt x="3620" y="4197"/>
                      <a:pt x="3623" y="3860"/>
                    </a:cubicBezTo>
                    <a:cubicBezTo>
                      <a:pt x="3625" y="3375"/>
                      <a:pt x="3628" y="2892"/>
                      <a:pt x="3628" y="2407"/>
                    </a:cubicBezTo>
                    <a:cubicBezTo>
                      <a:pt x="3630" y="2255"/>
                      <a:pt x="3630" y="2102"/>
                      <a:pt x="3633" y="1947"/>
                    </a:cubicBezTo>
                    <a:cubicBezTo>
                      <a:pt x="3633" y="1582"/>
                      <a:pt x="3618" y="1215"/>
                      <a:pt x="3603" y="852"/>
                    </a:cubicBezTo>
                    <a:cubicBezTo>
                      <a:pt x="3353" y="602"/>
                      <a:pt x="3353" y="602"/>
                      <a:pt x="2790" y="567"/>
                    </a:cubicBezTo>
                    <a:cubicBezTo>
                      <a:pt x="2678" y="567"/>
                      <a:pt x="2678" y="567"/>
                      <a:pt x="2103" y="570"/>
                    </a:cubicBezTo>
                    <a:cubicBezTo>
                      <a:pt x="1875" y="570"/>
                      <a:pt x="1650" y="567"/>
                      <a:pt x="1415" y="567"/>
                    </a:cubicBezTo>
                    <a:cubicBezTo>
                      <a:pt x="853" y="602"/>
                      <a:pt x="853" y="602"/>
                      <a:pt x="603" y="852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14" name="youtube vector"/>
              <p:cNvSpPr/>
              <p:nvPr/>
            </p:nvSpPr>
            <p:spPr>
              <a:xfrm>
                <a:off x="1186154" y="2098594"/>
                <a:ext cx="100493" cy="148796"/>
              </a:xfrm>
              <a:custGeom>
                <a:avLst/>
                <a:gdLst/>
                <a:ahLst/>
                <a:cxnLst/>
                <a:rect l="0" t="0" r="r" b="b"/>
                <a:pathLst>
                  <a:path w="10990" h="16273" fill="norm" stroke="0">
                    <a:moveTo>
                      <a:pt x="5765" y="183"/>
                    </a:moveTo>
                    <a:cubicBezTo>
                      <a:pt x="5940" y="178"/>
                      <a:pt x="6118" y="173"/>
                      <a:pt x="6297" y="168"/>
                    </a:cubicBezTo>
                    <a:cubicBezTo>
                      <a:pt x="7457" y="157"/>
                      <a:pt x="8097" y="303"/>
                      <a:pt x="9030" y="995"/>
                    </a:cubicBezTo>
                    <a:cubicBezTo>
                      <a:pt x="9155" y="1075"/>
                      <a:pt x="9280" y="1155"/>
                      <a:pt x="9407" y="1235"/>
                    </a:cubicBezTo>
                    <a:cubicBezTo>
                      <a:pt x="10405" y="2062"/>
                      <a:pt x="10585" y="3135"/>
                      <a:pt x="10730" y="4375"/>
                    </a:cubicBezTo>
                    <a:cubicBezTo>
                      <a:pt x="10852" y="5925"/>
                      <a:pt x="10990" y="8078"/>
                      <a:pt x="10280" y="9495"/>
                    </a:cubicBezTo>
                    <a:cubicBezTo>
                      <a:pt x="8382" y="9495"/>
                      <a:pt x="6485" y="9495"/>
                      <a:pt x="4530" y="9495"/>
                    </a:cubicBezTo>
                    <a:cubicBezTo>
                      <a:pt x="4612" y="10733"/>
                      <a:pt x="4695" y="11970"/>
                      <a:pt x="4780" y="13245"/>
                    </a:cubicBezTo>
                    <a:cubicBezTo>
                      <a:pt x="5275" y="13245"/>
                      <a:pt x="5770" y="13245"/>
                      <a:pt x="6280" y="13245"/>
                    </a:cubicBezTo>
                    <a:cubicBezTo>
                      <a:pt x="6305" y="13165"/>
                      <a:pt x="6305" y="13165"/>
                      <a:pt x="6435" y="12762"/>
                    </a:cubicBezTo>
                    <a:cubicBezTo>
                      <a:pt x="6470" y="12657"/>
                      <a:pt x="6470" y="12657"/>
                      <a:pt x="6640" y="12135"/>
                    </a:cubicBezTo>
                    <a:cubicBezTo>
                      <a:pt x="6672" y="12032"/>
                      <a:pt x="6672" y="12032"/>
                      <a:pt x="6842" y="11512"/>
                    </a:cubicBezTo>
                    <a:cubicBezTo>
                      <a:pt x="7030" y="10995"/>
                      <a:pt x="7030" y="10995"/>
                      <a:pt x="7280" y="10745"/>
                    </a:cubicBezTo>
                    <a:cubicBezTo>
                      <a:pt x="7685" y="10715"/>
                      <a:pt x="8092" y="10700"/>
                      <a:pt x="8500" y="10697"/>
                    </a:cubicBezTo>
                    <a:cubicBezTo>
                      <a:pt x="8610" y="10697"/>
                      <a:pt x="8610" y="10697"/>
                      <a:pt x="9170" y="10688"/>
                    </a:cubicBezTo>
                    <a:cubicBezTo>
                      <a:pt x="9802" y="10748"/>
                      <a:pt x="10085" y="10795"/>
                      <a:pt x="10530" y="11245"/>
                    </a:cubicBezTo>
                    <a:cubicBezTo>
                      <a:pt x="10735" y="12060"/>
                      <a:pt x="10670" y="12898"/>
                      <a:pt x="10357" y="13675"/>
                    </a:cubicBezTo>
                    <a:cubicBezTo>
                      <a:pt x="9787" y="14610"/>
                      <a:pt x="9060" y="15347"/>
                      <a:pt x="8030" y="15745"/>
                    </a:cubicBezTo>
                    <a:cubicBezTo>
                      <a:pt x="6040" y="16140"/>
                      <a:pt x="3572" y="16273"/>
                      <a:pt x="1812" y="15105"/>
                    </a:cubicBezTo>
                    <a:cubicBezTo>
                      <a:pt x="220" y="13562"/>
                      <a:pt x="90" y="11322"/>
                      <a:pt x="30" y="9245"/>
                    </a:cubicBezTo>
                    <a:cubicBezTo>
                      <a:pt x="22" y="9030"/>
                      <a:pt x="17" y="8815"/>
                      <a:pt x="10" y="8595"/>
                    </a:cubicBezTo>
                    <a:cubicBezTo>
                      <a:pt x="0" y="7978"/>
                      <a:pt x="10" y="7363"/>
                      <a:pt x="30" y="6745"/>
                    </a:cubicBezTo>
                    <a:cubicBezTo>
                      <a:pt x="32" y="6632"/>
                      <a:pt x="32" y="6632"/>
                      <a:pt x="42" y="6067"/>
                    </a:cubicBezTo>
                    <a:cubicBezTo>
                      <a:pt x="135" y="4213"/>
                      <a:pt x="605" y="2548"/>
                      <a:pt x="1855" y="1125"/>
                    </a:cubicBezTo>
                    <a:cubicBezTo>
                      <a:pt x="3010" y="132"/>
                      <a:pt x="4325" y="192"/>
                      <a:pt x="5765" y="183"/>
                    </a:cubicBezTo>
                    <a:close/>
                    <a:moveTo>
                      <a:pt x="1875" y="1768"/>
                    </a:moveTo>
                    <a:cubicBezTo>
                      <a:pt x="1260" y="2618"/>
                      <a:pt x="990" y="3477"/>
                      <a:pt x="780" y="4495"/>
                    </a:cubicBezTo>
                    <a:cubicBezTo>
                      <a:pt x="748" y="4630"/>
                      <a:pt x="715" y="4765"/>
                      <a:pt x="683" y="4905"/>
                    </a:cubicBezTo>
                    <a:cubicBezTo>
                      <a:pt x="230" y="7270"/>
                      <a:pt x="390" y="9942"/>
                      <a:pt x="1030" y="12245"/>
                    </a:cubicBezTo>
                    <a:cubicBezTo>
                      <a:pt x="1058" y="12338"/>
                      <a:pt x="1058" y="12338"/>
                      <a:pt x="1188" y="12808"/>
                    </a:cubicBezTo>
                    <a:cubicBezTo>
                      <a:pt x="1493" y="13755"/>
                      <a:pt x="1785" y="14423"/>
                      <a:pt x="2612" y="15043"/>
                    </a:cubicBezTo>
                    <a:cubicBezTo>
                      <a:pt x="3517" y="15480"/>
                      <a:pt x="4515" y="15407"/>
                      <a:pt x="5500" y="15403"/>
                    </a:cubicBezTo>
                    <a:cubicBezTo>
                      <a:pt x="5717" y="15410"/>
                      <a:pt x="5935" y="15418"/>
                      <a:pt x="6160" y="15425"/>
                    </a:cubicBezTo>
                    <a:cubicBezTo>
                      <a:pt x="7602" y="15428"/>
                      <a:pt x="8387" y="15157"/>
                      <a:pt x="9438" y="14165"/>
                    </a:cubicBezTo>
                    <a:cubicBezTo>
                      <a:pt x="9810" y="13708"/>
                      <a:pt x="10062" y="13293"/>
                      <a:pt x="10280" y="12745"/>
                    </a:cubicBezTo>
                    <a:cubicBezTo>
                      <a:pt x="10188" y="12058"/>
                      <a:pt x="10188" y="12058"/>
                      <a:pt x="10030" y="11495"/>
                    </a:cubicBezTo>
                    <a:cubicBezTo>
                      <a:pt x="8240" y="11127"/>
                      <a:pt x="8240" y="11127"/>
                      <a:pt x="7530" y="11495"/>
                    </a:cubicBezTo>
                    <a:cubicBezTo>
                      <a:pt x="7100" y="12125"/>
                      <a:pt x="6780" y="12725"/>
                      <a:pt x="6780" y="13495"/>
                    </a:cubicBezTo>
                    <a:cubicBezTo>
                      <a:pt x="5955" y="13495"/>
                      <a:pt x="5130" y="13495"/>
                      <a:pt x="4280" y="13495"/>
                    </a:cubicBezTo>
                    <a:cubicBezTo>
                      <a:pt x="4232" y="12928"/>
                      <a:pt x="4185" y="12360"/>
                      <a:pt x="4140" y="11793"/>
                    </a:cubicBezTo>
                    <a:cubicBezTo>
                      <a:pt x="4125" y="11630"/>
                      <a:pt x="4112" y="11470"/>
                      <a:pt x="4097" y="11305"/>
                    </a:cubicBezTo>
                    <a:cubicBezTo>
                      <a:pt x="4085" y="11150"/>
                      <a:pt x="4072" y="10995"/>
                      <a:pt x="4060" y="10835"/>
                    </a:cubicBezTo>
                    <a:cubicBezTo>
                      <a:pt x="4050" y="10690"/>
                      <a:pt x="4037" y="10548"/>
                      <a:pt x="4025" y="10403"/>
                    </a:cubicBezTo>
                    <a:cubicBezTo>
                      <a:pt x="4032" y="9940"/>
                      <a:pt x="4052" y="9650"/>
                      <a:pt x="4280" y="9245"/>
                    </a:cubicBezTo>
                    <a:cubicBezTo>
                      <a:pt x="4970" y="8983"/>
                      <a:pt x="5623" y="8968"/>
                      <a:pt x="6355" y="8980"/>
                    </a:cubicBezTo>
                    <a:cubicBezTo>
                      <a:pt x="6552" y="8983"/>
                      <a:pt x="6750" y="8983"/>
                      <a:pt x="6955" y="8985"/>
                    </a:cubicBezTo>
                    <a:cubicBezTo>
                      <a:pt x="7160" y="8988"/>
                      <a:pt x="7365" y="8993"/>
                      <a:pt x="7577" y="8995"/>
                    </a:cubicBezTo>
                    <a:cubicBezTo>
                      <a:pt x="7987" y="9002"/>
                      <a:pt x="8397" y="9007"/>
                      <a:pt x="8808" y="9010"/>
                    </a:cubicBezTo>
                    <a:cubicBezTo>
                      <a:pt x="8897" y="9012"/>
                      <a:pt x="8897" y="9012"/>
                      <a:pt x="9355" y="9020"/>
                    </a:cubicBezTo>
                    <a:cubicBezTo>
                      <a:pt x="9780" y="8995"/>
                      <a:pt x="9780" y="8995"/>
                      <a:pt x="10030" y="8745"/>
                    </a:cubicBezTo>
                    <a:cubicBezTo>
                      <a:pt x="10350" y="6800"/>
                      <a:pt x="10610" y="4325"/>
                      <a:pt x="9780" y="2495"/>
                    </a:cubicBezTo>
                    <a:cubicBezTo>
                      <a:pt x="9417" y="1993"/>
                      <a:pt x="9027" y="1613"/>
                      <a:pt x="8530" y="1245"/>
                    </a:cubicBezTo>
                    <a:cubicBezTo>
                      <a:pt x="8420" y="1160"/>
                      <a:pt x="8308" y="1075"/>
                      <a:pt x="8192" y="985"/>
                    </a:cubicBezTo>
                    <a:cubicBezTo>
                      <a:pt x="6505" y="0"/>
                      <a:pt x="3237" y="475"/>
                      <a:pt x="1875" y="1768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15" name="youtube vector"/>
              <p:cNvSpPr/>
              <p:nvPr/>
            </p:nvSpPr>
            <p:spPr>
              <a:xfrm>
                <a:off x="663942" y="2093595"/>
                <a:ext cx="105362" cy="154214"/>
              </a:xfrm>
              <a:custGeom>
                <a:avLst/>
                <a:gdLst/>
                <a:ahLst/>
                <a:cxnLst/>
                <a:rect l="0" t="0" r="r" b="b"/>
                <a:pathLst>
                  <a:path w="11522" h="16865" fill="norm" stroke="0">
                    <a:moveTo>
                      <a:pt x="8535" y="1298"/>
                    </a:moveTo>
                    <a:cubicBezTo>
                      <a:pt x="9775" y="2148"/>
                      <a:pt x="10617" y="3233"/>
                      <a:pt x="10998" y="4705"/>
                    </a:cubicBezTo>
                    <a:cubicBezTo>
                      <a:pt x="11075" y="5135"/>
                      <a:pt x="11135" y="5562"/>
                      <a:pt x="11188" y="5995"/>
                    </a:cubicBezTo>
                    <a:cubicBezTo>
                      <a:pt x="11197" y="6073"/>
                      <a:pt x="11197" y="6073"/>
                      <a:pt x="11248" y="6463"/>
                    </a:cubicBezTo>
                    <a:cubicBezTo>
                      <a:pt x="11522" y="8735"/>
                      <a:pt x="11335" y="10808"/>
                      <a:pt x="10890" y="13043"/>
                    </a:cubicBezTo>
                    <a:cubicBezTo>
                      <a:pt x="10858" y="13218"/>
                      <a:pt x="10825" y="13395"/>
                      <a:pt x="10790" y="13578"/>
                    </a:cubicBezTo>
                    <a:cubicBezTo>
                      <a:pt x="10540" y="14670"/>
                      <a:pt x="10090" y="15420"/>
                      <a:pt x="9140" y="16043"/>
                    </a:cubicBezTo>
                    <a:cubicBezTo>
                      <a:pt x="7252" y="16865"/>
                      <a:pt x="4772" y="16798"/>
                      <a:pt x="2820" y="16230"/>
                    </a:cubicBezTo>
                    <a:cubicBezTo>
                      <a:pt x="2085" y="15905"/>
                      <a:pt x="1623" y="15425"/>
                      <a:pt x="1140" y="14793"/>
                    </a:cubicBezTo>
                    <a:cubicBezTo>
                      <a:pt x="1062" y="14690"/>
                      <a:pt x="987" y="14590"/>
                      <a:pt x="907" y="14485"/>
                    </a:cubicBezTo>
                    <a:cubicBezTo>
                      <a:pt x="112" y="13305"/>
                      <a:pt x="100" y="11893"/>
                      <a:pt x="80" y="10515"/>
                    </a:cubicBezTo>
                    <a:cubicBezTo>
                      <a:pt x="80" y="10375"/>
                      <a:pt x="78" y="10233"/>
                      <a:pt x="75" y="10088"/>
                    </a:cubicBezTo>
                    <a:cubicBezTo>
                      <a:pt x="72" y="9790"/>
                      <a:pt x="67" y="9493"/>
                      <a:pt x="67" y="9195"/>
                    </a:cubicBezTo>
                    <a:cubicBezTo>
                      <a:pt x="65" y="8898"/>
                      <a:pt x="58" y="8600"/>
                      <a:pt x="52" y="8300"/>
                    </a:cubicBezTo>
                    <a:cubicBezTo>
                      <a:pt x="0" y="6240"/>
                      <a:pt x="120" y="4383"/>
                      <a:pt x="1140" y="2543"/>
                    </a:cubicBezTo>
                    <a:cubicBezTo>
                      <a:pt x="3032" y="660"/>
                      <a:pt x="6085" y="0"/>
                      <a:pt x="8535" y="1298"/>
                    </a:cubicBezTo>
                    <a:close/>
                    <a:moveTo>
                      <a:pt x="1640" y="2793"/>
                    </a:moveTo>
                    <a:cubicBezTo>
                      <a:pt x="542" y="4453"/>
                      <a:pt x="580" y="6483"/>
                      <a:pt x="567" y="8405"/>
                    </a:cubicBezTo>
                    <a:cubicBezTo>
                      <a:pt x="565" y="8680"/>
                      <a:pt x="558" y="8958"/>
                      <a:pt x="552" y="9233"/>
                    </a:cubicBezTo>
                    <a:cubicBezTo>
                      <a:pt x="495" y="11288"/>
                      <a:pt x="617" y="13478"/>
                      <a:pt x="1938" y="15175"/>
                    </a:cubicBezTo>
                    <a:cubicBezTo>
                      <a:pt x="3260" y="16335"/>
                      <a:pt x="5357" y="16155"/>
                      <a:pt x="7012" y="16075"/>
                    </a:cubicBezTo>
                    <a:cubicBezTo>
                      <a:pt x="8082" y="15980"/>
                      <a:pt x="8952" y="15550"/>
                      <a:pt x="9718" y="14808"/>
                    </a:cubicBezTo>
                    <a:cubicBezTo>
                      <a:pt x="11420" y="12318"/>
                      <a:pt x="10873" y="7530"/>
                      <a:pt x="10468" y="4713"/>
                    </a:cubicBezTo>
                    <a:cubicBezTo>
                      <a:pt x="10220" y="3593"/>
                      <a:pt x="9817" y="2743"/>
                      <a:pt x="8890" y="2043"/>
                    </a:cubicBezTo>
                    <a:cubicBezTo>
                      <a:pt x="6585" y="588"/>
                      <a:pt x="3547" y="800"/>
                      <a:pt x="1640" y="2793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16" name="youtube vector"/>
              <p:cNvSpPr/>
              <p:nvPr/>
            </p:nvSpPr>
            <p:spPr>
              <a:xfrm>
                <a:off x="1112156" y="2127694"/>
                <a:ext cx="22540" cy="92012"/>
              </a:xfrm>
              <a:custGeom>
                <a:avLst/>
                <a:gdLst/>
                <a:ahLst/>
                <a:cxnLst/>
                <a:rect l="0" t="0" r="r" b="b"/>
                <a:pathLst>
                  <a:path w="2465" h="10062" fill="norm" stroke="0">
                    <a:moveTo>
                      <a:pt x="1545" y="0"/>
                    </a:moveTo>
                    <a:cubicBezTo>
                      <a:pt x="1735" y="20"/>
                      <a:pt x="1927" y="40"/>
                      <a:pt x="2123" y="62"/>
                    </a:cubicBezTo>
                    <a:cubicBezTo>
                      <a:pt x="2383" y="583"/>
                      <a:pt x="2407" y="817"/>
                      <a:pt x="2413" y="1382"/>
                    </a:cubicBezTo>
                    <a:cubicBezTo>
                      <a:pt x="2415" y="1550"/>
                      <a:pt x="2418" y="1718"/>
                      <a:pt x="2420" y="1890"/>
                    </a:cubicBezTo>
                    <a:cubicBezTo>
                      <a:pt x="2422" y="2070"/>
                      <a:pt x="2422" y="2250"/>
                      <a:pt x="2425" y="2435"/>
                    </a:cubicBezTo>
                    <a:cubicBezTo>
                      <a:pt x="2425" y="2620"/>
                      <a:pt x="2427" y="2808"/>
                      <a:pt x="2427" y="2998"/>
                    </a:cubicBezTo>
                    <a:cubicBezTo>
                      <a:pt x="2430" y="3390"/>
                      <a:pt x="2433" y="3785"/>
                      <a:pt x="2433" y="4178"/>
                    </a:cubicBezTo>
                    <a:cubicBezTo>
                      <a:pt x="2435" y="4778"/>
                      <a:pt x="2442" y="5377"/>
                      <a:pt x="2450" y="5977"/>
                    </a:cubicBezTo>
                    <a:cubicBezTo>
                      <a:pt x="2453" y="6360"/>
                      <a:pt x="2455" y="6740"/>
                      <a:pt x="2455" y="7123"/>
                    </a:cubicBezTo>
                    <a:cubicBezTo>
                      <a:pt x="2457" y="7303"/>
                      <a:pt x="2463" y="7483"/>
                      <a:pt x="2465" y="7665"/>
                    </a:cubicBezTo>
                    <a:cubicBezTo>
                      <a:pt x="2460" y="8700"/>
                      <a:pt x="2380" y="9285"/>
                      <a:pt x="1623" y="10062"/>
                    </a:cubicBezTo>
                    <a:cubicBezTo>
                      <a:pt x="725" y="9912"/>
                      <a:pt x="725" y="9912"/>
                      <a:pt x="345" y="9537"/>
                    </a:cubicBezTo>
                    <a:cubicBezTo>
                      <a:pt x="0" y="8800"/>
                      <a:pt x="47" y="8080"/>
                      <a:pt x="47" y="7275"/>
                    </a:cubicBezTo>
                    <a:cubicBezTo>
                      <a:pt x="47" y="7100"/>
                      <a:pt x="45" y="6925"/>
                      <a:pt x="45" y="6748"/>
                    </a:cubicBezTo>
                    <a:cubicBezTo>
                      <a:pt x="43" y="6380"/>
                      <a:pt x="43" y="6010"/>
                      <a:pt x="45" y="5642"/>
                    </a:cubicBezTo>
                    <a:cubicBezTo>
                      <a:pt x="45" y="5080"/>
                      <a:pt x="40" y="4520"/>
                      <a:pt x="32" y="3958"/>
                    </a:cubicBezTo>
                    <a:cubicBezTo>
                      <a:pt x="32" y="3600"/>
                      <a:pt x="32" y="3243"/>
                      <a:pt x="32" y="2885"/>
                    </a:cubicBezTo>
                    <a:cubicBezTo>
                      <a:pt x="30" y="2718"/>
                      <a:pt x="28" y="2550"/>
                      <a:pt x="25" y="2377"/>
                    </a:cubicBezTo>
                    <a:cubicBezTo>
                      <a:pt x="32" y="1593"/>
                      <a:pt x="73" y="1153"/>
                      <a:pt x="463" y="452"/>
                    </a:cubicBezTo>
                    <a:cubicBezTo>
                      <a:pt x="873" y="62"/>
                      <a:pt x="873" y="62"/>
                      <a:pt x="15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7" name="youtube vector"/>
              <p:cNvSpPr/>
              <p:nvPr/>
            </p:nvSpPr>
            <p:spPr>
              <a:xfrm>
                <a:off x="705734" y="2128266"/>
                <a:ext cx="21854" cy="91440"/>
              </a:xfrm>
              <a:custGeom>
                <a:avLst/>
                <a:gdLst/>
                <a:ahLst/>
                <a:cxnLst/>
                <a:rect l="0" t="0" r="r" b="b"/>
                <a:pathLst>
                  <a:path w="2390" h="10000" fill="norm" stroke="0">
                    <a:moveTo>
                      <a:pt x="570" y="0"/>
                    </a:moveTo>
                    <a:cubicBezTo>
                      <a:pt x="1195" y="15"/>
                      <a:pt x="1195" y="15"/>
                      <a:pt x="1820" y="250"/>
                    </a:cubicBezTo>
                    <a:cubicBezTo>
                      <a:pt x="2272" y="1132"/>
                      <a:pt x="2385" y="1870"/>
                      <a:pt x="2387" y="2855"/>
                    </a:cubicBezTo>
                    <a:cubicBezTo>
                      <a:pt x="2387" y="2982"/>
                      <a:pt x="2387" y="3107"/>
                      <a:pt x="2387" y="3238"/>
                    </a:cubicBezTo>
                    <a:cubicBezTo>
                      <a:pt x="2387" y="3502"/>
                      <a:pt x="2387" y="3768"/>
                      <a:pt x="2385" y="4035"/>
                    </a:cubicBezTo>
                    <a:cubicBezTo>
                      <a:pt x="2382" y="4433"/>
                      <a:pt x="2385" y="4833"/>
                      <a:pt x="2387" y="5230"/>
                    </a:cubicBezTo>
                    <a:cubicBezTo>
                      <a:pt x="2390" y="6790"/>
                      <a:pt x="2240" y="8240"/>
                      <a:pt x="1820" y="9750"/>
                    </a:cubicBezTo>
                    <a:cubicBezTo>
                      <a:pt x="1615" y="9790"/>
                      <a:pt x="1615" y="9790"/>
                      <a:pt x="570" y="10000"/>
                    </a:cubicBezTo>
                    <a:cubicBezTo>
                      <a:pt x="137" y="9438"/>
                      <a:pt x="7" y="9077"/>
                      <a:pt x="5" y="8370"/>
                    </a:cubicBezTo>
                    <a:cubicBezTo>
                      <a:pt x="2" y="8195"/>
                      <a:pt x="2" y="8023"/>
                      <a:pt x="0" y="7845"/>
                    </a:cubicBezTo>
                    <a:cubicBezTo>
                      <a:pt x="2" y="7657"/>
                      <a:pt x="2" y="7472"/>
                      <a:pt x="2" y="7280"/>
                    </a:cubicBezTo>
                    <a:cubicBezTo>
                      <a:pt x="2" y="7088"/>
                      <a:pt x="2" y="6898"/>
                      <a:pt x="2" y="6697"/>
                    </a:cubicBezTo>
                    <a:cubicBezTo>
                      <a:pt x="2" y="6292"/>
                      <a:pt x="2" y="5887"/>
                      <a:pt x="5" y="5483"/>
                    </a:cubicBezTo>
                    <a:cubicBezTo>
                      <a:pt x="7" y="4860"/>
                      <a:pt x="5" y="4240"/>
                      <a:pt x="2" y="3618"/>
                    </a:cubicBezTo>
                    <a:cubicBezTo>
                      <a:pt x="2" y="3225"/>
                      <a:pt x="2" y="2830"/>
                      <a:pt x="2" y="2438"/>
                    </a:cubicBezTo>
                    <a:cubicBezTo>
                      <a:pt x="2" y="2250"/>
                      <a:pt x="2" y="2062"/>
                      <a:pt x="0" y="1873"/>
                    </a:cubicBezTo>
                    <a:cubicBezTo>
                      <a:pt x="2" y="1700"/>
                      <a:pt x="2" y="1525"/>
                      <a:pt x="5" y="1347"/>
                    </a:cubicBezTo>
                    <a:cubicBezTo>
                      <a:pt x="5" y="1195"/>
                      <a:pt x="5" y="1045"/>
                      <a:pt x="7" y="887"/>
                    </a:cubicBezTo>
                    <a:cubicBezTo>
                      <a:pt x="70" y="500"/>
                      <a:pt x="70" y="500"/>
                      <a:pt x="5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8" name="youtube vector"/>
              <p:cNvSpPr/>
              <p:nvPr/>
            </p:nvSpPr>
            <p:spPr>
              <a:xfrm>
                <a:off x="1105281" y="2120105"/>
                <a:ext cx="36462" cy="104173"/>
              </a:xfrm>
              <a:custGeom>
                <a:avLst/>
                <a:gdLst/>
                <a:ahLst/>
                <a:cxnLst/>
                <a:rect l="0" t="0" r="r" b="b"/>
                <a:pathLst>
                  <a:path w="3987" h="11393" fill="norm" stroke="0">
                    <a:moveTo>
                      <a:pt x="3125" y="393"/>
                    </a:moveTo>
                    <a:cubicBezTo>
                      <a:pt x="3868" y="1383"/>
                      <a:pt x="3987" y="2125"/>
                      <a:pt x="3975" y="3343"/>
                    </a:cubicBezTo>
                    <a:cubicBezTo>
                      <a:pt x="3975" y="3425"/>
                      <a:pt x="3975" y="3425"/>
                      <a:pt x="3978" y="3830"/>
                    </a:cubicBezTo>
                    <a:cubicBezTo>
                      <a:pt x="3978" y="4168"/>
                      <a:pt x="3975" y="4508"/>
                      <a:pt x="3972" y="4845"/>
                    </a:cubicBezTo>
                    <a:cubicBezTo>
                      <a:pt x="3970" y="5358"/>
                      <a:pt x="3972" y="5870"/>
                      <a:pt x="3978" y="6383"/>
                    </a:cubicBezTo>
                    <a:cubicBezTo>
                      <a:pt x="3983" y="9758"/>
                      <a:pt x="3983" y="9758"/>
                      <a:pt x="3125" y="10893"/>
                    </a:cubicBezTo>
                    <a:cubicBezTo>
                      <a:pt x="2530" y="11298"/>
                      <a:pt x="2530" y="11298"/>
                      <a:pt x="1875" y="11393"/>
                    </a:cubicBezTo>
                    <a:cubicBezTo>
                      <a:pt x="1180" y="11103"/>
                      <a:pt x="763" y="10850"/>
                      <a:pt x="345" y="10218"/>
                    </a:cubicBezTo>
                    <a:cubicBezTo>
                      <a:pt x="52" y="9453"/>
                      <a:pt x="45" y="8770"/>
                      <a:pt x="40" y="7958"/>
                    </a:cubicBezTo>
                    <a:cubicBezTo>
                      <a:pt x="40" y="7795"/>
                      <a:pt x="37" y="7635"/>
                      <a:pt x="35" y="7468"/>
                    </a:cubicBezTo>
                    <a:cubicBezTo>
                      <a:pt x="32" y="7128"/>
                      <a:pt x="32" y="6785"/>
                      <a:pt x="32" y="6445"/>
                    </a:cubicBezTo>
                    <a:cubicBezTo>
                      <a:pt x="32" y="5928"/>
                      <a:pt x="22" y="5410"/>
                      <a:pt x="13" y="4893"/>
                    </a:cubicBezTo>
                    <a:cubicBezTo>
                      <a:pt x="10" y="4560"/>
                      <a:pt x="10" y="4228"/>
                      <a:pt x="10" y="3895"/>
                    </a:cubicBezTo>
                    <a:cubicBezTo>
                      <a:pt x="5" y="3743"/>
                      <a:pt x="2" y="3588"/>
                      <a:pt x="0" y="3430"/>
                    </a:cubicBezTo>
                    <a:cubicBezTo>
                      <a:pt x="10" y="2270"/>
                      <a:pt x="362" y="1515"/>
                      <a:pt x="1125" y="643"/>
                    </a:cubicBezTo>
                    <a:cubicBezTo>
                      <a:pt x="1843" y="128"/>
                      <a:pt x="2317" y="0"/>
                      <a:pt x="3125" y="393"/>
                    </a:cubicBezTo>
                    <a:close/>
                    <a:moveTo>
                      <a:pt x="1215" y="1282"/>
                    </a:moveTo>
                    <a:cubicBezTo>
                      <a:pt x="755" y="2110"/>
                      <a:pt x="767" y="2775"/>
                      <a:pt x="775" y="3705"/>
                    </a:cubicBezTo>
                    <a:cubicBezTo>
                      <a:pt x="775" y="3880"/>
                      <a:pt x="775" y="4053"/>
                      <a:pt x="772" y="4233"/>
                    </a:cubicBezTo>
                    <a:cubicBezTo>
                      <a:pt x="772" y="4598"/>
                      <a:pt x="775" y="4965"/>
                      <a:pt x="778" y="5330"/>
                    </a:cubicBezTo>
                    <a:cubicBezTo>
                      <a:pt x="780" y="5890"/>
                      <a:pt x="778" y="6450"/>
                      <a:pt x="772" y="7010"/>
                    </a:cubicBezTo>
                    <a:cubicBezTo>
                      <a:pt x="772" y="7368"/>
                      <a:pt x="775" y="7722"/>
                      <a:pt x="775" y="8080"/>
                    </a:cubicBezTo>
                    <a:cubicBezTo>
                      <a:pt x="775" y="8248"/>
                      <a:pt x="772" y="8413"/>
                      <a:pt x="770" y="8585"/>
                    </a:cubicBezTo>
                    <a:cubicBezTo>
                      <a:pt x="785" y="9588"/>
                      <a:pt x="903" y="10135"/>
                      <a:pt x="1625" y="10893"/>
                    </a:cubicBezTo>
                    <a:cubicBezTo>
                      <a:pt x="2543" y="10740"/>
                      <a:pt x="2543" y="10740"/>
                      <a:pt x="2905" y="10310"/>
                    </a:cubicBezTo>
                    <a:cubicBezTo>
                      <a:pt x="3153" y="9840"/>
                      <a:pt x="3188" y="9563"/>
                      <a:pt x="3185" y="9035"/>
                    </a:cubicBezTo>
                    <a:cubicBezTo>
                      <a:pt x="3188" y="8868"/>
                      <a:pt x="3188" y="8698"/>
                      <a:pt x="3188" y="8525"/>
                    </a:cubicBezTo>
                    <a:cubicBezTo>
                      <a:pt x="3188" y="8345"/>
                      <a:pt x="3185" y="8163"/>
                      <a:pt x="3183" y="7978"/>
                    </a:cubicBezTo>
                    <a:cubicBezTo>
                      <a:pt x="3183" y="7790"/>
                      <a:pt x="3183" y="7605"/>
                      <a:pt x="3183" y="7413"/>
                    </a:cubicBezTo>
                    <a:cubicBezTo>
                      <a:pt x="3183" y="7020"/>
                      <a:pt x="3180" y="6625"/>
                      <a:pt x="3177" y="6233"/>
                    </a:cubicBezTo>
                    <a:cubicBezTo>
                      <a:pt x="3172" y="5628"/>
                      <a:pt x="3172" y="5025"/>
                      <a:pt x="3172" y="4423"/>
                    </a:cubicBezTo>
                    <a:cubicBezTo>
                      <a:pt x="3170" y="4040"/>
                      <a:pt x="3168" y="3657"/>
                      <a:pt x="3168" y="3275"/>
                    </a:cubicBezTo>
                    <a:cubicBezTo>
                      <a:pt x="3168" y="3093"/>
                      <a:pt x="3168" y="2913"/>
                      <a:pt x="3165" y="2725"/>
                    </a:cubicBezTo>
                    <a:cubicBezTo>
                      <a:pt x="3165" y="2558"/>
                      <a:pt x="3162" y="2390"/>
                      <a:pt x="3162" y="2218"/>
                    </a:cubicBezTo>
                    <a:cubicBezTo>
                      <a:pt x="3160" y="2070"/>
                      <a:pt x="3160" y="1923"/>
                      <a:pt x="3157" y="1770"/>
                    </a:cubicBezTo>
                    <a:cubicBezTo>
                      <a:pt x="3125" y="1393"/>
                      <a:pt x="3125" y="1393"/>
                      <a:pt x="2875" y="893"/>
                    </a:cubicBezTo>
                    <a:cubicBezTo>
                      <a:pt x="1752" y="770"/>
                      <a:pt x="1752" y="770"/>
                      <a:pt x="1215" y="1282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19" name="youtube vector"/>
              <p:cNvSpPr/>
              <p:nvPr/>
            </p:nvSpPr>
            <p:spPr>
              <a:xfrm>
                <a:off x="312354" y="2103110"/>
                <a:ext cx="88400" cy="89588"/>
              </a:xfrm>
              <a:custGeom>
                <a:avLst/>
                <a:gdLst/>
                <a:ahLst/>
                <a:cxnLst/>
                <a:rect l="0" t="0" r="r" b="b"/>
                <a:pathLst>
                  <a:path w="9667" h="9797" fill="norm" stroke="0">
                    <a:moveTo>
                      <a:pt x="1330" y="135"/>
                    </a:moveTo>
                    <a:cubicBezTo>
                      <a:pt x="1513" y="225"/>
                      <a:pt x="1695" y="315"/>
                      <a:pt x="1882" y="410"/>
                    </a:cubicBezTo>
                    <a:cubicBezTo>
                      <a:pt x="1985" y="457"/>
                      <a:pt x="1985" y="457"/>
                      <a:pt x="2498" y="707"/>
                    </a:cubicBezTo>
                    <a:cubicBezTo>
                      <a:pt x="2707" y="815"/>
                      <a:pt x="2920" y="922"/>
                      <a:pt x="3138" y="1032"/>
                    </a:cubicBezTo>
                    <a:cubicBezTo>
                      <a:pt x="3240" y="1082"/>
                      <a:pt x="3240" y="1082"/>
                      <a:pt x="3763" y="1340"/>
                    </a:cubicBezTo>
                    <a:cubicBezTo>
                      <a:pt x="4375" y="1640"/>
                      <a:pt x="4983" y="1945"/>
                      <a:pt x="5590" y="2250"/>
                    </a:cubicBezTo>
                    <a:cubicBezTo>
                      <a:pt x="5953" y="2433"/>
                      <a:pt x="6312" y="2612"/>
                      <a:pt x="6672" y="2792"/>
                    </a:cubicBezTo>
                    <a:cubicBezTo>
                      <a:pt x="6980" y="2945"/>
                      <a:pt x="7285" y="3097"/>
                      <a:pt x="7590" y="3250"/>
                    </a:cubicBezTo>
                    <a:cubicBezTo>
                      <a:pt x="7695" y="3302"/>
                      <a:pt x="7695" y="3302"/>
                      <a:pt x="8222" y="3567"/>
                    </a:cubicBezTo>
                    <a:cubicBezTo>
                      <a:pt x="8450" y="3683"/>
                      <a:pt x="8450" y="3683"/>
                      <a:pt x="9590" y="4250"/>
                    </a:cubicBezTo>
                    <a:cubicBezTo>
                      <a:pt x="9667" y="4830"/>
                      <a:pt x="9667" y="4830"/>
                      <a:pt x="9590" y="5500"/>
                    </a:cubicBezTo>
                    <a:cubicBezTo>
                      <a:pt x="9162" y="5835"/>
                      <a:pt x="8828" y="6028"/>
                      <a:pt x="8340" y="6250"/>
                    </a:cubicBezTo>
                    <a:cubicBezTo>
                      <a:pt x="8022" y="6412"/>
                      <a:pt x="7705" y="6575"/>
                      <a:pt x="7388" y="6735"/>
                    </a:cubicBezTo>
                    <a:cubicBezTo>
                      <a:pt x="7037" y="6907"/>
                      <a:pt x="6690" y="7080"/>
                      <a:pt x="6340" y="7250"/>
                    </a:cubicBezTo>
                    <a:cubicBezTo>
                      <a:pt x="6027" y="7407"/>
                      <a:pt x="5715" y="7562"/>
                      <a:pt x="5402" y="7720"/>
                    </a:cubicBezTo>
                    <a:cubicBezTo>
                      <a:pt x="5240" y="7800"/>
                      <a:pt x="5078" y="7880"/>
                      <a:pt x="4910" y="7962"/>
                    </a:cubicBezTo>
                    <a:cubicBezTo>
                      <a:pt x="4465" y="8188"/>
                      <a:pt x="4027" y="8420"/>
                      <a:pt x="3593" y="8657"/>
                    </a:cubicBezTo>
                    <a:cubicBezTo>
                      <a:pt x="3460" y="8725"/>
                      <a:pt x="3328" y="8795"/>
                      <a:pt x="3192" y="8868"/>
                    </a:cubicBezTo>
                    <a:cubicBezTo>
                      <a:pt x="2932" y="9005"/>
                      <a:pt x="2672" y="9147"/>
                      <a:pt x="2415" y="9290"/>
                    </a:cubicBezTo>
                    <a:cubicBezTo>
                      <a:pt x="2355" y="9322"/>
                      <a:pt x="2355" y="9322"/>
                      <a:pt x="2047" y="9482"/>
                    </a:cubicBezTo>
                    <a:cubicBezTo>
                      <a:pt x="1942" y="9540"/>
                      <a:pt x="1835" y="9597"/>
                      <a:pt x="1725" y="9657"/>
                    </a:cubicBezTo>
                    <a:cubicBezTo>
                      <a:pt x="1145" y="9797"/>
                      <a:pt x="662" y="9640"/>
                      <a:pt x="90" y="9500"/>
                    </a:cubicBezTo>
                    <a:cubicBezTo>
                      <a:pt x="72" y="8227"/>
                      <a:pt x="57" y="6955"/>
                      <a:pt x="50" y="5683"/>
                    </a:cubicBezTo>
                    <a:cubicBezTo>
                      <a:pt x="45" y="5250"/>
                      <a:pt x="40" y="4817"/>
                      <a:pt x="35" y="4385"/>
                    </a:cubicBezTo>
                    <a:cubicBezTo>
                      <a:pt x="25" y="3762"/>
                      <a:pt x="20" y="3140"/>
                      <a:pt x="17" y="2517"/>
                    </a:cubicBezTo>
                    <a:cubicBezTo>
                      <a:pt x="13" y="2325"/>
                      <a:pt x="10" y="2130"/>
                      <a:pt x="5" y="1930"/>
                    </a:cubicBezTo>
                    <a:cubicBezTo>
                      <a:pt x="5" y="1750"/>
                      <a:pt x="5" y="1570"/>
                      <a:pt x="5" y="1385"/>
                    </a:cubicBezTo>
                    <a:cubicBezTo>
                      <a:pt x="2" y="1225"/>
                      <a:pt x="2" y="1067"/>
                      <a:pt x="0" y="903"/>
                    </a:cubicBezTo>
                    <a:cubicBezTo>
                      <a:pt x="90" y="500"/>
                      <a:pt x="90" y="500"/>
                      <a:pt x="440" y="188"/>
                    </a:cubicBezTo>
                    <a:cubicBezTo>
                      <a:pt x="840" y="0"/>
                      <a:pt x="840" y="0"/>
                      <a:pt x="1330" y="135"/>
                    </a:cubicBezTo>
                    <a:close/>
                    <a:moveTo>
                      <a:pt x="840" y="750"/>
                    </a:moveTo>
                    <a:cubicBezTo>
                      <a:pt x="370" y="1222"/>
                      <a:pt x="545" y="2062"/>
                      <a:pt x="540" y="2702"/>
                    </a:cubicBezTo>
                    <a:cubicBezTo>
                      <a:pt x="537" y="2873"/>
                      <a:pt x="537" y="3045"/>
                      <a:pt x="535" y="3220"/>
                    </a:cubicBezTo>
                    <a:cubicBezTo>
                      <a:pt x="532" y="3580"/>
                      <a:pt x="532" y="3942"/>
                      <a:pt x="530" y="4302"/>
                    </a:cubicBezTo>
                    <a:cubicBezTo>
                      <a:pt x="528" y="4857"/>
                      <a:pt x="520" y="5410"/>
                      <a:pt x="513" y="5965"/>
                    </a:cubicBezTo>
                    <a:cubicBezTo>
                      <a:pt x="510" y="6315"/>
                      <a:pt x="510" y="6665"/>
                      <a:pt x="507" y="7015"/>
                    </a:cubicBezTo>
                    <a:cubicBezTo>
                      <a:pt x="505" y="7183"/>
                      <a:pt x="502" y="7347"/>
                      <a:pt x="500" y="7520"/>
                    </a:cubicBezTo>
                    <a:cubicBezTo>
                      <a:pt x="505" y="8640"/>
                      <a:pt x="505" y="8640"/>
                      <a:pt x="892" y="9142"/>
                    </a:cubicBezTo>
                    <a:cubicBezTo>
                      <a:pt x="1562" y="9305"/>
                      <a:pt x="2013" y="9042"/>
                      <a:pt x="2602" y="8743"/>
                    </a:cubicBezTo>
                    <a:cubicBezTo>
                      <a:pt x="2722" y="8683"/>
                      <a:pt x="2845" y="8625"/>
                      <a:pt x="2970" y="8565"/>
                    </a:cubicBezTo>
                    <a:cubicBezTo>
                      <a:pt x="3230" y="8438"/>
                      <a:pt x="3487" y="8312"/>
                      <a:pt x="3745" y="8183"/>
                    </a:cubicBezTo>
                    <a:cubicBezTo>
                      <a:pt x="4130" y="7990"/>
                      <a:pt x="4517" y="7800"/>
                      <a:pt x="4907" y="7612"/>
                    </a:cubicBezTo>
                    <a:cubicBezTo>
                      <a:pt x="6358" y="6907"/>
                      <a:pt x="7745" y="6142"/>
                      <a:pt x="9090" y="5250"/>
                    </a:cubicBezTo>
                    <a:cubicBezTo>
                      <a:pt x="9042" y="4792"/>
                      <a:pt x="9042" y="4792"/>
                      <a:pt x="8840" y="4250"/>
                    </a:cubicBezTo>
                    <a:cubicBezTo>
                      <a:pt x="8422" y="3972"/>
                      <a:pt x="8065" y="3778"/>
                      <a:pt x="7610" y="3577"/>
                    </a:cubicBezTo>
                    <a:cubicBezTo>
                      <a:pt x="7487" y="3520"/>
                      <a:pt x="7362" y="3462"/>
                      <a:pt x="7235" y="3403"/>
                    </a:cubicBezTo>
                    <a:cubicBezTo>
                      <a:pt x="6840" y="3218"/>
                      <a:pt x="6442" y="3040"/>
                      <a:pt x="6042" y="2860"/>
                    </a:cubicBezTo>
                    <a:cubicBezTo>
                      <a:pt x="5780" y="2740"/>
                      <a:pt x="5517" y="2617"/>
                      <a:pt x="5255" y="2495"/>
                    </a:cubicBezTo>
                    <a:cubicBezTo>
                      <a:pt x="4752" y="2262"/>
                      <a:pt x="4250" y="2032"/>
                      <a:pt x="3748" y="1805"/>
                    </a:cubicBezTo>
                    <a:cubicBezTo>
                      <a:pt x="3222" y="1562"/>
                      <a:pt x="2712" y="1310"/>
                      <a:pt x="2203" y="1040"/>
                    </a:cubicBezTo>
                    <a:cubicBezTo>
                      <a:pt x="1590" y="750"/>
                      <a:pt x="1590" y="750"/>
                      <a:pt x="840" y="750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20" name="youtube vector"/>
              <p:cNvSpPr/>
              <p:nvPr/>
            </p:nvSpPr>
            <p:spPr>
              <a:xfrm>
                <a:off x="700705" y="2119836"/>
                <a:ext cx="32210" cy="104859"/>
              </a:xfrm>
              <a:custGeom>
                <a:avLst/>
                <a:gdLst/>
                <a:ahLst/>
                <a:cxnLst/>
                <a:rect l="0" t="0" r="r" b="b"/>
                <a:pathLst>
                  <a:path w="3523" h="11468" fill="norm" stroke="0">
                    <a:moveTo>
                      <a:pt x="1745" y="0"/>
                    </a:moveTo>
                    <a:cubicBezTo>
                      <a:pt x="2555" y="222"/>
                      <a:pt x="2728" y="535"/>
                      <a:pt x="3160" y="1225"/>
                    </a:cubicBezTo>
                    <a:cubicBezTo>
                      <a:pt x="3523" y="1998"/>
                      <a:pt x="3508" y="2738"/>
                      <a:pt x="3495" y="3580"/>
                    </a:cubicBezTo>
                    <a:cubicBezTo>
                      <a:pt x="3495" y="3757"/>
                      <a:pt x="3495" y="3935"/>
                      <a:pt x="3495" y="4118"/>
                    </a:cubicBezTo>
                    <a:cubicBezTo>
                      <a:pt x="3495" y="4493"/>
                      <a:pt x="3493" y="4868"/>
                      <a:pt x="3488" y="5240"/>
                    </a:cubicBezTo>
                    <a:cubicBezTo>
                      <a:pt x="3480" y="5812"/>
                      <a:pt x="3483" y="6382"/>
                      <a:pt x="3485" y="6952"/>
                    </a:cubicBezTo>
                    <a:cubicBezTo>
                      <a:pt x="3483" y="7317"/>
                      <a:pt x="3480" y="7683"/>
                      <a:pt x="3478" y="8048"/>
                    </a:cubicBezTo>
                    <a:cubicBezTo>
                      <a:pt x="3480" y="8218"/>
                      <a:pt x="3480" y="8387"/>
                      <a:pt x="3480" y="8560"/>
                    </a:cubicBezTo>
                    <a:cubicBezTo>
                      <a:pt x="3460" y="9653"/>
                      <a:pt x="3280" y="10292"/>
                      <a:pt x="2620" y="11173"/>
                    </a:cubicBezTo>
                    <a:cubicBezTo>
                      <a:pt x="2075" y="11468"/>
                      <a:pt x="1765" y="11423"/>
                      <a:pt x="1120" y="11423"/>
                    </a:cubicBezTo>
                    <a:cubicBezTo>
                      <a:pt x="518" y="11005"/>
                      <a:pt x="308" y="10613"/>
                      <a:pt x="120" y="9923"/>
                    </a:cubicBezTo>
                    <a:cubicBezTo>
                      <a:pt x="83" y="9517"/>
                      <a:pt x="83" y="9517"/>
                      <a:pt x="75" y="9077"/>
                    </a:cubicBezTo>
                    <a:cubicBezTo>
                      <a:pt x="73" y="8910"/>
                      <a:pt x="70" y="8745"/>
                      <a:pt x="65" y="8572"/>
                    </a:cubicBezTo>
                    <a:cubicBezTo>
                      <a:pt x="65" y="8395"/>
                      <a:pt x="62" y="8218"/>
                      <a:pt x="60" y="8032"/>
                    </a:cubicBezTo>
                    <a:cubicBezTo>
                      <a:pt x="58" y="7847"/>
                      <a:pt x="58" y="7665"/>
                      <a:pt x="55" y="7472"/>
                    </a:cubicBezTo>
                    <a:cubicBezTo>
                      <a:pt x="50" y="7083"/>
                      <a:pt x="48" y="6692"/>
                      <a:pt x="45" y="6303"/>
                    </a:cubicBezTo>
                    <a:cubicBezTo>
                      <a:pt x="43" y="5903"/>
                      <a:pt x="37" y="5505"/>
                      <a:pt x="30" y="5107"/>
                    </a:cubicBezTo>
                    <a:cubicBezTo>
                      <a:pt x="20" y="4530"/>
                      <a:pt x="15" y="3952"/>
                      <a:pt x="13" y="3377"/>
                    </a:cubicBezTo>
                    <a:cubicBezTo>
                      <a:pt x="13" y="3287"/>
                      <a:pt x="13" y="3287"/>
                      <a:pt x="0" y="2840"/>
                    </a:cubicBezTo>
                    <a:cubicBezTo>
                      <a:pt x="5" y="1975"/>
                      <a:pt x="55" y="1387"/>
                      <a:pt x="588" y="685"/>
                    </a:cubicBezTo>
                    <a:cubicBezTo>
                      <a:pt x="1120" y="173"/>
                      <a:pt x="1120" y="173"/>
                      <a:pt x="1745" y="0"/>
                    </a:cubicBezTo>
                    <a:close/>
                    <a:moveTo>
                      <a:pt x="620" y="1423"/>
                    </a:moveTo>
                    <a:cubicBezTo>
                      <a:pt x="558" y="1810"/>
                      <a:pt x="558" y="1810"/>
                      <a:pt x="555" y="2270"/>
                    </a:cubicBezTo>
                    <a:cubicBezTo>
                      <a:pt x="553" y="2442"/>
                      <a:pt x="553" y="2615"/>
                      <a:pt x="550" y="2792"/>
                    </a:cubicBezTo>
                    <a:cubicBezTo>
                      <a:pt x="553" y="2980"/>
                      <a:pt x="553" y="3167"/>
                      <a:pt x="553" y="3357"/>
                    </a:cubicBezTo>
                    <a:cubicBezTo>
                      <a:pt x="553" y="3550"/>
                      <a:pt x="553" y="3743"/>
                      <a:pt x="553" y="3940"/>
                    </a:cubicBezTo>
                    <a:cubicBezTo>
                      <a:pt x="553" y="4345"/>
                      <a:pt x="553" y="4750"/>
                      <a:pt x="555" y="5157"/>
                    </a:cubicBezTo>
                    <a:cubicBezTo>
                      <a:pt x="558" y="5778"/>
                      <a:pt x="555" y="6400"/>
                      <a:pt x="553" y="7020"/>
                    </a:cubicBezTo>
                    <a:cubicBezTo>
                      <a:pt x="553" y="7415"/>
                      <a:pt x="553" y="7808"/>
                      <a:pt x="553" y="8202"/>
                    </a:cubicBezTo>
                    <a:cubicBezTo>
                      <a:pt x="553" y="8387"/>
                      <a:pt x="553" y="8575"/>
                      <a:pt x="550" y="8765"/>
                    </a:cubicBezTo>
                    <a:cubicBezTo>
                      <a:pt x="553" y="8940"/>
                      <a:pt x="553" y="9113"/>
                      <a:pt x="555" y="9292"/>
                    </a:cubicBezTo>
                    <a:cubicBezTo>
                      <a:pt x="555" y="9442"/>
                      <a:pt x="555" y="9595"/>
                      <a:pt x="558" y="9752"/>
                    </a:cubicBezTo>
                    <a:cubicBezTo>
                      <a:pt x="633" y="10250"/>
                      <a:pt x="817" y="10528"/>
                      <a:pt x="1120" y="10923"/>
                    </a:cubicBezTo>
                    <a:cubicBezTo>
                      <a:pt x="1325" y="10880"/>
                      <a:pt x="1325" y="10880"/>
                      <a:pt x="2370" y="10673"/>
                    </a:cubicBezTo>
                    <a:cubicBezTo>
                      <a:pt x="2823" y="9035"/>
                      <a:pt x="2955" y="7460"/>
                      <a:pt x="2950" y="5770"/>
                    </a:cubicBezTo>
                    <a:cubicBezTo>
                      <a:pt x="2948" y="5373"/>
                      <a:pt x="2955" y="4975"/>
                      <a:pt x="2960" y="4577"/>
                    </a:cubicBezTo>
                    <a:cubicBezTo>
                      <a:pt x="2968" y="3173"/>
                      <a:pt x="2903" y="2115"/>
                      <a:pt x="2120" y="923"/>
                    </a:cubicBezTo>
                    <a:cubicBezTo>
                      <a:pt x="1183" y="860"/>
                      <a:pt x="1183" y="860"/>
                      <a:pt x="620" y="1423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  <p:sp>
            <p:nvSpPr>
              <p:cNvPr id="121" name="youtube vector"/>
              <p:cNvSpPr/>
              <p:nvPr/>
            </p:nvSpPr>
            <p:spPr>
              <a:xfrm>
                <a:off x="1224747" y="2125980"/>
                <a:ext cx="22791" cy="38862"/>
              </a:xfrm>
              <a:custGeom>
                <a:avLst/>
                <a:gdLst/>
                <a:ahLst/>
                <a:cxnLst/>
                <a:rect l="0" t="0" r="r" b="b"/>
                <a:pathLst>
                  <a:path w="2493" h="4250" fill="norm" stroke="0">
                    <a:moveTo>
                      <a:pt x="810" y="0"/>
                    </a:moveTo>
                    <a:cubicBezTo>
                      <a:pt x="1310" y="30"/>
                      <a:pt x="1310" y="30"/>
                      <a:pt x="1810" y="250"/>
                    </a:cubicBezTo>
                    <a:cubicBezTo>
                      <a:pt x="2452" y="1282"/>
                      <a:pt x="2493" y="2317"/>
                      <a:pt x="2310" y="3500"/>
                    </a:cubicBezTo>
                    <a:cubicBezTo>
                      <a:pt x="1873" y="4030"/>
                      <a:pt x="1873" y="4030"/>
                      <a:pt x="1310" y="4250"/>
                    </a:cubicBezTo>
                    <a:cubicBezTo>
                      <a:pt x="748" y="4173"/>
                      <a:pt x="748" y="4173"/>
                      <a:pt x="310" y="4000"/>
                    </a:cubicBezTo>
                    <a:cubicBezTo>
                      <a:pt x="43" y="2808"/>
                      <a:pt x="0" y="1695"/>
                      <a:pt x="310" y="500"/>
                    </a:cubicBezTo>
                    <a:cubicBezTo>
                      <a:pt x="475" y="335"/>
                      <a:pt x="640" y="170"/>
                      <a:pt x="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22" name="youtube vector"/>
              <p:cNvSpPr/>
              <p:nvPr/>
            </p:nvSpPr>
            <p:spPr>
              <a:xfrm>
                <a:off x="1219936" y="2120515"/>
                <a:ext cx="34519" cy="47366"/>
              </a:xfrm>
              <a:custGeom>
                <a:avLst/>
                <a:gdLst/>
                <a:ahLst/>
                <a:cxnLst/>
                <a:rect l="0" t="0" r="r" b="b"/>
                <a:pathLst>
                  <a:path w="3775" h="5180" fill="norm" stroke="0">
                    <a:moveTo>
                      <a:pt x="1488" y="0"/>
                    </a:moveTo>
                    <a:cubicBezTo>
                      <a:pt x="1670" y="18"/>
                      <a:pt x="1670" y="18"/>
                      <a:pt x="2585" y="97"/>
                    </a:cubicBezTo>
                    <a:cubicBezTo>
                      <a:pt x="3533" y="1410"/>
                      <a:pt x="3775" y="2490"/>
                      <a:pt x="3585" y="4097"/>
                    </a:cubicBezTo>
                    <a:cubicBezTo>
                      <a:pt x="3488" y="4523"/>
                      <a:pt x="3488" y="4523"/>
                      <a:pt x="3335" y="4847"/>
                    </a:cubicBezTo>
                    <a:cubicBezTo>
                      <a:pt x="2750" y="5140"/>
                      <a:pt x="2363" y="5148"/>
                      <a:pt x="1710" y="5160"/>
                    </a:cubicBezTo>
                    <a:cubicBezTo>
                      <a:pt x="1513" y="5167"/>
                      <a:pt x="1315" y="5173"/>
                      <a:pt x="1110" y="5180"/>
                    </a:cubicBezTo>
                    <a:cubicBezTo>
                      <a:pt x="585" y="5097"/>
                      <a:pt x="585" y="5097"/>
                      <a:pt x="263" y="4820"/>
                    </a:cubicBezTo>
                    <a:cubicBezTo>
                      <a:pt x="0" y="4120"/>
                      <a:pt x="67" y="3468"/>
                      <a:pt x="132" y="2738"/>
                    </a:cubicBezTo>
                    <a:cubicBezTo>
                      <a:pt x="140" y="2595"/>
                      <a:pt x="150" y="2452"/>
                      <a:pt x="158" y="2305"/>
                    </a:cubicBezTo>
                    <a:cubicBezTo>
                      <a:pt x="233" y="1343"/>
                      <a:pt x="403" y="262"/>
                      <a:pt x="1488" y="0"/>
                    </a:cubicBezTo>
                    <a:close/>
                    <a:moveTo>
                      <a:pt x="1335" y="597"/>
                    </a:moveTo>
                    <a:cubicBezTo>
                      <a:pt x="708" y="1227"/>
                      <a:pt x="703" y="1738"/>
                      <a:pt x="632" y="2583"/>
                    </a:cubicBezTo>
                    <a:cubicBezTo>
                      <a:pt x="618" y="2718"/>
                      <a:pt x="600" y="2850"/>
                      <a:pt x="585" y="2990"/>
                    </a:cubicBezTo>
                    <a:cubicBezTo>
                      <a:pt x="525" y="3685"/>
                      <a:pt x="518" y="4012"/>
                      <a:pt x="958" y="4567"/>
                    </a:cubicBezTo>
                    <a:cubicBezTo>
                      <a:pt x="1083" y="4660"/>
                      <a:pt x="1208" y="4752"/>
                      <a:pt x="1335" y="4847"/>
                    </a:cubicBezTo>
                    <a:cubicBezTo>
                      <a:pt x="2555" y="4380"/>
                      <a:pt x="2555" y="4380"/>
                      <a:pt x="2835" y="4097"/>
                    </a:cubicBezTo>
                    <a:cubicBezTo>
                      <a:pt x="2947" y="3072"/>
                      <a:pt x="3018" y="2007"/>
                      <a:pt x="2507" y="1083"/>
                    </a:cubicBezTo>
                    <a:cubicBezTo>
                      <a:pt x="2370" y="923"/>
                      <a:pt x="2230" y="762"/>
                      <a:pt x="2085" y="597"/>
                    </a:cubicBezTo>
                    <a:cubicBezTo>
                      <a:pt x="1838" y="597"/>
                      <a:pt x="1590" y="597"/>
                      <a:pt x="1335" y="597"/>
                    </a:cubicBezTo>
                    <a:close/>
                  </a:path>
                </a:pathLst>
              </a:custGeom>
              <a:solidFill>
                <a:srgbClr val="A18A8A"/>
              </a:solidFill>
              <a:ln w="0">
                <a:noFill/>
              </a:ln>
            </p:spPr>
          </p:sp>
        </p:grpSp>
        <p:grpSp>
          <p:nvGrpSpPr>
            <p:cNvPr id="140" name="Vector icon - bbc"/>
            <p:cNvGrpSpPr/>
            <p:nvPr/>
          </p:nvGrpSpPr>
          <p:grpSpPr>
            <a:xfrm>
              <a:off x="1362456" y="1828800"/>
              <a:ext cx="640080" cy="649224"/>
              <a:chOff x="1362456" y="1828800"/>
              <a:chExt cx="640080" cy="649224"/>
            </a:xfrm>
          </p:grpSpPr>
          <p:sp>
            <p:nvSpPr>
              <p:cNvPr id="124" name="bbc vector"/>
              <p:cNvSpPr/>
              <p:nvPr/>
            </p:nvSpPr>
            <p:spPr>
              <a:xfrm>
                <a:off x="1362456" y="1828800"/>
                <a:ext cx="640080" cy="649224"/>
              </a:xfrm>
              <a:custGeom>
                <a:avLst/>
                <a:gdLst/>
                <a:ahLst/>
                <a:cxnLst/>
                <a:rect l="0" t="0" r="r" b="b"/>
                <a:pathLst>
                  <a:path w="70000" h="71000" fill="norm" stroke="0">
                    <a:moveTo>
                      <a:pt x="0" y="0"/>
                    </a:moveTo>
                    <a:cubicBezTo>
                      <a:pt x="23100" y="0"/>
                      <a:pt x="46200" y="0"/>
                      <a:pt x="70000" y="0"/>
                    </a:cubicBezTo>
                    <a:cubicBezTo>
                      <a:pt x="70000" y="23430"/>
                      <a:pt x="70000" y="46860"/>
                      <a:pt x="70000" y="71000"/>
                    </a:cubicBezTo>
                    <a:cubicBezTo>
                      <a:pt x="46900" y="71000"/>
                      <a:pt x="23800" y="71000"/>
                      <a:pt x="0" y="71000"/>
                    </a:cubicBezTo>
                    <a:cubicBezTo>
                      <a:pt x="0" y="47570"/>
                      <a:pt x="0" y="24140"/>
                      <a:pt x="0" y="0"/>
                    </a:cubicBezTo>
                    <a:close/>
                  </a:path>
                </a:pathLst>
              </a:custGeom>
              <a:solidFill>
                <a:srgbClr val="B90105"/>
              </a:solidFill>
              <a:ln w="0">
                <a:noFill/>
              </a:ln>
            </p:spPr>
          </p:sp>
          <p:sp>
            <p:nvSpPr>
              <p:cNvPr id="125" name="bbc vector"/>
              <p:cNvSpPr/>
              <p:nvPr/>
            </p:nvSpPr>
            <p:spPr>
              <a:xfrm>
                <a:off x="1362456" y="1828800"/>
                <a:ext cx="640080" cy="649224"/>
              </a:xfrm>
              <a:custGeom>
                <a:avLst/>
                <a:gdLst/>
                <a:ahLst/>
                <a:cxnLst/>
                <a:rect l="0" t="0" r="r" b="b"/>
                <a:pathLst>
                  <a:path w="70000" h="71000" fill="norm" stroke="0">
                    <a:moveTo>
                      <a:pt x="0" y="0"/>
                    </a:moveTo>
                    <a:cubicBezTo>
                      <a:pt x="23100" y="0"/>
                      <a:pt x="46200" y="0"/>
                      <a:pt x="70000" y="0"/>
                    </a:cubicBezTo>
                    <a:cubicBezTo>
                      <a:pt x="70000" y="23430"/>
                      <a:pt x="70000" y="46860"/>
                      <a:pt x="70000" y="71000"/>
                    </a:cubicBezTo>
                    <a:cubicBezTo>
                      <a:pt x="46900" y="71000"/>
                      <a:pt x="23800" y="71000"/>
                      <a:pt x="0" y="71000"/>
                    </a:cubicBezTo>
                    <a:cubicBezTo>
                      <a:pt x="0" y="47570"/>
                      <a:pt x="0" y="24140"/>
                      <a:pt x="0" y="0"/>
                    </a:cubicBezTo>
                    <a:close/>
                    <a:moveTo>
                      <a:pt x="1500" y="1250"/>
                    </a:moveTo>
                    <a:cubicBezTo>
                      <a:pt x="1205" y="1840"/>
                      <a:pt x="1218" y="2190"/>
                      <a:pt x="1218" y="2847"/>
                    </a:cubicBezTo>
                    <a:cubicBezTo>
                      <a:pt x="1218" y="3080"/>
                      <a:pt x="1218" y="3312"/>
                      <a:pt x="1218" y="3553"/>
                    </a:cubicBezTo>
                    <a:cubicBezTo>
                      <a:pt x="1218" y="3812"/>
                      <a:pt x="1218" y="4072"/>
                      <a:pt x="1218" y="4333"/>
                    </a:cubicBezTo>
                    <a:cubicBezTo>
                      <a:pt x="1218" y="4605"/>
                      <a:pt x="1218" y="4880"/>
                      <a:pt x="1218" y="5155"/>
                    </a:cubicBezTo>
                    <a:cubicBezTo>
                      <a:pt x="1215" y="5910"/>
                      <a:pt x="1218" y="6667"/>
                      <a:pt x="1218" y="7423"/>
                    </a:cubicBezTo>
                    <a:cubicBezTo>
                      <a:pt x="1218" y="8238"/>
                      <a:pt x="1218" y="9053"/>
                      <a:pt x="1218" y="9868"/>
                    </a:cubicBezTo>
                    <a:cubicBezTo>
                      <a:pt x="1215" y="11463"/>
                      <a:pt x="1215" y="13060"/>
                      <a:pt x="1215" y="14657"/>
                    </a:cubicBezTo>
                    <a:cubicBezTo>
                      <a:pt x="1218" y="15952"/>
                      <a:pt x="1218" y="17250"/>
                      <a:pt x="1218" y="18548"/>
                    </a:cubicBezTo>
                    <a:cubicBezTo>
                      <a:pt x="1218" y="18733"/>
                      <a:pt x="1218" y="18917"/>
                      <a:pt x="1218" y="19108"/>
                    </a:cubicBezTo>
                    <a:cubicBezTo>
                      <a:pt x="1218" y="19480"/>
                      <a:pt x="1218" y="19855"/>
                      <a:pt x="1215" y="20230"/>
                    </a:cubicBezTo>
                    <a:cubicBezTo>
                      <a:pt x="1215" y="23745"/>
                      <a:pt x="1218" y="27260"/>
                      <a:pt x="1218" y="30773"/>
                    </a:cubicBezTo>
                    <a:cubicBezTo>
                      <a:pt x="1220" y="33792"/>
                      <a:pt x="1218" y="36810"/>
                      <a:pt x="1218" y="39827"/>
                    </a:cubicBezTo>
                    <a:cubicBezTo>
                      <a:pt x="1215" y="43330"/>
                      <a:pt x="1215" y="46830"/>
                      <a:pt x="1218" y="50333"/>
                    </a:cubicBezTo>
                    <a:cubicBezTo>
                      <a:pt x="1218" y="50705"/>
                      <a:pt x="1218" y="51080"/>
                      <a:pt x="1218" y="51452"/>
                    </a:cubicBezTo>
                    <a:cubicBezTo>
                      <a:pt x="1218" y="51635"/>
                      <a:pt x="1218" y="51820"/>
                      <a:pt x="1218" y="52007"/>
                    </a:cubicBezTo>
                    <a:cubicBezTo>
                      <a:pt x="1218" y="53305"/>
                      <a:pt x="1218" y="54600"/>
                      <a:pt x="1215" y="55898"/>
                    </a:cubicBezTo>
                    <a:cubicBezTo>
                      <a:pt x="1215" y="57475"/>
                      <a:pt x="1215" y="59055"/>
                      <a:pt x="1218" y="60632"/>
                    </a:cubicBezTo>
                    <a:cubicBezTo>
                      <a:pt x="1218" y="61440"/>
                      <a:pt x="1218" y="62245"/>
                      <a:pt x="1218" y="63053"/>
                    </a:cubicBezTo>
                    <a:cubicBezTo>
                      <a:pt x="1215" y="63790"/>
                      <a:pt x="1218" y="64525"/>
                      <a:pt x="1218" y="65262"/>
                    </a:cubicBezTo>
                    <a:cubicBezTo>
                      <a:pt x="1218" y="65530"/>
                      <a:pt x="1218" y="65798"/>
                      <a:pt x="1218" y="66065"/>
                    </a:cubicBezTo>
                    <a:cubicBezTo>
                      <a:pt x="1218" y="66428"/>
                      <a:pt x="1218" y="66790"/>
                      <a:pt x="1218" y="67153"/>
                    </a:cubicBezTo>
                    <a:cubicBezTo>
                      <a:pt x="1218" y="67353"/>
                      <a:pt x="1218" y="67555"/>
                      <a:pt x="1218" y="67762"/>
                    </a:cubicBezTo>
                    <a:cubicBezTo>
                      <a:pt x="1250" y="68250"/>
                      <a:pt x="1250" y="68250"/>
                      <a:pt x="1500" y="68750"/>
                    </a:cubicBezTo>
                    <a:cubicBezTo>
                      <a:pt x="23610" y="68750"/>
                      <a:pt x="45720" y="68750"/>
                      <a:pt x="68500" y="68750"/>
                    </a:cubicBezTo>
                    <a:cubicBezTo>
                      <a:pt x="68795" y="68160"/>
                      <a:pt x="68782" y="67810"/>
                      <a:pt x="68782" y="67153"/>
                    </a:cubicBezTo>
                    <a:cubicBezTo>
                      <a:pt x="68782" y="66920"/>
                      <a:pt x="68782" y="66688"/>
                      <a:pt x="68782" y="66447"/>
                    </a:cubicBezTo>
                    <a:cubicBezTo>
                      <a:pt x="68782" y="66188"/>
                      <a:pt x="68782" y="65928"/>
                      <a:pt x="68782" y="65668"/>
                    </a:cubicBezTo>
                    <a:cubicBezTo>
                      <a:pt x="68782" y="65395"/>
                      <a:pt x="68782" y="65120"/>
                      <a:pt x="68782" y="64845"/>
                    </a:cubicBezTo>
                    <a:cubicBezTo>
                      <a:pt x="68785" y="64090"/>
                      <a:pt x="68782" y="63332"/>
                      <a:pt x="68782" y="62577"/>
                    </a:cubicBezTo>
                    <a:cubicBezTo>
                      <a:pt x="68782" y="61762"/>
                      <a:pt x="68782" y="60947"/>
                      <a:pt x="68782" y="60132"/>
                    </a:cubicBezTo>
                    <a:cubicBezTo>
                      <a:pt x="68785" y="58538"/>
                      <a:pt x="68785" y="56940"/>
                      <a:pt x="68785" y="55342"/>
                    </a:cubicBezTo>
                    <a:cubicBezTo>
                      <a:pt x="68782" y="54048"/>
                      <a:pt x="68782" y="52750"/>
                      <a:pt x="68782" y="51452"/>
                    </a:cubicBezTo>
                    <a:cubicBezTo>
                      <a:pt x="68782" y="51267"/>
                      <a:pt x="68782" y="51083"/>
                      <a:pt x="68782" y="50892"/>
                    </a:cubicBezTo>
                    <a:cubicBezTo>
                      <a:pt x="68782" y="50520"/>
                      <a:pt x="68782" y="50145"/>
                      <a:pt x="68785" y="49770"/>
                    </a:cubicBezTo>
                    <a:cubicBezTo>
                      <a:pt x="68785" y="46255"/>
                      <a:pt x="68782" y="42740"/>
                      <a:pt x="68782" y="39227"/>
                    </a:cubicBezTo>
                    <a:cubicBezTo>
                      <a:pt x="68780" y="36208"/>
                      <a:pt x="68782" y="33190"/>
                      <a:pt x="68782" y="30173"/>
                    </a:cubicBezTo>
                    <a:cubicBezTo>
                      <a:pt x="68785" y="26670"/>
                      <a:pt x="68785" y="23170"/>
                      <a:pt x="68782" y="19667"/>
                    </a:cubicBezTo>
                    <a:cubicBezTo>
                      <a:pt x="68782" y="19295"/>
                      <a:pt x="68782" y="18920"/>
                      <a:pt x="68782" y="18548"/>
                    </a:cubicBezTo>
                    <a:cubicBezTo>
                      <a:pt x="68782" y="18365"/>
                      <a:pt x="68782" y="18180"/>
                      <a:pt x="68782" y="17993"/>
                    </a:cubicBezTo>
                    <a:cubicBezTo>
                      <a:pt x="68782" y="16695"/>
                      <a:pt x="68782" y="15400"/>
                      <a:pt x="68785" y="14102"/>
                    </a:cubicBezTo>
                    <a:cubicBezTo>
                      <a:pt x="68785" y="12525"/>
                      <a:pt x="68785" y="10945"/>
                      <a:pt x="68782" y="9368"/>
                    </a:cubicBezTo>
                    <a:cubicBezTo>
                      <a:pt x="68782" y="8560"/>
                      <a:pt x="68782" y="7755"/>
                      <a:pt x="68782" y="6947"/>
                    </a:cubicBezTo>
                    <a:cubicBezTo>
                      <a:pt x="68785" y="6210"/>
                      <a:pt x="68782" y="5475"/>
                      <a:pt x="68782" y="4738"/>
                    </a:cubicBezTo>
                    <a:cubicBezTo>
                      <a:pt x="68782" y="4470"/>
                      <a:pt x="68782" y="4202"/>
                      <a:pt x="68782" y="3935"/>
                    </a:cubicBezTo>
                    <a:cubicBezTo>
                      <a:pt x="68782" y="3572"/>
                      <a:pt x="68782" y="3210"/>
                      <a:pt x="68782" y="2847"/>
                    </a:cubicBezTo>
                    <a:cubicBezTo>
                      <a:pt x="68782" y="2648"/>
                      <a:pt x="68782" y="2445"/>
                      <a:pt x="68782" y="2238"/>
                    </a:cubicBezTo>
                    <a:cubicBezTo>
                      <a:pt x="68750" y="1750"/>
                      <a:pt x="68750" y="1750"/>
                      <a:pt x="68500" y="1250"/>
                    </a:cubicBezTo>
                    <a:cubicBezTo>
                      <a:pt x="46390" y="1250"/>
                      <a:pt x="24280" y="1250"/>
                      <a:pt x="1500" y="1250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26" name="bbc vector"/>
              <p:cNvSpPr/>
              <p:nvPr/>
            </p:nvSpPr>
            <p:spPr>
              <a:xfrm>
                <a:off x="1627057" y="2017636"/>
                <a:ext cx="113797" cy="109957"/>
              </a:xfrm>
              <a:custGeom>
                <a:avLst/>
                <a:gdLst/>
                <a:ahLst/>
                <a:cxnLst/>
                <a:rect l="0" t="0" r="r" b="b"/>
                <a:pathLst>
                  <a:path w="12445" h="12025" fill="norm" stroke="0">
                    <a:moveTo>
                      <a:pt x="1618" y="30"/>
                    </a:moveTo>
                    <a:cubicBezTo>
                      <a:pt x="1835" y="28"/>
                      <a:pt x="2053" y="25"/>
                      <a:pt x="2278" y="23"/>
                    </a:cubicBezTo>
                    <a:cubicBezTo>
                      <a:pt x="2513" y="23"/>
                      <a:pt x="2750" y="23"/>
                      <a:pt x="2993" y="23"/>
                    </a:cubicBezTo>
                    <a:cubicBezTo>
                      <a:pt x="3113" y="23"/>
                      <a:pt x="3113" y="23"/>
                      <a:pt x="3725" y="20"/>
                    </a:cubicBezTo>
                    <a:cubicBezTo>
                      <a:pt x="4235" y="18"/>
                      <a:pt x="4748" y="18"/>
                      <a:pt x="5260" y="20"/>
                    </a:cubicBezTo>
                    <a:cubicBezTo>
                      <a:pt x="5915" y="20"/>
                      <a:pt x="6570" y="18"/>
                      <a:pt x="7225" y="10"/>
                    </a:cubicBezTo>
                    <a:cubicBezTo>
                      <a:pt x="7850" y="7"/>
                      <a:pt x="8475" y="7"/>
                      <a:pt x="9100" y="7"/>
                    </a:cubicBezTo>
                    <a:cubicBezTo>
                      <a:pt x="9218" y="7"/>
                      <a:pt x="9218" y="7"/>
                      <a:pt x="9812" y="0"/>
                    </a:cubicBezTo>
                    <a:cubicBezTo>
                      <a:pt x="10032" y="2"/>
                      <a:pt x="10250" y="5"/>
                      <a:pt x="10475" y="5"/>
                    </a:cubicBezTo>
                    <a:cubicBezTo>
                      <a:pt x="10668" y="5"/>
                      <a:pt x="10860" y="5"/>
                      <a:pt x="11058" y="5"/>
                    </a:cubicBezTo>
                    <a:cubicBezTo>
                      <a:pt x="11708" y="125"/>
                      <a:pt x="11928" y="317"/>
                      <a:pt x="12312" y="847"/>
                    </a:cubicBezTo>
                    <a:cubicBezTo>
                      <a:pt x="12410" y="1312"/>
                      <a:pt x="12410" y="1312"/>
                      <a:pt x="12415" y="1835"/>
                    </a:cubicBezTo>
                    <a:cubicBezTo>
                      <a:pt x="12418" y="2032"/>
                      <a:pt x="12420" y="2230"/>
                      <a:pt x="12423" y="2433"/>
                    </a:cubicBezTo>
                    <a:cubicBezTo>
                      <a:pt x="12423" y="2645"/>
                      <a:pt x="12423" y="2855"/>
                      <a:pt x="12423" y="3075"/>
                    </a:cubicBezTo>
                    <a:cubicBezTo>
                      <a:pt x="12423" y="3292"/>
                      <a:pt x="12425" y="3513"/>
                      <a:pt x="12425" y="3738"/>
                    </a:cubicBezTo>
                    <a:cubicBezTo>
                      <a:pt x="12428" y="4197"/>
                      <a:pt x="12428" y="4660"/>
                      <a:pt x="12425" y="5123"/>
                    </a:cubicBezTo>
                    <a:cubicBezTo>
                      <a:pt x="12423" y="5830"/>
                      <a:pt x="12430" y="6535"/>
                      <a:pt x="12438" y="7243"/>
                    </a:cubicBezTo>
                    <a:cubicBezTo>
                      <a:pt x="12438" y="7692"/>
                      <a:pt x="12438" y="8140"/>
                      <a:pt x="12438" y="8590"/>
                    </a:cubicBezTo>
                    <a:cubicBezTo>
                      <a:pt x="12440" y="8800"/>
                      <a:pt x="12442" y="9013"/>
                      <a:pt x="12445" y="9230"/>
                    </a:cubicBezTo>
                    <a:cubicBezTo>
                      <a:pt x="12435" y="10130"/>
                      <a:pt x="12403" y="10695"/>
                      <a:pt x="11942" y="11482"/>
                    </a:cubicBezTo>
                    <a:cubicBezTo>
                      <a:pt x="11010" y="12025"/>
                      <a:pt x="10188" y="11982"/>
                      <a:pt x="9127" y="11965"/>
                    </a:cubicBezTo>
                    <a:cubicBezTo>
                      <a:pt x="8915" y="11963"/>
                      <a:pt x="8703" y="11963"/>
                      <a:pt x="8485" y="11963"/>
                    </a:cubicBezTo>
                    <a:cubicBezTo>
                      <a:pt x="8035" y="11963"/>
                      <a:pt x="7588" y="11958"/>
                      <a:pt x="7140" y="11953"/>
                    </a:cubicBezTo>
                    <a:cubicBezTo>
                      <a:pt x="6458" y="11942"/>
                      <a:pt x="5773" y="11942"/>
                      <a:pt x="5090" y="11942"/>
                    </a:cubicBezTo>
                    <a:cubicBezTo>
                      <a:pt x="4655" y="11940"/>
                      <a:pt x="4218" y="11935"/>
                      <a:pt x="3782" y="11933"/>
                    </a:cubicBezTo>
                    <a:cubicBezTo>
                      <a:pt x="3580" y="11933"/>
                      <a:pt x="3375" y="11933"/>
                      <a:pt x="3165" y="11930"/>
                    </a:cubicBezTo>
                    <a:cubicBezTo>
                      <a:pt x="858" y="11893"/>
                      <a:pt x="858" y="11893"/>
                      <a:pt x="62" y="11097"/>
                    </a:cubicBezTo>
                    <a:cubicBezTo>
                      <a:pt x="38" y="10773"/>
                      <a:pt x="28" y="10442"/>
                      <a:pt x="28" y="10115"/>
                    </a:cubicBezTo>
                    <a:cubicBezTo>
                      <a:pt x="25" y="9905"/>
                      <a:pt x="23" y="9697"/>
                      <a:pt x="23" y="9482"/>
                    </a:cubicBezTo>
                    <a:cubicBezTo>
                      <a:pt x="23" y="9255"/>
                      <a:pt x="20" y="9028"/>
                      <a:pt x="20" y="8795"/>
                    </a:cubicBezTo>
                    <a:cubicBezTo>
                      <a:pt x="20" y="8562"/>
                      <a:pt x="20" y="8333"/>
                      <a:pt x="18" y="8093"/>
                    </a:cubicBezTo>
                    <a:cubicBezTo>
                      <a:pt x="18" y="7602"/>
                      <a:pt x="18" y="7113"/>
                      <a:pt x="18" y="6620"/>
                    </a:cubicBezTo>
                    <a:cubicBezTo>
                      <a:pt x="18" y="6118"/>
                      <a:pt x="15" y="5613"/>
                      <a:pt x="13" y="5107"/>
                    </a:cubicBezTo>
                    <a:cubicBezTo>
                      <a:pt x="7" y="4385"/>
                      <a:pt x="5" y="3660"/>
                      <a:pt x="5" y="2935"/>
                    </a:cubicBezTo>
                    <a:cubicBezTo>
                      <a:pt x="2" y="2710"/>
                      <a:pt x="2" y="2482"/>
                      <a:pt x="0" y="2250"/>
                    </a:cubicBezTo>
                    <a:cubicBezTo>
                      <a:pt x="0" y="2040"/>
                      <a:pt x="2" y="1830"/>
                      <a:pt x="2" y="1615"/>
                    </a:cubicBezTo>
                    <a:cubicBezTo>
                      <a:pt x="2" y="1430"/>
                      <a:pt x="2" y="1245"/>
                      <a:pt x="0" y="1055"/>
                    </a:cubicBezTo>
                    <a:cubicBezTo>
                      <a:pt x="135" y="58"/>
                      <a:pt x="763" y="35"/>
                      <a:pt x="1618" y="30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27" name="bbc vector"/>
              <p:cNvSpPr/>
              <p:nvPr/>
            </p:nvSpPr>
            <p:spPr>
              <a:xfrm>
                <a:off x="1751027" y="2017636"/>
                <a:ext cx="115809" cy="109842"/>
              </a:xfrm>
              <a:custGeom>
                <a:avLst/>
                <a:gdLst/>
                <a:ahLst/>
                <a:cxnLst/>
                <a:rect l="0" t="0" r="r" b="b"/>
                <a:pathLst>
                  <a:path w="12665" h="12013" fill="norm" stroke="0">
                    <a:moveTo>
                      <a:pt x="1810" y="30"/>
                    </a:moveTo>
                    <a:cubicBezTo>
                      <a:pt x="2028" y="28"/>
                      <a:pt x="2245" y="25"/>
                      <a:pt x="2470" y="23"/>
                    </a:cubicBezTo>
                    <a:cubicBezTo>
                      <a:pt x="2705" y="23"/>
                      <a:pt x="2942" y="23"/>
                      <a:pt x="3185" y="23"/>
                    </a:cubicBezTo>
                    <a:cubicBezTo>
                      <a:pt x="3305" y="23"/>
                      <a:pt x="3305" y="23"/>
                      <a:pt x="3918" y="20"/>
                    </a:cubicBezTo>
                    <a:cubicBezTo>
                      <a:pt x="4428" y="18"/>
                      <a:pt x="4940" y="18"/>
                      <a:pt x="5452" y="20"/>
                    </a:cubicBezTo>
                    <a:cubicBezTo>
                      <a:pt x="6108" y="20"/>
                      <a:pt x="6762" y="18"/>
                      <a:pt x="7418" y="10"/>
                    </a:cubicBezTo>
                    <a:cubicBezTo>
                      <a:pt x="8043" y="7"/>
                      <a:pt x="8668" y="7"/>
                      <a:pt x="9293" y="7"/>
                    </a:cubicBezTo>
                    <a:cubicBezTo>
                      <a:pt x="9410" y="7"/>
                      <a:pt x="9410" y="7"/>
                      <a:pt x="10005" y="0"/>
                    </a:cubicBezTo>
                    <a:cubicBezTo>
                      <a:pt x="10225" y="2"/>
                      <a:pt x="10442" y="5"/>
                      <a:pt x="10668" y="5"/>
                    </a:cubicBezTo>
                    <a:cubicBezTo>
                      <a:pt x="10860" y="5"/>
                      <a:pt x="11053" y="5"/>
                      <a:pt x="11250" y="5"/>
                    </a:cubicBezTo>
                    <a:cubicBezTo>
                      <a:pt x="11903" y="125"/>
                      <a:pt x="12120" y="315"/>
                      <a:pt x="12505" y="847"/>
                    </a:cubicBezTo>
                    <a:cubicBezTo>
                      <a:pt x="12605" y="1322"/>
                      <a:pt x="12605" y="1322"/>
                      <a:pt x="12610" y="1863"/>
                    </a:cubicBezTo>
                    <a:cubicBezTo>
                      <a:pt x="12615" y="2065"/>
                      <a:pt x="12618" y="2268"/>
                      <a:pt x="12623" y="2477"/>
                    </a:cubicBezTo>
                    <a:cubicBezTo>
                      <a:pt x="12623" y="2695"/>
                      <a:pt x="12623" y="2912"/>
                      <a:pt x="12623" y="3138"/>
                    </a:cubicBezTo>
                    <a:cubicBezTo>
                      <a:pt x="12623" y="3250"/>
                      <a:pt x="12623" y="3250"/>
                      <a:pt x="12627" y="3817"/>
                    </a:cubicBezTo>
                    <a:cubicBezTo>
                      <a:pt x="12630" y="4292"/>
                      <a:pt x="12632" y="4768"/>
                      <a:pt x="12630" y="5243"/>
                    </a:cubicBezTo>
                    <a:cubicBezTo>
                      <a:pt x="12630" y="5970"/>
                      <a:pt x="12640" y="6697"/>
                      <a:pt x="12653" y="7425"/>
                    </a:cubicBezTo>
                    <a:cubicBezTo>
                      <a:pt x="12653" y="7888"/>
                      <a:pt x="12655" y="8347"/>
                      <a:pt x="12655" y="8810"/>
                    </a:cubicBezTo>
                    <a:cubicBezTo>
                      <a:pt x="12655" y="8917"/>
                      <a:pt x="12655" y="8917"/>
                      <a:pt x="12665" y="9470"/>
                    </a:cubicBezTo>
                    <a:cubicBezTo>
                      <a:pt x="12650" y="10950"/>
                      <a:pt x="12650" y="10950"/>
                      <a:pt x="12012" y="11610"/>
                    </a:cubicBezTo>
                    <a:cubicBezTo>
                      <a:pt x="11055" y="12013"/>
                      <a:pt x="10000" y="11955"/>
                      <a:pt x="8980" y="11948"/>
                    </a:cubicBezTo>
                    <a:cubicBezTo>
                      <a:pt x="8762" y="11950"/>
                      <a:pt x="8545" y="11950"/>
                      <a:pt x="8320" y="11950"/>
                    </a:cubicBezTo>
                    <a:cubicBezTo>
                      <a:pt x="7863" y="11950"/>
                      <a:pt x="7403" y="11950"/>
                      <a:pt x="6942" y="11948"/>
                    </a:cubicBezTo>
                    <a:cubicBezTo>
                      <a:pt x="6240" y="11942"/>
                      <a:pt x="5540" y="11948"/>
                      <a:pt x="4838" y="11950"/>
                    </a:cubicBezTo>
                    <a:cubicBezTo>
                      <a:pt x="4390" y="11950"/>
                      <a:pt x="3942" y="11950"/>
                      <a:pt x="3498" y="11948"/>
                    </a:cubicBezTo>
                    <a:cubicBezTo>
                      <a:pt x="3287" y="11950"/>
                      <a:pt x="3077" y="11953"/>
                      <a:pt x="2863" y="11953"/>
                    </a:cubicBezTo>
                    <a:cubicBezTo>
                      <a:pt x="2045" y="11942"/>
                      <a:pt x="1390" y="11898"/>
                      <a:pt x="623" y="11615"/>
                    </a:cubicBezTo>
                    <a:cubicBezTo>
                      <a:pt x="0" y="10740"/>
                      <a:pt x="123" y="9790"/>
                      <a:pt x="140" y="8745"/>
                    </a:cubicBezTo>
                    <a:cubicBezTo>
                      <a:pt x="140" y="8515"/>
                      <a:pt x="140" y="8285"/>
                      <a:pt x="140" y="8047"/>
                    </a:cubicBezTo>
                    <a:cubicBezTo>
                      <a:pt x="143" y="7435"/>
                      <a:pt x="150" y="6822"/>
                      <a:pt x="157" y="6210"/>
                    </a:cubicBezTo>
                    <a:cubicBezTo>
                      <a:pt x="165" y="5585"/>
                      <a:pt x="162" y="4963"/>
                      <a:pt x="162" y="4338"/>
                    </a:cubicBezTo>
                    <a:cubicBezTo>
                      <a:pt x="165" y="3865"/>
                      <a:pt x="168" y="3393"/>
                      <a:pt x="173" y="2917"/>
                    </a:cubicBezTo>
                    <a:cubicBezTo>
                      <a:pt x="173" y="2692"/>
                      <a:pt x="173" y="2468"/>
                      <a:pt x="173" y="2238"/>
                    </a:cubicBezTo>
                    <a:cubicBezTo>
                      <a:pt x="175" y="2132"/>
                      <a:pt x="175" y="2132"/>
                      <a:pt x="183" y="1607"/>
                    </a:cubicBezTo>
                    <a:cubicBezTo>
                      <a:pt x="185" y="1425"/>
                      <a:pt x="188" y="1240"/>
                      <a:pt x="188" y="1053"/>
                    </a:cubicBezTo>
                    <a:cubicBezTo>
                      <a:pt x="335" y="60"/>
                      <a:pt x="955" y="35"/>
                      <a:pt x="1810" y="30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28" name="bbc vector"/>
              <p:cNvSpPr/>
              <p:nvPr/>
            </p:nvSpPr>
            <p:spPr>
              <a:xfrm>
                <a:off x="1501057" y="2017582"/>
                <a:ext cx="114071" cy="109522"/>
              </a:xfrm>
              <a:custGeom>
                <a:avLst/>
                <a:gdLst/>
                <a:ahLst/>
                <a:cxnLst/>
                <a:rect l="0" t="0" r="r" b="b"/>
                <a:pathLst>
                  <a:path w="12475" h="11977" fill="norm" stroke="0">
                    <a:moveTo>
                      <a:pt x="1903" y="7"/>
                    </a:moveTo>
                    <a:cubicBezTo>
                      <a:pt x="2115" y="5"/>
                      <a:pt x="2328" y="2"/>
                      <a:pt x="2548" y="0"/>
                    </a:cubicBezTo>
                    <a:cubicBezTo>
                      <a:pt x="2775" y="2"/>
                      <a:pt x="3005" y="2"/>
                      <a:pt x="3240" y="5"/>
                    </a:cubicBezTo>
                    <a:cubicBezTo>
                      <a:pt x="3477" y="5"/>
                      <a:pt x="3713" y="2"/>
                      <a:pt x="3955" y="2"/>
                    </a:cubicBezTo>
                    <a:cubicBezTo>
                      <a:pt x="4455" y="2"/>
                      <a:pt x="4953" y="2"/>
                      <a:pt x="5450" y="7"/>
                    </a:cubicBezTo>
                    <a:cubicBezTo>
                      <a:pt x="6090" y="10"/>
                      <a:pt x="6727" y="7"/>
                      <a:pt x="7365" y="5"/>
                    </a:cubicBezTo>
                    <a:cubicBezTo>
                      <a:pt x="7975" y="0"/>
                      <a:pt x="8585" y="2"/>
                      <a:pt x="9195" y="5"/>
                    </a:cubicBezTo>
                    <a:cubicBezTo>
                      <a:pt x="9308" y="5"/>
                      <a:pt x="9308" y="5"/>
                      <a:pt x="9888" y="0"/>
                    </a:cubicBezTo>
                    <a:cubicBezTo>
                      <a:pt x="10100" y="2"/>
                      <a:pt x="10312" y="5"/>
                      <a:pt x="10532" y="7"/>
                    </a:cubicBezTo>
                    <a:cubicBezTo>
                      <a:pt x="10625" y="7"/>
                      <a:pt x="10625" y="7"/>
                      <a:pt x="11100" y="10"/>
                    </a:cubicBezTo>
                    <a:cubicBezTo>
                      <a:pt x="11740" y="132"/>
                      <a:pt x="11960" y="330"/>
                      <a:pt x="12343" y="855"/>
                    </a:cubicBezTo>
                    <a:cubicBezTo>
                      <a:pt x="12440" y="1330"/>
                      <a:pt x="12440" y="1330"/>
                      <a:pt x="12442" y="1868"/>
                    </a:cubicBezTo>
                    <a:cubicBezTo>
                      <a:pt x="12448" y="2072"/>
                      <a:pt x="12450" y="2275"/>
                      <a:pt x="12453" y="2482"/>
                    </a:cubicBezTo>
                    <a:cubicBezTo>
                      <a:pt x="12453" y="2700"/>
                      <a:pt x="12453" y="2920"/>
                      <a:pt x="12450" y="3142"/>
                    </a:cubicBezTo>
                    <a:cubicBezTo>
                      <a:pt x="12453" y="3368"/>
                      <a:pt x="12453" y="3593"/>
                      <a:pt x="12455" y="3825"/>
                    </a:cubicBezTo>
                    <a:cubicBezTo>
                      <a:pt x="12458" y="4300"/>
                      <a:pt x="12455" y="4775"/>
                      <a:pt x="12455" y="5250"/>
                    </a:cubicBezTo>
                    <a:cubicBezTo>
                      <a:pt x="12453" y="5977"/>
                      <a:pt x="12460" y="6705"/>
                      <a:pt x="12468" y="7433"/>
                    </a:cubicBezTo>
                    <a:cubicBezTo>
                      <a:pt x="12468" y="7892"/>
                      <a:pt x="12468" y="8355"/>
                      <a:pt x="12468" y="8815"/>
                    </a:cubicBezTo>
                    <a:cubicBezTo>
                      <a:pt x="12470" y="9032"/>
                      <a:pt x="12472" y="9252"/>
                      <a:pt x="12475" y="9475"/>
                    </a:cubicBezTo>
                    <a:cubicBezTo>
                      <a:pt x="12458" y="10942"/>
                      <a:pt x="12458" y="10942"/>
                      <a:pt x="11975" y="11618"/>
                    </a:cubicBezTo>
                    <a:cubicBezTo>
                      <a:pt x="11015" y="11977"/>
                      <a:pt x="10110" y="11957"/>
                      <a:pt x="9093" y="11945"/>
                    </a:cubicBezTo>
                    <a:cubicBezTo>
                      <a:pt x="8982" y="11945"/>
                      <a:pt x="8982" y="11945"/>
                      <a:pt x="8433" y="11945"/>
                    </a:cubicBezTo>
                    <a:cubicBezTo>
                      <a:pt x="7970" y="11945"/>
                      <a:pt x="7510" y="11942"/>
                      <a:pt x="7050" y="11938"/>
                    </a:cubicBezTo>
                    <a:cubicBezTo>
                      <a:pt x="6345" y="11933"/>
                      <a:pt x="5640" y="11933"/>
                      <a:pt x="4935" y="11935"/>
                    </a:cubicBezTo>
                    <a:cubicBezTo>
                      <a:pt x="4488" y="11933"/>
                      <a:pt x="4040" y="11933"/>
                      <a:pt x="3593" y="11930"/>
                    </a:cubicBezTo>
                    <a:cubicBezTo>
                      <a:pt x="3382" y="11930"/>
                      <a:pt x="3173" y="11930"/>
                      <a:pt x="2955" y="11930"/>
                    </a:cubicBezTo>
                    <a:cubicBezTo>
                      <a:pt x="2757" y="11928"/>
                      <a:pt x="2560" y="11925"/>
                      <a:pt x="2357" y="11922"/>
                    </a:cubicBezTo>
                    <a:cubicBezTo>
                      <a:pt x="2185" y="11922"/>
                      <a:pt x="2013" y="11920"/>
                      <a:pt x="1835" y="11920"/>
                    </a:cubicBezTo>
                    <a:cubicBezTo>
                      <a:pt x="1248" y="11843"/>
                      <a:pt x="847" y="11662"/>
                      <a:pt x="343" y="11355"/>
                    </a:cubicBezTo>
                    <a:cubicBezTo>
                      <a:pt x="65" y="10800"/>
                      <a:pt x="58" y="10505"/>
                      <a:pt x="53" y="9892"/>
                    </a:cubicBezTo>
                    <a:cubicBezTo>
                      <a:pt x="50" y="9695"/>
                      <a:pt x="48" y="9495"/>
                      <a:pt x="45" y="9292"/>
                    </a:cubicBezTo>
                    <a:cubicBezTo>
                      <a:pt x="45" y="9077"/>
                      <a:pt x="42" y="8865"/>
                      <a:pt x="42" y="8645"/>
                    </a:cubicBezTo>
                    <a:cubicBezTo>
                      <a:pt x="40" y="8425"/>
                      <a:pt x="40" y="8205"/>
                      <a:pt x="37" y="7980"/>
                    </a:cubicBezTo>
                    <a:cubicBezTo>
                      <a:pt x="35" y="7515"/>
                      <a:pt x="32" y="7050"/>
                      <a:pt x="32" y="6585"/>
                    </a:cubicBezTo>
                    <a:cubicBezTo>
                      <a:pt x="30" y="5875"/>
                      <a:pt x="23" y="5162"/>
                      <a:pt x="15" y="4450"/>
                    </a:cubicBezTo>
                    <a:cubicBezTo>
                      <a:pt x="13" y="4000"/>
                      <a:pt x="13" y="3547"/>
                      <a:pt x="10" y="3097"/>
                    </a:cubicBezTo>
                    <a:cubicBezTo>
                      <a:pt x="7" y="2885"/>
                      <a:pt x="5" y="2670"/>
                      <a:pt x="0" y="2452"/>
                    </a:cubicBezTo>
                    <a:cubicBezTo>
                      <a:pt x="2" y="2252"/>
                      <a:pt x="2" y="2055"/>
                      <a:pt x="2" y="1850"/>
                    </a:cubicBezTo>
                    <a:cubicBezTo>
                      <a:pt x="2" y="1675"/>
                      <a:pt x="2" y="1500"/>
                      <a:pt x="0" y="1320"/>
                    </a:cubicBezTo>
                    <a:cubicBezTo>
                      <a:pt x="213" y="250"/>
                      <a:pt x="898" y="10"/>
                      <a:pt x="1903" y="7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29" name="bbc vector"/>
              <p:cNvSpPr/>
              <p:nvPr/>
            </p:nvSpPr>
            <p:spPr>
              <a:xfrm>
                <a:off x="1669945" y="2158999"/>
                <a:ext cx="147630" cy="121432"/>
              </a:xfrm>
              <a:custGeom>
                <a:avLst/>
                <a:gdLst/>
                <a:ahLst/>
                <a:cxnLst/>
                <a:rect l="0" t="0" r="r" b="b"/>
                <a:pathLst>
                  <a:path w="16145" h="13280" fill="norm" stroke="0">
                    <a:moveTo>
                      <a:pt x="1480" y="32"/>
                    </a:moveTo>
                    <a:cubicBezTo>
                      <a:pt x="2100" y="200"/>
                      <a:pt x="2278" y="612"/>
                      <a:pt x="2622" y="1140"/>
                    </a:cubicBezTo>
                    <a:cubicBezTo>
                      <a:pt x="2815" y="1703"/>
                      <a:pt x="2815" y="1703"/>
                      <a:pt x="2952" y="2315"/>
                    </a:cubicBezTo>
                    <a:cubicBezTo>
                      <a:pt x="3002" y="2540"/>
                      <a:pt x="3055" y="2765"/>
                      <a:pt x="3107" y="2995"/>
                    </a:cubicBezTo>
                    <a:cubicBezTo>
                      <a:pt x="3160" y="3227"/>
                      <a:pt x="3210" y="3463"/>
                      <a:pt x="3262" y="3703"/>
                    </a:cubicBezTo>
                    <a:cubicBezTo>
                      <a:pt x="3367" y="4160"/>
                      <a:pt x="3472" y="4620"/>
                      <a:pt x="3577" y="5080"/>
                    </a:cubicBezTo>
                    <a:cubicBezTo>
                      <a:pt x="3720" y="5718"/>
                      <a:pt x="3865" y="6355"/>
                      <a:pt x="4005" y="6995"/>
                    </a:cubicBezTo>
                    <a:cubicBezTo>
                      <a:pt x="4025" y="7085"/>
                      <a:pt x="4025" y="7085"/>
                      <a:pt x="4130" y="7542"/>
                    </a:cubicBezTo>
                    <a:cubicBezTo>
                      <a:pt x="4165" y="7700"/>
                      <a:pt x="4200" y="7857"/>
                      <a:pt x="4235" y="8023"/>
                    </a:cubicBezTo>
                    <a:cubicBezTo>
                      <a:pt x="4372" y="8390"/>
                      <a:pt x="4372" y="8390"/>
                      <a:pt x="4872" y="8640"/>
                    </a:cubicBezTo>
                    <a:cubicBezTo>
                      <a:pt x="4900" y="8518"/>
                      <a:pt x="4925" y="8395"/>
                      <a:pt x="4952" y="8270"/>
                    </a:cubicBezTo>
                    <a:cubicBezTo>
                      <a:pt x="5252" y="6890"/>
                      <a:pt x="5560" y="5515"/>
                      <a:pt x="5872" y="4140"/>
                    </a:cubicBezTo>
                    <a:cubicBezTo>
                      <a:pt x="5890" y="4060"/>
                      <a:pt x="5890" y="4060"/>
                      <a:pt x="5977" y="3667"/>
                    </a:cubicBezTo>
                    <a:cubicBezTo>
                      <a:pt x="6062" y="3287"/>
                      <a:pt x="6155" y="2907"/>
                      <a:pt x="6247" y="2530"/>
                    </a:cubicBezTo>
                    <a:cubicBezTo>
                      <a:pt x="6273" y="2428"/>
                      <a:pt x="6273" y="2428"/>
                      <a:pt x="6395" y="1905"/>
                    </a:cubicBezTo>
                    <a:cubicBezTo>
                      <a:pt x="6685" y="1245"/>
                      <a:pt x="7000" y="995"/>
                      <a:pt x="7622" y="640"/>
                    </a:cubicBezTo>
                    <a:cubicBezTo>
                      <a:pt x="8192" y="588"/>
                      <a:pt x="8557" y="730"/>
                      <a:pt x="9122" y="890"/>
                    </a:cubicBezTo>
                    <a:cubicBezTo>
                      <a:pt x="9700" y="1468"/>
                      <a:pt x="9810" y="1947"/>
                      <a:pt x="9990" y="2715"/>
                    </a:cubicBezTo>
                    <a:cubicBezTo>
                      <a:pt x="10023" y="2845"/>
                      <a:pt x="10055" y="2975"/>
                      <a:pt x="10088" y="3110"/>
                    </a:cubicBezTo>
                    <a:cubicBezTo>
                      <a:pt x="10190" y="3525"/>
                      <a:pt x="10290" y="3942"/>
                      <a:pt x="10387" y="4357"/>
                    </a:cubicBezTo>
                    <a:cubicBezTo>
                      <a:pt x="10455" y="4635"/>
                      <a:pt x="10525" y="4915"/>
                      <a:pt x="10593" y="5192"/>
                    </a:cubicBezTo>
                    <a:cubicBezTo>
                      <a:pt x="10718" y="5705"/>
                      <a:pt x="10843" y="6220"/>
                      <a:pt x="10965" y="6732"/>
                    </a:cubicBezTo>
                    <a:cubicBezTo>
                      <a:pt x="11097" y="7285"/>
                      <a:pt x="11232" y="7838"/>
                      <a:pt x="11372" y="8390"/>
                    </a:cubicBezTo>
                    <a:cubicBezTo>
                      <a:pt x="11537" y="8308"/>
                      <a:pt x="11702" y="8225"/>
                      <a:pt x="11872" y="8140"/>
                    </a:cubicBezTo>
                    <a:cubicBezTo>
                      <a:pt x="12012" y="7627"/>
                      <a:pt x="12120" y="7138"/>
                      <a:pt x="12215" y="6618"/>
                    </a:cubicBezTo>
                    <a:cubicBezTo>
                      <a:pt x="12278" y="6305"/>
                      <a:pt x="12338" y="5990"/>
                      <a:pt x="12400" y="5677"/>
                    </a:cubicBezTo>
                    <a:cubicBezTo>
                      <a:pt x="12497" y="5183"/>
                      <a:pt x="12590" y="4688"/>
                      <a:pt x="12682" y="4192"/>
                    </a:cubicBezTo>
                    <a:cubicBezTo>
                      <a:pt x="12775" y="3713"/>
                      <a:pt x="12870" y="3235"/>
                      <a:pt x="12965" y="2760"/>
                    </a:cubicBezTo>
                    <a:cubicBezTo>
                      <a:pt x="12990" y="2612"/>
                      <a:pt x="13017" y="2465"/>
                      <a:pt x="13042" y="2312"/>
                    </a:cubicBezTo>
                    <a:cubicBezTo>
                      <a:pt x="13250" y="1295"/>
                      <a:pt x="13547" y="785"/>
                      <a:pt x="14372" y="140"/>
                    </a:cubicBezTo>
                    <a:cubicBezTo>
                      <a:pt x="15030" y="45"/>
                      <a:pt x="15030" y="45"/>
                      <a:pt x="15622" y="140"/>
                    </a:cubicBezTo>
                    <a:cubicBezTo>
                      <a:pt x="16122" y="640"/>
                      <a:pt x="16122" y="640"/>
                      <a:pt x="16145" y="1005"/>
                    </a:cubicBezTo>
                    <a:cubicBezTo>
                      <a:pt x="15920" y="2565"/>
                      <a:pt x="15547" y="4088"/>
                      <a:pt x="15160" y="5615"/>
                    </a:cubicBezTo>
                    <a:cubicBezTo>
                      <a:pt x="15045" y="6072"/>
                      <a:pt x="14932" y="6528"/>
                      <a:pt x="14820" y="6985"/>
                    </a:cubicBezTo>
                    <a:cubicBezTo>
                      <a:pt x="14457" y="8442"/>
                      <a:pt x="14070" y="9895"/>
                      <a:pt x="13627" y="11330"/>
                    </a:cubicBezTo>
                    <a:cubicBezTo>
                      <a:pt x="13610" y="11393"/>
                      <a:pt x="13610" y="11393"/>
                      <a:pt x="13520" y="11710"/>
                    </a:cubicBezTo>
                    <a:cubicBezTo>
                      <a:pt x="13320" y="12325"/>
                      <a:pt x="13175" y="12602"/>
                      <a:pt x="12630" y="12965"/>
                    </a:cubicBezTo>
                    <a:cubicBezTo>
                      <a:pt x="11997" y="13183"/>
                      <a:pt x="11537" y="13225"/>
                      <a:pt x="10872" y="13140"/>
                    </a:cubicBezTo>
                    <a:cubicBezTo>
                      <a:pt x="10052" y="12530"/>
                      <a:pt x="9872" y="11780"/>
                      <a:pt x="9612" y="10840"/>
                    </a:cubicBezTo>
                    <a:cubicBezTo>
                      <a:pt x="9567" y="10690"/>
                      <a:pt x="9525" y="10542"/>
                      <a:pt x="9480" y="10388"/>
                    </a:cubicBezTo>
                    <a:cubicBezTo>
                      <a:pt x="9343" y="9915"/>
                      <a:pt x="9210" y="9440"/>
                      <a:pt x="9075" y="8968"/>
                    </a:cubicBezTo>
                    <a:cubicBezTo>
                      <a:pt x="8982" y="8645"/>
                      <a:pt x="8890" y="8322"/>
                      <a:pt x="8797" y="8002"/>
                    </a:cubicBezTo>
                    <a:cubicBezTo>
                      <a:pt x="8570" y="7215"/>
                      <a:pt x="8345" y="6427"/>
                      <a:pt x="8122" y="5640"/>
                    </a:cubicBezTo>
                    <a:cubicBezTo>
                      <a:pt x="7667" y="6240"/>
                      <a:pt x="7497" y="6770"/>
                      <a:pt x="7335" y="7502"/>
                    </a:cubicBezTo>
                    <a:cubicBezTo>
                      <a:pt x="7285" y="7720"/>
                      <a:pt x="7235" y="7935"/>
                      <a:pt x="7182" y="8160"/>
                    </a:cubicBezTo>
                    <a:cubicBezTo>
                      <a:pt x="7080" y="8610"/>
                      <a:pt x="6980" y="9062"/>
                      <a:pt x="6880" y="9518"/>
                    </a:cubicBezTo>
                    <a:cubicBezTo>
                      <a:pt x="6550" y="10925"/>
                      <a:pt x="6162" y="12097"/>
                      <a:pt x="5122" y="13140"/>
                    </a:cubicBezTo>
                    <a:cubicBezTo>
                      <a:pt x="4070" y="13280"/>
                      <a:pt x="4070" y="13280"/>
                      <a:pt x="3622" y="13140"/>
                    </a:cubicBezTo>
                    <a:cubicBezTo>
                      <a:pt x="2387" y="12035"/>
                      <a:pt x="2135" y="10417"/>
                      <a:pt x="1732" y="8873"/>
                    </a:cubicBezTo>
                    <a:cubicBezTo>
                      <a:pt x="1660" y="8602"/>
                      <a:pt x="1585" y="8333"/>
                      <a:pt x="1512" y="8062"/>
                    </a:cubicBezTo>
                    <a:cubicBezTo>
                      <a:pt x="1330" y="7393"/>
                      <a:pt x="1153" y="6718"/>
                      <a:pt x="977" y="6045"/>
                    </a:cubicBezTo>
                    <a:cubicBezTo>
                      <a:pt x="870" y="5632"/>
                      <a:pt x="762" y="5222"/>
                      <a:pt x="655" y="4812"/>
                    </a:cubicBezTo>
                    <a:cubicBezTo>
                      <a:pt x="585" y="4547"/>
                      <a:pt x="517" y="4282"/>
                      <a:pt x="447" y="4018"/>
                    </a:cubicBezTo>
                    <a:cubicBezTo>
                      <a:pt x="387" y="3782"/>
                      <a:pt x="325" y="3550"/>
                      <a:pt x="262" y="3308"/>
                    </a:cubicBezTo>
                    <a:cubicBezTo>
                      <a:pt x="60" y="2340"/>
                      <a:pt x="0" y="1373"/>
                      <a:pt x="122" y="390"/>
                    </a:cubicBezTo>
                    <a:cubicBezTo>
                      <a:pt x="512" y="0"/>
                      <a:pt x="955" y="70"/>
                      <a:pt x="1480" y="32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30" name="bbc vector"/>
              <p:cNvSpPr/>
              <p:nvPr/>
            </p:nvSpPr>
            <p:spPr>
              <a:xfrm>
                <a:off x="1453323" y="2158988"/>
                <a:ext cx="102847" cy="120838"/>
              </a:xfrm>
              <a:custGeom>
                <a:avLst/>
                <a:gdLst/>
                <a:ahLst/>
                <a:cxnLst/>
                <a:rect l="0" t="0" r="r" b="b"/>
                <a:pathLst>
                  <a:path w="11248" h="13215" fill="norm" stroke="0">
                    <a:moveTo>
                      <a:pt x="1630" y="25"/>
                    </a:moveTo>
                    <a:cubicBezTo>
                      <a:pt x="3040" y="400"/>
                      <a:pt x="3797" y="1755"/>
                      <a:pt x="4532" y="2905"/>
                    </a:cubicBezTo>
                    <a:cubicBezTo>
                      <a:pt x="4640" y="3070"/>
                      <a:pt x="4748" y="3235"/>
                      <a:pt x="4857" y="3405"/>
                    </a:cubicBezTo>
                    <a:cubicBezTo>
                      <a:pt x="5360" y="4178"/>
                      <a:pt x="5855" y="4958"/>
                      <a:pt x="6345" y="5740"/>
                    </a:cubicBezTo>
                    <a:cubicBezTo>
                      <a:pt x="6425" y="5865"/>
                      <a:pt x="6505" y="5993"/>
                      <a:pt x="6588" y="6123"/>
                    </a:cubicBezTo>
                    <a:cubicBezTo>
                      <a:pt x="6735" y="6357"/>
                      <a:pt x="6880" y="6595"/>
                      <a:pt x="7022" y="6830"/>
                    </a:cubicBezTo>
                    <a:cubicBezTo>
                      <a:pt x="7343" y="7345"/>
                      <a:pt x="7510" y="7615"/>
                      <a:pt x="8062" y="7890"/>
                    </a:cubicBezTo>
                    <a:cubicBezTo>
                      <a:pt x="8067" y="7690"/>
                      <a:pt x="8070" y="7493"/>
                      <a:pt x="8072" y="7287"/>
                    </a:cubicBezTo>
                    <a:cubicBezTo>
                      <a:pt x="8088" y="6545"/>
                      <a:pt x="8107" y="5803"/>
                      <a:pt x="8127" y="5062"/>
                    </a:cubicBezTo>
                    <a:cubicBezTo>
                      <a:pt x="8137" y="4740"/>
                      <a:pt x="8142" y="4420"/>
                      <a:pt x="8150" y="4100"/>
                    </a:cubicBezTo>
                    <a:cubicBezTo>
                      <a:pt x="8157" y="3638"/>
                      <a:pt x="8170" y="3175"/>
                      <a:pt x="8185" y="2715"/>
                    </a:cubicBezTo>
                    <a:cubicBezTo>
                      <a:pt x="8188" y="2573"/>
                      <a:pt x="8188" y="2430"/>
                      <a:pt x="8190" y="2282"/>
                    </a:cubicBezTo>
                    <a:cubicBezTo>
                      <a:pt x="8225" y="1345"/>
                      <a:pt x="8400" y="810"/>
                      <a:pt x="9062" y="140"/>
                    </a:cubicBezTo>
                    <a:cubicBezTo>
                      <a:pt x="9688" y="0"/>
                      <a:pt x="9688" y="0"/>
                      <a:pt x="10312" y="140"/>
                    </a:cubicBezTo>
                    <a:cubicBezTo>
                      <a:pt x="11248" y="1252"/>
                      <a:pt x="11167" y="2373"/>
                      <a:pt x="11153" y="3775"/>
                    </a:cubicBezTo>
                    <a:cubicBezTo>
                      <a:pt x="11153" y="3888"/>
                      <a:pt x="11153" y="3888"/>
                      <a:pt x="11155" y="4468"/>
                    </a:cubicBezTo>
                    <a:cubicBezTo>
                      <a:pt x="11153" y="4950"/>
                      <a:pt x="11150" y="5433"/>
                      <a:pt x="11147" y="5915"/>
                    </a:cubicBezTo>
                    <a:cubicBezTo>
                      <a:pt x="11140" y="6655"/>
                      <a:pt x="11142" y="7393"/>
                      <a:pt x="11142" y="8130"/>
                    </a:cubicBezTo>
                    <a:cubicBezTo>
                      <a:pt x="11142" y="8600"/>
                      <a:pt x="11140" y="9070"/>
                      <a:pt x="11137" y="9540"/>
                    </a:cubicBezTo>
                    <a:cubicBezTo>
                      <a:pt x="11137" y="9650"/>
                      <a:pt x="11137" y="9650"/>
                      <a:pt x="11137" y="10208"/>
                    </a:cubicBezTo>
                    <a:cubicBezTo>
                      <a:pt x="11135" y="10415"/>
                      <a:pt x="11132" y="10620"/>
                      <a:pt x="11132" y="10833"/>
                    </a:cubicBezTo>
                    <a:cubicBezTo>
                      <a:pt x="11130" y="11013"/>
                      <a:pt x="11130" y="11195"/>
                      <a:pt x="11127" y="11380"/>
                    </a:cubicBezTo>
                    <a:cubicBezTo>
                      <a:pt x="11053" y="11975"/>
                      <a:pt x="10873" y="12377"/>
                      <a:pt x="10562" y="12890"/>
                    </a:cubicBezTo>
                    <a:cubicBezTo>
                      <a:pt x="9988" y="13183"/>
                      <a:pt x="9450" y="13215"/>
                      <a:pt x="8812" y="13140"/>
                    </a:cubicBezTo>
                    <a:cubicBezTo>
                      <a:pt x="8255" y="12840"/>
                      <a:pt x="7935" y="12395"/>
                      <a:pt x="7562" y="11890"/>
                    </a:cubicBezTo>
                    <a:cubicBezTo>
                      <a:pt x="7435" y="11720"/>
                      <a:pt x="7308" y="11548"/>
                      <a:pt x="7175" y="11373"/>
                    </a:cubicBezTo>
                    <a:cubicBezTo>
                      <a:pt x="6172" y="9977"/>
                      <a:pt x="5250" y="8530"/>
                      <a:pt x="4340" y="7075"/>
                    </a:cubicBezTo>
                    <a:cubicBezTo>
                      <a:pt x="4250" y="6930"/>
                      <a:pt x="4160" y="6787"/>
                      <a:pt x="4067" y="6640"/>
                    </a:cubicBezTo>
                    <a:cubicBezTo>
                      <a:pt x="3987" y="6515"/>
                      <a:pt x="3907" y="6388"/>
                      <a:pt x="3827" y="6258"/>
                    </a:cubicBezTo>
                    <a:cubicBezTo>
                      <a:pt x="3525" y="5840"/>
                      <a:pt x="3185" y="5495"/>
                      <a:pt x="2812" y="5140"/>
                    </a:cubicBezTo>
                    <a:cubicBezTo>
                      <a:pt x="2810" y="5338"/>
                      <a:pt x="2805" y="5535"/>
                      <a:pt x="2803" y="5740"/>
                    </a:cubicBezTo>
                    <a:cubicBezTo>
                      <a:pt x="2787" y="6477"/>
                      <a:pt x="2767" y="7218"/>
                      <a:pt x="2748" y="7955"/>
                    </a:cubicBezTo>
                    <a:cubicBezTo>
                      <a:pt x="2737" y="8275"/>
                      <a:pt x="2732" y="8593"/>
                      <a:pt x="2725" y="8912"/>
                    </a:cubicBezTo>
                    <a:cubicBezTo>
                      <a:pt x="2718" y="9373"/>
                      <a:pt x="2705" y="9833"/>
                      <a:pt x="2690" y="10292"/>
                    </a:cubicBezTo>
                    <a:cubicBezTo>
                      <a:pt x="2690" y="10363"/>
                      <a:pt x="2690" y="10363"/>
                      <a:pt x="2685" y="10720"/>
                    </a:cubicBezTo>
                    <a:cubicBezTo>
                      <a:pt x="2648" y="11730"/>
                      <a:pt x="2392" y="12312"/>
                      <a:pt x="1812" y="13140"/>
                    </a:cubicBezTo>
                    <a:cubicBezTo>
                      <a:pt x="1692" y="13125"/>
                      <a:pt x="1692" y="13125"/>
                      <a:pt x="1077" y="13048"/>
                    </a:cubicBezTo>
                    <a:cubicBezTo>
                      <a:pt x="942" y="13030"/>
                      <a:pt x="805" y="13013"/>
                      <a:pt x="665" y="12995"/>
                    </a:cubicBezTo>
                    <a:cubicBezTo>
                      <a:pt x="550" y="12960"/>
                      <a:pt x="433" y="12925"/>
                      <a:pt x="312" y="12890"/>
                    </a:cubicBezTo>
                    <a:cubicBezTo>
                      <a:pt x="15" y="12295"/>
                      <a:pt x="30" y="11928"/>
                      <a:pt x="28" y="11263"/>
                    </a:cubicBezTo>
                    <a:cubicBezTo>
                      <a:pt x="25" y="11030"/>
                      <a:pt x="23" y="10795"/>
                      <a:pt x="23" y="10555"/>
                    </a:cubicBezTo>
                    <a:cubicBezTo>
                      <a:pt x="20" y="10300"/>
                      <a:pt x="20" y="10045"/>
                      <a:pt x="20" y="9787"/>
                    </a:cubicBezTo>
                    <a:cubicBezTo>
                      <a:pt x="20" y="9528"/>
                      <a:pt x="20" y="9265"/>
                      <a:pt x="17" y="9005"/>
                    </a:cubicBezTo>
                    <a:cubicBezTo>
                      <a:pt x="17" y="8455"/>
                      <a:pt x="15" y="7907"/>
                      <a:pt x="17" y="7360"/>
                    </a:cubicBezTo>
                    <a:cubicBezTo>
                      <a:pt x="17" y="6657"/>
                      <a:pt x="12" y="5955"/>
                      <a:pt x="7" y="5252"/>
                    </a:cubicBezTo>
                    <a:cubicBezTo>
                      <a:pt x="5" y="4713"/>
                      <a:pt x="5" y="4173"/>
                      <a:pt x="5" y="3633"/>
                    </a:cubicBezTo>
                    <a:cubicBezTo>
                      <a:pt x="5" y="3373"/>
                      <a:pt x="5" y="3113"/>
                      <a:pt x="2" y="2855"/>
                    </a:cubicBezTo>
                    <a:cubicBezTo>
                      <a:pt x="0" y="2493"/>
                      <a:pt x="0" y="2130"/>
                      <a:pt x="2" y="1768"/>
                    </a:cubicBezTo>
                    <a:cubicBezTo>
                      <a:pt x="2" y="1562"/>
                      <a:pt x="0" y="1355"/>
                      <a:pt x="0" y="1143"/>
                    </a:cubicBezTo>
                    <a:cubicBezTo>
                      <a:pt x="125" y="127"/>
                      <a:pt x="730" y="78"/>
                      <a:pt x="1630" y="25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31" name="bbc vector"/>
              <p:cNvSpPr/>
              <p:nvPr/>
            </p:nvSpPr>
            <p:spPr>
              <a:xfrm>
                <a:off x="1573845" y="2159280"/>
                <a:ext cx="84353" cy="121272"/>
              </a:xfrm>
              <a:custGeom>
                <a:avLst/>
                <a:gdLst/>
                <a:ahLst/>
                <a:cxnLst/>
                <a:rect l="0" t="0" r="r" b="b"/>
                <a:pathLst>
                  <a:path w="9225" h="13262" fill="norm" stroke="0">
                    <a:moveTo>
                      <a:pt x="2515" y="17"/>
                    </a:moveTo>
                    <a:cubicBezTo>
                      <a:pt x="2595" y="17"/>
                      <a:pt x="2595" y="17"/>
                      <a:pt x="2995" y="17"/>
                    </a:cubicBezTo>
                    <a:cubicBezTo>
                      <a:pt x="3327" y="17"/>
                      <a:pt x="3662" y="20"/>
                      <a:pt x="3995" y="25"/>
                    </a:cubicBezTo>
                    <a:cubicBezTo>
                      <a:pt x="4505" y="30"/>
                      <a:pt x="5015" y="30"/>
                      <a:pt x="5525" y="27"/>
                    </a:cubicBezTo>
                    <a:cubicBezTo>
                      <a:pt x="5850" y="30"/>
                      <a:pt x="6175" y="30"/>
                      <a:pt x="6500" y="32"/>
                    </a:cubicBezTo>
                    <a:cubicBezTo>
                      <a:pt x="6652" y="32"/>
                      <a:pt x="6805" y="32"/>
                      <a:pt x="6960" y="32"/>
                    </a:cubicBezTo>
                    <a:cubicBezTo>
                      <a:pt x="8342" y="55"/>
                      <a:pt x="8342" y="55"/>
                      <a:pt x="8882" y="607"/>
                    </a:cubicBezTo>
                    <a:cubicBezTo>
                      <a:pt x="8960" y="1232"/>
                      <a:pt x="8960" y="1232"/>
                      <a:pt x="8882" y="1857"/>
                    </a:cubicBezTo>
                    <a:cubicBezTo>
                      <a:pt x="8262" y="2477"/>
                      <a:pt x="8042" y="2430"/>
                      <a:pt x="7185" y="2462"/>
                    </a:cubicBezTo>
                    <a:cubicBezTo>
                      <a:pt x="6950" y="2472"/>
                      <a:pt x="6715" y="2480"/>
                      <a:pt x="6472" y="2490"/>
                    </a:cubicBezTo>
                    <a:cubicBezTo>
                      <a:pt x="6225" y="2500"/>
                      <a:pt x="5980" y="2507"/>
                      <a:pt x="5725" y="2515"/>
                    </a:cubicBezTo>
                    <a:cubicBezTo>
                      <a:pt x="5475" y="2525"/>
                      <a:pt x="5225" y="2535"/>
                      <a:pt x="4975" y="2545"/>
                    </a:cubicBezTo>
                    <a:cubicBezTo>
                      <a:pt x="4360" y="2567"/>
                      <a:pt x="3745" y="2587"/>
                      <a:pt x="3132" y="2607"/>
                    </a:cubicBezTo>
                    <a:cubicBezTo>
                      <a:pt x="3132" y="3432"/>
                      <a:pt x="3132" y="4257"/>
                      <a:pt x="3132" y="5107"/>
                    </a:cubicBezTo>
                    <a:cubicBezTo>
                      <a:pt x="3270" y="5105"/>
                      <a:pt x="3270" y="5105"/>
                      <a:pt x="3972" y="5082"/>
                    </a:cubicBezTo>
                    <a:cubicBezTo>
                      <a:pt x="4337" y="5075"/>
                      <a:pt x="4705" y="5067"/>
                      <a:pt x="5070" y="5062"/>
                    </a:cubicBezTo>
                    <a:cubicBezTo>
                      <a:pt x="5252" y="5055"/>
                      <a:pt x="5435" y="5050"/>
                      <a:pt x="5623" y="5042"/>
                    </a:cubicBezTo>
                    <a:cubicBezTo>
                      <a:pt x="6500" y="5030"/>
                      <a:pt x="6992" y="5025"/>
                      <a:pt x="7760" y="5487"/>
                    </a:cubicBezTo>
                    <a:cubicBezTo>
                      <a:pt x="7882" y="5610"/>
                      <a:pt x="8005" y="5732"/>
                      <a:pt x="8132" y="5857"/>
                    </a:cubicBezTo>
                    <a:cubicBezTo>
                      <a:pt x="7912" y="7327"/>
                      <a:pt x="7912" y="7327"/>
                      <a:pt x="7632" y="7607"/>
                    </a:cubicBezTo>
                    <a:cubicBezTo>
                      <a:pt x="7245" y="7632"/>
                      <a:pt x="7245" y="7632"/>
                      <a:pt x="6750" y="7625"/>
                    </a:cubicBezTo>
                    <a:cubicBezTo>
                      <a:pt x="6572" y="7623"/>
                      <a:pt x="6395" y="7620"/>
                      <a:pt x="6212" y="7617"/>
                    </a:cubicBezTo>
                    <a:cubicBezTo>
                      <a:pt x="5837" y="7612"/>
                      <a:pt x="5462" y="7605"/>
                      <a:pt x="5085" y="7597"/>
                    </a:cubicBezTo>
                    <a:cubicBezTo>
                      <a:pt x="4907" y="7597"/>
                      <a:pt x="4730" y="7595"/>
                      <a:pt x="4547" y="7592"/>
                    </a:cubicBezTo>
                    <a:cubicBezTo>
                      <a:pt x="4385" y="7590"/>
                      <a:pt x="4220" y="7587"/>
                      <a:pt x="4052" y="7585"/>
                    </a:cubicBezTo>
                    <a:cubicBezTo>
                      <a:pt x="3632" y="7607"/>
                      <a:pt x="3632" y="7607"/>
                      <a:pt x="3132" y="7857"/>
                    </a:cubicBezTo>
                    <a:cubicBezTo>
                      <a:pt x="3055" y="8330"/>
                      <a:pt x="3005" y="8772"/>
                      <a:pt x="2975" y="9250"/>
                    </a:cubicBezTo>
                    <a:cubicBezTo>
                      <a:pt x="2970" y="9315"/>
                      <a:pt x="2970" y="9315"/>
                      <a:pt x="2947" y="9642"/>
                    </a:cubicBezTo>
                    <a:cubicBezTo>
                      <a:pt x="2922" y="9965"/>
                      <a:pt x="2902" y="10287"/>
                      <a:pt x="2882" y="10607"/>
                    </a:cubicBezTo>
                    <a:cubicBezTo>
                      <a:pt x="2972" y="10612"/>
                      <a:pt x="2972" y="10612"/>
                      <a:pt x="3430" y="10627"/>
                    </a:cubicBezTo>
                    <a:cubicBezTo>
                      <a:pt x="4097" y="10650"/>
                      <a:pt x="4765" y="10675"/>
                      <a:pt x="5432" y="10702"/>
                    </a:cubicBezTo>
                    <a:cubicBezTo>
                      <a:pt x="5720" y="10712"/>
                      <a:pt x="6010" y="10722"/>
                      <a:pt x="6300" y="10732"/>
                    </a:cubicBezTo>
                    <a:cubicBezTo>
                      <a:pt x="6715" y="10748"/>
                      <a:pt x="7130" y="10762"/>
                      <a:pt x="7545" y="10780"/>
                    </a:cubicBezTo>
                    <a:cubicBezTo>
                      <a:pt x="7610" y="10782"/>
                      <a:pt x="7610" y="10782"/>
                      <a:pt x="7940" y="10792"/>
                    </a:cubicBezTo>
                    <a:cubicBezTo>
                      <a:pt x="8852" y="10830"/>
                      <a:pt x="8852" y="10830"/>
                      <a:pt x="9132" y="11107"/>
                    </a:cubicBezTo>
                    <a:cubicBezTo>
                      <a:pt x="9225" y="12192"/>
                      <a:pt x="9225" y="12192"/>
                      <a:pt x="9132" y="12607"/>
                    </a:cubicBezTo>
                    <a:cubicBezTo>
                      <a:pt x="8452" y="13262"/>
                      <a:pt x="7642" y="13185"/>
                      <a:pt x="6757" y="13182"/>
                    </a:cubicBezTo>
                    <a:cubicBezTo>
                      <a:pt x="6600" y="13185"/>
                      <a:pt x="6442" y="13185"/>
                      <a:pt x="6280" y="13188"/>
                    </a:cubicBezTo>
                    <a:cubicBezTo>
                      <a:pt x="5947" y="13188"/>
                      <a:pt x="5615" y="13188"/>
                      <a:pt x="5282" y="13188"/>
                    </a:cubicBezTo>
                    <a:cubicBezTo>
                      <a:pt x="4775" y="13188"/>
                      <a:pt x="4267" y="13192"/>
                      <a:pt x="3760" y="13197"/>
                    </a:cubicBezTo>
                    <a:cubicBezTo>
                      <a:pt x="3438" y="13200"/>
                      <a:pt x="3112" y="13200"/>
                      <a:pt x="2790" y="13200"/>
                    </a:cubicBezTo>
                    <a:cubicBezTo>
                      <a:pt x="2637" y="13202"/>
                      <a:pt x="2487" y="13202"/>
                      <a:pt x="2332" y="13205"/>
                    </a:cubicBezTo>
                    <a:cubicBezTo>
                      <a:pt x="2190" y="13205"/>
                      <a:pt x="2047" y="13202"/>
                      <a:pt x="1900" y="13202"/>
                    </a:cubicBezTo>
                    <a:cubicBezTo>
                      <a:pt x="1837" y="13202"/>
                      <a:pt x="1837" y="13202"/>
                      <a:pt x="1522" y="13202"/>
                    </a:cubicBezTo>
                    <a:cubicBezTo>
                      <a:pt x="917" y="13057"/>
                      <a:pt x="580" y="12785"/>
                      <a:pt x="132" y="12357"/>
                    </a:cubicBezTo>
                    <a:cubicBezTo>
                      <a:pt x="7" y="11837"/>
                      <a:pt x="7" y="11837"/>
                      <a:pt x="7" y="11230"/>
                    </a:cubicBezTo>
                    <a:cubicBezTo>
                      <a:pt x="5" y="11002"/>
                      <a:pt x="2" y="10775"/>
                      <a:pt x="0" y="10540"/>
                    </a:cubicBezTo>
                    <a:cubicBezTo>
                      <a:pt x="2" y="10295"/>
                      <a:pt x="5" y="10047"/>
                      <a:pt x="7" y="9795"/>
                    </a:cubicBezTo>
                    <a:cubicBezTo>
                      <a:pt x="7" y="9540"/>
                      <a:pt x="7" y="9285"/>
                      <a:pt x="7" y="9030"/>
                    </a:cubicBezTo>
                    <a:cubicBezTo>
                      <a:pt x="7" y="8498"/>
                      <a:pt x="10" y="7962"/>
                      <a:pt x="15" y="7430"/>
                    </a:cubicBezTo>
                    <a:cubicBezTo>
                      <a:pt x="22" y="6745"/>
                      <a:pt x="22" y="6062"/>
                      <a:pt x="20" y="5380"/>
                    </a:cubicBezTo>
                    <a:cubicBezTo>
                      <a:pt x="17" y="4852"/>
                      <a:pt x="20" y="4327"/>
                      <a:pt x="22" y="3800"/>
                    </a:cubicBezTo>
                    <a:cubicBezTo>
                      <a:pt x="25" y="3425"/>
                      <a:pt x="22" y="3052"/>
                      <a:pt x="22" y="2677"/>
                    </a:cubicBezTo>
                    <a:cubicBezTo>
                      <a:pt x="25" y="2450"/>
                      <a:pt x="27" y="2222"/>
                      <a:pt x="30" y="1987"/>
                    </a:cubicBezTo>
                    <a:cubicBezTo>
                      <a:pt x="32" y="1787"/>
                      <a:pt x="35" y="1587"/>
                      <a:pt x="35" y="1380"/>
                    </a:cubicBezTo>
                    <a:cubicBezTo>
                      <a:pt x="290" y="5"/>
                      <a:pt x="1322" y="0"/>
                      <a:pt x="2515" y="17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32" name="bbc vector"/>
              <p:cNvSpPr/>
              <p:nvPr/>
            </p:nvSpPr>
            <p:spPr>
              <a:xfrm>
                <a:off x="1824926" y="2155687"/>
                <a:ext cx="88514" cy="127902"/>
              </a:xfrm>
              <a:custGeom>
                <a:avLst/>
                <a:gdLst/>
                <a:ahLst/>
                <a:cxnLst/>
                <a:rect l="0" t="0" r="r" b="b"/>
                <a:pathLst>
                  <a:path w="9680" h="13987" fill="norm" stroke="0">
                    <a:moveTo>
                      <a:pt x="8308" y="947"/>
                    </a:moveTo>
                    <a:cubicBezTo>
                      <a:pt x="8673" y="1250"/>
                      <a:pt x="8673" y="1250"/>
                      <a:pt x="8940" y="1907"/>
                    </a:cubicBezTo>
                    <a:cubicBezTo>
                      <a:pt x="8923" y="2500"/>
                      <a:pt x="8923" y="2500"/>
                      <a:pt x="8673" y="3000"/>
                    </a:cubicBezTo>
                    <a:cubicBezTo>
                      <a:pt x="7235" y="3032"/>
                      <a:pt x="7235" y="3032"/>
                      <a:pt x="6673" y="2750"/>
                    </a:cubicBezTo>
                    <a:cubicBezTo>
                      <a:pt x="6268" y="2727"/>
                      <a:pt x="5863" y="2720"/>
                      <a:pt x="5455" y="2720"/>
                    </a:cubicBezTo>
                    <a:cubicBezTo>
                      <a:pt x="5240" y="2720"/>
                      <a:pt x="5023" y="2718"/>
                      <a:pt x="4800" y="2718"/>
                    </a:cubicBezTo>
                    <a:cubicBezTo>
                      <a:pt x="4222" y="2748"/>
                      <a:pt x="3728" y="2840"/>
                      <a:pt x="3173" y="3000"/>
                    </a:cubicBezTo>
                    <a:cubicBezTo>
                      <a:pt x="3173" y="3577"/>
                      <a:pt x="3173" y="4155"/>
                      <a:pt x="3173" y="4750"/>
                    </a:cubicBezTo>
                    <a:cubicBezTo>
                      <a:pt x="4305" y="5277"/>
                      <a:pt x="5412" y="5760"/>
                      <a:pt x="6610" y="6110"/>
                    </a:cubicBezTo>
                    <a:cubicBezTo>
                      <a:pt x="7643" y="6440"/>
                      <a:pt x="8273" y="6892"/>
                      <a:pt x="8923" y="7750"/>
                    </a:cubicBezTo>
                    <a:cubicBezTo>
                      <a:pt x="9015" y="7862"/>
                      <a:pt x="9105" y="7975"/>
                      <a:pt x="9200" y="8090"/>
                    </a:cubicBezTo>
                    <a:cubicBezTo>
                      <a:pt x="9680" y="8972"/>
                      <a:pt x="9543" y="10032"/>
                      <a:pt x="9423" y="11000"/>
                    </a:cubicBezTo>
                    <a:cubicBezTo>
                      <a:pt x="9035" y="12102"/>
                      <a:pt x="8222" y="12792"/>
                      <a:pt x="7200" y="13312"/>
                    </a:cubicBezTo>
                    <a:cubicBezTo>
                      <a:pt x="5312" y="13987"/>
                      <a:pt x="3058" y="13907"/>
                      <a:pt x="1173" y="13250"/>
                    </a:cubicBezTo>
                    <a:cubicBezTo>
                      <a:pt x="678" y="12860"/>
                      <a:pt x="485" y="12562"/>
                      <a:pt x="173" y="12000"/>
                    </a:cubicBezTo>
                    <a:cubicBezTo>
                      <a:pt x="338" y="11587"/>
                      <a:pt x="502" y="11175"/>
                      <a:pt x="673" y="10750"/>
                    </a:cubicBezTo>
                    <a:cubicBezTo>
                      <a:pt x="785" y="10770"/>
                      <a:pt x="898" y="10787"/>
                      <a:pt x="1012" y="10805"/>
                    </a:cubicBezTo>
                    <a:cubicBezTo>
                      <a:pt x="1530" y="10885"/>
                      <a:pt x="2048" y="10957"/>
                      <a:pt x="2565" y="11032"/>
                    </a:cubicBezTo>
                    <a:cubicBezTo>
                      <a:pt x="2740" y="11060"/>
                      <a:pt x="2918" y="11087"/>
                      <a:pt x="3097" y="11118"/>
                    </a:cubicBezTo>
                    <a:cubicBezTo>
                      <a:pt x="4328" y="11287"/>
                      <a:pt x="5260" y="11192"/>
                      <a:pt x="6423" y="10750"/>
                    </a:cubicBezTo>
                    <a:cubicBezTo>
                      <a:pt x="6623" y="10195"/>
                      <a:pt x="6695" y="9842"/>
                      <a:pt x="6560" y="9262"/>
                    </a:cubicBezTo>
                    <a:cubicBezTo>
                      <a:pt x="5850" y="8320"/>
                      <a:pt x="4615" y="8170"/>
                      <a:pt x="3520" y="7845"/>
                    </a:cubicBezTo>
                    <a:cubicBezTo>
                      <a:pt x="2053" y="7377"/>
                      <a:pt x="1225" y="6787"/>
                      <a:pt x="345" y="5532"/>
                    </a:cubicBezTo>
                    <a:cubicBezTo>
                      <a:pt x="23" y="4532"/>
                      <a:pt x="0" y="3722"/>
                      <a:pt x="365" y="2727"/>
                    </a:cubicBezTo>
                    <a:cubicBezTo>
                      <a:pt x="1050" y="1433"/>
                      <a:pt x="1858" y="868"/>
                      <a:pt x="3235" y="407"/>
                    </a:cubicBezTo>
                    <a:cubicBezTo>
                      <a:pt x="5032" y="0"/>
                      <a:pt x="6685" y="15"/>
                      <a:pt x="8308" y="947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33" name="bbc vector"/>
              <p:cNvSpPr/>
              <p:nvPr/>
            </p:nvSpPr>
            <p:spPr>
              <a:xfrm>
                <a:off x="1532182" y="2035915"/>
                <a:ext cx="53675" cy="71780"/>
              </a:xfrm>
              <a:custGeom>
                <a:avLst/>
                <a:gdLst/>
                <a:ahLst/>
                <a:cxnLst/>
                <a:rect l="0" t="0" r="r" b="b"/>
                <a:pathLst>
                  <a:path w="5870" h="7850" fill="norm" stroke="0">
                    <a:moveTo>
                      <a:pt x="1295" y="0"/>
                    </a:moveTo>
                    <a:cubicBezTo>
                      <a:pt x="3803" y="20"/>
                      <a:pt x="3803" y="20"/>
                      <a:pt x="4688" y="850"/>
                    </a:cubicBezTo>
                    <a:cubicBezTo>
                      <a:pt x="5128" y="1500"/>
                      <a:pt x="5218" y="1905"/>
                      <a:pt x="5105" y="2680"/>
                    </a:cubicBezTo>
                    <a:cubicBezTo>
                      <a:pt x="4983" y="3243"/>
                      <a:pt x="4845" y="3795"/>
                      <a:pt x="4688" y="4350"/>
                    </a:cubicBezTo>
                    <a:cubicBezTo>
                      <a:pt x="5018" y="4515"/>
                      <a:pt x="5348" y="4680"/>
                      <a:pt x="5688" y="4850"/>
                    </a:cubicBezTo>
                    <a:cubicBezTo>
                      <a:pt x="5870" y="6285"/>
                      <a:pt x="5870" y="6285"/>
                      <a:pt x="5498" y="6930"/>
                    </a:cubicBezTo>
                    <a:cubicBezTo>
                      <a:pt x="4533" y="7845"/>
                      <a:pt x="3205" y="7843"/>
                      <a:pt x="1938" y="7850"/>
                    </a:cubicBezTo>
                    <a:cubicBezTo>
                      <a:pt x="1415" y="7805"/>
                      <a:pt x="950" y="7720"/>
                      <a:pt x="438" y="7600"/>
                    </a:cubicBezTo>
                    <a:cubicBezTo>
                      <a:pt x="0" y="6560"/>
                      <a:pt x="143" y="5377"/>
                      <a:pt x="143" y="4270"/>
                    </a:cubicBezTo>
                    <a:cubicBezTo>
                      <a:pt x="143" y="3850"/>
                      <a:pt x="138" y="3433"/>
                      <a:pt x="133" y="3012"/>
                    </a:cubicBezTo>
                    <a:cubicBezTo>
                      <a:pt x="133" y="2745"/>
                      <a:pt x="130" y="2477"/>
                      <a:pt x="130" y="2210"/>
                    </a:cubicBezTo>
                    <a:cubicBezTo>
                      <a:pt x="130" y="1968"/>
                      <a:pt x="130" y="1722"/>
                      <a:pt x="128" y="1472"/>
                    </a:cubicBezTo>
                    <a:cubicBezTo>
                      <a:pt x="218" y="558"/>
                      <a:pt x="360" y="153"/>
                      <a:pt x="1295" y="0"/>
                    </a:cubicBezTo>
                    <a:close/>
                  </a:path>
                </a:pathLst>
              </a:custGeom>
              <a:solidFill>
                <a:srgbClr val="B90508"/>
              </a:solidFill>
              <a:ln w="0">
                <a:noFill/>
              </a:ln>
            </p:spPr>
          </p:sp>
          <p:sp>
            <p:nvSpPr>
              <p:cNvPr id="134" name="bbc vector"/>
              <p:cNvSpPr/>
              <p:nvPr/>
            </p:nvSpPr>
            <p:spPr>
              <a:xfrm>
                <a:off x="1658956" y="2036112"/>
                <a:ext cx="52212" cy="71849"/>
              </a:xfrm>
              <a:custGeom>
                <a:avLst/>
                <a:gdLst/>
                <a:ahLst/>
                <a:cxnLst/>
                <a:rect l="0" t="0" r="r" b="b"/>
                <a:pathLst>
                  <a:path w="5710" h="7858" fill="norm" stroke="0">
                    <a:moveTo>
                      <a:pt x="1903" y="0"/>
                    </a:moveTo>
                    <a:cubicBezTo>
                      <a:pt x="3817" y="45"/>
                      <a:pt x="3817" y="45"/>
                      <a:pt x="4575" y="827"/>
                    </a:cubicBezTo>
                    <a:cubicBezTo>
                      <a:pt x="4873" y="1710"/>
                      <a:pt x="4825" y="2597"/>
                      <a:pt x="4792" y="3515"/>
                    </a:cubicBezTo>
                    <a:cubicBezTo>
                      <a:pt x="4782" y="3955"/>
                      <a:pt x="4782" y="3955"/>
                      <a:pt x="4825" y="4327"/>
                    </a:cubicBezTo>
                    <a:cubicBezTo>
                      <a:pt x="5070" y="4583"/>
                      <a:pt x="5320" y="4833"/>
                      <a:pt x="5575" y="5077"/>
                    </a:cubicBezTo>
                    <a:cubicBezTo>
                      <a:pt x="5688" y="5595"/>
                      <a:pt x="5710" y="6065"/>
                      <a:pt x="5575" y="6577"/>
                    </a:cubicBezTo>
                    <a:cubicBezTo>
                      <a:pt x="5080" y="7265"/>
                      <a:pt x="4590" y="7445"/>
                      <a:pt x="3765" y="7585"/>
                    </a:cubicBezTo>
                    <a:cubicBezTo>
                      <a:pt x="3635" y="7602"/>
                      <a:pt x="3505" y="7623"/>
                      <a:pt x="3373" y="7640"/>
                    </a:cubicBezTo>
                    <a:cubicBezTo>
                      <a:pt x="3245" y="7662"/>
                      <a:pt x="3118" y="7685"/>
                      <a:pt x="2985" y="7710"/>
                    </a:cubicBezTo>
                    <a:cubicBezTo>
                      <a:pt x="2040" y="7858"/>
                      <a:pt x="1255" y="7812"/>
                      <a:pt x="325" y="7577"/>
                    </a:cubicBezTo>
                    <a:cubicBezTo>
                      <a:pt x="0" y="6928"/>
                      <a:pt x="35" y="6338"/>
                      <a:pt x="32" y="5625"/>
                    </a:cubicBezTo>
                    <a:cubicBezTo>
                      <a:pt x="32" y="5555"/>
                      <a:pt x="32" y="5555"/>
                      <a:pt x="30" y="5192"/>
                    </a:cubicBezTo>
                    <a:cubicBezTo>
                      <a:pt x="28" y="4892"/>
                      <a:pt x="28" y="4593"/>
                      <a:pt x="28" y="4290"/>
                    </a:cubicBezTo>
                    <a:cubicBezTo>
                      <a:pt x="28" y="3830"/>
                      <a:pt x="23" y="3370"/>
                      <a:pt x="18" y="2907"/>
                    </a:cubicBezTo>
                    <a:cubicBezTo>
                      <a:pt x="18" y="2615"/>
                      <a:pt x="18" y="2322"/>
                      <a:pt x="18" y="2030"/>
                    </a:cubicBezTo>
                    <a:cubicBezTo>
                      <a:pt x="15" y="1892"/>
                      <a:pt x="13" y="1755"/>
                      <a:pt x="13" y="1613"/>
                    </a:cubicBezTo>
                    <a:cubicBezTo>
                      <a:pt x="20" y="178"/>
                      <a:pt x="562" y="5"/>
                      <a:pt x="1903" y="0"/>
                    </a:cubicBezTo>
                    <a:close/>
                  </a:path>
                </a:pathLst>
              </a:custGeom>
              <a:solidFill>
                <a:srgbClr val="BA0609"/>
              </a:solidFill>
              <a:ln w="0">
                <a:noFill/>
              </a:ln>
            </p:spPr>
          </p:sp>
          <p:sp>
            <p:nvSpPr>
              <p:cNvPr id="135" name="bbc vector"/>
              <p:cNvSpPr/>
              <p:nvPr/>
            </p:nvSpPr>
            <p:spPr>
              <a:xfrm>
                <a:off x="1771947" y="2036140"/>
                <a:ext cx="65997" cy="74204"/>
              </a:xfrm>
              <a:custGeom>
                <a:avLst/>
                <a:gdLst/>
                <a:ahLst/>
                <a:cxnLst/>
                <a:rect l="0" t="0" r="r" b="b"/>
                <a:pathLst>
                  <a:path w="7218" h="8115" fill="norm" stroke="0">
                    <a:moveTo>
                      <a:pt x="4468" y="12"/>
                    </a:moveTo>
                    <a:cubicBezTo>
                      <a:pt x="4595" y="10"/>
                      <a:pt x="4722" y="7"/>
                      <a:pt x="4852" y="7"/>
                    </a:cubicBezTo>
                    <a:cubicBezTo>
                      <a:pt x="5765" y="12"/>
                      <a:pt x="6405" y="197"/>
                      <a:pt x="7218" y="575"/>
                    </a:cubicBezTo>
                    <a:cubicBezTo>
                      <a:pt x="7135" y="822"/>
                      <a:pt x="7053" y="1070"/>
                      <a:pt x="6968" y="1325"/>
                    </a:cubicBezTo>
                    <a:cubicBezTo>
                      <a:pt x="6860" y="1312"/>
                      <a:pt x="6860" y="1312"/>
                      <a:pt x="6310" y="1245"/>
                    </a:cubicBezTo>
                    <a:cubicBezTo>
                      <a:pt x="3398" y="925"/>
                      <a:pt x="3398" y="925"/>
                      <a:pt x="2218" y="1825"/>
                    </a:cubicBezTo>
                    <a:cubicBezTo>
                      <a:pt x="1553" y="2422"/>
                      <a:pt x="1405" y="2925"/>
                      <a:pt x="1343" y="3792"/>
                    </a:cubicBezTo>
                    <a:cubicBezTo>
                      <a:pt x="1380" y="4780"/>
                      <a:pt x="1683" y="5327"/>
                      <a:pt x="2363" y="6027"/>
                    </a:cubicBezTo>
                    <a:cubicBezTo>
                      <a:pt x="3002" y="6565"/>
                      <a:pt x="3542" y="6845"/>
                      <a:pt x="4393" y="6805"/>
                    </a:cubicBezTo>
                    <a:cubicBezTo>
                      <a:pt x="4840" y="6748"/>
                      <a:pt x="5275" y="6667"/>
                      <a:pt x="5718" y="6575"/>
                    </a:cubicBezTo>
                    <a:cubicBezTo>
                      <a:pt x="5960" y="6527"/>
                      <a:pt x="6203" y="6482"/>
                      <a:pt x="6453" y="6435"/>
                    </a:cubicBezTo>
                    <a:cubicBezTo>
                      <a:pt x="6623" y="6397"/>
                      <a:pt x="6792" y="6362"/>
                      <a:pt x="6968" y="6325"/>
                    </a:cubicBezTo>
                    <a:cubicBezTo>
                      <a:pt x="6968" y="6655"/>
                      <a:pt x="6968" y="6985"/>
                      <a:pt x="6968" y="7325"/>
                    </a:cubicBezTo>
                    <a:cubicBezTo>
                      <a:pt x="5553" y="7905"/>
                      <a:pt x="4153" y="8115"/>
                      <a:pt x="2665" y="7652"/>
                    </a:cubicBezTo>
                    <a:cubicBezTo>
                      <a:pt x="1718" y="7230"/>
                      <a:pt x="895" y="6735"/>
                      <a:pt x="375" y="5815"/>
                    </a:cubicBezTo>
                    <a:cubicBezTo>
                      <a:pt x="0" y="4652"/>
                      <a:pt x="5" y="3515"/>
                      <a:pt x="218" y="2325"/>
                    </a:cubicBezTo>
                    <a:cubicBezTo>
                      <a:pt x="720" y="1357"/>
                      <a:pt x="1328" y="770"/>
                      <a:pt x="2300" y="285"/>
                    </a:cubicBezTo>
                    <a:cubicBezTo>
                      <a:pt x="3037" y="52"/>
                      <a:pt x="3703" y="0"/>
                      <a:pt x="4468" y="12"/>
                    </a:cubicBezTo>
                    <a:close/>
                  </a:path>
                </a:pathLst>
              </a:custGeom>
              <a:solidFill>
                <a:srgbClr val="BA0609"/>
              </a:solidFill>
              <a:ln w="0">
                <a:noFill/>
              </a:ln>
            </p:spPr>
          </p:sp>
          <p:sp>
            <p:nvSpPr>
              <p:cNvPr id="136" name="bbc vector"/>
              <p:cNvSpPr/>
              <p:nvPr/>
            </p:nvSpPr>
            <p:spPr>
              <a:xfrm>
                <a:off x="1544799" y="2075081"/>
                <a:ext cx="28575" cy="25900"/>
              </a:xfrm>
              <a:custGeom>
                <a:avLst/>
                <a:gdLst/>
                <a:ahLst/>
                <a:cxnLst/>
                <a:rect l="0" t="0" r="r" b="b"/>
                <a:pathLst>
                  <a:path w="3125" h="2833" fill="norm" stroke="0">
                    <a:moveTo>
                      <a:pt x="1028" y="0"/>
                    </a:moveTo>
                    <a:cubicBezTo>
                      <a:pt x="1203" y="2"/>
                      <a:pt x="1377" y="2"/>
                      <a:pt x="1558" y="5"/>
                    </a:cubicBezTo>
                    <a:cubicBezTo>
                      <a:pt x="1735" y="2"/>
                      <a:pt x="1910" y="2"/>
                      <a:pt x="2090" y="0"/>
                    </a:cubicBezTo>
                    <a:cubicBezTo>
                      <a:pt x="2558" y="67"/>
                      <a:pt x="2558" y="67"/>
                      <a:pt x="3058" y="567"/>
                    </a:cubicBezTo>
                    <a:cubicBezTo>
                      <a:pt x="3125" y="1075"/>
                      <a:pt x="3080" y="1553"/>
                      <a:pt x="3058" y="2067"/>
                    </a:cubicBezTo>
                    <a:cubicBezTo>
                      <a:pt x="1518" y="2833"/>
                      <a:pt x="1518" y="2833"/>
                      <a:pt x="715" y="2770"/>
                    </a:cubicBezTo>
                    <a:cubicBezTo>
                      <a:pt x="308" y="2567"/>
                      <a:pt x="308" y="2567"/>
                      <a:pt x="58" y="2067"/>
                    </a:cubicBezTo>
                    <a:cubicBezTo>
                      <a:pt x="18" y="1708"/>
                      <a:pt x="18" y="1708"/>
                      <a:pt x="13" y="1317"/>
                    </a:cubicBezTo>
                    <a:cubicBezTo>
                      <a:pt x="7" y="1188"/>
                      <a:pt x="5" y="1058"/>
                      <a:pt x="0" y="925"/>
                    </a:cubicBezTo>
                    <a:cubicBezTo>
                      <a:pt x="102" y="298"/>
                      <a:pt x="428" y="85"/>
                      <a:pt x="1028" y="0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37" name="bbc vector"/>
              <p:cNvSpPr/>
              <p:nvPr/>
            </p:nvSpPr>
            <p:spPr>
              <a:xfrm>
                <a:off x="1668774" y="2074974"/>
                <a:ext cx="29718" cy="25855"/>
              </a:xfrm>
              <a:custGeom>
                <a:avLst/>
                <a:gdLst/>
                <a:ahLst/>
                <a:cxnLst/>
                <a:rect l="0" t="0" r="r" b="b"/>
                <a:pathLst>
                  <a:path w="3250" h="2827" fill="norm" stroke="0">
                    <a:moveTo>
                      <a:pt x="1610" y="0"/>
                    </a:moveTo>
                    <a:cubicBezTo>
                      <a:pt x="2218" y="20"/>
                      <a:pt x="2468" y="58"/>
                      <a:pt x="3000" y="375"/>
                    </a:cubicBezTo>
                    <a:cubicBezTo>
                      <a:pt x="3250" y="827"/>
                      <a:pt x="3250" y="827"/>
                      <a:pt x="3250" y="1452"/>
                    </a:cubicBezTo>
                    <a:cubicBezTo>
                      <a:pt x="3000" y="2077"/>
                      <a:pt x="3000" y="2077"/>
                      <a:pt x="2423" y="2548"/>
                    </a:cubicBezTo>
                    <a:cubicBezTo>
                      <a:pt x="1750" y="2827"/>
                      <a:pt x="1750" y="2827"/>
                      <a:pt x="1220" y="2812"/>
                    </a:cubicBezTo>
                    <a:cubicBezTo>
                      <a:pt x="595" y="2500"/>
                      <a:pt x="333" y="2190"/>
                      <a:pt x="0" y="1577"/>
                    </a:cubicBezTo>
                    <a:cubicBezTo>
                      <a:pt x="95" y="523"/>
                      <a:pt x="545" y="7"/>
                      <a:pt x="1610" y="0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38" name="bbc vector"/>
              <p:cNvSpPr/>
              <p:nvPr/>
            </p:nvSpPr>
            <p:spPr>
              <a:xfrm>
                <a:off x="1668780" y="2045398"/>
                <a:ext cx="23569" cy="21717"/>
              </a:xfrm>
              <a:custGeom>
                <a:avLst/>
                <a:gdLst/>
                <a:ahLst/>
                <a:cxnLst/>
                <a:rect l="0" t="0" r="r" b="b"/>
                <a:pathLst>
                  <a:path w="2577" h="2375" fill="norm" stroke="0">
                    <a:moveTo>
                      <a:pt x="1375" y="0"/>
                    </a:moveTo>
                    <a:cubicBezTo>
                      <a:pt x="2000" y="62"/>
                      <a:pt x="2000" y="62"/>
                      <a:pt x="2500" y="562"/>
                    </a:cubicBezTo>
                    <a:cubicBezTo>
                      <a:pt x="2577" y="1188"/>
                      <a:pt x="2577" y="1188"/>
                      <a:pt x="2500" y="1812"/>
                    </a:cubicBezTo>
                    <a:cubicBezTo>
                      <a:pt x="2060" y="2298"/>
                      <a:pt x="1762" y="2312"/>
                      <a:pt x="1110" y="2375"/>
                    </a:cubicBezTo>
                    <a:cubicBezTo>
                      <a:pt x="500" y="2312"/>
                      <a:pt x="500" y="2312"/>
                      <a:pt x="0" y="1812"/>
                    </a:cubicBezTo>
                    <a:cubicBezTo>
                      <a:pt x="102" y="787"/>
                      <a:pt x="243" y="113"/>
                      <a:pt x="1375" y="0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  <p:sp>
            <p:nvSpPr>
              <p:cNvPr id="139" name="bbc vector"/>
              <p:cNvSpPr/>
              <p:nvPr/>
            </p:nvSpPr>
            <p:spPr>
              <a:xfrm>
                <a:off x="1544262" y="2043684"/>
                <a:ext cx="22220" cy="23294"/>
              </a:xfrm>
              <a:custGeom>
                <a:avLst/>
                <a:gdLst/>
                <a:ahLst/>
                <a:cxnLst/>
                <a:rect l="0" t="0" r="r" b="b"/>
                <a:pathLst>
                  <a:path w="2430" h="2548" fill="norm" stroke="0">
                    <a:moveTo>
                      <a:pt x="868" y="0"/>
                    </a:moveTo>
                    <a:cubicBezTo>
                      <a:pt x="2088" y="470"/>
                      <a:pt x="2088" y="470"/>
                      <a:pt x="2368" y="750"/>
                    </a:cubicBezTo>
                    <a:cubicBezTo>
                      <a:pt x="2430" y="1360"/>
                      <a:pt x="2430" y="1360"/>
                      <a:pt x="2368" y="2000"/>
                    </a:cubicBezTo>
                    <a:cubicBezTo>
                      <a:pt x="1920" y="2495"/>
                      <a:pt x="1630" y="2500"/>
                      <a:pt x="963" y="2548"/>
                    </a:cubicBezTo>
                    <a:cubicBezTo>
                      <a:pt x="368" y="2500"/>
                      <a:pt x="368" y="2500"/>
                      <a:pt x="118" y="2250"/>
                    </a:cubicBezTo>
                    <a:cubicBezTo>
                      <a:pt x="0" y="898"/>
                      <a:pt x="0" y="898"/>
                      <a:pt x="493" y="280"/>
                    </a:cubicBezTo>
                    <a:cubicBezTo>
                      <a:pt x="618" y="188"/>
                      <a:pt x="740" y="95"/>
                      <a:pt x="868" y="0"/>
                    </a:cubicBezTo>
                    <a:close/>
                  </a:path>
                </a:pathLst>
              </a:custGeom>
              <a:solidFill>
                <a:srgbClr val="E7B1B2"/>
              </a:solidFill>
              <a:ln w="0">
                <a:noFill/>
              </a:ln>
            </p:spPr>
          </p:sp>
        </p:grpSp>
        <p:grpSp>
          <p:nvGrpSpPr>
            <p:cNvPr id="147" name="Vector icon - cnn"/>
            <p:cNvGrpSpPr/>
            <p:nvPr/>
          </p:nvGrpSpPr>
          <p:grpSpPr>
            <a:xfrm>
              <a:off x="2095364" y="1922537"/>
              <a:ext cx="1029614" cy="486047"/>
              <a:chOff x="2095364" y="1922537"/>
              <a:chExt cx="1029614" cy="486047"/>
            </a:xfrm>
          </p:grpSpPr>
          <p:sp>
            <p:nvSpPr>
              <p:cNvPr id="141" name="cnn vector"/>
              <p:cNvSpPr/>
              <p:nvPr/>
            </p:nvSpPr>
            <p:spPr>
              <a:xfrm>
                <a:off x="2106865" y="1932582"/>
                <a:ext cx="1009909" cy="471190"/>
              </a:xfrm>
              <a:custGeom>
                <a:avLst/>
                <a:gdLst/>
                <a:ahLst/>
                <a:cxnLst/>
                <a:rect l="0" t="0" r="r" b="b"/>
                <a:pathLst>
                  <a:path w="110445" h="51530" fill="norm" stroke="0">
                    <a:moveTo>
                      <a:pt x="27708" y="80"/>
                    </a:moveTo>
                    <a:cubicBezTo>
                      <a:pt x="28388" y="88"/>
                      <a:pt x="29065" y="90"/>
                      <a:pt x="29745" y="93"/>
                    </a:cubicBezTo>
                    <a:cubicBezTo>
                      <a:pt x="30180" y="95"/>
                      <a:pt x="30612" y="98"/>
                      <a:pt x="31045" y="100"/>
                    </a:cubicBezTo>
                    <a:cubicBezTo>
                      <a:pt x="31248" y="100"/>
                      <a:pt x="31450" y="103"/>
                      <a:pt x="31660" y="103"/>
                    </a:cubicBezTo>
                    <a:cubicBezTo>
                      <a:pt x="31753" y="105"/>
                      <a:pt x="31753" y="105"/>
                      <a:pt x="32220" y="110"/>
                    </a:cubicBezTo>
                    <a:cubicBezTo>
                      <a:pt x="32383" y="113"/>
                      <a:pt x="32545" y="113"/>
                      <a:pt x="32713" y="115"/>
                    </a:cubicBezTo>
                    <a:cubicBezTo>
                      <a:pt x="33090" y="150"/>
                      <a:pt x="33090" y="150"/>
                      <a:pt x="33340" y="400"/>
                    </a:cubicBezTo>
                    <a:cubicBezTo>
                      <a:pt x="33365" y="805"/>
                      <a:pt x="33373" y="1213"/>
                      <a:pt x="33373" y="1620"/>
                    </a:cubicBezTo>
                    <a:cubicBezTo>
                      <a:pt x="33375" y="1865"/>
                      <a:pt x="33375" y="2113"/>
                      <a:pt x="33375" y="2365"/>
                    </a:cubicBezTo>
                    <a:cubicBezTo>
                      <a:pt x="33375" y="2495"/>
                      <a:pt x="33373" y="2623"/>
                      <a:pt x="33373" y="2755"/>
                    </a:cubicBezTo>
                    <a:cubicBezTo>
                      <a:pt x="33373" y="3148"/>
                      <a:pt x="33373" y="3543"/>
                      <a:pt x="33375" y="3935"/>
                    </a:cubicBezTo>
                    <a:cubicBezTo>
                      <a:pt x="33375" y="4058"/>
                      <a:pt x="33375" y="4058"/>
                      <a:pt x="33373" y="4683"/>
                    </a:cubicBezTo>
                    <a:cubicBezTo>
                      <a:pt x="33373" y="4910"/>
                      <a:pt x="33373" y="5138"/>
                      <a:pt x="33373" y="5370"/>
                    </a:cubicBezTo>
                    <a:cubicBezTo>
                      <a:pt x="33340" y="5900"/>
                      <a:pt x="33340" y="5900"/>
                      <a:pt x="33090" y="6150"/>
                    </a:cubicBezTo>
                    <a:cubicBezTo>
                      <a:pt x="32715" y="6185"/>
                      <a:pt x="32715" y="6185"/>
                      <a:pt x="32227" y="6190"/>
                    </a:cubicBezTo>
                    <a:cubicBezTo>
                      <a:pt x="32042" y="6193"/>
                      <a:pt x="31860" y="6195"/>
                      <a:pt x="31673" y="6198"/>
                    </a:cubicBezTo>
                    <a:cubicBezTo>
                      <a:pt x="31472" y="6200"/>
                      <a:pt x="31273" y="6200"/>
                      <a:pt x="31065" y="6203"/>
                    </a:cubicBezTo>
                    <a:cubicBezTo>
                      <a:pt x="30638" y="6210"/>
                      <a:pt x="30213" y="6218"/>
                      <a:pt x="29785" y="6225"/>
                    </a:cubicBezTo>
                    <a:cubicBezTo>
                      <a:pt x="29115" y="6235"/>
                      <a:pt x="28445" y="6245"/>
                      <a:pt x="27775" y="6250"/>
                    </a:cubicBezTo>
                    <a:cubicBezTo>
                      <a:pt x="24075" y="6290"/>
                      <a:pt x="20468" y="6490"/>
                      <a:pt x="17090" y="8150"/>
                    </a:cubicBezTo>
                    <a:cubicBezTo>
                      <a:pt x="16978" y="8205"/>
                      <a:pt x="16863" y="8260"/>
                      <a:pt x="16748" y="8318"/>
                    </a:cubicBezTo>
                    <a:cubicBezTo>
                      <a:pt x="12090" y="10643"/>
                      <a:pt x="8768" y="14758"/>
                      <a:pt x="7013" y="19613"/>
                    </a:cubicBezTo>
                    <a:cubicBezTo>
                      <a:pt x="5412" y="24603"/>
                      <a:pt x="6000" y="29998"/>
                      <a:pt x="8340" y="34650"/>
                    </a:cubicBezTo>
                    <a:cubicBezTo>
                      <a:pt x="10755" y="39328"/>
                      <a:pt x="14613" y="42468"/>
                      <a:pt x="19618" y="44080"/>
                    </a:cubicBezTo>
                    <a:cubicBezTo>
                      <a:pt x="21408" y="44640"/>
                      <a:pt x="23075" y="44938"/>
                      <a:pt x="24955" y="44940"/>
                    </a:cubicBezTo>
                    <a:cubicBezTo>
                      <a:pt x="25135" y="44943"/>
                      <a:pt x="25315" y="44943"/>
                      <a:pt x="25500" y="44945"/>
                    </a:cubicBezTo>
                    <a:cubicBezTo>
                      <a:pt x="26092" y="44948"/>
                      <a:pt x="26685" y="44950"/>
                      <a:pt x="27278" y="44950"/>
                    </a:cubicBezTo>
                    <a:cubicBezTo>
                      <a:pt x="27378" y="44953"/>
                      <a:pt x="27378" y="44953"/>
                      <a:pt x="27893" y="44953"/>
                    </a:cubicBezTo>
                    <a:cubicBezTo>
                      <a:pt x="28968" y="44958"/>
                      <a:pt x="30042" y="44960"/>
                      <a:pt x="31117" y="44960"/>
                    </a:cubicBezTo>
                    <a:cubicBezTo>
                      <a:pt x="32225" y="44963"/>
                      <a:pt x="33333" y="44968"/>
                      <a:pt x="34440" y="44975"/>
                    </a:cubicBezTo>
                    <a:cubicBezTo>
                      <a:pt x="35295" y="44980"/>
                      <a:pt x="36150" y="44980"/>
                      <a:pt x="37005" y="44980"/>
                    </a:cubicBezTo>
                    <a:cubicBezTo>
                      <a:pt x="37412" y="44983"/>
                      <a:pt x="37820" y="44985"/>
                      <a:pt x="38230" y="44988"/>
                    </a:cubicBezTo>
                    <a:cubicBezTo>
                      <a:pt x="38800" y="44993"/>
                      <a:pt x="39373" y="44990"/>
                      <a:pt x="39945" y="44990"/>
                    </a:cubicBezTo>
                    <a:cubicBezTo>
                      <a:pt x="40028" y="44990"/>
                      <a:pt x="40028" y="44990"/>
                      <a:pt x="40450" y="44998"/>
                    </a:cubicBezTo>
                    <a:cubicBezTo>
                      <a:pt x="41885" y="44985"/>
                      <a:pt x="43023" y="44580"/>
                      <a:pt x="44167" y="43713"/>
                    </a:cubicBezTo>
                    <a:cubicBezTo>
                      <a:pt x="45352" y="42135"/>
                      <a:pt x="45165" y="40133"/>
                      <a:pt x="45162" y="38253"/>
                    </a:cubicBezTo>
                    <a:cubicBezTo>
                      <a:pt x="45162" y="37938"/>
                      <a:pt x="45165" y="37620"/>
                      <a:pt x="45167" y="37303"/>
                    </a:cubicBezTo>
                    <a:cubicBezTo>
                      <a:pt x="45170" y="36622"/>
                      <a:pt x="45173" y="35945"/>
                      <a:pt x="45175" y="35265"/>
                    </a:cubicBezTo>
                    <a:cubicBezTo>
                      <a:pt x="45175" y="34193"/>
                      <a:pt x="45183" y="33118"/>
                      <a:pt x="45188" y="32045"/>
                    </a:cubicBezTo>
                    <a:cubicBezTo>
                      <a:pt x="45200" y="29573"/>
                      <a:pt x="45210" y="27103"/>
                      <a:pt x="45218" y="24630"/>
                    </a:cubicBezTo>
                    <a:cubicBezTo>
                      <a:pt x="45225" y="22363"/>
                      <a:pt x="45235" y="20095"/>
                      <a:pt x="45248" y="17825"/>
                    </a:cubicBezTo>
                    <a:cubicBezTo>
                      <a:pt x="45253" y="16758"/>
                      <a:pt x="45255" y="15690"/>
                      <a:pt x="45258" y="14623"/>
                    </a:cubicBezTo>
                    <a:cubicBezTo>
                      <a:pt x="45260" y="13960"/>
                      <a:pt x="45263" y="13298"/>
                      <a:pt x="45268" y="12635"/>
                    </a:cubicBezTo>
                    <a:cubicBezTo>
                      <a:pt x="45268" y="12328"/>
                      <a:pt x="45268" y="12020"/>
                      <a:pt x="45268" y="11713"/>
                    </a:cubicBezTo>
                    <a:cubicBezTo>
                      <a:pt x="45268" y="11293"/>
                      <a:pt x="45270" y="10873"/>
                      <a:pt x="45275" y="10453"/>
                    </a:cubicBezTo>
                    <a:cubicBezTo>
                      <a:pt x="45275" y="10218"/>
                      <a:pt x="45275" y="9983"/>
                      <a:pt x="45278" y="9743"/>
                    </a:cubicBezTo>
                    <a:cubicBezTo>
                      <a:pt x="45342" y="9128"/>
                      <a:pt x="45415" y="8843"/>
                      <a:pt x="45840" y="8400"/>
                    </a:cubicBezTo>
                    <a:cubicBezTo>
                      <a:pt x="46472" y="8275"/>
                      <a:pt x="46745" y="8225"/>
                      <a:pt x="47340" y="8400"/>
                    </a:cubicBezTo>
                    <a:cubicBezTo>
                      <a:pt x="48445" y="9223"/>
                      <a:pt x="49032" y="10653"/>
                      <a:pt x="49660" y="11843"/>
                    </a:cubicBezTo>
                    <a:cubicBezTo>
                      <a:pt x="50143" y="12755"/>
                      <a:pt x="50648" y="13657"/>
                      <a:pt x="51152" y="14558"/>
                    </a:cubicBezTo>
                    <a:cubicBezTo>
                      <a:pt x="51250" y="14728"/>
                      <a:pt x="51345" y="14900"/>
                      <a:pt x="51445" y="15075"/>
                    </a:cubicBezTo>
                    <a:cubicBezTo>
                      <a:pt x="52110" y="16255"/>
                      <a:pt x="52792" y="17423"/>
                      <a:pt x="53480" y="18588"/>
                    </a:cubicBezTo>
                    <a:cubicBezTo>
                      <a:pt x="54610" y="20495"/>
                      <a:pt x="55713" y="22415"/>
                      <a:pt x="56810" y="24338"/>
                    </a:cubicBezTo>
                    <a:cubicBezTo>
                      <a:pt x="56852" y="24413"/>
                      <a:pt x="56852" y="24413"/>
                      <a:pt x="57070" y="24795"/>
                    </a:cubicBezTo>
                    <a:cubicBezTo>
                      <a:pt x="57583" y="25693"/>
                      <a:pt x="58092" y="26590"/>
                      <a:pt x="58605" y="27485"/>
                    </a:cubicBezTo>
                    <a:cubicBezTo>
                      <a:pt x="59680" y="29375"/>
                      <a:pt x="60760" y="31263"/>
                      <a:pt x="61840" y="33150"/>
                    </a:cubicBezTo>
                    <a:cubicBezTo>
                      <a:pt x="61950" y="33342"/>
                      <a:pt x="62060" y="33535"/>
                      <a:pt x="62175" y="33733"/>
                    </a:cubicBezTo>
                    <a:cubicBezTo>
                      <a:pt x="62842" y="34900"/>
                      <a:pt x="63518" y="36065"/>
                      <a:pt x="64198" y="37228"/>
                    </a:cubicBezTo>
                    <a:cubicBezTo>
                      <a:pt x="64485" y="37718"/>
                      <a:pt x="64768" y="38208"/>
                      <a:pt x="65053" y="38700"/>
                    </a:cubicBezTo>
                    <a:cubicBezTo>
                      <a:pt x="65463" y="39415"/>
                      <a:pt x="65878" y="40125"/>
                      <a:pt x="66298" y="40838"/>
                    </a:cubicBezTo>
                    <a:cubicBezTo>
                      <a:pt x="66460" y="41115"/>
                      <a:pt x="66622" y="41395"/>
                      <a:pt x="66782" y="41675"/>
                    </a:cubicBezTo>
                    <a:cubicBezTo>
                      <a:pt x="68480" y="44635"/>
                      <a:pt x="68480" y="44635"/>
                      <a:pt x="69840" y="45150"/>
                    </a:cubicBezTo>
                    <a:cubicBezTo>
                      <a:pt x="70912" y="45405"/>
                      <a:pt x="71920" y="45400"/>
                      <a:pt x="72883" y="44830"/>
                    </a:cubicBezTo>
                    <a:cubicBezTo>
                      <a:pt x="73492" y="44318"/>
                      <a:pt x="73982" y="43868"/>
                      <a:pt x="74340" y="43150"/>
                    </a:cubicBezTo>
                    <a:cubicBezTo>
                      <a:pt x="74365" y="42708"/>
                      <a:pt x="74372" y="42263"/>
                      <a:pt x="74372" y="41818"/>
                    </a:cubicBezTo>
                    <a:cubicBezTo>
                      <a:pt x="74372" y="41680"/>
                      <a:pt x="74372" y="41543"/>
                      <a:pt x="74372" y="41400"/>
                    </a:cubicBezTo>
                    <a:cubicBezTo>
                      <a:pt x="74372" y="40940"/>
                      <a:pt x="74372" y="40478"/>
                      <a:pt x="74372" y="40015"/>
                    </a:cubicBezTo>
                    <a:cubicBezTo>
                      <a:pt x="74372" y="39685"/>
                      <a:pt x="74372" y="39355"/>
                      <a:pt x="74372" y="39023"/>
                    </a:cubicBezTo>
                    <a:cubicBezTo>
                      <a:pt x="74375" y="38310"/>
                      <a:pt x="74375" y="37598"/>
                      <a:pt x="74375" y="36885"/>
                    </a:cubicBezTo>
                    <a:cubicBezTo>
                      <a:pt x="74375" y="35758"/>
                      <a:pt x="74378" y="34630"/>
                      <a:pt x="74383" y="33503"/>
                    </a:cubicBezTo>
                    <a:cubicBezTo>
                      <a:pt x="74383" y="33313"/>
                      <a:pt x="74383" y="33122"/>
                      <a:pt x="74385" y="32928"/>
                    </a:cubicBezTo>
                    <a:cubicBezTo>
                      <a:pt x="74385" y="32538"/>
                      <a:pt x="74388" y="32150"/>
                      <a:pt x="74388" y="31760"/>
                    </a:cubicBezTo>
                    <a:cubicBezTo>
                      <a:pt x="74398" y="29135"/>
                      <a:pt x="74402" y="26513"/>
                      <a:pt x="74402" y="23888"/>
                    </a:cubicBezTo>
                    <a:cubicBezTo>
                      <a:pt x="74402" y="22118"/>
                      <a:pt x="74408" y="20347"/>
                      <a:pt x="74415" y="18578"/>
                    </a:cubicBezTo>
                    <a:cubicBezTo>
                      <a:pt x="74420" y="17640"/>
                      <a:pt x="74423" y="16705"/>
                      <a:pt x="74420" y="15768"/>
                    </a:cubicBezTo>
                    <a:cubicBezTo>
                      <a:pt x="74418" y="14885"/>
                      <a:pt x="74420" y="14005"/>
                      <a:pt x="74428" y="13123"/>
                    </a:cubicBezTo>
                    <a:cubicBezTo>
                      <a:pt x="74428" y="12800"/>
                      <a:pt x="74428" y="12478"/>
                      <a:pt x="74425" y="12155"/>
                    </a:cubicBezTo>
                    <a:cubicBezTo>
                      <a:pt x="74405" y="9705"/>
                      <a:pt x="74405" y="9705"/>
                      <a:pt x="74880" y="8925"/>
                    </a:cubicBezTo>
                    <a:cubicBezTo>
                      <a:pt x="75225" y="8573"/>
                      <a:pt x="75225" y="8573"/>
                      <a:pt x="75840" y="8150"/>
                    </a:cubicBezTo>
                    <a:cubicBezTo>
                      <a:pt x="76815" y="8468"/>
                      <a:pt x="77273" y="8750"/>
                      <a:pt x="77813" y="9620"/>
                    </a:cubicBezTo>
                    <a:cubicBezTo>
                      <a:pt x="77940" y="9820"/>
                      <a:pt x="78065" y="10023"/>
                      <a:pt x="78195" y="10230"/>
                    </a:cubicBezTo>
                    <a:cubicBezTo>
                      <a:pt x="78838" y="11308"/>
                      <a:pt x="79453" y="12400"/>
                      <a:pt x="80058" y="13498"/>
                    </a:cubicBezTo>
                    <a:cubicBezTo>
                      <a:pt x="80438" y="14193"/>
                      <a:pt x="80825" y="14885"/>
                      <a:pt x="81210" y="15575"/>
                    </a:cubicBezTo>
                    <a:cubicBezTo>
                      <a:pt x="81285" y="15713"/>
                      <a:pt x="81362" y="15850"/>
                      <a:pt x="81440" y="15990"/>
                    </a:cubicBezTo>
                    <a:cubicBezTo>
                      <a:pt x="82068" y="17115"/>
                      <a:pt x="82715" y="18230"/>
                      <a:pt x="83372" y="19338"/>
                    </a:cubicBezTo>
                    <a:cubicBezTo>
                      <a:pt x="84320" y="20933"/>
                      <a:pt x="85247" y="22540"/>
                      <a:pt x="86168" y="24150"/>
                    </a:cubicBezTo>
                    <a:cubicBezTo>
                      <a:pt x="86200" y="24205"/>
                      <a:pt x="86200" y="24205"/>
                      <a:pt x="86357" y="24480"/>
                    </a:cubicBezTo>
                    <a:cubicBezTo>
                      <a:pt x="86987" y="25585"/>
                      <a:pt x="87615" y="26693"/>
                      <a:pt x="88230" y="27805"/>
                    </a:cubicBezTo>
                    <a:cubicBezTo>
                      <a:pt x="88813" y="28858"/>
                      <a:pt x="89415" y="29895"/>
                      <a:pt x="90028" y="30933"/>
                    </a:cubicBezTo>
                    <a:cubicBezTo>
                      <a:pt x="90083" y="31023"/>
                      <a:pt x="90083" y="31023"/>
                      <a:pt x="90352" y="31483"/>
                    </a:cubicBezTo>
                    <a:cubicBezTo>
                      <a:pt x="90977" y="32540"/>
                      <a:pt x="91607" y="33595"/>
                      <a:pt x="92242" y="34645"/>
                    </a:cubicBezTo>
                    <a:cubicBezTo>
                      <a:pt x="93330" y="36448"/>
                      <a:pt x="94362" y="38270"/>
                      <a:pt x="95345" y="40133"/>
                    </a:cubicBezTo>
                    <a:cubicBezTo>
                      <a:pt x="97683" y="44560"/>
                      <a:pt x="97683" y="44560"/>
                      <a:pt x="99090" y="45150"/>
                    </a:cubicBezTo>
                    <a:cubicBezTo>
                      <a:pt x="100275" y="45383"/>
                      <a:pt x="101390" y="45368"/>
                      <a:pt x="102450" y="44745"/>
                    </a:cubicBezTo>
                    <a:cubicBezTo>
                      <a:pt x="103505" y="43885"/>
                      <a:pt x="103845" y="42918"/>
                      <a:pt x="103982" y="41588"/>
                    </a:cubicBezTo>
                    <a:cubicBezTo>
                      <a:pt x="104143" y="39828"/>
                      <a:pt x="104120" y="38068"/>
                      <a:pt x="104110" y="36303"/>
                    </a:cubicBezTo>
                    <a:cubicBezTo>
                      <a:pt x="104110" y="35920"/>
                      <a:pt x="104110" y="35538"/>
                      <a:pt x="104107" y="35152"/>
                    </a:cubicBezTo>
                    <a:cubicBezTo>
                      <a:pt x="104107" y="34333"/>
                      <a:pt x="104105" y="33513"/>
                      <a:pt x="104102" y="32695"/>
                    </a:cubicBezTo>
                    <a:cubicBezTo>
                      <a:pt x="104098" y="31398"/>
                      <a:pt x="104095" y="30100"/>
                      <a:pt x="104092" y="28805"/>
                    </a:cubicBezTo>
                    <a:cubicBezTo>
                      <a:pt x="104088" y="25120"/>
                      <a:pt x="104078" y="21435"/>
                      <a:pt x="104068" y="17750"/>
                    </a:cubicBezTo>
                    <a:cubicBezTo>
                      <a:pt x="104060" y="15713"/>
                      <a:pt x="104055" y="13673"/>
                      <a:pt x="104053" y="11635"/>
                    </a:cubicBezTo>
                    <a:cubicBezTo>
                      <a:pt x="104053" y="10345"/>
                      <a:pt x="104048" y="9058"/>
                      <a:pt x="104042" y="7768"/>
                    </a:cubicBezTo>
                    <a:cubicBezTo>
                      <a:pt x="104040" y="6968"/>
                      <a:pt x="104038" y="6168"/>
                      <a:pt x="104038" y="5368"/>
                    </a:cubicBezTo>
                    <a:cubicBezTo>
                      <a:pt x="104038" y="4995"/>
                      <a:pt x="104038" y="4625"/>
                      <a:pt x="104035" y="4253"/>
                    </a:cubicBezTo>
                    <a:cubicBezTo>
                      <a:pt x="104030" y="3748"/>
                      <a:pt x="104030" y="3240"/>
                      <a:pt x="104032" y="2735"/>
                    </a:cubicBezTo>
                    <a:cubicBezTo>
                      <a:pt x="104030" y="2588"/>
                      <a:pt x="104028" y="2440"/>
                      <a:pt x="104028" y="2288"/>
                    </a:cubicBezTo>
                    <a:cubicBezTo>
                      <a:pt x="104032" y="1448"/>
                      <a:pt x="104150" y="870"/>
                      <a:pt x="104590" y="150"/>
                    </a:cubicBezTo>
                    <a:cubicBezTo>
                      <a:pt x="105408" y="115"/>
                      <a:pt x="106225" y="93"/>
                      <a:pt x="107042" y="73"/>
                    </a:cubicBezTo>
                    <a:cubicBezTo>
                      <a:pt x="107275" y="62"/>
                      <a:pt x="107508" y="50"/>
                      <a:pt x="107748" y="40"/>
                    </a:cubicBezTo>
                    <a:cubicBezTo>
                      <a:pt x="107970" y="38"/>
                      <a:pt x="108193" y="32"/>
                      <a:pt x="108423" y="28"/>
                    </a:cubicBezTo>
                    <a:cubicBezTo>
                      <a:pt x="108630" y="23"/>
                      <a:pt x="108835" y="15"/>
                      <a:pt x="109048" y="8"/>
                    </a:cubicBezTo>
                    <a:cubicBezTo>
                      <a:pt x="109590" y="150"/>
                      <a:pt x="109590" y="150"/>
                      <a:pt x="109992" y="680"/>
                    </a:cubicBezTo>
                    <a:cubicBezTo>
                      <a:pt x="110435" y="1470"/>
                      <a:pt x="110445" y="2180"/>
                      <a:pt x="110435" y="3070"/>
                    </a:cubicBezTo>
                    <a:cubicBezTo>
                      <a:pt x="110435" y="3235"/>
                      <a:pt x="110435" y="3398"/>
                      <a:pt x="110438" y="3568"/>
                    </a:cubicBezTo>
                    <a:cubicBezTo>
                      <a:pt x="110440" y="4118"/>
                      <a:pt x="110438" y="4668"/>
                      <a:pt x="110433" y="5218"/>
                    </a:cubicBezTo>
                    <a:cubicBezTo>
                      <a:pt x="110435" y="5610"/>
                      <a:pt x="110435" y="6005"/>
                      <a:pt x="110438" y="6400"/>
                    </a:cubicBezTo>
                    <a:cubicBezTo>
                      <a:pt x="110438" y="7473"/>
                      <a:pt x="110438" y="8543"/>
                      <a:pt x="110433" y="9615"/>
                    </a:cubicBezTo>
                    <a:cubicBezTo>
                      <a:pt x="110430" y="10738"/>
                      <a:pt x="110430" y="11860"/>
                      <a:pt x="110433" y="12985"/>
                    </a:cubicBezTo>
                    <a:cubicBezTo>
                      <a:pt x="110433" y="14873"/>
                      <a:pt x="110430" y="16760"/>
                      <a:pt x="110425" y="18648"/>
                    </a:cubicBezTo>
                    <a:cubicBezTo>
                      <a:pt x="110420" y="20825"/>
                      <a:pt x="110417" y="23003"/>
                      <a:pt x="110420" y="25180"/>
                    </a:cubicBezTo>
                    <a:cubicBezTo>
                      <a:pt x="110423" y="27278"/>
                      <a:pt x="110420" y="29375"/>
                      <a:pt x="110417" y="31475"/>
                    </a:cubicBezTo>
                    <a:cubicBezTo>
                      <a:pt x="110415" y="32365"/>
                      <a:pt x="110415" y="33258"/>
                      <a:pt x="110415" y="34148"/>
                    </a:cubicBezTo>
                    <a:cubicBezTo>
                      <a:pt x="110417" y="35200"/>
                      <a:pt x="110415" y="36250"/>
                      <a:pt x="110410" y="37303"/>
                    </a:cubicBezTo>
                    <a:cubicBezTo>
                      <a:pt x="110410" y="37688"/>
                      <a:pt x="110410" y="38073"/>
                      <a:pt x="110410" y="38455"/>
                    </a:cubicBezTo>
                    <a:cubicBezTo>
                      <a:pt x="110415" y="42168"/>
                      <a:pt x="110218" y="45775"/>
                      <a:pt x="107590" y="48650"/>
                    </a:cubicBezTo>
                    <a:cubicBezTo>
                      <a:pt x="105737" y="50455"/>
                      <a:pt x="103560" y="51410"/>
                      <a:pt x="100980" y="51525"/>
                    </a:cubicBezTo>
                    <a:cubicBezTo>
                      <a:pt x="98410" y="51410"/>
                      <a:pt x="95862" y="50588"/>
                      <a:pt x="94090" y="48650"/>
                    </a:cubicBezTo>
                    <a:cubicBezTo>
                      <a:pt x="92765" y="47075"/>
                      <a:pt x="91773" y="45308"/>
                      <a:pt x="90763" y="43525"/>
                    </a:cubicBezTo>
                    <a:cubicBezTo>
                      <a:pt x="90595" y="43235"/>
                      <a:pt x="90430" y="42943"/>
                      <a:pt x="90263" y="42652"/>
                    </a:cubicBezTo>
                    <a:cubicBezTo>
                      <a:pt x="89278" y="40930"/>
                      <a:pt x="88305" y="39203"/>
                      <a:pt x="87340" y="37470"/>
                    </a:cubicBezTo>
                    <a:cubicBezTo>
                      <a:pt x="86715" y="36358"/>
                      <a:pt x="86060" y="35270"/>
                      <a:pt x="85383" y="34190"/>
                    </a:cubicBezTo>
                    <a:cubicBezTo>
                      <a:pt x="84865" y="33363"/>
                      <a:pt x="84370" y="32520"/>
                      <a:pt x="83890" y="31670"/>
                    </a:cubicBezTo>
                    <a:cubicBezTo>
                      <a:pt x="83768" y="31455"/>
                      <a:pt x="83645" y="31240"/>
                      <a:pt x="83520" y="31018"/>
                    </a:cubicBezTo>
                    <a:cubicBezTo>
                      <a:pt x="83280" y="30592"/>
                      <a:pt x="83040" y="30168"/>
                      <a:pt x="82805" y="29740"/>
                    </a:cubicBezTo>
                    <a:cubicBezTo>
                      <a:pt x="82695" y="29545"/>
                      <a:pt x="82583" y="29350"/>
                      <a:pt x="82470" y="29148"/>
                    </a:cubicBezTo>
                    <a:cubicBezTo>
                      <a:pt x="82420" y="29060"/>
                      <a:pt x="82420" y="29060"/>
                      <a:pt x="82175" y="28620"/>
                    </a:cubicBezTo>
                    <a:cubicBezTo>
                      <a:pt x="81795" y="28085"/>
                      <a:pt x="81370" y="27782"/>
                      <a:pt x="80840" y="27400"/>
                    </a:cubicBezTo>
                    <a:cubicBezTo>
                      <a:pt x="80840" y="27605"/>
                      <a:pt x="80838" y="27810"/>
                      <a:pt x="80838" y="28020"/>
                    </a:cubicBezTo>
                    <a:cubicBezTo>
                      <a:pt x="80828" y="29955"/>
                      <a:pt x="80815" y="31888"/>
                      <a:pt x="80795" y="33823"/>
                    </a:cubicBezTo>
                    <a:cubicBezTo>
                      <a:pt x="80785" y="34818"/>
                      <a:pt x="80778" y="35810"/>
                      <a:pt x="80773" y="36805"/>
                    </a:cubicBezTo>
                    <a:cubicBezTo>
                      <a:pt x="80770" y="37768"/>
                      <a:pt x="80760" y="38728"/>
                      <a:pt x="80747" y="39690"/>
                    </a:cubicBezTo>
                    <a:cubicBezTo>
                      <a:pt x="80745" y="40055"/>
                      <a:pt x="80742" y="40420"/>
                      <a:pt x="80742" y="40785"/>
                    </a:cubicBezTo>
                    <a:cubicBezTo>
                      <a:pt x="80737" y="44255"/>
                      <a:pt x="80008" y="46685"/>
                      <a:pt x="77520" y="49227"/>
                    </a:cubicBezTo>
                    <a:cubicBezTo>
                      <a:pt x="75725" y="50787"/>
                      <a:pt x="73293" y="51530"/>
                      <a:pt x="70945" y="51463"/>
                    </a:cubicBezTo>
                    <a:cubicBezTo>
                      <a:pt x="68408" y="51203"/>
                      <a:pt x="65975" y="50248"/>
                      <a:pt x="64282" y="48292"/>
                    </a:cubicBezTo>
                    <a:cubicBezTo>
                      <a:pt x="63333" y="47120"/>
                      <a:pt x="62605" y="45850"/>
                      <a:pt x="61915" y="44513"/>
                    </a:cubicBezTo>
                    <a:cubicBezTo>
                      <a:pt x="61660" y="44032"/>
                      <a:pt x="61402" y="43595"/>
                      <a:pt x="61090" y="43150"/>
                    </a:cubicBezTo>
                    <a:cubicBezTo>
                      <a:pt x="60645" y="42515"/>
                      <a:pt x="60280" y="41842"/>
                      <a:pt x="59912" y="41158"/>
                    </a:cubicBezTo>
                    <a:cubicBezTo>
                      <a:pt x="59183" y="39805"/>
                      <a:pt x="58417" y="38475"/>
                      <a:pt x="57638" y="37150"/>
                    </a:cubicBezTo>
                    <a:cubicBezTo>
                      <a:pt x="57412" y="36765"/>
                      <a:pt x="57188" y="36380"/>
                      <a:pt x="56963" y="35993"/>
                    </a:cubicBezTo>
                    <a:cubicBezTo>
                      <a:pt x="56365" y="34972"/>
                      <a:pt x="55768" y="33953"/>
                      <a:pt x="55170" y="32933"/>
                    </a:cubicBezTo>
                    <a:cubicBezTo>
                      <a:pt x="54908" y="32488"/>
                      <a:pt x="54648" y="32043"/>
                      <a:pt x="54388" y="31597"/>
                    </a:cubicBezTo>
                    <a:cubicBezTo>
                      <a:pt x="54155" y="31195"/>
                      <a:pt x="53920" y="30795"/>
                      <a:pt x="53685" y="30395"/>
                    </a:cubicBezTo>
                    <a:cubicBezTo>
                      <a:pt x="52833" y="28930"/>
                      <a:pt x="52833" y="28930"/>
                      <a:pt x="52563" y="28160"/>
                    </a:cubicBezTo>
                    <a:cubicBezTo>
                      <a:pt x="52340" y="27650"/>
                      <a:pt x="52340" y="27650"/>
                      <a:pt x="51953" y="27493"/>
                    </a:cubicBezTo>
                    <a:cubicBezTo>
                      <a:pt x="51833" y="27463"/>
                      <a:pt x="51713" y="27433"/>
                      <a:pt x="51590" y="27400"/>
                    </a:cubicBezTo>
                    <a:cubicBezTo>
                      <a:pt x="51590" y="27590"/>
                      <a:pt x="51588" y="27780"/>
                      <a:pt x="51588" y="27978"/>
                    </a:cubicBezTo>
                    <a:cubicBezTo>
                      <a:pt x="51578" y="29782"/>
                      <a:pt x="51565" y="31588"/>
                      <a:pt x="51545" y="33393"/>
                    </a:cubicBezTo>
                    <a:cubicBezTo>
                      <a:pt x="51535" y="34320"/>
                      <a:pt x="51528" y="35248"/>
                      <a:pt x="51523" y="36175"/>
                    </a:cubicBezTo>
                    <a:cubicBezTo>
                      <a:pt x="51520" y="37075"/>
                      <a:pt x="51510" y="37972"/>
                      <a:pt x="51498" y="38870"/>
                    </a:cubicBezTo>
                    <a:cubicBezTo>
                      <a:pt x="51495" y="39210"/>
                      <a:pt x="51492" y="39550"/>
                      <a:pt x="51492" y="39890"/>
                    </a:cubicBezTo>
                    <a:cubicBezTo>
                      <a:pt x="51487" y="43025"/>
                      <a:pt x="51092" y="46030"/>
                      <a:pt x="48840" y="48400"/>
                    </a:cubicBezTo>
                    <a:cubicBezTo>
                      <a:pt x="48710" y="48537"/>
                      <a:pt x="48578" y="48677"/>
                      <a:pt x="48443" y="48820"/>
                    </a:cubicBezTo>
                    <a:cubicBezTo>
                      <a:pt x="46405" y="50753"/>
                      <a:pt x="43830" y="51188"/>
                      <a:pt x="41128" y="51190"/>
                    </a:cubicBezTo>
                    <a:cubicBezTo>
                      <a:pt x="40938" y="51193"/>
                      <a:pt x="40748" y="51193"/>
                      <a:pt x="40550" y="51195"/>
                    </a:cubicBezTo>
                    <a:cubicBezTo>
                      <a:pt x="39923" y="51198"/>
                      <a:pt x="39292" y="51200"/>
                      <a:pt x="38662" y="51200"/>
                    </a:cubicBezTo>
                    <a:cubicBezTo>
                      <a:pt x="38555" y="51203"/>
                      <a:pt x="38555" y="51203"/>
                      <a:pt x="38008" y="51203"/>
                    </a:cubicBezTo>
                    <a:cubicBezTo>
                      <a:pt x="36857" y="51208"/>
                      <a:pt x="35708" y="51210"/>
                      <a:pt x="34560" y="51210"/>
                    </a:cubicBezTo>
                    <a:cubicBezTo>
                      <a:pt x="33383" y="51213"/>
                      <a:pt x="32208" y="51218"/>
                      <a:pt x="31032" y="51225"/>
                    </a:cubicBezTo>
                    <a:cubicBezTo>
                      <a:pt x="30120" y="51230"/>
                      <a:pt x="29205" y="51230"/>
                      <a:pt x="28292" y="51230"/>
                    </a:cubicBezTo>
                    <a:cubicBezTo>
                      <a:pt x="27860" y="51233"/>
                      <a:pt x="27428" y="51235"/>
                      <a:pt x="26995" y="51238"/>
                    </a:cubicBezTo>
                    <a:cubicBezTo>
                      <a:pt x="20018" y="51287"/>
                      <a:pt x="13330" y="49550"/>
                      <a:pt x="8228" y="44545"/>
                    </a:cubicBezTo>
                    <a:cubicBezTo>
                      <a:pt x="8015" y="44330"/>
                      <a:pt x="7803" y="44115"/>
                      <a:pt x="7590" y="43900"/>
                    </a:cubicBezTo>
                    <a:cubicBezTo>
                      <a:pt x="7537" y="43848"/>
                      <a:pt x="7537" y="43848"/>
                      <a:pt x="7268" y="43580"/>
                    </a:cubicBezTo>
                    <a:cubicBezTo>
                      <a:pt x="4045" y="40398"/>
                      <a:pt x="1545" y="36372"/>
                      <a:pt x="590" y="31900"/>
                    </a:cubicBezTo>
                    <a:cubicBezTo>
                      <a:pt x="548" y="31705"/>
                      <a:pt x="505" y="31513"/>
                      <a:pt x="460" y="31310"/>
                    </a:cubicBezTo>
                    <a:cubicBezTo>
                      <a:pt x="85" y="29480"/>
                      <a:pt x="0" y="27718"/>
                      <a:pt x="13" y="25853"/>
                    </a:cubicBezTo>
                    <a:cubicBezTo>
                      <a:pt x="13" y="25705"/>
                      <a:pt x="13" y="25558"/>
                      <a:pt x="13" y="25405"/>
                    </a:cubicBezTo>
                    <a:cubicBezTo>
                      <a:pt x="32" y="21750"/>
                      <a:pt x="590" y="18500"/>
                      <a:pt x="2090" y="15150"/>
                    </a:cubicBezTo>
                    <a:cubicBezTo>
                      <a:pt x="2188" y="14930"/>
                      <a:pt x="2287" y="14710"/>
                      <a:pt x="2388" y="14483"/>
                    </a:cubicBezTo>
                    <a:cubicBezTo>
                      <a:pt x="3128" y="12918"/>
                      <a:pt x="4055" y="11528"/>
                      <a:pt x="5090" y="10150"/>
                    </a:cubicBezTo>
                    <a:cubicBezTo>
                      <a:pt x="5170" y="10043"/>
                      <a:pt x="5250" y="9935"/>
                      <a:pt x="5333" y="9825"/>
                    </a:cubicBezTo>
                    <a:cubicBezTo>
                      <a:pt x="6450" y="8335"/>
                      <a:pt x="7628" y="7068"/>
                      <a:pt x="9090" y="5900"/>
                    </a:cubicBezTo>
                    <a:cubicBezTo>
                      <a:pt x="9233" y="5780"/>
                      <a:pt x="9375" y="5663"/>
                      <a:pt x="9520" y="5540"/>
                    </a:cubicBezTo>
                    <a:cubicBezTo>
                      <a:pt x="14907" y="1215"/>
                      <a:pt x="20943" y="0"/>
                      <a:pt x="27708" y="80"/>
                    </a:cubicBezTo>
                    <a:close/>
                  </a:path>
                </a:pathLst>
              </a:custGeom>
              <a:solidFill>
                <a:srgbClr val="EE0001"/>
              </a:solidFill>
              <a:ln w="0">
                <a:noFill/>
              </a:ln>
            </p:spPr>
          </p:sp>
          <p:sp>
            <p:nvSpPr>
              <p:cNvPr id="142" name="cnn vector"/>
              <p:cNvSpPr/>
              <p:nvPr/>
            </p:nvSpPr>
            <p:spPr>
              <a:xfrm>
                <a:off x="2181607" y="1924087"/>
                <a:ext cx="857433" cy="402199"/>
              </a:xfrm>
              <a:custGeom>
                <a:avLst/>
                <a:gdLst/>
                <a:ahLst/>
                <a:cxnLst/>
                <a:rect l="0" t="0" r="r" b="b"/>
                <a:pathLst>
                  <a:path w="93770" h="43985" fill="norm" stroke="0">
                    <a:moveTo>
                      <a:pt x="43292" y="2197"/>
                    </a:moveTo>
                    <a:cubicBezTo>
                      <a:pt x="45737" y="3947"/>
                      <a:pt x="47100" y="6762"/>
                      <a:pt x="48542" y="9330"/>
                    </a:cubicBezTo>
                    <a:cubicBezTo>
                      <a:pt x="48805" y="9792"/>
                      <a:pt x="49067" y="10257"/>
                      <a:pt x="49330" y="10722"/>
                    </a:cubicBezTo>
                    <a:cubicBezTo>
                      <a:pt x="49510" y="11037"/>
                      <a:pt x="49690" y="11355"/>
                      <a:pt x="49867" y="11672"/>
                    </a:cubicBezTo>
                    <a:cubicBezTo>
                      <a:pt x="50930" y="13545"/>
                      <a:pt x="52008" y="15412"/>
                      <a:pt x="53085" y="17275"/>
                    </a:cubicBezTo>
                    <a:cubicBezTo>
                      <a:pt x="53237" y="17537"/>
                      <a:pt x="53390" y="17800"/>
                      <a:pt x="53542" y="18062"/>
                    </a:cubicBezTo>
                    <a:cubicBezTo>
                      <a:pt x="53615" y="18190"/>
                      <a:pt x="53690" y="18317"/>
                      <a:pt x="53765" y="18450"/>
                    </a:cubicBezTo>
                    <a:cubicBezTo>
                      <a:pt x="54195" y="19190"/>
                      <a:pt x="54617" y="19933"/>
                      <a:pt x="55037" y="20680"/>
                    </a:cubicBezTo>
                    <a:cubicBezTo>
                      <a:pt x="55230" y="21022"/>
                      <a:pt x="55425" y="21365"/>
                      <a:pt x="55617" y="21707"/>
                    </a:cubicBezTo>
                    <a:cubicBezTo>
                      <a:pt x="55852" y="22120"/>
                      <a:pt x="56085" y="22535"/>
                      <a:pt x="56315" y="22950"/>
                    </a:cubicBezTo>
                    <a:cubicBezTo>
                      <a:pt x="56415" y="23130"/>
                      <a:pt x="56518" y="23310"/>
                      <a:pt x="56622" y="23495"/>
                    </a:cubicBezTo>
                    <a:cubicBezTo>
                      <a:pt x="56710" y="23650"/>
                      <a:pt x="56797" y="23808"/>
                      <a:pt x="56888" y="23968"/>
                    </a:cubicBezTo>
                    <a:cubicBezTo>
                      <a:pt x="57213" y="24390"/>
                      <a:pt x="57417" y="24438"/>
                      <a:pt x="57917" y="24580"/>
                    </a:cubicBezTo>
                    <a:cubicBezTo>
                      <a:pt x="57917" y="24487"/>
                      <a:pt x="57917" y="24487"/>
                      <a:pt x="57922" y="24017"/>
                    </a:cubicBezTo>
                    <a:cubicBezTo>
                      <a:pt x="57942" y="22260"/>
                      <a:pt x="57965" y="20502"/>
                      <a:pt x="57987" y="18745"/>
                    </a:cubicBezTo>
                    <a:cubicBezTo>
                      <a:pt x="58000" y="17840"/>
                      <a:pt x="58013" y="16938"/>
                      <a:pt x="58023" y="16032"/>
                    </a:cubicBezTo>
                    <a:cubicBezTo>
                      <a:pt x="58032" y="15160"/>
                      <a:pt x="58042" y="14285"/>
                      <a:pt x="58055" y="13412"/>
                    </a:cubicBezTo>
                    <a:cubicBezTo>
                      <a:pt x="58060" y="13080"/>
                      <a:pt x="58065" y="12750"/>
                      <a:pt x="58067" y="12417"/>
                    </a:cubicBezTo>
                    <a:cubicBezTo>
                      <a:pt x="58100" y="8870"/>
                      <a:pt x="58480" y="6105"/>
                      <a:pt x="60980" y="3375"/>
                    </a:cubicBezTo>
                    <a:cubicBezTo>
                      <a:pt x="61990" y="2427"/>
                      <a:pt x="63145" y="1860"/>
                      <a:pt x="64417" y="1330"/>
                    </a:cubicBezTo>
                    <a:cubicBezTo>
                      <a:pt x="64562" y="1267"/>
                      <a:pt x="64710" y="1205"/>
                      <a:pt x="64860" y="1142"/>
                    </a:cubicBezTo>
                    <a:cubicBezTo>
                      <a:pt x="67175" y="327"/>
                      <a:pt x="69503" y="742"/>
                      <a:pt x="71675" y="1715"/>
                    </a:cubicBezTo>
                    <a:cubicBezTo>
                      <a:pt x="74190" y="2925"/>
                      <a:pt x="75297" y="4737"/>
                      <a:pt x="76667" y="7080"/>
                    </a:cubicBezTo>
                    <a:cubicBezTo>
                      <a:pt x="76700" y="7137"/>
                      <a:pt x="76700" y="7137"/>
                      <a:pt x="76870" y="7427"/>
                    </a:cubicBezTo>
                    <a:cubicBezTo>
                      <a:pt x="77832" y="9072"/>
                      <a:pt x="78782" y="10722"/>
                      <a:pt x="79727" y="12375"/>
                    </a:cubicBezTo>
                    <a:cubicBezTo>
                      <a:pt x="80447" y="13632"/>
                      <a:pt x="81172" y="14887"/>
                      <a:pt x="81900" y="16142"/>
                    </a:cubicBezTo>
                    <a:cubicBezTo>
                      <a:pt x="82685" y="17495"/>
                      <a:pt x="83468" y="18847"/>
                      <a:pt x="84245" y="20205"/>
                    </a:cubicBezTo>
                    <a:cubicBezTo>
                      <a:pt x="84325" y="20342"/>
                      <a:pt x="84405" y="20482"/>
                      <a:pt x="84487" y="20627"/>
                    </a:cubicBezTo>
                    <a:cubicBezTo>
                      <a:pt x="84870" y="21295"/>
                      <a:pt x="85240" y="21965"/>
                      <a:pt x="85595" y="22647"/>
                    </a:cubicBezTo>
                    <a:cubicBezTo>
                      <a:pt x="85665" y="22775"/>
                      <a:pt x="85732" y="22905"/>
                      <a:pt x="85800" y="23037"/>
                    </a:cubicBezTo>
                    <a:cubicBezTo>
                      <a:pt x="85925" y="23275"/>
                      <a:pt x="86050" y="23517"/>
                      <a:pt x="86170" y="23757"/>
                    </a:cubicBezTo>
                    <a:cubicBezTo>
                      <a:pt x="86580" y="24545"/>
                      <a:pt x="86580" y="24545"/>
                      <a:pt x="87062" y="24735"/>
                    </a:cubicBezTo>
                    <a:cubicBezTo>
                      <a:pt x="87180" y="24767"/>
                      <a:pt x="87295" y="24797"/>
                      <a:pt x="87417" y="24830"/>
                    </a:cubicBezTo>
                    <a:cubicBezTo>
                      <a:pt x="87417" y="24707"/>
                      <a:pt x="87417" y="24587"/>
                      <a:pt x="87420" y="24462"/>
                    </a:cubicBezTo>
                    <a:cubicBezTo>
                      <a:pt x="87445" y="21525"/>
                      <a:pt x="87472" y="18587"/>
                      <a:pt x="87503" y="15650"/>
                    </a:cubicBezTo>
                    <a:cubicBezTo>
                      <a:pt x="87515" y="14230"/>
                      <a:pt x="87528" y="12810"/>
                      <a:pt x="87540" y="11387"/>
                    </a:cubicBezTo>
                    <a:cubicBezTo>
                      <a:pt x="87552" y="10150"/>
                      <a:pt x="87562" y="8912"/>
                      <a:pt x="87575" y="7675"/>
                    </a:cubicBezTo>
                    <a:cubicBezTo>
                      <a:pt x="87582" y="7020"/>
                      <a:pt x="87588" y="6362"/>
                      <a:pt x="87595" y="5707"/>
                    </a:cubicBezTo>
                    <a:cubicBezTo>
                      <a:pt x="87600" y="4977"/>
                      <a:pt x="87607" y="4245"/>
                      <a:pt x="87615" y="3515"/>
                    </a:cubicBezTo>
                    <a:cubicBezTo>
                      <a:pt x="87617" y="3295"/>
                      <a:pt x="87617" y="3077"/>
                      <a:pt x="87620" y="2852"/>
                    </a:cubicBezTo>
                    <a:cubicBezTo>
                      <a:pt x="87622" y="2653"/>
                      <a:pt x="87625" y="2455"/>
                      <a:pt x="87628" y="2252"/>
                    </a:cubicBezTo>
                    <a:cubicBezTo>
                      <a:pt x="87628" y="2165"/>
                      <a:pt x="87628" y="2165"/>
                      <a:pt x="87633" y="1727"/>
                    </a:cubicBezTo>
                    <a:cubicBezTo>
                      <a:pt x="87667" y="1330"/>
                      <a:pt x="87667" y="1330"/>
                      <a:pt x="87917" y="1080"/>
                    </a:cubicBezTo>
                    <a:cubicBezTo>
                      <a:pt x="88785" y="1010"/>
                      <a:pt x="89655" y="1022"/>
                      <a:pt x="90525" y="1017"/>
                    </a:cubicBezTo>
                    <a:cubicBezTo>
                      <a:pt x="90770" y="1012"/>
                      <a:pt x="91015" y="1007"/>
                      <a:pt x="91268" y="1000"/>
                    </a:cubicBezTo>
                    <a:cubicBezTo>
                      <a:pt x="91503" y="1000"/>
                      <a:pt x="91737" y="998"/>
                      <a:pt x="91977" y="998"/>
                    </a:cubicBezTo>
                    <a:cubicBezTo>
                      <a:pt x="92195" y="995"/>
                      <a:pt x="92410" y="992"/>
                      <a:pt x="92633" y="990"/>
                    </a:cubicBezTo>
                    <a:cubicBezTo>
                      <a:pt x="93167" y="1080"/>
                      <a:pt x="93167" y="1080"/>
                      <a:pt x="93445" y="1357"/>
                    </a:cubicBezTo>
                    <a:cubicBezTo>
                      <a:pt x="93770" y="2047"/>
                      <a:pt x="93735" y="2722"/>
                      <a:pt x="93732" y="3470"/>
                    </a:cubicBezTo>
                    <a:cubicBezTo>
                      <a:pt x="93732" y="3637"/>
                      <a:pt x="93732" y="3805"/>
                      <a:pt x="93735" y="3977"/>
                    </a:cubicBezTo>
                    <a:cubicBezTo>
                      <a:pt x="93737" y="4537"/>
                      <a:pt x="93735" y="5100"/>
                      <a:pt x="93735" y="5662"/>
                    </a:cubicBezTo>
                    <a:cubicBezTo>
                      <a:pt x="93737" y="6065"/>
                      <a:pt x="93737" y="6468"/>
                      <a:pt x="93740" y="6870"/>
                    </a:cubicBezTo>
                    <a:cubicBezTo>
                      <a:pt x="93742" y="7962"/>
                      <a:pt x="93742" y="9058"/>
                      <a:pt x="93742" y="10153"/>
                    </a:cubicBezTo>
                    <a:cubicBezTo>
                      <a:pt x="93742" y="11065"/>
                      <a:pt x="93742" y="11977"/>
                      <a:pt x="93745" y="12890"/>
                    </a:cubicBezTo>
                    <a:cubicBezTo>
                      <a:pt x="93747" y="15042"/>
                      <a:pt x="93747" y="17195"/>
                      <a:pt x="93745" y="19347"/>
                    </a:cubicBezTo>
                    <a:cubicBezTo>
                      <a:pt x="93745" y="21570"/>
                      <a:pt x="93747" y="23792"/>
                      <a:pt x="93753" y="26015"/>
                    </a:cubicBezTo>
                    <a:cubicBezTo>
                      <a:pt x="93758" y="27922"/>
                      <a:pt x="93758" y="29827"/>
                      <a:pt x="93758" y="31735"/>
                    </a:cubicBezTo>
                    <a:cubicBezTo>
                      <a:pt x="93758" y="32875"/>
                      <a:pt x="93758" y="34015"/>
                      <a:pt x="93760" y="35152"/>
                    </a:cubicBezTo>
                    <a:cubicBezTo>
                      <a:pt x="93765" y="36225"/>
                      <a:pt x="93765" y="37295"/>
                      <a:pt x="93760" y="38368"/>
                    </a:cubicBezTo>
                    <a:cubicBezTo>
                      <a:pt x="93760" y="38760"/>
                      <a:pt x="93760" y="39155"/>
                      <a:pt x="93763" y="39547"/>
                    </a:cubicBezTo>
                    <a:cubicBezTo>
                      <a:pt x="93765" y="40085"/>
                      <a:pt x="93763" y="40620"/>
                      <a:pt x="93760" y="41158"/>
                    </a:cubicBezTo>
                    <a:cubicBezTo>
                      <a:pt x="93763" y="41312"/>
                      <a:pt x="93765" y="41470"/>
                      <a:pt x="93765" y="41630"/>
                    </a:cubicBezTo>
                    <a:cubicBezTo>
                      <a:pt x="93755" y="42585"/>
                      <a:pt x="93622" y="43125"/>
                      <a:pt x="92917" y="43830"/>
                    </a:cubicBezTo>
                    <a:cubicBezTo>
                      <a:pt x="92322" y="43985"/>
                      <a:pt x="92322" y="43985"/>
                      <a:pt x="91667" y="43830"/>
                    </a:cubicBezTo>
                    <a:cubicBezTo>
                      <a:pt x="90245" y="42632"/>
                      <a:pt x="89402" y="40628"/>
                      <a:pt x="88510" y="39032"/>
                    </a:cubicBezTo>
                    <a:cubicBezTo>
                      <a:pt x="88332" y="38718"/>
                      <a:pt x="88152" y="38402"/>
                      <a:pt x="87975" y="38085"/>
                    </a:cubicBezTo>
                    <a:cubicBezTo>
                      <a:pt x="87707" y="37612"/>
                      <a:pt x="87440" y="37137"/>
                      <a:pt x="87172" y="36665"/>
                    </a:cubicBezTo>
                    <a:cubicBezTo>
                      <a:pt x="86430" y="35350"/>
                      <a:pt x="85675" y="34040"/>
                      <a:pt x="84917" y="32735"/>
                    </a:cubicBezTo>
                    <a:cubicBezTo>
                      <a:pt x="84150" y="31415"/>
                      <a:pt x="83390" y="30095"/>
                      <a:pt x="82635" y="28767"/>
                    </a:cubicBezTo>
                    <a:cubicBezTo>
                      <a:pt x="81862" y="27405"/>
                      <a:pt x="81062" y="26062"/>
                      <a:pt x="80247" y="24725"/>
                    </a:cubicBezTo>
                    <a:cubicBezTo>
                      <a:pt x="79705" y="23835"/>
                      <a:pt x="79195" y="22933"/>
                      <a:pt x="78700" y="22015"/>
                    </a:cubicBezTo>
                    <a:cubicBezTo>
                      <a:pt x="77992" y="20705"/>
                      <a:pt x="77247" y="19420"/>
                      <a:pt x="76492" y="18135"/>
                    </a:cubicBezTo>
                    <a:cubicBezTo>
                      <a:pt x="75480" y="16417"/>
                      <a:pt x="74475" y="14695"/>
                      <a:pt x="73503" y="12955"/>
                    </a:cubicBezTo>
                    <a:cubicBezTo>
                      <a:pt x="73427" y="12825"/>
                      <a:pt x="73355" y="12692"/>
                      <a:pt x="73280" y="12558"/>
                    </a:cubicBezTo>
                    <a:cubicBezTo>
                      <a:pt x="72927" y="11933"/>
                      <a:pt x="72580" y="11308"/>
                      <a:pt x="72232" y="10680"/>
                    </a:cubicBezTo>
                    <a:cubicBezTo>
                      <a:pt x="70485" y="7535"/>
                      <a:pt x="70485" y="7535"/>
                      <a:pt x="69167" y="7080"/>
                    </a:cubicBezTo>
                    <a:cubicBezTo>
                      <a:pt x="67980" y="6910"/>
                      <a:pt x="66825" y="6867"/>
                      <a:pt x="65792" y="7532"/>
                    </a:cubicBezTo>
                    <a:cubicBezTo>
                      <a:pt x="64860" y="8237"/>
                      <a:pt x="64605" y="8942"/>
                      <a:pt x="64417" y="10080"/>
                    </a:cubicBezTo>
                    <a:cubicBezTo>
                      <a:pt x="64393" y="10547"/>
                      <a:pt x="64383" y="11017"/>
                      <a:pt x="64380" y="11487"/>
                    </a:cubicBezTo>
                    <a:cubicBezTo>
                      <a:pt x="64380" y="11625"/>
                      <a:pt x="64378" y="11762"/>
                      <a:pt x="64378" y="11903"/>
                    </a:cubicBezTo>
                    <a:cubicBezTo>
                      <a:pt x="64375" y="12357"/>
                      <a:pt x="64375" y="12810"/>
                      <a:pt x="64372" y="13265"/>
                    </a:cubicBezTo>
                    <a:cubicBezTo>
                      <a:pt x="64372" y="13593"/>
                      <a:pt x="64370" y="13920"/>
                      <a:pt x="64367" y="14248"/>
                    </a:cubicBezTo>
                    <a:cubicBezTo>
                      <a:pt x="64365" y="14950"/>
                      <a:pt x="64362" y="15652"/>
                      <a:pt x="64360" y="16355"/>
                    </a:cubicBezTo>
                    <a:cubicBezTo>
                      <a:pt x="64355" y="17465"/>
                      <a:pt x="64350" y="18575"/>
                      <a:pt x="64342" y="19685"/>
                    </a:cubicBezTo>
                    <a:cubicBezTo>
                      <a:pt x="64325" y="22842"/>
                      <a:pt x="64310" y="25998"/>
                      <a:pt x="64297" y="29155"/>
                    </a:cubicBezTo>
                    <a:cubicBezTo>
                      <a:pt x="64290" y="30900"/>
                      <a:pt x="64282" y="32642"/>
                      <a:pt x="64270" y="34387"/>
                    </a:cubicBezTo>
                    <a:cubicBezTo>
                      <a:pt x="64265" y="35493"/>
                      <a:pt x="64260" y="36598"/>
                      <a:pt x="64258" y="37700"/>
                    </a:cubicBezTo>
                    <a:cubicBezTo>
                      <a:pt x="64255" y="38387"/>
                      <a:pt x="64250" y="39072"/>
                      <a:pt x="64245" y="39757"/>
                    </a:cubicBezTo>
                    <a:cubicBezTo>
                      <a:pt x="64242" y="40077"/>
                      <a:pt x="64242" y="40395"/>
                      <a:pt x="64242" y="40715"/>
                    </a:cubicBezTo>
                    <a:cubicBezTo>
                      <a:pt x="64242" y="41147"/>
                      <a:pt x="64237" y="41582"/>
                      <a:pt x="64235" y="42015"/>
                    </a:cubicBezTo>
                    <a:cubicBezTo>
                      <a:pt x="64232" y="42257"/>
                      <a:pt x="64232" y="42502"/>
                      <a:pt x="64232" y="42752"/>
                    </a:cubicBezTo>
                    <a:cubicBezTo>
                      <a:pt x="64167" y="43330"/>
                      <a:pt x="64167" y="43330"/>
                      <a:pt x="63667" y="43830"/>
                    </a:cubicBezTo>
                    <a:cubicBezTo>
                      <a:pt x="62633" y="43940"/>
                      <a:pt x="62633" y="43940"/>
                      <a:pt x="62167" y="43830"/>
                    </a:cubicBezTo>
                    <a:cubicBezTo>
                      <a:pt x="61625" y="43345"/>
                      <a:pt x="61247" y="42852"/>
                      <a:pt x="60885" y="42225"/>
                    </a:cubicBezTo>
                    <a:cubicBezTo>
                      <a:pt x="60787" y="42058"/>
                      <a:pt x="60690" y="41890"/>
                      <a:pt x="60588" y="41718"/>
                    </a:cubicBezTo>
                    <a:cubicBezTo>
                      <a:pt x="60485" y="41537"/>
                      <a:pt x="60383" y="41357"/>
                      <a:pt x="60275" y="41172"/>
                    </a:cubicBezTo>
                    <a:cubicBezTo>
                      <a:pt x="60052" y="40790"/>
                      <a:pt x="59830" y="40405"/>
                      <a:pt x="59607" y="40020"/>
                    </a:cubicBezTo>
                    <a:cubicBezTo>
                      <a:pt x="59492" y="39822"/>
                      <a:pt x="59380" y="39628"/>
                      <a:pt x="59263" y="39422"/>
                    </a:cubicBezTo>
                    <a:cubicBezTo>
                      <a:pt x="58820" y="38662"/>
                      <a:pt x="58372" y="37908"/>
                      <a:pt x="57925" y="37152"/>
                    </a:cubicBezTo>
                    <a:cubicBezTo>
                      <a:pt x="57005" y="35598"/>
                      <a:pt x="56110" y="34037"/>
                      <a:pt x="55258" y="32447"/>
                    </a:cubicBezTo>
                    <a:cubicBezTo>
                      <a:pt x="54797" y="31615"/>
                      <a:pt x="54305" y="30808"/>
                      <a:pt x="53810" y="29995"/>
                    </a:cubicBezTo>
                    <a:cubicBezTo>
                      <a:pt x="53430" y="29357"/>
                      <a:pt x="53075" y="28707"/>
                      <a:pt x="52722" y="28052"/>
                    </a:cubicBezTo>
                    <a:cubicBezTo>
                      <a:pt x="52008" y="26730"/>
                      <a:pt x="51255" y="25433"/>
                      <a:pt x="50492" y="24137"/>
                    </a:cubicBezTo>
                    <a:cubicBezTo>
                      <a:pt x="49230" y="21987"/>
                      <a:pt x="47985" y="19830"/>
                      <a:pt x="46760" y="17658"/>
                    </a:cubicBezTo>
                    <a:cubicBezTo>
                      <a:pt x="46627" y="17420"/>
                      <a:pt x="46492" y="17183"/>
                      <a:pt x="46360" y="16947"/>
                    </a:cubicBezTo>
                    <a:cubicBezTo>
                      <a:pt x="45825" y="15998"/>
                      <a:pt x="45290" y="15050"/>
                      <a:pt x="44758" y="14100"/>
                    </a:cubicBezTo>
                    <a:cubicBezTo>
                      <a:pt x="44422" y="13502"/>
                      <a:pt x="44085" y="12905"/>
                      <a:pt x="43747" y="12310"/>
                    </a:cubicBezTo>
                    <a:cubicBezTo>
                      <a:pt x="43565" y="11982"/>
                      <a:pt x="43383" y="11655"/>
                      <a:pt x="43200" y="11330"/>
                    </a:cubicBezTo>
                    <a:cubicBezTo>
                      <a:pt x="40997" y="7445"/>
                      <a:pt x="40997" y="7445"/>
                      <a:pt x="39398" y="6897"/>
                    </a:cubicBezTo>
                    <a:cubicBezTo>
                      <a:pt x="38287" y="6740"/>
                      <a:pt x="37197" y="6972"/>
                      <a:pt x="36263" y="7600"/>
                    </a:cubicBezTo>
                    <a:cubicBezTo>
                      <a:pt x="35402" y="8400"/>
                      <a:pt x="34968" y="9305"/>
                      <a:pt x="34852" y="10487"/>
                    </a:cubicBezTo>
                    <a:cubicBezTo>
                      <a:pt x="34852" y="10725"/>
                      <a:pt x="34850" y="10962"/>
                      <a:pt x="34850" y="11207"/>
                    </a:cubicBezTo>
                    <a:cubicBezTo>
                      <a:pt x="34850" y="11340"/>
                      <a:pt x="34848" y="11472"/>
                      <a:pt x="34848" y="11610"/>
                    </a:cubicBezTo>
                    <a:cubicBezTo>
                      <a:pt x="34845" y="12052"/>
                      <a:pt x="34845" y="12495"/>
                      <a:pt x="34845" y="12940"/>
                    </a:cubicBezTo>
                    <a:cubicBezTo>
                      <a:pt x="34842" y="13257"/>
                      <a:pt x="34842" y="13577"/>
                      <a:pt x="34840" y="13895"/>
                    </a:cubicBezTo>
                    <a:cubicBezTo>
                      <a:pt x="34835" y="14580"/>
                      <a:pt x="34833" y="15265"/>
                      <a:pt x="34833" y="15950"/>
                    </a:cubicBezTo>
                    <a:cubicBezTo>
                      <a:pt x="34830" y="17032"/>
                      <a:pt x="34825" y="18115"/>
                      <a:pt x="34820" y="19200"/>
                    </a:cubicBezTo>
                    <a:cubicBezTo>
                      <a:pt x="34805" y="21692"/>
                      <a:pt x="34797" y="24188"/>
                      <a:pt x="34790" y="26683"/>
                    </a:cubicBezTo>
                    <a:cubicBezTo>
                      <a:pt x="34782" y="28968"/>
                      <a:pt x="34773" y="31255"/>
                      <a:pt x="34760" y="33542"/>
                    </a:cubicBezTo>
                    <a:cubicBezTo>
                      <a:pt x="34755" y="34620"/>
                      <a:pt x="34750" y="35695"/>
                      <a:pt x="34750" y="36772"/>
                    </a:cubicBezTo>
                    <a:cubicBezTo>
                      <a:pt x="34747" y="37442"/>
                      <a:pt x="34745" y="38112"/>
                      <a:pt x="34740" y="38780"/>
                    </a:cubicBezTo>
                    <a:cubicBezTo>
                      <a:pt x="34740" y="39092"/>
                      <a:pt x="34737" y="39402"/>
                      <a:pt x="34737" y="39712"/>
                    </a:cubicBezTo>
                    <a:cubicBezTo>
                      <a:pt x="34740" y="40135"/>
                      <a:pt x="34737" y="40560"/>
                      <a:pt x="34732" y="40982"/>
                    </a:cubicBezTo>
                    <a:cubicBezTo>
                      <a:pt x="34732" y="41220"/>
                      <a:pt x="34732" y="41457"/>
                      <a:pt x="34730" y="41702"/>
                    </a:cubicBezTo>
                    <a:cubicBezTo>
                      <a:pt x="34662" y="42365"/>
                      <a:pt x="34525" y="42770"/>
                      <a:pt x="34167" y="43330"/>
                    </a:cubicBezTo>
                    <a:cubicBezTo>
                      <a:pt x="33450" y="43688"/>
                      <a:pt x="32737" y="43620"/>
                      <a:pt x="31952" y="43622"/>
                    </a:cubicBezTo>
                    <a:cubicBezTo>
                      <a:pt x="31775" y="43625"/>
                      <a:pt x="31600" y="43628"/>
                      <a:pt x="31417" y="43628"/>
                    </a:cubicBezTo>
                    <a:cubicBezTo>
                      <a:pt x="30830" y="43632"/>
                      <a:pt x="30242" y="43637"/>
                      <a:pt x="29658" y="43640"/>
                    </a:cubicBezTo>
                    <a:cubicBezTo>
                      <a:pt x="29455" y="43640"/>
                      <a:pt x="29255" y="43640"/>
                      <a:pt x="29047" y="43642"/>
                    </a:cubicBezTo>
                    <a:cubicBezTo>
                      <a:pt x="27977" y="43647"/>
                      <a:pt x="26908" y="43650"/>
                      <a:pt x="25838" y="43652"/>
                    </a:cubicBezTo>
                    <a:cubicBezTo>
                      <a:pt x="24742" y="43655"/>
                      <a:pt x="23648" y="43665"/>
                      <a:pt x="22552" y="43675"/>
                    </a:cubicBezTo>
                    <a:cubicBezTo>
                      <a:pt x="21705" y="43680"/>
                      <a:pt x="20855" y="43683"/>
                      <a:pt x="20005" y="43685"/>
                    </a:cubicBezTo>
                    <a:cubicBezTo>
                      <a:pt x="19602" y="43685"/>
                      <a:pt x="19200" y="43688"/>
                      <a:pt x="18797" y="43692"/>
                    </a:cubicBezTo>
                    <a:cubicBezTo>
                      <a:pt x="13157" y="43755"/>
                      <a:pt x="8765" y="42248"/>
                      <a:pt x="4677" y="38362"/>
                    </a:cubicBezTo>
                    <a:cubicBezTo>
                      <a:pt x="2015" y="35552"/>
                      <a:pt x="302" y="31692"/>
                      <a:pt x="167" y="27830"/>
                    </a:cubicBezTo>
                    <a:cubicBezTo>
                      <a:pt x="157" y="27592"/>
                      <a:pt x="147" y="27357"/>
                      <a:pt x="137" y="27112"/>
                    </a:cubicBezTo>
                    <a:cubicBezTo>
                      <a:pt x="0" y="22490"/>
                      <a:pt x="1545" y="18147"/>
                      <a:pt x="4725" y="14750"/>
                    </a:cubicBezTo>
                    <a:cubicBezTo>
                      <a:pt x="7210" y="12202"/>
                      <a:pt x="9980" y="10688"/>
                      <a:pt x="13417" y="9830"/>
                    </a:cubicBezTo>
                    <a:cubicBezTo>
                      <a:pt x="13590" y="9785"/>
                      <a:pt x="13762" y="9740"/>
                      <a:pt x="13940" y="9695"/>
                    </a:cubicBezTo>
                    <a:cubicBezTo>
                      <a:pt x="14968" y="9530"/>
                      <a:pt x="15982" y="9542"/>
                      <a:pt x="17022" y="9545"/>
                    </a:cubicBezTo>
                    <a:cubicBezTo>
                      <a:pt x="17247" y="9545"/>
                      <a:pt x="17472" y="9545"/>
                      <a:pt x="17705" y="9545"/>
                    </a:cubicBezTo>
                    <a:cubicBezTo>
                      <a:pt x="18177" y="9545"/>
                      <a:pt x="18653" y="9545"/>
                      <a:pt x="19127" y="9547"/>
                    </a:cubicBezTo>
                    <a:cubicBezTo>
                      <a:pt x="19855" y="9547"/>
                      <a:pt x="20583" y="9547"/>
                      <a:pt x="21312" y="9545"/>
                    </a:cubicBezTo>
                    <a:cubicBezTo>
                      <a:pt x="21773" y="9545"/>
                      <a:pt x="22232" y="9545"/>
                      <a:pt x="22695" y="9545"/>
                    </a:cubicBezTo>
                    <a:cubicBezTo>
                      <a:pt x="22912" y="9545"/>
                      <a:pt x="23133" y="9545"/>
                      <a:pt x="23357" y="9545"/>
                    </a:cubicBezTo>
                    <a:cubicBezTo>
                      <a:pt x="23557" y="9545"/>
                      <a:pt x="23760" y="9545"/>
                      <a:pt x="23968" y="9547"/>
                    </a:cubicBezTo>
                    <a:cubicBezTo>
                      <a:pt x="24145" y="9547"/>
                      <a:pt x="24322" y="9547"/>
                      <a:pt x="24505" y="9547"/>
                    </a:cubicBezTo>
                    <a:cubicBezTo>
                      <a:pt x="24917" y="9580"/>
                      <a:pt x="24917" y="9580"/>
                      <a:pt x="25167" y="9830"/>
                    </a:cubicBezTo>
                    <a:cubicBezTo>
                      <a:pt x="25187" y="10237"/>
                      <a:pt x="25192" y="10647"/>
                      <a:pt x="25190" y="11058"/>
                    </a:cubicBezTo>
                    <a:cubicBezTo>
                      <a:pt x="25190" y="11180"/>
                      <a:pt x="25190" y="11180"/>
                      <a:pt x="25187" y="11808"/>
                    </a:cubicBezTo>
                    <a:cubicBezTo>
                      <a:pt x="25187" y="12070"/>
                      <a:pt x="25185" y="12332"/>
                      <a:pt x="25182" y="12595"/>
                    </a:cubicBezTo>
                    <a:cubicBezTo>
                      <a:pt x="25180" y="12860"/>
                      <a:pt x="25180" y="13123"/>
                      <a:pt x="25177" y="13387"/>
                    </a:cubicBezTo>
                    <a:cubicBezTo>
                      <a:pt x="25175" y="14035"/>
                      <a:pt x="25172" y="14683"/>
                      <a:pt x="25167" y="15330"/>
                    </a:cubicBezTo>
                    <a:cubicBezTo>
                      <a:pt x="24622" y="15600"/>
                      <a:pt x="24360" y="15610"/>
                      <a:pt x="23763" y="15610"/>
                    </a:cubicBezTo>
                    <a:cubicBezTo>
                      <a:pt x="23577" y="15612"/>
                      <a:pt x="23393" y="15612"/>
                      <a:pt x="23200" y="15612"/>
                    </a:cubicBezTo>
                    <a:cubicBezTo>
                      <a:pt x="23100" y="15615"/>
                      <a:pt x="23100" y="15615"/>
                      <a:pt x="22590" y="15615"/>
                    </a:cubicBezTo>
                    <a:cubicBezTo>
                      <a:pt x="22162" y="15620"/>
                      <a:pt x="21732" y="15625"/>
                      <a:pt x="21302" y="15630"/>
                    </a:cubicBezTo>
                    <a:cubicBezTo>
                      <a:pt x="20630" y="15637"/>
                      <a:pt x="19955" y="15642"/>
                      <a:pt x="19280" y="15642"/>
                    </a:cubicBezTo>
                    <a:cubicBezTo>
                      <a:pt x="15325" y="15647"/>
                      <a:pt x="12365" y="16162"/>
                      <a:pt x="9440" y="19050"/>
                    </a:cubicBezTo>
                    <a:cubicBezTo>
                      <a:pt x="8442" y="20127"/>
                      <a:pt x="7735" y="21227"/>
                      <a:pt x="7167" y="22580"/>
                    </a:cubicBezTo>
                    <a:cubicBezTo>
                      <a:pt x="7077" y="22752"/>
                      <a:pt x="6987" y="22927"/>
                      <a:pt x="6897" y="23107"/>
                    </a:cubicBezTo>
                    <a:cubicBezTo>
                      <a:pt x="6042" y="25280"/>
                      <a:pt x="6338" y="28750"/>
                      <a:pt x="7182" y="30892"/>
                    </a:cubicBezTo>
                    <a:cubicBezTo>
                      <a:pt x="7400" y="31387"/>
                      <a:pt x="7645" y="31860"/>
                      <a:pt x="7917" y="32330"/>
                    </a:cubicBezTo>
                    <a:cubicBezTo>
                      <a:pt x="8035" y="32535"/>
                      <a:pt x="8153" y="32743"/>
                      <a:pt x="8275" y="32955"/>
                    </a:cubicBezTo>
                    <a:cubicBezTo>
                      <a:pt x="9827" y="35243"/>
                      <a:pt x="12525" y="36680"/>
                      <a:pt x="15167" y="37330"/>
                    </a:cubicBezTo>
                    <a:cubicBezTo>
                      <a:pt x="16122" y="37433"/>
                      <a:pt x="17072" y="37442"/>
                      <a:pt x="18030" y="37438"/>
                    </a:cubicBezTo>
                    <a:cubicBezTo>
                      <a:pt x="18300" y="37440"/>
                      <a:pt x="18570" y="37440"/>
                      <a:pt x="18838" y="37442"/>
                    </a:cubicBezTo>
                    <a:cubicBezTo>
                      <a:pt x="19398" y="37445"/>
                      <a:pt x="19955" y="37442"/>
                      <a:pt x="20515" y="37440"/>
                    </a:cubicBezTo>
                    <a:cubicBezTo>
                      <a:pt x="21230" y="37438"/>
                      <a:pt x="21945" y="37442"/>
                      <a:pt x="22660" y="37450"/>
                    </a:cubicBezTo>
                    <a:cubicBezTo>
                      <a:pt x="23213" y="37455"/>
                      <a:pt x="23768" y="37455"/>
                      <a:pt x="24320" y="37452"/>
                    </a:cubicBezTo>
                    <a:cubicBezTo>
                      <a:pt x="24583" y="37452"/>
                      <a:pt x="24847" y="37455"/>
                      <a:pt x="25110" y="37457"/>
                    </a:cubicBezTo>
                    <a:cubicBezTo>
                      <a:pt x="25477" y="37462"/>
                      <a:pt x="25847" y="37457"/>
                      <a:pt x="26215" y="37455"/>
                    </a:cubicBezTo>
                    <a:cubicBezTo>
                      <a:pt x="26422" y="37455"/>
                      <a:pt x="26633" y="37455"/>
                      <a:pt x="26847" y="37455"/>
                    </a:cubicBezTo>
                    <a:cubicBezTo>
                      <a:pt x="27440" y="37325"/>
                      <a:pt x="27820" y="37165"/>
                      <a:pt x="28227" y="36702"/>
                    </a:cubicBezTo>
                    <a:cubicBezTo>
                      <a:pt x="28675" y="35815"/>
                      <a:pt x="28550" y="34755"/>
                      <a:pt x="28540" y="33785"/>
                    </a:cubicBezTo>
                    <a:cubicBezTo>
                      <a:pt x="28542" y="33522"/>
                      <a:pt x="28542" y="33262"/>
                      <a:pt x="28545" y="33000"/>
                    </a:cubicBezTo>
                    <a:cubicBezTo>
                      <a:pt x="28547" y="32440"/>
                      <a:pt x="28547" y="31877"/>
                      <a:pt x="28545" y="31315"/>
                    </a:cubicBezTo>
                    <a:cubicBezTo>
                      <a:pt x="28542" y="30422"/>
                      <a:pt x="28545" y="29532"/>
                      <a:pt x="28550" y="28640"/>
                    </a:cubicBezTo>
                    <a:cubicBezTo>
                      <a:pt x="28557" y="26905"/>
                      <a:pt x="28557" y="25172"/>
                      <a:pt x="28557" y="23438"/>
                    </a:cubicBezTo>
                    <a:cubicBezTo>
                      <a:pt x="28557" y="21235"/>
                      <a:pt x="28560" y="19035"/>
                      <a:pt x="28570" y="16835"/>
                    </a:cubicBezTo>
                    <a:cubicBezTo>
                      <a:pt x="28572" y="16095"/>
                      <a:pt x="28575" y="15355"/>
                      <a:pt x="28572" y="14618"/>
                    </a:cubicBezTo>
                    <a:cubicBezTo>
                      <a:pt x="28557" y="10227"/>
                      <a:pt x="28570" y="6752"/>
                      <a:pt x="31610" y="3330"/>
                    </a:cubicBezTo>
                    <a:cubicBezTo>
                      <a:pt x="34792" y="207"/>
                      <a:pt x="39555" y="0"/>
                      <a:pt x="43292" y="2197"/>
                    </a:cubicBezTo>
                    <a:close/>
                  </a:path>
                </a:pathLst>
              </a:custGeom>
              <a:solidFill>
                <a:srgbClr val="EE0001"/>
              </a:solidFill>
              <a:ln w="0">
                <a:noFill/>
              </a:ln>
            </p:spPr>
          </p:sp>
          <p:sp>
            <p:nvSpPr>
              <p:cNvPr id="143" name="cnn vector"/>
              <p:cNvSpPr/>
              <p:nvPr/>
            </p:nvSpPr>
            <p:spPr>
              <a:xfrm>
                <a:off x="2106865" y="1932582"/>
                <a:ext cx="1009909" cy="471190"/>
              </a:xfrm>
              <a:custGeom>
                <a:avLst/>
                <a:gdLst/>
                <a:ahLst/>
                <a:cxnLst/>
                <a:rect l="0" t="0" r="r" b="b"/>
                <a:pathLst>
                  <a:path w="110445" h="51530" fill="norm" stroke="0">
                    <a:moveTo>
                      <a:pt x="27708" y="80"/>
                    </a:moveTo>
                    <a:cubicBezTo>
                      <a:pt x="28388" y="88"/>
                      <a:pt x="29065" y="90"/>
                      <a:pt x="29745" y="93"/>
                    </a:cubicBezTo>
                    <a:cubicBezTo>
                      <a:pt x="30180" y="95"/>
                      <a:pt x="30612" y="98"/>
                      <a:pt x="31045" y="100"/>
                    </a:cubicBezTo>
                    <a:cubicBezTo>
                      <a:pt x="31248" y="100"/>
                      <a:pt x="31450" y="103"/>
                      <a:pt x="31660" y="103"/>
                    </a:cubicBezTo>
                    <a:cubicBezTo>
                      <a:pt x="31753" y="105"/>
                      <a:pt x="31753" y="105"/>
                      <a:pt x="32220" y="110"/>
                    </a:cubicBezTo>
                    <a:cubicBezTo>
                      <a:pt x="32383" y="113"/>
                      <a:pt x="32545" y="113"/>
                      <a:pt x="32713" y="115"/>
                    </a:cubicBezTo>
                    <a:cubicBezTo>
                      <a:pt x="33090" y="150"/>
                      <a:pt x="33090" y="150"/>
                      <a:pt x="33340" y="400"/>
                    </a:cubicBezTo>
                    <a:cubicBezTo>
                      <a:pt x="33365" y="805"/>
                      <a:pt x="33373" y="1213"/>
                      <a:pt x="33373" y="1620"/>
                    </a:cubicBezTo>
                    <a:cubicBezTo>
                      <a:pt x="33375" y="1865"/>
                      <a:pt x="33375" y="2113"/>
                      <a:pt x="33375" y="2365"/>
                    </a:cubicBezTo>
                    <a:cubicBezTo>
                      <a:pt x="33375" y="2495"/>
                      <a:pt x="33373" y="2623"/>
                      <a:pt x="33373" y="2755"/>
                    </a:cubicBezTo>
                    <a:cubicBezTo>
                      <a:pt x="33373" y="3148"/>
                      <a:pt x="33373" y="3543"/>
                      <a:pt x="33375" y="3935"/>
                    </a:cubicBezTo>
                    <a:cubicBezTo>
                      <a:pt x="33375" y="4058"/>
                      <a:pt x="33375" y="4058"/>
                      <a:pt x="33373" y="4683"/>
                    </a:cubicBezTo>
                    <a:cubicBezTo>
                      <a:pt x="33373" y="4910"/>
                      <a:pt x="33373" y="5138"/>
                      <a:pt x="33373" y="5370"/>
                    </a:cubicBezTo>
                    <a:cubicBezTo>
                      <a:pt x="33340" y="5900"/>
                      <a:pt x="33340" y="5900"/>
                      <a:pt x="33090" y="6150"/>
                    </a:cubicBezTo>
                    <a:cubicBezTo>
                      <a:pt x="32715" y="6185"/>
                      <a:pt x="32715" y="6185"/>
                      <a:pt x="32227" y="6190"/>
                    </a:cubicBezTo>
                    <a:cubicBezTo>
                      <a:pt x="32042" y="6193"/>
                      <a:pt x="31860" y="6195"/>
                      <a:pt x="31673" y="6198"/>
                    </a:cubicBezTo>
                    <a:cubicBezTo>
                      <a:pt x="31472" y="6200"/>
                      <a:pt x="31273" y="6200"/>
                      <a:pt x="31065" y="6203"/>
                    </a:cubicBezTo>
                    <a:cubicBezTo>
                      <a:pt x="30638" y="6210"/>
                      <a:pt x="30213" y="6218"/>
                      <a:pt x="29785" y="6225"/>
                    </a:cubicBezTo>
                    <a:cubicBezTo>
                      <a:pt x="29115" y="6235"/>
                      <a:pt x="28445" y="6245"/>
                      <a:pt x="27775" y="6250"/>
                    </a:cubicBezTo>
                    <a:cubicBezTo>
                      <a:pt x="24075" y="6290"/>
                      <a:pt x="20468" y="6490"/>
                      <a:pt x="17090" y="8150"/>
                    </a:cubicBezTo>
                    <a:cubicBezTo>
                      <a:pt x="16978" y="8205"/>
                      <a:pt x="16863" y="8260"/>
                      <a:pt x="16748" y="8318"/>
                    </a:cubicBezTo>
                    <a:cubicBezTo>
                      <a:pt x="12090" y="10643"/>
                      <a:pt x="8768" y="14758"/>
                      <a:pt x="7013" y="19613"/>
                    </a:cubicBezTo>
                    <a:cubicBezTo>
                      <a:pt x="5412" y="24603"/>
                      <a:pt x="6000" y="29998"/>
                      <a:pt x="8340" y="34650"/>
                    </a:cubicBezTo>
                    <a:cubicBezTo>
                      <a:pt x="10755" y="39328"/>
                      <a:pt x="14613" y="42468"/>
                      <a:pt x="19618" y="44080"/>
                    </a:cubicBezTo>
                    <a:cubicBezTo>
                      <a:pt x="21408" y="44640"/>
                      <a:pt x="23075" y="44938"/>
                      <a:pt x="24955" y="44940"/>
                    </a:cubicBezTo>
                    <a:cubicBezTo>
                      <a:pt x="25135" y="44943"/>
                      <a:pt x="25315" y="44943"/>
                      <a:pt x="25500" y="44945"/>
                    </a:cubicBezTo>
                    <a:cubicBezTo>
                      <a:pt x="26092" y="44948"/>
                      <a:pt x="26685" y="44950"/>
                      <a:pt x="27278" y="44950"/>
                    </a:cubicBezTo>
                    <a:cubicBezTo>
                      <a:pt x="27378" y="44953"/>
                      <a:pt x="27378" y="44953"/>
                      <a:pt x="27893" y="44953"/>
                    </a:cubicBezTo>
                    <a:cubicBezTo>
                      <a:pt x="28968" y="44958"/>
                      <a:pt x="30042" y="44960"/>
                      <a:pt x="31117" y="44960"/>
                    </a:cubicBezTo>
                    <a:cubicBezTo>
                      <a:pt x="32225" y="44963"/>
                      <a:pt x="33333" y="44968"/>
                      <a:pt x="34440" y="44975"/>
                    </a:cubicBezTo>
                    <a:cubicBezTo>
                      <a:pt x="35295" y="44980"/>
                      <a:pt x="36150" y="44980"/>
                      <a:pt x="37005" y="44980"/>
                    </a:cubicBezTo>
                    <a:cubicBezTo>
                      <a:pt x="37412" y="44983"/>
                      <a:pt x="37820" y="44985"/>
                      <a:pt x="38230" y="44988"/>
                    </a:cubicBezTo>
                    <a:cubicBezTo>
                      <a:pt x="38800" y="44993"/>
                      <a:pt x="39373" y="44990"/>
                      <a:pt x="39945" y="44990"/>
                    </a:cubicBezTo>
                    <a:cubicBezTo>
                      <a:pt x="40028" y="44990"/>
                      <a:pt x="40028" y="44990"/>
                      <a:pt x="40450" y="44998"/>
                    </a:cubicBezTo>
                    <a:cubicBezTo>
                      <a:pt x="41885" y="44985"/>
                      <a:pt x="43023" y="44580"/>
                      <a:pt x="44167" y="43713"/>
                    </a:cubicBezTo>
                    <a:cubicBezTo>
                      <a:pt x="45352" y="42135"/>
                      <a:pt x="45165" y="40133"/>
                      <a:pt x="45162" y="38253"/>
                    </a:cubicBezTo>
                    <a:cubicBezTo>
                      <a:pt x="45162" y="37938"/>
                      <a:pt x="45165" y="37620"/>
                      <a:pt x="45167" y="37303"/>
                    </a:cubicBezTo>
                    <a:cubicBezTo>
                      <a:pt x="45170" y="36622"/>
                      <a:pt x="45173" y="35945"/>
                      <a:pt x="45175" y="35265"/>
                    </a:cubicBezTo>
                    <a:cubicBezTo>
                      <a:pt x="45175" y="34193"/>
                      <a:pt x="45183" y="33118"/>
                      <a:pt x="45188" y="32045"/>
                    </a:cubicBezTo>
                    <a:cubicBezTo>
                      <a:pt x="45200" y="29573"/>
                      <a:pt x="45210" y="27103"/>
                      <a:pt x="45218" y="24630"/>
                    </a:cubicBezTo>
                    <a:cubicBezTo>
                      <a:pt x="45225" y="22363"/>
                      <a:pt x="45235" y="20095"/>
                      <a:pt x="45248" y="17825"/>
                    </a:cubicBezTo>
                    <a:cubicBezTo>
                      <a:pt x="45253" y="16758"/>
                      <a:pt x="45255" y="15690"/>
                      <a:pt x="45258" y="14623"/>
                    </a:cubicBezTo>
                    <a:cubicBezTo>
                      <a:pt x="45260" y="13960"/>
                      <a:pt x="45263" y="13298"/>
                      <a:pt x="45268" y="12635"/>
                    </a:cubicBezTo>
                    <a:cubicBezTo>
                      <a:pt x="45268" y="12328"/>
                      <a:pt x="45268" y="12020"/>
                      <a:pt x="45268" y="11713"/>
                    </a:cubicBezTo>
                    <a:cubicBezTo>
                      <a:pt x="45268" y="11293"/>
                      <a:pt x="45270" y="10873"/>
                      <a:pt x="45275" y="10453"/>
                    </a:cubicBezTo>
                    <a:cubicBezTo>
                      <a:pt x="45275" y="10218"/>
                      <a:pt x="45275" y="9983"/>
                      <a:pt x="45278" y="9743"/>
                    </a:cubicBezTo>
                    <a:cubicBezTo>
                      <a:pt x="45342" y="9128"/>
                      <a:pt x="45415" y="8843"/>
                      <a:pt x="45840" y="8400"/>
                    </a:cubicBezTo>
                    <a:cubicBezTo>
                      <a:pt x="46472" y="8275"/>
                      <a:pt x="46745" y="8225"/>
                      <a:pt x="47340" y="8400"/>
                    </a:cubicBezTo>
                    <a:cubicBezTo>
                      <a:pt x="48445" y="9223"/>
                      <a:pt x="49032" y="10653"/>
                      <a:pt x="49660" y="11843"/>
                    </a:cubicBezTo>
                    <a:cubicBezTo>
                      <a:pt x="50143" y="12755"/>
                      <a:pt x="50648" y="13657"/>
                      <a:pt x="51152" y="14558"/>
                    </a:cubicBezTo>
                    <a:cubicBezTo>
                      <a:pt x="51250" y="14728"/>
                      <a:pt x="51345" y="14900"/>
                      <a:pt x="51445" y="15075"/>
                    </a:cubicBezTo>
                    <a:cubicBezTo>
                      <a:pt x="52110" y="16255"/>
                      <a:pt x="52792" y="17423"/>
                      <a:pt x="53480" y="18588"/>
                    </a:cubicBezTo>
                    <a:cubicBezTo>
                      <a:pt x="54610" y="20495"/>
                      <a:pt x="55713" y="22415"/>
                      <a:pt x="56810" y="24338"/>
                    </a:cubicBezTo>
                    <a:cubicBezTo>
                      <a:pt x="56852" y="24413"/>
                      <a:pt x="56852" y="24413"/>
                      <a:pt x="57070" y="24795"/>
                    </a:cubicBezTo>
                    <a:cubicBezTo>
                      <a:pt x="57583" y="25693"/>
                      <a:pt x="58092" y="26590"/>
                      <a:pt x="58605" y="27485"/>
                    </a:cubicBezTo>
                    <a:cubicBezTo>
                      <a:pt x="59680" y="29375"/>
                      <a:pt x="60760" y="31263"/>
                      <a:pt x="61840" y="33150"/>
                    </a:cubicBezTo>
                    <a:cubicBezTo>
                      <a:pt x="61950" y="33342"/>
                      <a:pt x="62060" y="33535"/>
                      <a:pt x="62175" y="33733"/>
                    </a:cubicBezTo>
                    <a:cubicBezTo>
                      <a:pt x="62842" y="34900"/>
                      <a:pt x="63518" y="36065"/>
                      <a:pt x="64198" y="37228"/>
                    </a:cubicBezTo>
                    <a:cubicBezTo>
                      <a:pt x="64485" y="37718"/>
                      <a:pt x="64768" y="38208"/>
                      <a:pt x="65053" y="38700"/>
                    </a:cubicBezTo>
                    <a:cubicBezTo>
                      <a:pt x="65463" y="39415"/>
                      <a:pt x="65878" y="40125"/>
                      <a:pt x="66298" y="40838"/>
                    </a:cubicBezTo>
                    <a:cubicBezTo>
                      <a:pt x="66460" y="41115"/>
                      <a:pt x="66622" y="41395"/>
                      <a:pt x="66782" y="41675"/>
                    </a:cubicBezTo>
                    <a:cubicBezTo>
                      <a:pt x="68480" y="44635"/>
                      <a:pt x="68480" y="44635"/>
                      <a:pt x="69840" y="45150"/>
                    </a:cubicBezTo>
                    <a:cubicBezTo>
                      <a:pt x="70912" y="45405"/>
                      <a:pt x="71920" y="45400"/>
                      <a:pt x="72883" y="44830"/>
                    </a:cubicBezTo>
                    <a:cubicBezTo>
                      <a:pt x="73492" y="44318"/>
                      <a:pt x="73982" y="43868"/>
                      <a:pt x="74340" y="43150"/>
                    </a:cubicBezTo>
                    <a:cubicBezTo>
                      <a:pt x="74365" y="42708"/>
                      <a:pt x="74372" y="42263"/>
                      <a:pt x="74372" y="41818"/>
                    </a:cubicBezTo>
                    <a:cubicBezTo>
                      <a:pt x="74372" y="41680"/>
                      <a:pt x="74372" y="41543"/>
                      <a:pt x="74372" y="41400"/>
                    </a:cubicBezTo>
                    <a:cubicBezTo>
                      <a:pt x="74372" y="40940"/>
                      <a:pt x="74372" y="40478"/>
                      <a:pt x="74372" y="40015"/>
                    </a:cubicBezTo>
                    <a:cubicBezTo>
                      <a:pt x="74372" y="39685"/>
                      <a:pt x="74372" y="39355"/>
                      <a:pt x="74372" y="39023"/>
                    </a:cubicBezTo>
                    <a:cubicBezTo>
                      <a:pt x="74375" y="38310"/>
                      <a:pt x="74375" y="37598"/>
                      <a:pt x="74375" y="36885"/>
                    </a:cubicBezTo>
                    <a:cubicBezTo>
                      <a:pt x="74375" y="35758"/>
                      <a:pt x="74378" y="34630"/>
                      <a:pt x="74383" y="33503"/>
                    </a:cubicBezTo>
                    <a:cubicBezTo>
                      <a:pt x="74383" y="33313"/>
                      <a:pt x="74383" y="33122"/>
                      <a:pt x="74385" y="32928"/>
                    </a:cubicBezTo>
                    <a:cubicBezTo>
                      <a:pt x="74385" y="32538"/>
                      <a:pt x="74388" y="32150"/>
                      <a:pt x="74388" y="31760"/>
                    </a:cubicBezTo>
                    <a:cubicBezTo>
                      <a:pt x="74398" y="29135"/>
                      <a:pt x="74402" y="26513"/>
                      <a:pt x="74402" y="23888"/>
                    </a:cubicBezTo>
                    <a:cubicBezTo>
                      <a:pt x="74402" y="22118"/>
                      <a:pt x="74408" y="20347"/>
                      <a:pt x="74415" y="18578"/>
                    </a:cubicBezTo>
                    <a:cubicBezTo>
                      <a:pt x="74420" y="17640"/>
                      <a:pt x="74423" y="16705"/>
                      <a:pt x="74420" y="15768"/>
                    </a:cubicBezTo>
                    <a:cubicBezTo>
                      <a:pt x="74418" y="14885"/>
                      <a:pt x="74420" y="14005"/>
                      <a:pt x="74428" y="13123"/>
                    </a:cubicBezTo>
                    <a:cubicBezTo>
                      <a:pt x="74428" y="12800"/>
                      <a:pt x="74428" y="12478"/>
                      <a:pt x="74425" y="12155"/>
                    </a:cubicBezTo>
                    <a:cubicBezTo>
                      <a:pt x="74405" y="9705"/>
                      <a:pt x="74405" y="9705"/>
                      <a:pt x="74880" y="8925"/>
                    </a:cubicBezTo>
                    <a:cubicBezTo>
                      <a:pt x="75225" y="8573"/>
                      <a:pt x="75225" y="8573"/>
                      <a:pt x="75840" y="8150"/>
                    </a:cubicBezTo>
                    <a:cubicBezTo>
                      <a:pt x="76815" y="8468"/>
                      <a:pt x="77273" y="8750"/>
                      <a:pt x="77813" y="9620"/>
                    </a:cubicBezTo>
                    <a:cubicBezTo>
                      <a:pt x="77940" y="9820"/>
                      <a:pt x="78065" y="10023"/>
                      <a:pt x="78195" y="10230"/>
                    </a:cubicBezTo>
                    <a:cubicBezTo>
                      <a:pt x="78838" y="11308"/>
                      <a:pt x="79453" y="12400"/>
                      <a:pt x="80058" y="13498"/>
                    </a:cubicBezTo>
                    <a:cubicBezTo>
                      <a:pt x="80438" y="14193"/>
                      <a:pt x="80825" y="14885"/>
                      <a:pt x="81210" y="15575"/>
                    </a:cubicBezTo>
                    <a:cubicBezTo>
                      <a:pt x="81285" y="15713"/>
                      <a:pt x="81362" y="15850"/>
                      <a:pt x="81440" y="15990"/>
                    </a:cubicBezTo>
                    <a:cubicBezTo>
                      <a:pt x="82068" y="17115"/>
                      <a:pt x="82715" y="18230"/>
                      <a:pt x="83372" y="19338"/>
                    </a:cubicBezTo>
                    <a:cubicBezTo>
                      <a:pt x="84320" y="20933"/>
                      <a:pt x="85247" y="22540"/>
                      <a:pt x="86168" y="24150"/>
                    </a:cubicBezTo>
                    <a:cubicBezTo>
                      <a:pt x="86200" y="24205"/>
                      <a:pt x="86200" y="24205"/>
                      <a:pt x="86357" y="24480"/>
                    </a:cubicBezTo>
                    <a:cubicBezTo>
                      <a:pt x="86987" y="25585"/>
                      <a:pt x="87615" y="26693"/>
                      <a:pt x="88230" y="27805"/>
                    </a:cubicBezTo>
                    <a:cubicBezTo>
                      <a:pt x="88813" y="28858"/>
                      <a:pt x="89415" y="29895"/>
                      <a:pt x="90028" y="30933"/>
                    </a:cubicBezTo>
                    <a:cubicBezTo>
                      <a:pt x="90083" y="31023"/>
                      <a:pt x="90083" y="31023"/>
                      <a:pt x="90352" y="31483"/>
                    </a:cubicBezTo>
                    <a:cubicBezTo>
                      <a:pt x="90977" y="32540"/>
                      <a:pt x="91607" y="33595"/>
                      <a:pt x="92242" y="34645"/>
                    </a:cubicBezTo>
                    <a:cubicBezTo>
                      <a:pt x="93330" y="36448"/>
                      <a:pt x="94362" y="38270"/>
                      <a:pt x="95345" y="40133"/>
                    </a:cubicBezTo>
                    <a:cubicBezTo>
                      <a:pt x="97683" y="44560"/>
                      <a:pt x="97683" y="44560"/>
                      <a:pt x="99090" y="45150"/>
                    </a:cubicBezTo>
                    <a:cubicBezTo>
                      <a:pt x="100275" y="45383"/>
                      <a:pt x="101390" y="45368"/>
                      <a:pt x="102450" y="44745"/>
                    </a:cubicBezTo>
                    <a:cubicBezTo>
                      <a:pt x="103505" y="43885"/>
                      <a:pt x="103845" y="42918"/>
                      <a:pt x="103982" y="41588"/>
                    </a:cubicBezTo>
                    <a:cubicBezTo>
                      <a:pt x="104143" y="39828"/>
                      <a:pt x="104120" y="38068"/>
                      <a:pt x="104110" y="36303"/>
                    </a:cubicBezTo>
                    <a:cubicBezTo>
                      <a:pt x="104110" y="35920"/>
                      <a:pt x="104110" y="35538"/>
                      <a:pt x="104107" y="35152"/>
                    </a:cubicBezTo>
                    <a:cubicBezTo>
                      <a:pt x="104107" y="34333"/>
                      <a:pt x="104105" y="33513"/>
                      <a:pt x="104102" y="32695"/>
                    </a:cubicBezTo>
                    <a:cubicBezTo>
                      <a:pt x="104098" y="31398"/>
                      <a:pt x="104095" y="30100"/>
                      <a:pt x="104092" y="28805"/>
                    </a:cubicBezTo>
                    <a:cubicBezTo>
                      <a:pt x="104088" y="25120"/>
                      <a:pt x="104078" y="21435"/>
                      <a:pt x="104068" y="17750"/>
                    </a:cubicBezTo>
                    <a:cubicBezTo>
                      <a:pt x="104060" y="15713"/>
                      <a:pt x="104055" y="13673"/>
                      <a:pt x="104053" y="11635"/>
                    </a:cubicBezTo>
                    <a:cubicBezTo>
                      <a:pt x="104053" y="10345"/>
                      <a:pt x="104048" y="9058"/>
                      <a:pt x="104042" y="7768"/>
                    </a:cubicBezTo>
                    <a:cubicBezTo>
                      <a:pt x="104040" y="6968"/>
                      <a:pt x="104038" y="6168"/>
                      <a:pt x="104038" y="5368"/>
                    </a:cubicBezTo>
                    <a:cubicBezTo>
                      <a:pt x="104038" y="4995"/>
                      <a:pt x="104038" y="4625"/>
                      <a:pt x="104035" y="4253"/>
                    </a:cubicBezTo>
                    <a:cubicBezTo>
                      <a:pt x="104030" y="3748"/>
                      <a:pt x="104030" y="3240"/>
                      <a:pt x="104032" y="2735"/>
                    </a:cubicBezTo>
                    <a:cubicBezTo>
                      <a:pt x="104030" y="2588"/>
                      <a:pt x="104028" y="2440"/>
                      <a:pt x="104028" y="2288"/>
                    </a:cubicBezTo>
                    <a:cubicBezTo>
                      <a:pt x="104032" y="1448"/>
                      <a:pt x="104150" y="870"/>
                      <a:pt x="104590" y="150"/>
                    </a:cubicBezTo>
                    <a:cubicBezTo>
                      <a:pt x="105408" y="115"/>
                      <a:pt x="106225" y="93"/>
                      <a:pt x="107042" y="73"/>
                    </a:cubicBezTo>
                    <a:cubicBezTo>
                      <a:pt x="107275" y="62"/>
                      <a:pt x="107508" y="50"/>
                      <a:pt x="107748" y="40"/>
                    </a:cubicBezTo>
                    <a:cubicBezTo>
                      <a:pt x="107970" y="38"/>
                      <a:pt x="108193" y="32"/>
                      <a:pt x="108423" y="28"/>
                    </a:cubicBezTo>
                    <a:cubicBezTo>
                      <a:pt x="108630" y="23"/>
                      <a:pt x="108835" y="15"/>
                      <a:pt x="109048" y="8"/>
                    </a:cubicBezTo>
                    <a:cubicBezTo>
                      <a:pt x="109590" y="150"/>
                      <a:pt x="109590" y="150"/>
                      <a:pt x="109992" y="680"/>
                    </a:cubicBezTo>
                    <a:cubicBezTo>
                      <a:pt x="110435" y="1470"/>
                      <a:pt x="110445" y="2180"/>
                      <a:pt x="110435" y="3070"/>
                    </a:cubicBezTo>
                    <a:cubicBezTo>
                      <a:pt x="110435" y="3235"/>
                      <a:pt x="110435" y="3398"/>
                      <a:pt x="110438" y="3568"/>
                    </a:cubicBezTo>
                    <a:cubicBezTo>
                      <a:pt x="110440" y="4118"/>
                      <a:pt x="110438" y="4668"/>
                      <a:pt x="110433" y="5218"/>
                    </a:cubicBezTo>
                    <a:cubicBezTo>
                      <a:pt x="110435" y="5610"/>
                      <a:pt x="110435" y="6005"/>
                      <a:pt x="110438" y="6400"/>
                    </a:cubicBezTo>
                    <a:cubicBezTo>
                      <a:pt x="110438" y="7473"/>
                      <a:pt x="110438" y="8543"/>
                      <a:pt x="110433" y="9615"/>
                    </a:cubicBezTo>
                    <a:cubicBezTo>
                      <a:pt x="110430" y="10738"/>
                      <a:pt x="110430" y="11860"/>
                      <a:pt x="110433" y="12985"/>
                    </a:cubicBezTo>
                    <a:cubicBezTo>
                      <a:pt x="110433" y="14873"/>
                      <a:pt x="110430" y="16760"/>
                      <a:pt x="110425" y="18648"/>
                    </a:cubicBezTo>
                    <a:cubicBezTo>
                      <a:pt x="110420" y="20825"/>
                      <a:pt x="110417" y="23003"/>
                      <a:pt x="110420" y="25180"/>
                    </a:cubicBezTo>
                    <a:cubicBezTo>
                      <a:pt x="110423" y="27278"/>
                      <a:pt x="110420" y="29375"/>
                      <a:pt x="110417" y="31475"/>
                    </a:cubicBezTo>
                    <a:cubicBezTo>
                      <a:pt x="110415" y="32365"/>
                      <a:pt x="110415" y="33258"/>
                      <a:pt x="110415" y="34148"/>
                    </a:cubicBezTo>
                    <a:cubicBezTo>
                      <a:pt x="110417" y="35200"/>
                      <a:pt x="110415" y="36250"/>
                      <a:pt x="110410" y="37303"/>
                    </a:cubicBezTo>
                    <a:cubicBezTo>
                      <a:pt x="110410" y="37688"/>
                      <a:pt x="110410" y="38073"/>
                      <a:pt x="110410" y="38455"/>
                    </a:cubicBezTo>
                    <a:cubicBezTo>
                      <a:pt x="110415" y="42168"/>
                      <a:pt x="110218" y="45775"/>
                      <a:pt x="107590" y="48650"/>
                    </a:cubicBezTo>
                    <a:cubicBezTo>
                      <a:pt x="105737" y="50455"/>
                      <a:pt x="103560" y="51410"/>
                      <a:pt x="100980" y="51525"/>
                    </a:cubicBezTo>
                    <a:cubicBezTo>
                      <a:pt x="98410" y="51410"/>
                      <a:pt x="95862" y="50588"/>
                      <a:pt x="94090" y="48650"/>
                    </a:cubicBezTo>
                    <a:cubicBezTo>
                      <a:pt x="92765" y="47075"/>
                      <a:pt x="91773" y="45308"/>
                      <a:pt x="90763" y="43525"/>
                    </a:cubicBezTo>
                    <a:cubicBezTo>
                      <a:pt x="90595" y="43235"/>
                      <a:pt x="90430" y="42943"/>
                      <a:pt x="90263" y="42652"/>
                    </a:cubicBezTo>
                    <a:cubicBezTo>
                      <a:pt x="89278" y="40930"/>
                      <a:pt x="88305" y="39203"/>
                      <a:pt x="87340" y="37470"/>
                    </a:cubicBezTo>
                    <a:cubicBezTo>
                      <a:pt x="86715" y="36358"/>
                      <a:pt x="86060" y="35270"/>
                      <a:pt x="85383" y="34190"/>
                    </a:cubicBezTo>
                    <a:cubicBezTo>
                      <a:pt x="84865" y="33363"/>
                      <a:pt x="84370" y="32520"/>
                      <a:pt x="83890" y="31670"/>
                    </a:cubicBezTo>
                    <a:cubicBezTo>
                      <a:pt x="83768" y="31455"/>
                      <a:pt x="83645" y="31240"/>
                      <a:pt x="83520" y="31018"/>
                    </a:cubicBezTo>
                    <a:cubicBezTo>
                      <a:pt x="83280" y="30592"/>
                      <a:pt x="83040" y="30168"/>
                      <a:pt x="82805" y="29740"/>
                    </a:cubicBezTo>
                    <a:cubicBezTo>
                      <a:pt x="82695" y="29545"/>
                      <a:pt x="82583" y="29350"/>
                      <a:pt x="82470" y="29148"/>
                    </a:cubicBezTo>
                    <a:cubicBezTo>
                      <a:pt x="82420" y="29060"/>
                      <a:pt x="82420" y="29060"/>
                      <a:pt x="82175" y="28620"/>
                    </a:cubicBezTo>
                    <a:cubicBezTo>
                      <a:pt x="81795" y="28085"/>
                      <a:pt x="81370" y="27782"/>
                      <a:pt x="80840" y="27400"/>
                    </a:cubicBezTo>
                    <a:cubicBezTo>
                      <a:pt x="80840" y="27605"/>
                      <a:pt x="80838" y="27810"/>
                      <a:pt x="80838" y="28020"/>
                    </a:cubicBezTo>
                    <a:cubicBezTo>
                      <a:pt x="80828" y="29955"/>
                      <a:pt x="80815" y="31888"/>
                      <a:pt x="80795" y="33823"/>
                    </a:cubicBezTo>
                    <a:cubicBezTo>
                      <a:pt x="80785" y="34818"/>
                      <a:pt x="80778" y="35810"/>
                      <a:pt x="80773" y="36805"/>
                    </a:cubicBezTo>
                    <a:cubicBezTo>
                      <a:pt x="80770" y="37768"/>
                      <a:pt x="80760" y="38728"/>
                      <a:pt x="80747" y="39690"/>
                    </a:cubicBezTo>
                    <a:cubicBezTo>
                      <a:pt x="80745" y="40055"/>
                      <a:pt x="80742" y="40420"/>
                      <a:pt x="80742" y="40785"/>
                    </a:cubicBezTo>
                    <a:cubicBezTo>
                      <a:pt x="80737" y="44255"/>
                      <a:pt x="80008" y="46685"/>
                      <a:pt x="77520" y="49227"/>
                    </a:cubicBezTo>
                    <a:cubicBezTo>
                      <a:pt x="75725" y="50787"/>
                      <a:pt x="73293" y="51530"/>
                      <a:pt x="70945" y="51463"/>
                    </a:cubicBezTo>
                    <a:cubicBezTo>
                      <a:pt x="68408" y="51203"/>
                      <a:pt x="65975" y="50248"/>
                      <a:pt x="64282" y="48292"/>
                    </a:cubicBezTo>
                    <a:cubicBezTo>
                      <a:pt x="63333" y="47120"/>
                      <a:pt x="62605" y="45850"/>
                      <a:pt x="61915" y="44513"/>
                    </a:cubicBezTo>
                    <a:cubicBezTo>
                      <a:pt x="61660" y="44032"/>
                      <a:pt x="61402" y="43595"/>
                      <a:pt x="61090" y="43150"/>
                    </a:cubicBezTo>
                    <a:cubicBezTo>
                      <a:pt x="60645" y="42515"/>
                      <a:pt x="60280" y="41842"/>
                      <a:pt x="59912" y="41158"/>
                    </a:cubicBezTo>
                    <a:cubicBezTo>
                      <a:pt x="59183" y="39805"/>
                      <a:pt x="58417" y="38475"/>
                      <a:pt x="57638" y="37150"/>
                    </a:cubicBezTo>
                    <a:cubicBezTo>
                      <a:pt x="57412" y="36765"/>
                      <a:pt x="57188" y="36380"/>
                      <a:pt x="56963" y="35993"/>
                    </a:cubicBezTo>
                    <a:cubicBezTo>
                      <a:pt x="56365" y="34972"/>
                      <a:pt x="55768" y="33953"/>
                      <a:pt x="55170" y="32933"/>
                    </a:cubicBezTo>
                    <a:cubicBezTo>
                      <a:pt x="54908" y="32488"/>
                      <a:pt x="54648" y="32043"/>
                      <a:pt x="54388" y="31597"/>
                    </a:cubicBezTo>
                    <a:cubicBezTo>
                      <a:pt x="54155" y="31195"/>
                      <a:pt x="53920" y="30795"/>
                      <a:pt x="53685" y="30395"/>
                    </a:cubicBezTo>
                    <a:cubicBezTo>
                      <a:pt x="52833" y="28930"/>
                      <a:pt x="52833" y="28930"/>
                      <a:pt x="52563" y="28160"/>
                    </a:cubicBezTo>
                    <a:cubicBezTo>
                      <a:pt x="52340" y="27650"/>
                      <a:pt x="52340" y="27650"/>
                      <a:pt x="51953" y="27493"/>
                    </a:cubicBezTo>
                    <a:cubicBezTo>
                      <a:pt x="51833" y="27463"/>
                      <a:pt x="51713" y="27433"/>
                      <a:pt x="51590" y="27400"/>
                    </a:cubicBezTo>
                    <a:cubicBezTo>
                      <a:pt x="51590" y="27590"/>
                      <a:pt x="51588" y="27780"/>
                      <a:pt x="51588" y="27978"/>
                    </a:cubicBezTo>
                    <a:cubicBezTo>
                      <a:pt x="51578" y="29782"/>
                      <a:pt x="51565" y="31588"/>
                      <a:pt x="51545" y="33393"/>
                    </a:cubicBezTo>
                    <a:cubicBezTo>
                      <a:pt x="51535" y="34320"/>
                      <a:pt x="51528" y="35248"/>
                      <a:pt x="51523" y="36175"/>
                    </a:cubicBezTo>
                    <a:cubicBezTo>
                      <a:pt x="51520" y="37075"/>
                      <a:pt x="51510" y="37972"/>
                      <a:pt x="51498" y="38870"/>
                    </a:cubicBezTo>
                    <a:cubicBezTo>
                      <a:pt x="51495" y="39210"/>
                      <a:pt x="51492" y="39550"/>
                      <a:pt x="51492" y="39890"/>
                    </a:cubicBezTo>
                    <a:cubicBezTo>
                      <a:pt x="51487" y="43025"/>
                      <a:pt x="51092" y="46030"/>
                      <a:pt x="48840" y="48400"/>
                    </a:cubicBezTo>
                    <a:cubicBezTo>
                      <a:pt x="48710" y="48537"/>
                      <a:pt x="48578" y="48677"/>
                      <a:pt x="48443" y="48820"/>
                    </a:cubicBezTo>
                    <a:cubicBezTo>
                      <a:pt x="46405" y="50753"/>
                      <a:pt x="43830" y="51188"/>
                      <a:pt x="41128" y="51190"/>
                    </a:cubicBezTo>
                    <a:cubicBezTo>
                      <a:pt x="40938" y="51193"/>
                      <a:pt x="40748" y="51193"/>
                      <a:pt x="40550" y="51195"/>
                    </a:cubicBezTo>
                    <a:cubicBezTo>
                      <a:pt x="39923" y="51198"/>
                      <a:pt x="39292" y="51200"/>
                      <a:pt x="38662" y="51200"/>
                    </a:cubicBezTo>
                    <a:cubicBezTo>
                      <a:pt x="38555" y="51203"/>
                      <a:pt x="38555" y="51203"/>
                      <a:pt x="38008" y="51203"/>
                    </a:cubicBezTo>
                    <a:cubicBezTo>
                      <a:pt x="36857" y="51208"/>
                      <a:pt x="35708" y="51210"/>
                      <a:pt x="34560" y="51210"/>
                    </a:cubicBezTo>
                    <a:cubicBezTo>
                      <a:pt x="33383" y="51213"/>
                      <a:pt x="32208" y="51218"/>
                      <a:pt x="31032" y="51225"/>
                    </a:cubicBezTo>
                    <a:cubicBezTo>
                      <a:pt x="30120" y="51230"/>
                      <a:pt x="29205" y="51230"/>
                      <a:pt x="28292" y="51230"/>
                    </a:cubicBezTo>
                    <a:cubicBezTo>
                      <a:pt x="27860" y="51233"/>
                      <a:pt x="27428" y="51235"/>
                      <a:pt x="26995" y="51238"/>
                    </a:cubicBezTo>
                    <a:cubicBezTo>
                      <a:pt x="20018" y="51287"/>
                      <a:pt x="13330" y="49550"/>
                      <a:pt x="8228" y="44545"/>
                    </a:cubicBezTo>
                    <a:cubicBezTo>
                      <a:pt x="8015" y="44330"/>
                      <a:pt x="7803" y="44115"/>
                      <a:pt x="7590" y="43900"/>
                    </a:cubicBezTo>
                    <a:cubicBezTo>
                      <a:pt x="7537" y="43848"/>
                      <a:pt x="7537" y="43848"/>
                      <a:pt x="7268" y="43580"/>
                    </a:cubicBezTo>
                    <a:cubicBezTo>
                      <a:pt x="4045" y="40398"/>
                      <a:pt x="1545" y="36372"/>
                      <a:pt x="590" y="31900"/>
                    </a:cubicBezTo>
                    <a:cubicBezTo>
                      <a:pt x="548" y="31705"/>
                      <a:pt x="505" y="31513"/>
                      <a:pt x="460" y="31310"/>
                    </a:cubicBezTo>
                    <a:cubicBezTo>
                      <a:pt x="85" y="29480"/>
                      <a:pt x="0" y="27718"/>
                      <a:pt x="13" y="25853"/>
                    </a:cubicBezTo>
                    <a:cubicBezTo>
                      <a:pt x="13" y="25705"/>
                      <a:pt x="13" y="25558"/>
                      <a:pt x="13" y="25405"/>
                    </a:cubicBezTo>
                    <a:cubicBezTo>
                      <a:pt x="32" y="21750"/>
                      <a:pt x="590" y="18500"/>
                      <a:pt x="2090" y="15150"/>
                    </a:cubicBezTo>
                    <a:cubicBezTo>
                      <a:pt x="2188" y="14930"/>
                      <a:pt x="2287" y="14710"/>
                      <a:pt x="2388" y="14483"/>
                    </a:cubicBezTo>
                    <a:cubicBezTo>
                      <a:pt x="3128" y="12918"/>
                      <a:pt x="4055" y="11528"/>
                      <a:pt x="5090" y="10150"/>
                    </a:cubicBezTo>
                    <a:cubicBezTo>
                      <a:pt x="5170" y="10043"/>
                      <a:pt x="5250" y="9935"/>
                      <a:pt x="5333" y="9825"/>
                    </a:cubicBezTo>
                    <a:cubicBezTo>
                      <a:pt x="6450" y="8335"/>
                      <a:pt x="7628" y="7068"/>
                      <a:pt x="9090" y="5900"/>
                    </a:cubicBezTo>
                    <a:cubicBezTo>
                      <a:pt x="9233" y="5780"/>
                      <a:pt x="9375" y="5663"/>
                      <a:pt x="9520" y="5540"/>
                    </a:cubicBezTo>
                    <a:cubicBezTo>
                      <a:pt x="14907" y="1215"/>
                      <a:pt x="20943" y="0"/>
                      <a:pt x="27708" y="80"/>
                    </a:cubicBezTo>
                    <a:close/>
                    <a:moveTo>
                      <a:pt x="19340" y="1650"/>
                    </a:moveTo>
                    <a:cubicBezTo>
                      <a:pt x="18830" y="1770"/>
                      <a:pt x="18323" y="1878"/>
                      <a:pt x="17810" y="1978"/>
                    </a:cubicBezTo>
                    <a:cubicBezTo>
                      <a:pt x="16268" y="2312"/>
                      <a:pt x="14955" y="2853"/>
                      <a:pt x="13590" y="3650"/>
                    </a:cubicBezTo>
                    <a:cubicBezTo>
                      <a:pt x="13458" y="3728"/>
                      <a:pt x="13325" y="3803"/>
                      <a:pt x="13188" y="3883"/>
                    </a:cubicBezTo>
                    <a:cubicBezTo>
                      <a:pt x="12752" y="4135"/>
                      <a:pt x="12320" y="4393"/>
                      <a:pt x="11888" y="4650"/>
                    </a:cubicBezTo>
                    <a:cubicBezTo>
                      <a:pt x="11752" y="4730"/>
                      <a:pt x="11618" y="4810"/>
                      <a:pt x="11478" y="4893"/>
                    </a:cubicBezTo>
                    <a:cubicBezTo>
                      <a:pt x="10680" y="5385"/>
                      <a:pt x="10032" y="5918"/>
                      <a:pt x="9385" y="6598"/>
                    </a:cubicBezTo>
                    <a:cubicBezTo>
                      <a:pt x="9108" y="6883"/>
                      <a:pt x="8823" y="7143"/>
                      <a:pt x="8520" y="7398"/>
                    </a:cubicBezTo>
                    <a:cubicBezTo>
                      <a:pt x="7490" y="8273"/>
                      <a:pt x="6593" y="9118"/>
                      <a:pt x="5858" y="10265"/>
                    </a:cubicBezTo>
                    <a:cubicBezTo>
                      <a:pt x="5590" y="10650"/>
                      <a:pt x="5590" y="10650"/>
                      <a:pt x="5240" y="10983"/>
                    </a:cubicBezTo>
                    <a:cubicBezTo>
                      <a:pt x="4548" y="11708"/>
                      <a:pt x="4118" y="12595"/>
                      <a:pt x="3638" y="13470"/>
                    </a:cubicBezTo>
                    <a:cubicBezTo>
                      <a:pt x="3453" y="13803"/>
                      <a:pt x="3265" y="14133"/>
                      <a:pt x="3075" y="14463"/>
                    </a:cubicBezTo>
                    <a:cubicBezTo>
                      <a:pt x="2405" y="15670"/>
                      <a:pt x="1928" y="16760"/>
                      <a:pt x="1700" y="18128"/>
                    </a:cubicBezTo>
                    <a:cubicBezTo>
                      <a:pt x="1590" y="18650"/>
                      <a:pt x="1590" y="18650"/>
                      <a:pt x="1338" y="19263"/>
                    </a:cubicBezTo>
                    <a:cubicBezTo>
                      <a:pt x="583" y="21210"/>
                      <a:pt x="790" y="23668"/>
                      <a:pt x="793" y="25745"/>
                    </a:cubicBezTo>
                    <a:cubicBezTo>
                      <a:pt x="793" y="25880"/>
                      <a:pt x="795" y="26018"/>
                      <a:pt x="795" y="26160"/>
                    </a:cubicBezTo>
                    <a:cubicBezTo>
                      <a:pt x="800" y="28195"/>
                      <a:pt x="860" y="30160"/>
                      <a:pt x="1340" y="32150"/>
                    </a:cubicBezTo>
                    <a:cubicBezTo>
                      <a:pt x="1373" y="32285"/>
                      <a:pt x="1405" y="32418"/>
                      <a:pt x="1438" y="32555"/>
                    </a:cubicBezTo>
                    <a:cubicBezTo>
                      <a:pt x="1878" y="34310"/>
                      <a:pt x="2483" y="35808"/>
                      <a:pt x="3475" y="37320"/>
                    </a:cubicBezTo>
                    <a:cubicBezTo>
                      <a:pt x="3748" y="37755"/>
                      <a:pt x="3963" y="38148"/>
                      <a:pt x="4178" y="38608"/>
                    </a:cubicBezTo>
                    <a:cubicBezTo>
                      <a:pt x="4645" y="39568"/>
                      <a:pt x="5290" y="40378"/>
                      <a:pt x="5950" y="41213"/>
                    </a:cubicBezTo>
                    <a:cubicBezTo>
                      <a:pt x="6010" y="41290"/>
                      <a:pt x="6010" y="41290"/>
                      <a:pt x="6312" y="41685"/>
                    </a:cubicBezTo>
                    <a:cubicBezTo>
                      <a:pt x="6938" y="42483"/>
                      <a:pt x="7400" y="42980"/>
                      <a:pt x="8340" y="43400"/>
                    </a:cubicBezTo>
                    <a:cubicBezTo>
                      <a:pt x="8475" y="43755"/>
                      <a:pt x="8475" y="43755"/>
                      <a:pt x="8590" y="44150"/>
                    </a:cubicBezTo>
                    <a:cubicBezTo>
                      <a:pt x="9890" y="45588"/>
                      <a:pt x="11535" y="46520"/>
                      <a:pt x="13213" y="47440"/>
                    </a:cubicBezTo>
                    <a:cubicBezTo>
                      <a:pt x="13573" y="47640"/>
                      <a:pt x="13923" y="47850"/>
                      <a:pt x="14270" y="48068"/>
                    </a:cubicBezTo>
                    <a:cubicBezTo>
                      <a:pt x="15880" y="49042"/>
                      <a:pt x="17453" y="49510"/>
                      <a:pt x="19305" y="49810"/>
                    </a:cubicBezTo>
                    <a:cubicBezTo>
                      <a:pt x="19680" y="49873"/>
                      <a:pt x="20053" y="49945"/>
                      <a:pt x="20425" y="50023"/>
                    </a:cubicBezTo>
                    <a:cubicBezTo>
                      <a:pt x="22793" y="50485"/>
                      <a:pt x="25133" y="50472"/>
                      <a:pt x="27537" y="50468"/>
                    </a:cubicBezTo>
                    <a:cubicBezTo>
                      <a:pt x="27987" y="50468"/>
                      <a:pt x="28438" y="50468"/>
                      <a:pt x="28888" y="50468"/>
                    </a:cubicBezTo>
                    <a:cubicBezTo>
                      <a:pt x="29825" y="50470"/>
                      <a:pt x="30765" y="50468"/>
                      <a:pt x="31703" y="50465"/>
                    </a:cubicBezTo>
                    <a:cubicBezTo>
                      <a:pt x="32898" y="50463"/>
                      <a:pt x="34095" y="50465"/>
                      <a:pt x="35292" y="50468"/>
                    </a:cubicBezTo>
                    <a:cubicBezTo>
                      <a:pt x="36220" y="50470"/>
                      <a:pt x="37148" y="50468"/>
                      <a:pt x="38075" y="50468"/>
                    </a:cubicBezTo>
                    <a:cubicBezTo>
                      <a:pt x="38515" y="50468"/>
                      <a:pt x="38958" y="50468"/>
                      <a:pt x="39398" y="50468"/>
                    </a:cubicBezTo>
                    <a:cubicBezTo>
                      <a:pt x="45505" y="50480"/>
                      <a:pt x="45505" y="50480"/>
                      <a:pt x="48090" y="48400"/>
                    </a:cubicBezTo>
                    <a:cubicBezTo>
                      <a:pt x="48678" y="47693"/>
                      <a:pt x="49140" y="46950"/>
                      <a:pt x="49590" y="46150"/>
                    </a:cubicBezTo>
                    <a:cubicBezTo>
                      <a:pt x="49670" y="46047"/>
                      <a:pt x="49750" y="45945"/>
                      <a:pt x="49833" y="45840"/>
                    </a:cubicBezTo>
                    <a:cubicBezTo>
                      <a:pt x="51665" y="42705"/>
                      <a:pt x="50925" y="37668"/>
                      <a:pt x="50893" y="34173"/>
                    </a:cubicBezTo>
                    <a:cubicBezTo>
                      <a:pt x="50885" y="33295"/>
                      <a:pt x="50880" y="32415"/>
                      <a:pt x="50878" y="31537"/>
                    </a:cubicBezTo>
                    <a:cubicBezTo>
                      <a:pt x="50870" y="29825"/>
                      <a:pt x="50857" y="28113"/>
                      <a:pt x="50840" y="26400"/>
                    </a:cubicBezTo>
                    <a:cubicBezTo>
                      <a:pt x="52458" y="26513"/>
                      <a:pt x="52458" y="26513"/>
                      <a:pt x="52950" y="27023"/>
                    </a:cubicBezTo>
                    <a:cubicBezTo>
                      <a:pt x="53015" y="27178"/>
                      <a:pt x="53078" y="27335"/>
                      <a:pt x="53145" y="27495"/>
                    </a:cubicBezTo>
                    <a:cubicBezTo>
                      <a:pt x="53218" y="27663"/>
                      <a:pt x="53290" y="27833"/>
                      <a:pt x="53367" y="28005"/>
                    </a:cubicBezTo>
                    <a:cubicBezTo>
                      <a:pt x="53400" y="28092"/>
                      <a:pt x="53400" y="28092"/>
                      <a:pt x="53575" y="28540"/>
                    </a:cubicBezTo>
                    <a:cubicBezTo>
                      <a:pt x="53650" y="28718"/>
                      <a:pt x="53725" y="28898"/>
                      <a:pt x="53805" y="29080"/>
                    </a:cubicBezTo>
                    <a:cubicBezTo>
                      <a:pt x="53990" y="29518"/>
                      <a:pt x="54167" y="29958"/>
                      <a:pt x="54340" y="30400"/>
                    </a:cubicBezTo>
                    <a:cubicBezTo>
                      <a:pt x="54505" y="30400"/>
                      <a:pt x="54670" y="30400"/>
                      <a:pt x="54840" y="30400"/>
                    </a:cubicBezTo>
                    <a:cubicBezTo>
                      <a:pt x="54902" y="30613"/>
                      <a:pt x="54965" y="30823"/>
                      <a:pt x="55028" y="31040"/>
                    </a:cubicBezTo>
                    <a:cubicBezTo>
                      <a:pt x="55338" y="31985"/>
                      <a:pt x="55825" y="32805"/>
                      <a:pt x="56340" y="33650"/>
                    </a:cubicBezTo>
                    <a:cubicBezTo>
                      <a:pt x="56505" y="33650"/>
                      <a:pt x="56670" y="33650"/>
                      <a:pt x="56840" y="33650"/>
                    </a:cubicBezTo>
                    <a:cubicBezTo>
                      <a:pt x="56852" y="33763"/>
                      <a:pt x="56852" y="33763"/>
                      <a:pt x="56915" y="34328"/>
                    </a:cubicBezTo>
                    <a:cubicBezTo>
                      <a:pt x="57053" y="35155"/>
                      <a:pt x="57383" y="35658"/>
                      <a:pt x="57902" y="36323"/>
                    </a:cubicBezTo>
                    <a:cubicBezTo>
                      <a:pt x="58732" y="37425"/>
                      <a:pt x="59285" y="38538"/>
                      <a:pt x="59805" y="39813"/>
                    </a:cubicBezTo>
                    <a:cubicBezTo>
                      <a:pt x="60090" y="40398"/>
                      <a:pt x="60373" y="40713"/>
                      <a:pt x="60840" y="41150"/>
                    </a:cubicBezTo>
                    <a:cubicBezTo>
                      <a:pt x="61053" y="41500"/>
                      <a:pt x="61053" y="41500"/>
                      <a:pt x="61215" y="41853"/>
                    </a:cubicBezTo>
                    <a:cubicBezTo>
                      <a:pt x="61248" y="41920"/>
                      <a:pt x="61248" y="41920"/>
                      <a:pt x="61405" y="42250"/>
                    </a:cubicBezTo>
                    <a:cubicBezTo>
                      <a:pt x="61523" y="42503"/>
                      <a:pt x="61638" y="42758"/>
                      <a:pt x="61753" y="43010"/>
                    </a:cubicBezTo>
                    <a:cubicBezTo>
                      <a:pt x="62210" y="43998"/>
                      <a:pt x="62823" y="44805"/>
                      <a:pt x="63487" y="45662"/>
                    </a:cubicBezTo>
                    <a:cubicBezTo>
                      <a:pt x="63795" y="46085"/>
                      <a:pt x="64018" y="46472"/>
                      <a:pt x="64230" y="46948"/>
                    </a:cubicBezTo>
                    <a:cubicBezTo>
                      <a:pt x="65000" y="48575"/>
                      <a:pt x="66492" y="49435"/>
                      <a:pt x="68090" y="50150"/>
                    </a:cubicBezTo>
                    <a:cubicBezTo>
                      <a:pt x="70523" y="50965"/>
                      <a:pt x="72710" y="50778"/>
                      <a:pt x="75090" y="49900"/>
                    </a:cubicBezTo>
                    <a:cubicBezTo>
                      <a:pt x="75263" y="49845"/>
                      <a:pt x="75435" y="49790"/>
                      <a:pt x="75615" y="49733"/>
                    </a:cubicBezTo>
                    <a:cubicBezTo>
                      <a:pt x="77497" y="48998"/>
                      <a:pt x="78758" y="47063"/>
                      <a:pt x="79640" y="45305"/>
                    </a:cubicBezTo>
                    <a:cubicBezTo>
                      <a:pt x="80265" y="43270"/>
                      <a:pt x="80143" y="41065"/>
                      <a:pt x="80170" y="38955"/>
                    </a:cubicBezTo>
                    <a:cubicBezTo>
                      <a:pt x="80175" y="38600"/>
                      <a:pt x="80180" y="38243"/>
                      <a:pt x="80185" y="37888"/>
                    </a:cubicBezTo>
                    <a:cubicBezTo>
                      <a:pt x="80200" y="36958"/>
                      <a:pt x="80212" y="36028"/>
                      <a:pt x="80222" y="35095"/>
                    </a:cubicBezTo>
                    <a:cubicBezTo>
                      <a:pt x="80235" y="34145"/>
                      <a:pt x="80250" y="33193"/>
                      <a:pt x="80265" y="32240"/>
                    </a:cubicBezTo>
                    <a:cubicBezTo>
                      <a:pt x="80290" y="30378"/>
                      <a:pt x="80315" y="28513"/>
                      <a:pt x="80340" y="26650"/>
                    </a:cubicBezTo>
                    <a:cubicBezTo>
                      <a:pt x="80753" y="26568"/>
                      <a:pt x="81165" y="26485"/>
                      <a:pt x="81590" y="26400"/>
                    </a:cubicBezTo>
                    <a:cubicBezTo>
                      <a:pt x="82890" y="27753"/>
                      <a:pt x="82890" y="27753"/>
                      <a:pt x="82997" y="28713"/>
                    </a:cubicBezTo>
                    <a:cubicBezTo>
                      <a:pt x="83028" y="28940"/>
                      <a:pt x="83058" y="29168"/>
                      <a:pt x="83090" y="29400"/>
                    </a:cubicBezTo>
                    <a:cubicBezTo>
                      <a:pt x="83203" y="29472"/>
                      <a:pt x="83318" y="29545"/>
                      <a:pt x="83433" y="29620"/>
                    </a:cubicBezTo>
                    <a:cubicBezTo>
                      <a:pt x="83997" y="30008"/>
                      <a:pt x="84160" y="30443"/>
                      <a:pt x="84450" y="31058"/>
                    </a:cubicBezTo>
                    <a:cubicBezTo>
                      <a:pt x="84558" y="31280"/>
                      <a:pt x="84665" y="31503"/>
                      <a:pt x="84775" y="31733"/>
                    </a:cubicBezTo>
                    <a:cubicBezTo>
                      <a:pt x="84828" y="31842"/>
                      <a:pt x="84828" y="31842"/>
                      <a:pt x="85090" y="32400"/>
                    </a:cubicBezTo>
                    <a:cubicBezTo>
                      <a:pt x="85265" y="32770"/>
                      <a:pt x="85443" y="33140"/>
                      <a:pt x="85622" y="33510"/>
                    </a:cubicBezTo>
                    <a:cubicBezTo>
                      <a:pt x="85695" y="33665"/>
                      <a:pt x="85768" y="33818"/>
                      <a:pt x="85842" y="33978"/>
                    </a:cubicBezTo>
                    <a:cubicBezTo>
                      <a:pt x="86090" y="34400"/>
                      <a:pt x="86090" y="34400"/>
                      <a:pt x="86450" y="34745"/>
                    </a:cubicBezTo>
                    <a:cubicBezTo>
                      <a:pt x="86857" y="35168"/>
                      <a:pt x="87088" y="35550"/>
                      <a:pt x="87352" y="36075"/>
                    </a:cubicBezTo>
                    <a:cubicBezTo>
                      <a:pt x="87445" y="36253"/>
                      <a:pt x="87535" y="36430"/>
                      <a:pt x="87630" y="36613"/>
                    </a:cubicBezTo>
                    <a:cubicBezTo>
                      <a:pt x="87725" y="36800"/>
                      <a:pt x="87820" y="36988"/>
                      <a:pt x="87918" y="37183"/>
                    </a:cubicBezTo>
                    <a:cubicBezTo>
                      <a:pt x="88640" y="38580"/>
                      <a:pt x="89383" y="39895"/>
                      <a:pt x="90285" y="41183"/>
                    </a:cubicBezTo>
                    <a:cubicBezTo>
                      <a:pt x="90740" y="41880"/>
                      <a:pt x="91055" y="42620"/>
                      <a:pt x="91340" y="43400"/>
                    </a:cubicBezTo>
                    <a:cubicBezTo>
                      <a:pt x="91505" y="43400"/>
                      <a:pt x="91670" y="43400"/>
                      <a:pt x="91840" y="43400"/>
                    </a:cubicBezTo>
                    <a:cubicBezTo>
                      <a:pt x="91873" y="43485"/>
                      <a:pt x="91873" y="43485"/>
                      <a:pt x="92035" y="43918"/>
                    </a:cubicBezTo>
                    <a:cubicBezTo>
                      <a:pt x="93140" y="46665"/>
                      <a:pt x="94375" y="48670"/>
                      <a:pt x="97143" y="49895"/>
                    </a:cubicBezTo>
                    <a:cubicBezTo>
                      <a:pt x="99727" y="50920"/>
                      <a:pt x="102232" y="50940"/>
                      <a:pt x="104840" y="49900"/>
                    </a:cubicBezTo>
                    <a:cubicBezTo>
                      <a:pt x="106652" y="48868"/>
                      <a:pt x="108408" y="47162"/>
                      <a:pt x="109090" y="45150"/>
                    </a:cubicBezTo>
                    <a:cubicBezTo>
                      <a:pt x="109492" y="43080"/>
                      <a:pt x="109375" y="40913"/>
                      <a:pt x="109370" y="38813"/>
                    </a:cubicBezTo>
                    <a:cubicBezTo>
                      <a:pt x="109367" y="38400"/>
                      <a:pt x="109370" y="37990"/>
                      <a:pt x="109370" y="37578"/>
                    </a:cubicBezTo>
                    <a:cubicBezTo>
                      <a:pt x="109370" y="36465"/>
                      <a:pt x="109367" y="35353"/>
                      <a:pt x="109365" y="34243"/>
                    </a:cubicBezTo>
                    <a:cubicBezTo>
                      <a:pt x="109365" y="33078"/>
                      <a:pt x="109365" y="31912"/>
                      <a:pt x="109365" y="30750"/>
                    </a:cubicBezTo>
                    <a:cubicBezTo>
                      <a:pt x="109362" y="28548"/>
                      <a:pt x="109360" y="26345"/>
                      <a:pt x="109357" y="24143"/>
                    </a:cubicBezTo>
                    <a:cubicBezTo>
                      <a:pt x="109357" y="22385"/>
                      <a:pt x="109355" y="20625"/>
                      <a:pt x="109355" y="18865"/>
                    </a:cubicBezTo>
                    <a:cubicBezTo>
                      <a:pt x="109355" y="18740"/>
                      <a:pt x="109355" y="18615"/>
                      <a:pt x="109355" y="18488"/>
                    </a:cubicBezTo>
                    <a:cubicBezTo>
                      <a:pt x="109352" y="17865"/>
                      <a:pt x="109352" y="17243"/>
                      <a:pt x="109352" y="16620"/>
                    </a:cubicBezTo>
                    <a:cubicBezTo>
                      <a:pt x="109350" y="11463"/>
                      <a:pt x="109345" y="6308"/>
                      <a:pt x="109340" y="1150"/>
                    </a:cubicBezTo>
                    <a:cubicBezTo>
                      <a:pt x="107972" y="868"/>
                      <a:pt x="107972" y="868"/>
                      <a:pt x="107313" y="875"/>
                    </a:cubicBezTo>
                    <a:cubicBezTo>
                      <a:pt x="107180" y="878"/>
                      <a:pt x="107050" y="878"/>
                      <a:pt x="106915" y="878"/>
                    </a:cubicBezTo>
                    <a:cubicBezTo>
                      <a:pt x="106782" y="880"/>
                      <a:pt x="106650" y="883"/>
                      <a:pt x="106513" y="885"/>
                    </a:cubicBezTo>
                    <a:cubicBezTo>
                      <a:pt x="106375" y="885"/>
                      <a:pt x="106237" y="888"/>
                      <a:pt x="106095" y="888"/>
                    </a:cubicBezTo>
                    <a:cubicBezTo>
                      <a:pt x="105760" y="890"/>
                      <a:pt x="105425" y="895"/>
                      <a:pt x="105090" y="900"/>
                    </a:cubicBezTo>
                    <a:cubicBezTo>
                      <a:pt x="104820" y="1773"/>
                      <a:pt x="104808" y="2608"/>
                      <a:pt x="104815" y="3513"/>
                    </a:cubicBezTo>
                    <a:cubicBezTo>
                      <a:pt x="104815" y="3675"/>
                      <a:pt x="104815" y="3835"/>
                      <a:pt x="104818" y="4003"/>
                    </a:cubicBezTo>
                    <a:cubicBezTo>
                      <a:pt x="104818" y="4543"/>
                      <a:pt x="104820" y="5083"/>
                      <a:pt x="104825" y="5623"/>
                    </a:cubicBezTo>
                    <a:cubicBezTo>
                      <a:pt x="104825" y="6010"/>
                      <a:pt x="104828" y="6398"/>
                      <a:pt x="104828" y="6785"/>
                    </a:cubicBezTo>
                    <a:cubicBezTo>
                      <a:pt x="104830" y="7620"/>
                      <a:pt x="104833" y="8455"/>
                      <a:pt x="104838" y="9290"/>
                    </a:cubicBezTo>
                    <a:cubicBezTo>
                      <a:pt x="104842" y="10613"/>
                      <a:pt x="104845" y="11935"/>
                      <a:pt x="104850" y="13258"/>
                    </a:cubicBezTo>
                    <a:cubicBezTo>
                      <a:pt x="104857" y="17015"/>
                      <a:pt x="104867" y="20775"/>
                      <a:pt x="104883" y="24532"/>
                    </a:cubicBezTo>
                    <a:cubicBezTo>
                      <a:pt x="104893" y="26610"/>
                      <a:pt x="104898" y="28685"/>
                      <a:pt x="104900" y="30763"/>
                    </a:cubicBezTo>
                    <a:cubicBezTo>
                      <a:pt x="104902" y="31860"/>
                      <a:pt x="104905" y="32958"/>
                      <a:pt x="104912" y="34055"/>
                    </a:cubicBezTo>
                    <a:cubicBezTo>
                      <a:pt x="104917" y="35090"/>
                      <a:pt x="104920" y="36122"/>
                      <a:pt x="104920" y="37158"/>
                    </a:cubicBezTo>
                    <a:cubicBezTo>
                      <a:pt x="104923" y="37535"/>
                      <a:pt x="104923" y="37913"/>
                      <a:pt x="104928" y="38290"/>
                    </a:cubicBezTo>
                    <a:cubicBezTo>
                      <a:pt x="104968" y="43165"/>
                      <a:pt x="104968" y="43165"/>
                      <a:pt x="103560" y="44885"/>
                    </a:cubicBezTo>
                    <a:cubicBezTo>
                      <a:pt x="102583" y="45705"/>
                      <a:pt x="101352" y="46145"/>
                      <a:pt x="100080" y="46155"/>
                    </a:cubicBezTo>
                    <a:cubicBezTo>
                      <a:pt x="98505" y="45890"/>
                      <a:pt x="97367" y="44802"/>
                      <a:pt x="96340" y="43650"/>
                    </a:cubicBezTo>
                    <a:cubicBezTo>
                      <a:pt x="96098" y="43240"/>
                      <a:pt x="95943" y="42863"/>
                      <a:pt x="95790" y="42410"/>
                    </a:cubicBezTo>
                    <a:cubicBezTo>
                      <a:pt x="95513" y="41700"/>
                      <a:pt x="95123" y="41070"/>
                      <a:pt x="94730" y="40415"/>
                    </a:cubicBezTo>
                    <a:cubicBezTo>
                      <a:pt x="94230" y="39575"/>
                      <a:pt x="93748" y="38740"/>
                      <a:pt x="93325" y="37853"/>
                    </a:cubicBezTo>
                    <a:cubicBezTo>
                      <a:pt x="92878" y="36925"/>
                      <a:pt x="92315" y="36103"/>
                      <a:pt x="91732" y="35255"/>
                    </a:cubicBezTo>
                    <a:cubicBezTo>
                      <a:pt x="91242" y="34500"/>
                      <a:pt x="90825" y="33718"/>
                      <a:pt x="90405" y="32925"/>
                    </a:cubicBezTo>
                    <a:cubicBezTo>
                      <a:pt x="89992" y="32155"/>
                      <a:pt x="89540" y="31433"/>
                      <a:pt x="89043" y="30713"/>
                    </a:cubicBezTo>
                    <a:cubicBezTo>
                      <a:pt x="88513" y="29940"/>
                      <a:pt x="88122" y="29203"/>
                      <a:pt x="87782" y="28333"/>
                    </a:cubicBezTo>
                    <a:cubicBezTo>
                      <a:pt x="87568" y="27845"/>
                      <a:pt x="87303" y="27425"/>
                      <a:pt x="87013" y="26978"/>
                    </a:cubicBezTo>
                    <a:cubicBezTo>
                      <a:pt x="86475" y="26150"/>
                      <a:pt x="86035" y="25303"/>
                      <a:pt x="85605" y="24415"/>
                    </a:cubicBezTo>
                    <a:cubicBezTo>
                      <a:pt x="85050" y="23273"/>
                      <a:pt x="84423" y="22233"/>
                      <a:pt x="83700" y="21185"/>
                    </a:cubicBezTo>
                    <a:cubicBezTo>
                      <a:pt x="83222" y="20472"/>
                      <a:pt x="82818" y="19730"/>
                      <a:pt x="82410" y="18978"/>
                    </a:cubicBezTo>
                    <a:cubicBezTo>
                      <a:pt x="82075" y="18373"/>
                      <a:pt x="81718" y="17785"/>
                      <a:pt x="81355" y="17198"/>
                    </a:cubicBezTo>
                    <a:cubicBezTo>
                      <a:pt x="80698" y="16115"/>
                      <a:pt x="80128" y="15008"/>
                      <a:pt x="79592" y="13863"/>
                    </a:cubicBezTo>
                    <a:cubicBezTo>
                      <a:pt x="79143" y="12928"/>
                      <a:pt x="79143" y="12928"/>
                      <a:pt x="78590" y="12650"/>
                    </a:cubicBezTo>
                    <a:cubicBezTo>
                      <a:pt x="78390" y="12305"/>
                      <a:pt x="78390" y="12305"/>
                      <a:pt x="78195" y="11870"/>
                    </a:cubicBezTo>
                    <a:cubicBezTo>
                      <a:pt x="78120" y="11713"/>
                      <a:pt x="78048" y="11558"/>
                      <a:pt x="77972" y="11398"/>
                    </a:cubicBezTo>
                    <a:cubicBezTo>
                      <a:pt x="77823" y="11068"/>
                      <a:pt x="77673" y="10735"/>
                      <a:pt x="77525" y="10405"/>
                    </a:cubicBezTo>
                    <a:cubicBezTo>
                      <a:pt x="76965" y="9215"/>
                      <a:pt x="76965" y="9215"/>
                      <a:pt x="76330" y="8885"/>
                    </a:cubicBezTo>
                    <a:cubicBezTo>
                      <a:pt x="75727" y="8905"/>
                      <a:pt x="75528" y="8983"/>
                      <a:pt x="75090" y="9400"/>
                    </a:cubicBezTo>
                    <a:cubicBezTo>
                      <a:pt x="75015" y="9880"/>
                      <a:pt x="74992" y="10280"/>
                      <a:pt x="75000" y="10763"/>
                    </a:cubicBezTo>
                    <a:cubicBezTo>
                      <a:pt x="74997" y="10903"/>
                      <a:pt x="74997" y="11043"/>
                      <a:pt x="74997" y="11188"/>
                    </a:cubicBezTo>
                    <a:cubicBezTo>
                      <a:pt x="74995" y="11660"/>
                      <a:pt x="74997" y="12133"/>
                      <a:pt x="75003" y="12605"/>
                    </a:cubicBezTo>
                    <a:cubicBezTo>
                      <a:pt x="75003" y="12943"/>
                      <a:pt x="75003" y="13280"/>
                      <a:pt x="75000" y="13618"/>
                    </a:cubicBezTo>
                    <a:cubicBezTo>
                      <a:pt x="75000" y="14347"/>
                      <a:pt x="75000" y="15075"/>
                      <a:pt x="75003" y="15805"/>
                    </a:cubicBezTo>
                    <a:cubicBezTo>
                      <a:pt x="75008" y="16958"/>
                      <a:pt x="75005" y="18110"/>
                      <a:pt x="75003" y="19263"/>
                    </a:cubicBezTo>
                    <a:cubicBezTo>
                      <a:pt x="74995" y="22333"/>
                      <a:pt x="74995" y="25403"/>
                      <a:pt x="75000" y="28472"/>
                    </a:cubicBezTo>
                    <a:cubicBezTo>
                      <a:pt x="75003" y="30490"/>
                      <a:pt x="75003" y="32505"/>
                      <a:pt x="74995" y="34523"/>
                    </a:cubicBezTo>
                    <a:cubicBezTo>
                      <a:pt x="74990" y="35668"/>
                      <a:pt x="74992" y="36813"/>
                      <a:pt x="75000" y="37958"/>
                    </a:cubicBezTo>
                    <a:cubicBezTo>
                      <a:pt x="75003" y="38670"/>
                      <a:pt x="75000" y="39385"/>
                      <a:pt x="74995" y="40098"/>
                    </a:cubicBezTo>
                    <a:cubicBezTo>
                      <a:pt x="74995" y="40428"/>
                      <a:pt x="74995" y="40758"/>
                      <a:pt x="74997" y="41088"/>
                    </a:cubicBezTo>
                    <a:cubicBezTo>
                      <a:pt x="75028" y="43898"/>
                      <a:pt x="75028" y="43898"/>
                      <a:pt x="74242" y="44705"/>
                    </a:cubicBezTo>
                    <a:cubicBezTo>
                      <a:pt x="73918" y="44950"/>
                      <a:pt x="73918" y="44950"/>
                      <a:pt x="73590" y="45150"/>
                    </a:cubicBezTo>
                    <a:cubicBezTo>
                      <a:pt x="73395" y="45295"/>
                      <a:pt x="73198" y="45440"/>
                      <a:pt x="72997" y="45588"/>
                    </a:cubicBezTo>
                    <a:cubicBezTo>
                      <a:pt x="71800" y="46158"/>
                      <a:pt x="70838" y="46292"/>
                      <a:pt x="69560" y="45885"/>
                    </a:cubicBezTo>
                    <a:cubicBezTo>
                      <a:pt x="67643" y="45052"/>
                      <a:pt x="66813" y="43065"/>
                      <a:pt x="65833" y="41330"/>
                    </a:cubicBezTo>
                    <a:cubicBezTo>
                      <a:pt x="65578" y="40878"/>
                      <a:pt x="65320" y="40430"/>
                      <a:pt x="65060" y="39980"/>
                    </a:cubicBezTo>
                    <a:cubicBezTo>
                      <a:pt x="64883" y="39673"/>
                      <a:pt x="64705" y="39365"/>
                      <a:pt x="64528" y="39058"/>
                    </a:cubicBezTo>
                    <a:cubicBezTo>
                      <a:pt x="64445" y="38915"/>
                      <a:pt x="64362" y="38773"/>
                      <a:pt x="64278" y="38625"/>
                    </a:cubicBezTo>
                    <a:cubicBezTo>
                      <a:pt x="63768" y="37730"/>
                      <a:pt x="63293" y="36825"/>
                      <a:pt x="62840" y="35900"/>
                    </a:cubicBezTo>
                    <a:cubicBezTo>
                      <a:pt x="62675" y="35900"/>
                      <a:pt x="62510" y="35900"/>
                      <a:pt x="62340" y="35900"/>
                    </a:cubicBezTo>
                    <a:cubicBezTo>
                      <a:pt x="62278" y="35735"/>
                      <a:pt x="62218" y="35570"/>
                      <a:pt x="62152" y="35400"/>
                    </a:cubicBezTo>
                    <a:cubicBezTo>
                      <a:pt x="61590" y="34008"/>
                      <a:pt x="60912" y="32730"/>
                      <a:pt x="60060" y="31495"/>
                    </a:cubicBezTo>
                    <a:cubicBezTo>
                      <a:pt x="59472" y="30640"/>
                      <a:pt x="59098" y="29903"/>
                      <a:pt x="58840" y="28900"/>
                    </a:cubicBezTo>
                    <a:cubicBezTo>
                      <a:pt x="58675" y="28900"/>
                      <a:pt x="58510" y="28900"/>
                      <a:pt x="58340" y="28900"/>
                    </a:cubicBezTo>
                    <a:cubicBezTo>
                      <a:pt x="58290" y="28705"/>
                      <a:pt x="58237" y="28508"/>
                      <a:pt x="58185" y="28308"/>
                    </a:cubicBezTo>
                    <a:cubicBezTo>
                      <a:pt x="57893" y="27433"/>
                      <a:pt x="57438" y="26690"/>
                      <a:pt x="56955" y="25910"/>
                    </a:cubicBezTo>
                    <a:cubicBezTo>
                      <a:pt x="56390" y="24995"/>
                      <a:pt x="55870" y="24060"/>
                      <a:pt x="55362" y="23110"/>
                    </a:cubicBezTo>
                    <a:cubicBezTo>
                      <a:pt x="54960" y="22360"/>
                      <a:pt x="54530" y="21630"/>
                      <a:pt x="54090" y="20900"/>
                    </a:cubicBezTo>
                    <a:cubicBezTo>
                      <a:pt x="53898" y="20548"/>
                      <a:pt x="53703" y="20193"/>
                      <a:pt x="53513" y="19838"/>
                    </a:cubicBezTo>
                    <a:cubicBezTo>
                      <a:pt x="53075" y="19043"/>
                      <a:pt x="52605" y="18290"/>
                      <a:pt x="52090" y="17540"/>
                    </a:cubicBezTo>
                    <a:cubicBezTo>
                      <a:pt x="51430" y="16573"/>
                      <a:pt x="50920" y="15575"/>
                      <a:pt x="50412" y="14520"/>
                    </a:cubicBezTo>
                    <a:cubicBezTo>
                      <a:pt x="49982" y="13693"/>
                      <a:pt x="49458" y="12943"/>
                      <a:pt x="48928" y="12175"/>
                    </a:cubicBezTo>
                    <a:cubicBezTo>
                      <a:pt x="48537" y="11565"/>
                      <a:pt x="48282" y="10950"/>
                      <a:pt x="48020" y="10278"/>
                    </a:cubicBezTo>
                    <a:cubicBezTo>
                      <a:pt x="47737" y="9683"/>
                      <a:pt x="47335" y="9328"/>
                      <a:pt x="46840" y="8900"/>
                    </a:cubicBezTo>
                    <a:cubicBezTo>
                      <a:pt x="46510" y="9065"/>
                      <a:pt x="46180" y="9230"/>
                      <a:pt x="45840" y="9400"/>
                    </a:cubicBezTo>
                    <a:cubicBezTo>
                      <a:pt x="45840" y="9565"/>
                      <a:pt x="45842" y="9733"/>
                      <a:pt x="45842" y="9903"/>
                    </a:cubicBezTo>
                    <a:cubicBezTo>
                      <a:pt x="45860" y="13943"/>
                      <a:pt x="45873" y="17983"/>
                      <a:pt x="45880" y="22023"/>
                    </a:cubicBezTo>
                    <a:cubicBezTo>
                      <a:pt x="45883" y="23975"/>
                      <a:pt x="45888" y="25930"/>
                      <a:pt x="45898" y="27883"/>
                    </a:cubicBezTo>
                    <a:cubicBezTo>
                      <a:pt x="45905" y="29585"/>
                      <a:pt x="45910" y="31290"/>
                      <a:pt x="45910" y="32993"/>
                    </a:cubicBezTo>
                    <a:cubicBezTo>
                      <a:pt x="45912" y="33893"/>
                      <a:pt x="45915" y="34795"/>
                      <a:pt x="45920" y="35698"/>
                    </a:cubicBezTo>
                    <a:cubicBezTo>
                      <a:pt x="45925" y="36545"/>
                      <a:pt x="45928" y="37395"/>
                      <a:pt x="45925" y="38245"/>
                    </a:cubicBezTo>
                    <a:cubicBezTo>
                      <a:pt x="45925" y="38555"/>
                      <a:pt x="45928" y="38865"/>
                      <a:pt x="45930" y="39178"/>
                    </a:cubicBezTo>
                    <a:cubicBezTo>
                      <a:pt x="45958" y="42328"/>
                      <a:pt x="45958" y="42328"/>
                      <a:pt x="45090" y="43650"/>
                    </a:cubicBezTo>
                    <a:cubicBezTo>
                      <a:pt x="44605" y="44133"/>
                      <a:pt x="44605" y="44133"/>
                      <a:pt x="44090" y="44478"/>
                    </a:cubicBezTo>
                    <a:cubicBezTo>
                      <a:pt x="43920" y="44595"/>
                      <a:pt x="43750" y="44713"/>
                      <a:pt x="43575" y="44835"/>
                    </a:cubicBezTo>
                    <a:cubicBezTo>
                      <a:pt x="43415" y="44940"/>
                      <a:pt x="43255" y="45042"/>
                      <a:pt x="43090" y="45150"/>
                    </a:cubicBezTo>
                    <a:cubicBezTo>
                      <a:pt x="42975" y="45238"/>
                      <a:pt x="42857" y="45325"/>
                      <a:pt x="42737" y="45415"/>
                    </a:cubicBezTo>
                    <a:cubicBezTo>
                      <a:pt x="42280" y="45685"/>
                      <a:pt x="42025" y="45713"/>
                      <a:pt x="41500" y="45715"/>
                    </a:cubicBezTo>
                    <a:cubicBezTo>
                      <a:pt x="41415" y="45715"/>
                      <a:pt x="41415" y="45715"/>
                      <a:pt x="40992" y="45718"/>
                    </a:cubicBezTo>
                    <a:cubicBezTo>
                      <a:pt x="40900" y="45718"/>
                      <a:pt x="40900" y="45718"/>
                      <a:pt x="40440" y="45715"/>
                    </a:cubicBezTo>
                    <a:cubicBezTo>
                      <a:pt x="40245" y="45715"/>
                      <a:pt x="40053" y="45718"/>
                      <a:pt x="39855" y="45718"/>
                    </a:cubicBezTo>
                    <a:cubicBezTo>
                      <a:pt x="39215" y="45720"/>
                      <a:pt x="38575" y="45718"/>
                      <a:pt x="37935" y="45718"/>
                    </a:cubicBezTo>
                    <a:cubicBezTo>
                      <a:pt x="37492" y="45718"/>
                      <a:pt x="37048" y="45718"/>
                      <a:pt x="36602" y="45718"/>
                    </a:cubicBezTo>
                    <a:cubicBezTo>
                      <a:pt x="35673" y="45720"/>
                      <a:pt x="34740" y="45718"/>
                      <a:pt x="33808" y="45715"/>
                    </a:cubicBezTo>
                    <a:cubicBezTo>
                      <a:pt x="32615" y="45713"/>
                      <a:pt x="31420" y="45715"/>
                      <a:pt x="30227" y="45718"/>
                    </a:cubicBezTo>
                    <a:cubicBezTo>
                      <a:pt x="29310" y="45720"/>
                      <a:pt x="28393" y="45718"/>
                      <a:pt x="27472" y="45718"/>
                    </a:cubicBezTo>
                    <a:cubicBezTo>
                      <a:pt x="27032" y="45718"/>
                      <a:pt x="26592" y="45718"/>
                      <a:pt x="26153" y="45718"/>
                    </a:cubicBezTo>
                    <a:cubicBezTo>
                      <a:pt x="25537" y="45720"/>
                      <a:pt x="24923" y="45718"/>
                      <a:pt x="24308" y="45715"/>
                    </a:cubicBezTo>
                    <a:cubicBezTo>
                      <a:pt x="24125" y="45715"/>
                      <a:pt x="23943" y="45718"/>
                      <a:pt x="23758" y="45718"/>
                    </a:cubicBezTo>
                    <a:cubicBezTo>
                      <a:pt x="22738" y="45710"/>
                      <a:pt x="22013" y="45590"/>
                      <a:pt x="21090" y="45150"/>
                    </a:cubicBezTo>
                    <a:cubicBezTo>
                      <a:pt x="20583" y="45015"/>
                      <a:pt x="20073" y="44902"/>
                      <a:pt x="19558" y="44790"/>
                    </a:cubicBezTo>
                    <a:cubicBezTo>
                      <a:pt x="19070" y="44645"/>
                      <a:pt x="18760" y="44433"/>
                      <a:pt x="18340" y="44150"/>
                    </a:cubicBezTo>
                    <a:cubicBezTo>
                      <a:pt x="17995" y="44032"/>
                      <a:pt x="17645" y="43923"/>
                      <a:pt x="17293" y="43823"/>
                    </a:cubicBezTo>
                    <a:cubicBezTo>
                      <a:pt x="16255" y="43493"/>
                      <a:pt x="15420" y="43032"/>
                      <a:pt x="14523" y="42423"/>
                    </a:cubicBezTo>
                    <a:cubicBezTo>
                      <a:pt x="14127" y="42173"/>
                      <a:pt x="13788" y="42023"/>
                      <a:pt x="13340" y="41900"/>
                    </a:cubicBezTo>
                    <a:cubicBezTo>
                      <a:pt x="13340" y="41735"/>
                      <a:pt x="13340" y="41570"/>
                      <a:pt x="13340" y="41400"/>
                    </a:cubicBezTo>
                    <a:cubicBezTo>
                      <a:pt x="12965" y="41092"/>
                      <a:pt x="12965" y="41092"/>
                      <a:pt x="12450" y="40745"/>
                    </a:cubicBezTo>
                    <a:cubicBezTo>
                      <a:pt x="10075" y="39015"/>
                      <a:pt x="8443" y="36475"/>
                      <a:pt x="7090" y="33900"/>
                    </a:cubicBezTo>
                    <a:cubicBezTo>
                      <a:pt x="7055" y="33835"/>
                      <a:pt x="7055" y="33835"/>
                      <a:pt x="6880" y="33508"/>
                    </a:cubicBezTo>
                    <a:cubicBezTo>
                      <a:pt x="6375" y="32465"/>
                      <a:pt x="6180" y="31400"/>
                      <a:pt x="6025" y="30260"/>
                    </a:cubicBezTo>
                    <a:cubicBezTo>
                      <a:pt x="5933" y="29610"/>
                      <a:pt x="5808" y="29028"/>
                      <a:pt x="5580" y="28413"/>
                    </a:cubicBezTo>
                    <a:cubicBezTo>
                      <a:pt x="5293" y="27592"/>
                      <a:pt x="5255" y="26828"/>
                      <a:pt x="5263" y="25963"/>
                    </a:cubicBezTo>
                    <a:cubicBezTo>
                      <a:pt x="5263" y="25885"/>
                      <a:pt x="5263" y="25885"/>
                      <a:pt x="5265" y="25498"/>
                    </a:cubicBezTo>
                    <a:cubicBezTo>
                      <a:pt x="5290" y="24345"/>
                      <a:pt x="5510" y="23360"/>
                      <a:pt x="5895" y="22273"/>
                    </a:cubicBezTo>
                    <a:cubicBezTo>
                      <a:pt x="6075" y="21700"/>
                      <a:pt x="6173" y="21155"/>
                      <a:pt x="6245" y="20563"/>
                    </a:cubicBezTo>
                    <a:cubicBezTo>
                      <a:pt x="6678" y="17145"/>
                      <a:pt x="8833" y="14160"/>
                      <a:pt x="11090" y="11650"/>
                    </a:cubicBezTo>
                    <a:cubicBezTo>
                      <a:pt x="11183" y="11545"/>
                      <a:pt x="11273" y="11443"/>
                      <a:pt x="11365" y="11335"/>
                    </a:cubicBezTo>
                    <a:cubicBezTo>
                      <a:pt x="12178" y="10460"/>
                      <a:pt x="13130" y="9860"/>
                      <a:pt x="14143" y="9233"/>
                    </a:cubicBezTo>
                    <a:cubicBezTo>
                      <a:pt x="14290" y="9123"/>
                      <a:pt x="14438" y="9013"/>
                      <a:pt x="14590" y="8900"/>
                    </a:cubicBezTo>
                    <a:cubicBezTo>
                      <a:pt x="14590" y="8735"/>
                      <a:pt x="14590" y="8570"/>
                      <a:pt x="14590" y="8400"/>
                    </a:cubicBezTo>
                    <a:cubicBezTo>
                      <a:pt x="14787" y="8338"/>
                      <a:pt x="14983" y="8278"/>
                      <a:pt x="15185" y="8213"/>
                    </a:cubicBezTo>
                    <a:cubicBezTo>
                      <a:pt x="16510" y="7770"/>
                      <a:pt x="17855" y="7285"/>
                      <a:pt x="19095" y="6635"/>
                    </a:cubicBezTo>
                    <a:cubicBezTo>
                      <a:pt x="19640" y="6378"/>
                      <a:pt x="20143" y="6253"/>
                      <a:pt x="20730" y="6135"/>
                    </a:cubicBezTo>
                    <a:cubicBezTo>
                      <a:pt x="21793" y="5918"/>
                      <a:pt x="21793" y="5918"/>
                      <a:pt x="22185" y="5773"/>
                    </a:cubicBezTo>
                    <a:cubicBezTo>
                      <a:pt x="22668" y="5628"/>
                      <a:pt x="23090" y="5610"/>
                      <a:pt x="23592" y="5600"/>
                    </a:cubicBezTo>
                    <a:cubicBezTo>
                      <a:pt x="23793" y="5595"/>
                      <a:pt x="23995" y="5590"/>
                      <a:pt x="24200" y="5585"/>
                    </a:cubicBezTo>
                    <a:cubicBezTo>
                      <a:pt x="24415" y="5580"/>
                      <a:pt x="24630" y="5575"/>
                      <a:pt x="24850" y="5570"/>
                    </a:cubicBezTo>
                    <a:cubicBezTo>
                      <a:pt x="25073" y="5565"/>
                      <a:pt x="25293" y="5560"/>
                      <a:pt x="25520" y="5555"/>
                    </a:cubicBezTo>
                    <a:cubicBezTo>
                      <a:pt x="26225" y="5540"/>
                      <a:pt x="26933" y="5525"/>
                      <a:pt x="27638" y="5510"/>
                    </a:cubicBezTo>
                    <a:cubicBezTo>
                      <a:pt x="28115" y="5500"/>
                      <a:pt x="28595" y="5488"/>
                      <a:pt x="29073" y="5478"/>
                    </a:cubicBezTo>
                    <a:cubicBezTo>
                      <a:pt x="30245" y="5450"/>
                      <a:pt x="31417" y="5425"/>
                      <a:pt x="32590" y="5400"/>
                    </a:cubicBezTo>
                    <a:cubicBezTo>
                      <a:pt x="32737" y="4718"/>
                      <a:pt x="32873" y="4070"/>
                      <a:pt x="32865" y="3373"/>
                    </a:cubicBezTo>
                    <a:cubicBezTo>
                      <a:pt x="32865" y="3240"/>
                      <a:pt x="32862" y="3110"/>
                      <a:pt x="32862" y="2975"/>
                    </a:cubicBezTo>
                    <a:cubicBezTo>
                      <a:pt x="32860" y="2843"/>
                      <a:pt x="32857" y="2710"/>
                      <a:pt x="32855" y="2573"/>
                    </a:cubicBezTo>
                    <a:cubicBezTo>
                      <a:pt x="32855" y="2503"/>
                      <a:pt x="32855" y="2503"/>
                      <a:pt x="32852" y="2155"/>
                    </a:cubicBezTo>
                    <a:cubicBezTo>
                      <a:pt x="32850" y="1820"/>
                      <a:pt x="32845" y="1485"/>
                      <a:pt x="32840" y="1150"/>
                    </a:cubicBezTo>
                    <a:cubicBezTo>
                      <a:pt x="31730" y="938"/>
                      <a:pt x="30680" y="863"/>
                      <a:pt x="29550" y="868"/>
                    </a:cubicBezTo>
                    <a:cubicBezTo>
                      <a:pt x="29465" y="868"/>
                      <a:pt x="29465" y="868"/>
                      <a:pt x="29040" y="868"/>
                    </a:cubicBezTo>
                    <a:cubicBezTo>
                      <a:pt x="28685" y="865"/>
                      <a:pt x="28330" y="868"/>
                      <a:pt x="27975" y="868"/>
                    </a:cubicBezTo>
                    <a:cubicBezTo>
                      <a:pt x="27440" y="870"/>
                      <a:pt x="26908" y="868"/>
                      <a:pt x="26375" y="865"/>
                    </a:cubicBezTo>
                    <a:cubicBezTo>
                      <a:pt x="20795" y="863"/>
                      <a:pt x="20795" y="863"/>
                      <a:pt x="19340" y="1650"/>
                    </a:cubicBezTo>
                    <a:close/>
                  </a:path>
                </a:pathLst>
              </a:custGeom>
              <a:solidFill>
                <a:srgbClr val="EE0F0F"/>
              </a:solidFill>
              <a:ln w="0">
                <a:noFill/>
              </a:ln>
            </p:spPr>
          </p:sp>
          <p:sp>
            <p:nvSpPr>
              <p:cNvPr id="144" name="cnn vector"/>
              <p:cNvSpPr/>
              <p:nvPr/>
            </p:nvSpPr>
            <p:spPr>
              <a:xfrm>
                <a:off x="2095364" y="1925529"/>
                <a:ext cx="1029614" cy="483055"/>
              </a:xfrm>
              <a:custGeom>
                <a:avLst/>
                <a:gdLst/>
                <a:ahLst/>
                <a:cxnLst/>
                <a:rect l="0" t="0" r="r" b="b"/>
                <a:pathLst>
                  <a:path w="112600" h="52828" fill="norm" stroke="0">
                    <a:moveTo>
                      <a:pt x="28615" y="28"/>
                    </a:moveTo>
                    <a:cubicBezTo>
                      <a:pt x="29238" y="30"/>
                      <a:pt x="29858" y="25"/>
                      <a:pt x="30480" y="18"/>
                    </a:cubicBezTo>
                    <a:cubicBezTo>
                      <a:pt x="31082" y="10"/>
                      <a:pt x="31683" y="13"/>
                      <a:pt x="32285" y="15"/>
                    </a:cubicBezTo>
                    <a:cubicBezTo>
                      <a:pt x="32507" y="10"/>
                      <a:pt x="32730" y="7"/>
                      <a:pt x="32957" y="5"/>
                    </a:cubicBezTo>
                    <a:cubicBezTo>
                      <a:pt x="34423" y="28"/>
                      <a:pt x="34423" y="28"/>
                      <a:pt x="34905" y="425"/>
                    </a:cubicBezTo>
                    <a:cubicBezTo>
                      <a:pt x="35310" y="1048"/>
                      <a:pt x="35440" y="1680"/>
                      <a:pt x="35430" y="2412"/>
                    </a:cubicBezTo>
                    <a:cubicBezTo>
                      <a:pt x="35430" y="2593"/>
                      <a:pt x="35428" y="2773"/>
                      <a:pt x="35428" y="2958"/>
                    </a:cubicBezTo>
                    <a:cubicBezTo>
                      <a:pt x="35420" y="3140"/>
                      <a:pt x="35415" y="3325"/>
                      <a:pt x="35410" y="3515"/>
                    </a:cubicBezTo>
                    <a:cubicBezTo>
                      <a:pt x="35410" y="3697"/>
                      <a:pt x="35408" y="3880"/>
                      <a:pt x="35408" y="4067"/>
                    </a:cubicBezTo>
                    <a:cubicBezTo>
                      <a:pt x="35372" y="6528"/>
                      <a:pt x="35372" y="6528"/>
                      <a:pt x="35098" y="7423"/>
                    </a:cubicBezTo>
                    <a:cubicBezTo>
                      <a:pt x="34548" y="7697"/>
                      <a:pt x="34257" y="7708"/>
                      <a:pt x="33648" y="7715"/>
                    </a:cubicBezTo>
                    <a:cubicBezTo>
                      <a:pt x="33452" y="7718"/>
                      <a:pt x="33257" y="7722"/>
                      <a:pt x="33055" y="7725"/>
                    </a:cubicBezTo>
                    <a:cubicBezTo>
                      <a:pt x="32950" y="7727"/>
                      <a:pt x="32950" y="7727"/>
                      <a:pt x="32413" y="7733"/>
                    </a:cubicBezTo>
                    <a:cubicBezTo>
                      <a:pt x="31960" y="7743"/>
                      <a:pt x="31510" y="7750"/>
                      <a:pt x="31058" y="7757"/>
                    </a:cubicBezTo>
                    <a:cubicBezTo>
                      <a:pt x="30348" y="7770"/>
                      <a:pt x="29637" y="7780"/>
                      <a:pt x="28928" y="7790"/>
                    </a:cubicBezTo>
                    <a:cubicBezTo>
                      <a:pt x="23285" y="7873"/>
                      <a:pt x="18095" y="8662"/>
                      <a:pt x="13800" y="12692"/>
                    </a:cubicBezTo>
                    <a:cubicBezTo>
                      <a:pt x="12915" y="13632"/>
                      <a:pt x="12108" y="14630"/>
                      <a:pt x="11348" y="15673"/>
                    </a:cubicBezTo>
                    <a:cubicBezTo>
                      <a:pt x="11265" y="15785"/>
                      <a:pt x="11185" y="15898"/>
                      <a:pt x="11100" y="16013"/>
                    </a:cubicBezTo>
                    <a:cubicBezTo>
                      <a:pt x="9273" y="18620"/>
                      <a:pt x="8285" y="21763"/>
                      <a:pt x="8098" y="24923"/>
                    </a:cubicBezTo>
                    <a:cubicBezTo>
                      <a:pt x="8083" y="25153"/>
                      <a:pt x="8070" y="25380"/>
                      <a:pt x="8055" y="25618"/>
                    </a:cubicBezTo>
                    <a:cubicBezTo>
                      <a:pt x="8035" y="26308"/>
                      <a:pt x="8058" y="26982"/>
                      <a:pt x="8098" y="27673"/>
                    </a:cubicBezTo>
                    <a:cubicBezTo>
                      <a:pt x="8105" y="27805"/>
                      <a:pt x="8110" y="27940"/>
                      <a:pt x="8118" y="28078"/>
                    </a:cubicBezTo>
                    <a:cubicBezTo>
                      <a:pt x="8325" y="31840"/>
                      <a:pt x="9778" y="35645"/>
                      <a:pt x="12348" y="38423"/>
                    </a:cubicBezTo>
                    <a:cubicBezTo>
                      <a:pt x="12423" y="38515"/>
                      <a:pt x="12423" y="38515"/>
                      <a:pt x="12805" y="38993"/>
                    </a:cubicBezTo>
                    <a:cubicBezTo>
                      <a:pt x="14030" y="40507"/>
                      <a:pt x="15418" y="41465"/>
                      <a:pt x="17098" y="42423"/>
                    </a:cubicBezTo>
                    <a:cubicBezTo>
                      <a:pt x="17333" y="42560"/>
                      <a:pt x="17565" y="42698"/>
                      <a:pt x="17798" y="42838"/>
                    </a:cubicBezTo>
                    <a:cubicBezTo>
                      <a:pt x="21342" y="44900"/>
                      <a:pt x="24868" y="44965"/>
                      <a:pt x="28858" y="44980"/>
                    </a:cubicBezTo>
                    <a:cubicBezTo>
                      <a:pt x="29060" y="44982"/>
                      <a:pt x="29262" y="44982"/>
                      <a:pt x="29473" y="44985"/>
                    </a:cubicBezTo>
                    <a:cubicBezTo>
                      <a:pt x="30543" y="44990"/>
                      <a:pt x="31613" y="44993"/>
                      <a:pt x="32683" y="44995"/>
                    </a:cubicBezTo>
                    <a:cubicBezTo>
                      <a:pt x="33785" y="44998"/>
                      <a:pt x="34885" y="45007"/>
                      <a:pt x="35988" y="45018"/>
                    </a:cubicBezTo>
                    <a:cubicBezTo>
                      <a:pt x="36837" y="45023"/>
                      <a:pt x="37690" y="45025"/>
                      <a:pt x="38543" y="45025"/>
                    </a:cubicBezTo>
                    <a:cubicBezTo>
                      <a:pt x="38947" y="45028"/>
                      <a:pt x="39353" y="45030"/>
                      <a:pt x="39760" y="45035"/>
                    </a:cubicBezTo>
                    <a:cubicBezTo>
                      <a:pt x="40327" y="45040"/>
                      <a:pt x="40895" y="45040"/>
                      <a:pt x="41465" y="45040"/>
                    </a:cubicBezTo>
                    <a:cubicBezTo>
                      <a:pt x="41630" y="45042"/>
                      <a:pt x="41795" y="45045"/>
                      <a:pt x="41965" y="45050"/>
                    </a:cubicBezTo>
                    <a:cubicBezTo>
                      <a:pt x="43195" y="45035"/>
                      <a:pt x="44155" y="44732"/>
                      <a:pt x="45098" y="43923"/>
                    </a:cubicBezTo>
                    <a:cubicBezTo>
                      <a:pt x="45882" y="42560"/>
                      <a:pt x="45670" y="40823"/>
                      <a:pt x="45665" y="39287"/>
                    </a:cubicBezTo>
                    <a:cubicBezTo>
                      <a:pt x="45668" y="38970"/>
                      <a:pt x="45668" y="38650"/>
                      <a:pt x="45670" y="38333"/>
                    </a:cubicBezTo>
                    <a:cubicBezTo>
                      <a:pt x="45673" y="37650"/>
                      <a:pt x="45675" y="36965"/>
                      <a:pt x="45675" y="36282"/>
                    </a:cubicBezTo>
                    <a:cubicBezTo>
                      <a:pt x="45675" y="35203"/>
                      <a:pt x="45680" y="34120"/>
                      <a:pt x="45685" y="33040"/>
                    </a:cubicBezTo>
                    <a:cubicBezTo>
                      <a:pt x="45697" y="30355"/>
                      <a:pt x="45705" y="27670"/>
                      <a:pt x="45710" y="24985"/>
                    </a:cubicBezTo>
                    <a:cubicBezTo>
                      <a:pt x="45715" y="22898"/>
                      <a:pt x="45720" y="20810"/>
                      <a:pt x="45730" y="18722"/>
                    </a:cubicBezTo>
                    <a:cubicBezTo>
                      <a:pt x="45735" y="17648"/>
                      <a:pt x="45738" y="16573"/>
                      <a:pt x="45738" y="15500"/>
                    </a:cubicBezTo>
                    <a:cubicBezTo>
                      <a:pt x="45738" y="14830"/>
                      <a:pt x="45743" y="14162"/>
                      <a:pt x="45745" y="13493"/>
                    </a:cubicBezTo>
                    <a:cubicBezTo>
                      <a:pt x="45748" y="13185"/>
                      <a:pt x="45748" y="12875"/>
                      <a:pt x="45745" y="12565"/>
                    </a:cubicBezTo>
                    <a:cubicBezTo>
                      <a:pt x="45745" y="12143"/>
                      <a:pt x="45748" y="11720"/>
                      <a:pt x="45752" y="11295"/>
                    </a:cubicBezTo>
                    <a:cubicBezTo>
                      <a:pt x="45752" y="11178"/>
                      <a:pt x="45752" y="11178"/>
                      <a:pt x="45752" y="10580"/>
                    </a:cubicBezTo>
                    <a:cubicBezTo>
                      <a:pt x="45872" y="9752"/>
                      <a:pt x="46113" y="9345"/>
                      <a:pt x="46598" y="8673"/>
                    </a:cubicBezTo>
                    <a:cubicBezTo>
                      <a:pt x="47275" y="8333"/>
                      <a:pt x="47865" y="8273"/>
                      <a:pt x="48598" y="8423"/>
                    </a:cubicBezTo>
                    <a:cubicBezTo>
                      <a:pt x="49822" y="9097"/>
                      <a:pt x="50452" y="10643"/>
                      <a:pt x="51115" y="11817"/>
                    </a:cubicBezTo>
                    <a:cubicBezTo>
                      <a:pt x="51523" y="12545"/>
                      <a:pt x="51950" y="13257"/>
                      <a:pt x="52382" y="13968"/>
                    </a:cubicBezTo>
                    <a:cubicBezTo>
                      <a:pt x="53375" y="15595"/>
                      <a:pt x="54312" y="17248"/>
                      <a:pt x="55223" y="18923"/>
                    </a:cubicBezTo>
                    <a:cubicBezTo>
                      <a:pt x="56378" y="21040"/>
                      <a:pt x="57590" y="23115"/>
                      <a:pt x="58848" y="25173"/>
                    </a:cubicBezTo>
                    <a:cubicBezTo>
                      <a:pt x="59683" y="26540"/>
                      <a:pt x="60490" y="27917"/>
                      <a:pt x="61252" y="29328"/>
                    </a:cubicBezTo>
                    <a:cubicBezTo>
                      <a:pt x="62535" y="31698"/>
                      <a:pt x="63900" y="34018"/>
                      <a:pt x="65295" y="36323"/>
                    </a:cubicBezTo>
                    <a:cubicBezTo>
                      <a:pt x="65835" y="37220"/>
                      <a:pt x="66353" y="38122"/>
                      <a:pt x="66848" y="39048"/>
                    </a:cubicBezTo>
                    <a:cubicBezTo>
                      <a:pt x="67460" y="40178"/>
                      <a:pt x="68090" y="41295"/>
                      <a:pt x="68740" y="42405"/>
                    </a:cubicBezTo>
                    <a:cubicBezTo>
                      <a:pt x="68830" y="42565"/>
                      <a:pt x="68920" y="42725"/>
                      <a:pt x="69015" y="42890"/>
                    </a:cubicBezTo>
                    <a:cubicBezTo>
                      <a:pt x="69595" y="43872"/>
                      <a:pt x="70125" y="44558"/>
                      <a:pt x="71098" y="45173"/>
                    </a:cubicBezTo>
                    <a:cubicBezTo>
                      <a:pt x="71678" y="45287"/>
                      <a:pt x="71678" y="45287"/>
                      <a:pt x="72240" y="45265"/>
                    </a:cubicBezTo>
                    <a:cubicBezTo>
                      <a:pt x="72425" y="45263"/>
                      <a:pt x="72610" y="45260"/>
                      <a:pt x="72803" y="45255"/>
                    </a:cubicBezTo>
                    <a:cubicBezTo>
                      <a:pt x="73720" y="45115"/>
                      <a:pt x="74190" y="44888"/>
                      <a:pt x="74745" y="44130"/>
                    </a:cubicBezTo>
                    <a:cubicBezTo>
                      <a:pt x="75192" y="43352"/>
                      <a:pt x="75207" y="42652"/>
                      <a:pt x="75205" y="41773"/>
                    </a:cubicBezTo>
                    <a:cubicBezTo>
                      <a:pt x="75210" y="41610"/>
                      <a:pt x="75212" y="41450"/>
                      <a:pt x="75215" y="41282"/>
                    </a:cubicBezTo>
                    <a:cubicBezTo>
                      <a:pt x="75223" y="40745"/>
                      <a:pt x="75225" y="40210"/>
                      <a:pt x="75225" y="39673"/>
                    </a:cubicBezTo>
                    <a:cubicBezTo>
                      <a:pt x="75230" y="39290"/>
                      <a:pt x="75235" y="38908"/>
                      <a:pt x="75240" y="38528"/>
                    </a:cubicBezTo>
                    <a:cubicBezTo>
                      <a:pt x="75252" y="37500"/>
                      <a:pt x="75260" y="36475"/>
                      <a:pt x="75265" y="35450"/>
                    </a:cubicBezTo>
                    <a:cubicBezTo>
                      <a:pt x="75273" y="34600"/>
                      <a:pt x="75280" y="33750"/>
                      <a:pt x="75290" y="32902"/>
                    </a:cubicBezTo>
                    <a:cubicBezTo>
                      <a:pt x="75332" y="28768"/>
                      <a:pt x="75355" y="24632"/>
                      <a:pt x="75353" y="20495"/>
                    </a:cubicBezTo>
                    <a:cubicBezTo>
                      <a:pt x="75353" y="20338"/>
                      <a:pt x="75353" y="20180"/>
                      <a:pt x="75353" y="20018"/>
                    </a:cubicBezTo>
                    <a:cubicBezTo>
                      <a:pt x="75353" y="18548"/>
                      <a:pt x="75350" y="17075"/>
                      <a:pt x="75342" y="15605"/>
                    </a:cubicBezTo>
                    <a:cubicBezTo>
                      <a:pt x="75340" y="15205"/>
                      <a:pt x="75337" y="14808"/>
                      <a:pt x="75335" y="14407"/>
                    </a:cubicBezTo>
                    <a:cubicBezTo>
                      <a:pt x="75332" y="13930"/>
                      <a:pt x="75330" y="13455"/>
                      <a:pt x="75325" y="12977"/>
                    </a:cubicBezTo>
                    <a:cubicBezTo>
                      <a:pt x="75312" y="9510"/>
                      <a:pt x="75312" y="9510"/>
                      <a:pt x="76020" y="8673"/>
                    </a:cubicBezTo>
                    <a:cubicBezTo>
                      <a:pt x="76740" y="8360"/>
                      <a:pt x="77337" y="8213"/>
                      <a:pt x="78098" y="8423"/>
                    </a:cubicBezTo>
                    <a:cubicBezTo>
                      <a:pt x="79163" y="9190"/>
                      <a:pt x="79815" y="10338"/>
                      <a:pt x="80457" y="11453"/>
                    </a:cubicBezTo>
                    <a:cubicBezTo>
                      <a:pt x="80508" y="11535"/>
                      <a:pt x="80508" y="11535"/>
                      <a:pt x="80755" y="11958"/>
                    </a:cubicBezTo>
                    <a:cubicBezTo>
                      <a:pt x="81423" y="13100"/>
                      <a:pt x="82060" y="14255"/>
                      <a:pt x="82685" y="15420"/>
                    </a:cubicBezTo>
                    <a:cubicBezTo>
                      <a:pt x="83513" y="16942"/>
                      <a:pt x="84418" y="18425"/>
                      <a:pt x="85300" y="19917"/>
                    </a:cubicBezTo>
                    <a:cubicBezTo>
                      <a:pt x="85717" y="20625"/>
                      <a:pt x="86135" y="21335"/>
                      <a:pt x="86553" y="22048"/>
                    </a:cubicBezTo>
                    <a:cubicBezTo>
                      <a:pt x="86615" y="22155"/>
                      <a:pt x="86678" y="22263"/>
                      <a:pt x="86742" y="22373"/>
                    </a:cubicBezTo>
                    <a:cubicBezTo>
                      <a:pt x="87143" y="23058"/>
                      <a:pt x="87530" y="23748"/>
                      <a:pt x="87913" y="24442"/>
                    </a:cubicBezTo>
                    <a:cubicBezTo>
                      <a:pt x="88415" y="25352"/>
                      <a:pt x="88932" y="26252"/>
                      <a:pt x="89460" y="27150"/>
                    </a:cubicBezTo>
                    <a:cubicBezTo>
                      <a:pt x="89498" y="27215"/>
                      <a:pt x="89498" y="27215"/>
                      <a:pt x="89688" y="27537"/>
                    </a:cubicBezTo>
                    <a:cubicBezTo>
                      <a:pt x="89995" y="28065"/>
                      <a:pt x="90305" y="28592"/>
                      <a:pt x="90615" y="29118"/>
                    </a:cubicBezTo>
                    <a:cubicBezTo>
                      <a:pt x="90845" y="29510"/>
                      <a:pt x="91075" y="29900"/>
                      <a:pt x="91303" y="30292"/>
                    </a:cubicBezTo>
                    <a:cubicBezTo>
                      <a:pt x="91372" y="30408"/>
                      <a:pt x="91440" y="30525"/>
                      <a:pt x="91513" y="30645"/>
                    </a:cubicBezTo>
                    <a:cubicBezTo>
                      <a:pt x="91930" y="31360"/>
                      <a:pt x="92310" y="32088"/>
                      <a:pt x="92678" y="32830"/>
                    </a:cubicBezTo>
                    <a:cubicBezTo>
                      <a:pt x="92893" y="33257"/>
                      <a:pt x="93128" y="33670"/>
                      <a:pt x="93372" y="34080"/>
                    </a:cubicBezTo>
                    <a:cubicBezTo>
                      <a:pt x="93468" y="34243"/>
                      <a:pt x="93565" y="34405"/>
                      <a:pt x="93663" y="34573"/>
                    </a:cubicBezTo>
                    <a:cubicBezTo>
                      <a:pt x="93765" y="34745"/>
                      <a:pt x="93868" y="34917"/>
                      <a:pt x="93973" y="35092"/>
                    </a:cubicBezTo>
                    <a:cubicBezTo>
                      <a:pt x="94800" y="36488"/>
                      <a:pt x="95620" y="37885"/>
                      <a:pt x="96430" y="39290"/>
                    </a:cubicBezTo>
                    <a:cubicBezTo>
                      <a:pt x="96665" y="39698"/>
                      <a:pt x="96903" y="40107"/>
                      <a:pt x="97140" y="40513"/>
                    </a:cubicBezTo>
                    <a:cubicBezTo>
                      <a:pt x="97620" y="41335"/>
                      <a:pt x="98095" y="42152"/>
                      <a:pt x="98525" y="43000"/>
                    </a:cubicBezTo>
                    <a:cubicBezTo>
                      <a:pt x="99082" y="44078"/>
                      <a:pt x="99550" y="44778"/>
                      <a:pt x="100707" y="45250"/>
                    </a:cubicBezTo>
                    <a:cubicBezTo>
                      <a:pt x="101695" y="45487"/>
                      <a:pt x="102353" y="45395"/>
                      <a:pt x="103240" y="44910"/>
                    </a:cubicBezTo>
                    <a:cubicBezTo>
                      <a:pt x="103923" y="44458"/>
                      <a:pt x="104278" y="44192"/>
                      <a:pt x="104488" y="43380"/>
                    </a:cubicBezTo>
                    <a:cubicBezTo>
                      <a:pt x="104615" y="42558"/>
                      <a:pt x="104635" y="41770"/>
                      <a:pt x="104635" y="40942"/>
                    </a:cubicBezTo>
                    <a:cubicBezTo>
                      <a:pt x="104635" y="40770"/>
                      <a:pt x="104635" y="40600"/>
                      <a:pt x="104637" y="40423"/>
                    </a:cubicBezTo>
                    <a:cubicBezTo>
                      <a:pt x="104640" y="39852"/>
                      <a:pt x="104640" y="39280"/>
                      <a:pt x="104643" y="38710"/>
                    </a:cubicBezTo>
                    <a:cubicBezTo>
                      <a:pt x="104643" y="38300"/>
                      <a:pt x="104645" y="37888"/>
                      <a:pt x="104648" y="37477"/>
                    </a:cubicBezTo>
                    <a:cubicBezTo>
                      <a:pt x="104650" y="36595"/>
                      <a:pt x="104653" y="35713"/>
                      <a:pt x="104655" y="34830"/>
                    </a:cubicBezTo>
                    <a:cubicBezTo>
                      <a:pt x="104660" y="33435"/>
                      <a:pt x="104665" y="32040"/>
                      <a:pt x="104673" y="30645"/>
                    </a:cubicBezTo>
                    <a:cubicBezTo>
                      <a:pt x="104690" y="26805"/>
                      <a:pt x="104705" y="22965"/>
                      <a:pt x="104715" y="19123"/>
                    </a:cubicBezTo>
                    <a:cubicBezTo>
                      <a:pt x="104718" y="19060"/>
                      <a:pt x="104718" y="19060"/>
                      <a:pt x="104718" y="18748"/>
                    </a:cubicBezTo>
                    <a:cubicBezTo>
                      <a:pt x="104718" y="18623"/>
                      <a:pt x="104718" y="18500"/>
                      <a:pt x="104718" y="18373"/>
                    </a:cubicBezTo>
                    <a:cubicBezTo>
                      <a:pt x="104725" y="16305"/>
                      <a:pt x="104735" y="14240"/>
                      <a:pt x="104745" y="12173"/>
                    </a:cubicBezTo>
                    <a:cubicBezTo>
                      <a:pt x="104750" y="10785"/>
                      <a:pt x="104755" y="9398"/>
                      <a:pt x="104758" y="8010"/>
                    </a:cubicBezTo>
                    <a:cubicBezTo>
                      <a:pt x="104760" y="7150"/>
                      <a:pt x="104765" y="6287"/>
                      <a:pt x="104770" y="5425"/>
                    </a:cubicBezTo>
                    <a:cubicBezTo>
                      <a:pt x="104773" y="5025"/>
                      <a:pt x="104773" y="4625"/>
                      <a:pt x="104773" y="4225"/>
                    </a:cubicBezTo>
                    <a:cubicBezTo>
                      <a:pt x="104773" y="3680"/>
                      <a:pt x="104775" y="3135"/>
                      <a:pt x="104780" y="2588"/>
                    </a:cubicBezTo>
                    <a:cubicBezTo>
                      <a:pt x="104780" y="2430"/>
                      <a:pt x="104780" y="2270"/>
                      <a:pt x="104778" y="2105"/>
                    </a:cubicBezTo>
                    <a:cubicBezTo>
                      <a:pt x="104795" y="713"/>
                      <a:pt x="104795" y="713"/>
                      <a:pt x="105348" y="173"/>
                    </a:cubicBezTo>
                    <a:cubicBezTo>
                      <a:pt x="105945" y="78"/>
                      <a:pt x="105945" y="78"/>
                      <a:pt x="106682" y="80"/>
                    </a:cubicBezTo>
                    <a:cubicBezTo>
                      <a:pt x="106748" y="80"/>
                      <a:pt x="106748" y="80"/>
                      <a:pt x="107080" y="80"/>
                    </a:cubicBezTo>
                    <a:cubicBezTo>
                      <a:pt x="107355" y="80"/>
                      <a:pt x="107632" y="83"/>
                      <a:pt x="107908" y="88"/>
                    </a:cubicBezTo>
                    <a:cubicBezTo>
                      <a:pt x="108330" y="93"/>
                      <a:pt x="108752" y="93"/>
                      <a:pt x="109175" y="90"/>
                    </a:cubicBezTo>
                    <a:cubicBezTo>
                      <a:pt x="111132" y="100"/>
                      <a:pt x="111132" y="100"/>
                      <a:pt x="111793" y="317"/>
                    </a:cubicBezTo>
                    <a:cubicBezTo>
                      <a:pt x="112600" y="1255"/>
                      <a:pt x="112382" y="3048"/>
                      <a:pt x="112375" y="4227"/>
                    </a:cubicBezTo>
                    <a:cubicBezTo>
                      <a:pt x="112375" y="4315"/>
                      <a:pt x="112375" y="4315"/>
                      <a:pt x="112375" y="4755"/>
                    </a:cubicBezTo>
                    <a:cubicBezTo>
                      <a:pt x="112375" y="5330"/>
                      <a:pt x="112372" y="5905"/>
                      <a:pt x="112370" y="6483"/>
                    </a:cubicBezTo>
                    <a:cubicBezTo>
                      <a:pt x="112368" y="6898"/>
                      <a:pt x="112368" y="7312"/>
                      <a:pt x="112368" y="7727"/>
                    </a:cubicBezTo>
                    <a:cubicBezTo>
                      <a:pt x="112365" y="8850"/>
                      <a:pt x="112360" y="9975"/>
                      <a:pt x="112355" y="11097"/>
                    </a:cubicBezTo>
                    <a:cubicBezTo>
                      <a:pt x="112353" y="11803"/>
                      <a:pt x="112350" y="12505"/>
                      <a:pt x="112348" y="13208"/>
                    </a:cubicBezTo>
                    <a:cubicBezTo>
                      <a:pt x="112340" y="15157"/>
                      <a:pt x="112332" y="17110"/>
                      <a:pt x="112322" y="19060"/>
                    </a:cubicBezTo>
                    <a:cubicBezTo>
                      <a:pt x="112320" y="19565"/>
                      <a:pt x="112318" y="20070"/>
                      <a:pt x="112315" y="20575"/>
                    </a:cubicBezTo>
                    <a:cubicBezTo>
                      <a:pt x="112315" y="20700"/>
                      <a:pt x="112315" y="20825"/>
                      <a:pt x="112312" y="20955"/>
                    </a:cubicBezTo>
                    <a:cubicBezTo>
                      <a:pt x="112303" y="22988"/>
                      <a:pt x="112298" y="25018"/>
                      <a:pt x="112293" y="27050"/>
                    </a:cubicBezTo>
                    <a:cubicBezTo>
                      <a:pt x="112290" y="29143"/>
                      <a:pt x="112280" y="31232"/>
                      <a:pt x="112270" y="33323"/>
                    </a:cubicBezTo>
                    <a:cubicBezTo>
                      <a:pt x="112262" y="34495"/>
                      <a:pt x="112258" y="35667"/>
                      <a:pt x="112258" y="36840"/>
                    </a:cubicBezTo>
                    <a:cubicBezTo>
                      <a:pt x="112258" y="37942"/>
                      <a:pt x="112252" y="39045"/>
                      <a:pt x="112242" y="40150"/>
                    </a:cubicBezTo>
                    <a:cubicBezTo>
                      <a:pt x="112240" y="40553"/>
                      <a:pt x="112240" y="40955"/>
                      <a:pt x="112240" y="41357"/>
                    </a:cubicBezTo>
                    <a:cubicBezTo>
                      <a:pt x="112248" y="44635"/>
                      <a:pt x="111748" y="47493"/>
                      <a:pt x="109327" y="49948"/>
                    </a:cubicBezTo>
                    <a:cubicBezTo>
                      <a:pt x="107002" y="52123"/>
                      <a:pt x="104765" y="52828"/>
                      <a:pt x="101608" y="52790"/>
                    </a:cubicBezTo>
                    <a:cubicBezTo>
                      <a:pt x="98980" y="52690"/>
                      <a:pt x="96790" y="51868"/>
                      <a:pt x="94900" y="50005"/>
                    </a:cubicBezTo>
                    <a:cubicBezTo>
                      <a:pt x="93460" y="48410"/>
                      <a:pt x="92440" y="46402"/>
                      <a:pt x="91440" y="44515"/>
                    </a:cubicBezTo>
                    <a:cubicBezTo>
                      <a:pt x="90888" y="43475"/>
                      <a:pt x="90293" y="42465"/>
                      <a:pt x="89692" y="41453"/>
                    </a:cubicBezTo>
                    <a:cubicBezTo>
                      <a:pt x="88970" y="40235"/>
                      <a:pt x="88255" y="39015"/>
                      <a:pt x="87555" y="37785"/>
                    </a:cubicBezTo>
                    <a:cubicBezTo>
                      <a:pt x="87523" y="37725"/>
                      <a:pt x="87523" y="37725"/>
                      <a:pt x="87353" y="37428"/>
                    </a:cubicBezTo>
                    <a:cubicBezTo>
                      <a:pt x="87028" y="36855"/>
                      <a:pt x="86700" y="36280"/>
                      <a:pt x="86375" y="35705"/>
                    </a:cubicBezTo>
                    <a:cubicBezTo>
                      <a:pt x="85800" y="34690"/>
                      <a:pt x="85215" y="33698"/>
                      <a:pt x="84558" y="32735"/>
                    </a:cubicBezTo>
                    <a:cubicBezTo>
                      <a:pt x="84263" y="32295"/>
                      <a:pt x="84020" y="31835"/>
                      <a:pt x="83785" y="31360"/>
                    </a:cubicBezTo>
                    <a:cubicBezTo>
                      <a:pt x="83702" y="31192"/>
                      <a:pt x="83618" y="31028"/>
                      <a:pt x="83533" y="30855"/>
                    </a:cubicBezTo>
                    <a:cubicBezTo>
                      <a:pt x="83348" y="30422"/>
                      <a:pt x="83348" y="30422"/>
                      <a:pt x="83348" y="29923"/>
                    </a:cubicBezTo>
                    <a:cubicBezTo>
                      <a:pt x="83182" y="29923"/>
                      <a:pt x="83018" y="29923"/>
                      <a:pt x="82848" y="29923"/>
                    </a:cubicBezTo>
                    <a:cubicBezTo>
                      <a:pt x="82850" y="30088"/>
                      <a:pt x="82853" y="30252"/>
                      <a:pt x="82855" y="30422"/>
                    </a:cubicBezTo>
                    <a:cubicBezTo>
                      <a:pt x="82875" y="31993"/>
                      <a:pt x="82890" y="33562"/>
                      <a:pt x="82900" y="35132"/>
                    </a:cubicBezTo>
                    <a:cubicBezTo>
                      <a:pt x="82905" y="35938"/>
                      <a:pt x="82913" y="36745"/>
                      <a:pt x="82923" y="37553"/>
                    </a:cubicBezTo>
                    <a:cubicBezTo>
                      <a:pt x="82935" y="38333"/>
                      <a:pt x="82940" y="39115"/>
                      <a:pt x="82942" y="39895"/>
                    </a:cubicBezTo>
                    <a:cubicBezTo>
                      <a:pt x="82945" y="40190"/>
                      <a:pt x="82947" y="40488"/>
                      <a:pt x="82955" y="40782"/>
                    </a:cubicBezTo>
                    <a:cubicBezTo>
                      <a:pt x="83020" y="44440"/>
                      <a:pt x="82043" y="47415"/>
                      <a:pt x="79505" y="50110"/>
                    </a:cubicBezTo>
                    <a:cubicBezTo>
                      <a:pt x="77413" y="52095"/>
                      <a:pt x="75363" y="52770"/>
                      <a:pt x="72520" y="52765"/>
                    </a:cubicBezTo>
                    <a:cubicBezTo>
                      <a:pt x="72310" y="52765"/>
                      <a:pt x="72100" y="52765"/>
                      <a:pt x="71885" y="52765"/>
                    </a:cubicBezTo>
                    <a:cubicBezTo>
                      <a:pt x="69730" y="52722"/>
                      <a:pt x="67923" y="52218"/>
                      <a:pt x="66348" y="50672"/>
                    </a:cubicBezTo>
                    <a:cubicBezTo>
                      <a:pt x="66252" y="50585"/>
                      <a:pt x="66158" y="50500"/>
                      <a:pt x="66058" y="50410"/>
                    </a:cubicBezTo>
                    <a:cubicBezTo>
                      <a:pt x="64473" y="48922"/>
                      <a:pt x="63293" y="47222"/>
                      <a:pt x="62382" y="45263"/>
                    </a:cubicBezTo>
                    <a:cubicBezTo>
                      <a:pt x="62135" y="44750"/>
                      <a:pt x="61868" y="44268"/>
                      <a:pt x="61570" y="43785"/>
                    </a:cubicBezTo>
                    <a:cubicBezTo>
                      <a:pt x="60355" y="41798"/>
                      <a:pt x="59163" y="39790"/>
                      <a:pt x="58067" y="37735"/>
                    </a:cubicBezTo>
                    <a:cubicBezTo>
                      <a:pt x="57535" y="36740"/>
                      <a:pt x="56962" y="35782"/>
                      <a:pt x="56365" y="34828"/>
                    </a:cubicBezTo>
                    <a:cubicBezTo>
                      <a:pt x="55658" y="33695"/>
                      <a:pt x="54985" y="32548"/>
                      <a:pt x="54348" y="31375"/>
                    </a:cubicBezTo>
                    <a:cubicBezTo>
                      <a:pt x="54273" y="31238"/>
                      <a:pt x="54197" y="31097"/>
                      <a:pt x="54118" y="30955"/>
                    </a:cubicBezTo>
                    <a:cubicBezTo>
                      <a:pt x="53598" y="29982"/>
                      <a:pt x="53598" y="29982"/>
                      <a:pt x="53598" y="29423"/>
                    </a:cubicBezTo>
                    <a:cubicBezTo>
                      <a:pt x="53433" y="29423"/>
                      <a:pt x="53268" y="29423"/>
                      <a:pt x="53098" y="29423"/>
                    </a:cubicBezTo>
                    <a:cubicBezTo>
                      <a:pt x="53100" y="29607"/>
                      <a:pt x="53103" y="29795"/>
                      <a:pt x="53108" y="29988"/>
                    </a:cubicBezTo>
                    <a:cubicBezTo>
                      <a:pt x="53132" y="31765"/>
                      <a:pt x="53150" y="33540"/>
                      <a:pt x="53163" y="35315"/>
                    </a:cubicBezTo>
                    <a:cubicBezTo>
                      <a:pt x="53170" y="36230"/>
                      <a:pt x="53178" y="37143"/>
                      <a:pt x="53192" y="38055"/>
                    </a:cubicBezTo>
                    <a:cubicBezTo>
                      <a:pt x="53205" y="38938"/>
                      <a:pt x="53212" y="39820"/>
                      <a:pt x="53218" y="40705"/>
                    </a:cubicBezTo>
                    <a:cubicBezTo>
                      <a:pt x="53220" y="41040"/>
                      <a:pt x="53223" y="41372"/>
                      <a:pt x="53230" y="41708"/>
                    </a:cubicBezTo>
                    <a:cubicBezTo>
                      <a:pt x="53290" y="44778"/>
                      <a:pt x="52700" y="47557"/>
                      <a:pt x="50528" y="49852"/>
                    </a:cubicBezTo>
                    <a:cubicBezTo>
                      <a:pt x="48420" y="51940"/>
                      <a:pt x="45445" y="52750"/>
                      <a:pt x="42553" y="52740"/>
                    </a:cubicBezTo>
                    <a:cubicBezTo>
                      <a:pt x="42360" y="52743"/>
                      <a:pt x="42165" y="52743"/>
                      <a:pt x="41965" y="52745"/>
                    </a:cubicBezTo>
                    <a:cubicBezTo>
                      <a:pt x="41330" y="52748"/>
                      <a:pt x="40695" y="52748"/>
                      <a:pt x="40060" y="52748"/>
                    </a:cubicBezTo>
                    <a:cubicBezTo>
                      <a:pt x="39613" y="52748"/>
                      <a:pt x="39165" y="52750"/>
                      <a:pt x="38718" y="52750"/>
                    </a:cubicBezTo>
                    <a:cubicBezTo>
                      <a:pt x="37780" y="52753"/>
                      <a:pt x="36845" y="52753"/>
                      <a:pt x="35908" y="52750"/>
                    </a:cubicBezTo>
                    <a:cubicBezTo>
                      <a:pt x="34720" y="52750"/>
                      <a:pt x="33530" y="52753"/>
                      <a:pt x="32343" y="52760"/>
                    </a:cubicBezTo>
                    <a:cubicBezTo>
                      <a:pt x="31418" y="52763"/>
                      <a:pt x="30493" y="52763"/>
                      <a:pt x="29570" y="52763"/>
                    </a:cubicBezTo>
                    <a:cubicBezTo>
                      <a:pt x="29132" y="52763"/>
                      <a:pt x="28695" y="52763"/>
                      <a:pt x="28257" y="52765"/>
                    </a:cubicBezTo>
                    <a:cubicBezTo>
                      <a:pt x="24673" y="52785"/>
                      <a:pt x="21215" y="52482"/>
                      <a:pt x="17848" y="51172"/>
                    </a:cubicBezTo>
                    <a:cubicBezTo>
                      <a:pt x="17555" y="51065"/>
                      <a:pt x="17260" y="50958"/>
                      <a:pt x="16968" y="50852"/>
                    </a:cubicBezTo>
                    <a:cubicBezTo>
                      <a:pt x="14948" y="50102"/>
                      <a:pt x="13300" y="49245"/>
                      <a:pt x="11598" y="47922"/>
                    </a:cubicBezTo>
                    <a:cubicBezTo>
                      <a:pt x="11433" y="47807"/>
                      <a:pt x="11268" y="47693"/>
                      <a:pt x="11098" y="47575"/>
                    </a:cubicBezTo>
                    <a:cubicBezTo>
                      <a:pt x="6132" y="44090"/>
                      <a:pt x="3105" y="38870"/>
                      <a:pt x="1348" y="33173"/>
                    </a:cubicBezTo>
                    <a:cubicBezTo>
                      <a:pt x="1300" y="33020"/>
                      <a:pt x="1250" y="32870"/>
                      <a:pt x="1200" y="32715"/>
                    </a:cubicBezTo>
                    <a:cubicBezTo>
                      <a:pt x="0" y="28828"/>
                      <a:pt x="108" y="23540"/>
                      <a:pt x="1348" y="19673"/>
                    </a:cubicBezTo>
                    <a:cubicBezTo>
                      <a:pt x="1403" y="19500"/>
                      <a:pt x="1455" y="19330"/>
                      <a:pt x="1510" y="19153"/>
                    </a:cubicBezTo>
                    <a:cubicBezTo>
                      <a:pt x="2183" y="17048"/>
                      <a:pt x="2910" y="15045"/>
                      <a:pt x="4098" y="13173"/>
                    </a:cubicBezTo>
                    <a:cubicBezTo>
                      <a:pt x="4220" y="12960"/>
                      <a:pt x="4343" y="12750"/>
                      <a:pt x="4468" y="12532"/>
                    </a:cubicBezTo>
                    <a:cubicBezTo>
                      <a:pt x="7210" y="7877"/>
                      <a:pt x="11488" y="4407"/>
                      <a:pt x="16348" y="2173"/>
                    </a:cubicBezTo>
                    <a:cubicBezTo>
                      <a:pt x="16438" y="2127"/>
                      <a:pt x="16438" y="2127"/>
                      <a:pt x="16893" y="1907"/>
                    </a:cubicBezTo>
                    <a:cubicBezTo>
                      <a:pt x="20583" y="260"/>
                      <a:pt x="24632" y="0"/>
                      <a:pt x="28615" y="28"/>
                    </a:cubicBezTo>
                    <a:close/>
                    <a:moveTo>
                      <a:pt x="15847" y="3173"/>
                    </a:moveTo>
                    <a:cubicBezTo>
                      <a:pt x="15683" y="3252"/>
                      <a:pt x="15518" y="3333"/>
                      <a:pt x="15347" y="3415"/>
                    </a:cubicBezTo>
                    <a:cubicBezTo>
                      <a:pt x="12835" y="4670"/>
                      <a:pt x="10817" y="6178"/>
                      <a:pt x="8848" y="8173"/>
                    </a:cubicBezTo>
                    <a:cubicBezTo>
                      <a:pt x="8795" y="8222"/>
                      <a:pt x="8795" y="8222"/>
                      <a:pt x="8528" y="8488"/>
                    </a:cubicBezTo>
                    <a:cubicBezTo>
                      <a:pt x="6573" y="10407"/>
                      <a:pt x="5070" y="12472"/>
                      <a:pt x="3848" y="14923"/>
                    </a:cubicBezTo>
                    <a:cubicBezTo>
                      <a:pt x="3757" y="15088"/>
                      <a:pt x="3665" y="15252"/>
                      <a:pt x="3570" y="15425"/>
                    </a:cubicBezTo>
                    <a:cubicBezTo>
                      <a:pt x="3035" y="16410"/>
                      <a:pt x="2655" y="17420"/>
                      <a:pt x="2317" y="18485"/>
                    </a:cubicBezTo>
                    <a:cubicBezTo>
                      <a:pt x="2278" y="18605"/>
                      <a:pt x="2238" y="18727"/>
                      <a:pt x="2198" y="18855"/>
                    </a:cubicBezTo>
                    <a:cubicBezTo>
                      <a:pt x="1445" y="21342"/>
                      <a:pt x="1245" y="23870"/>
                      <a:pt x="1255" y="26453"/>
                    </a:cubicBezTo>
                    <a:cubicBezTo>
                      <a:pt x="1255" y="26600"/>
                      <a:pt x="1255" y="26745"/>
                      <a:pt x="1255" y="26895"/>
                    </a:cubicBezTo>
                    <a:cubicBezTo>
                      <a:pt x="1268" y="30597"/>
                      <a:pt x="1913" y="34102"/>
                      <a:pt x="3598" y="37423"/>
                    </a:cubicBezTo>
                    <a:cubicBezTo>
                      <a:pt x="3638" y="37498"/>
                      <a:pt x="3638" y="37498"/>
                      <a:pt x="3833" y="37888"/>
                    </a:cubicBezTo>
                    <a:cubicBezTo>
                      <a:pt x="5493" y="41120"/>
                      <a:pt x="7480" y="43905"/>
                      <a:pt x="10348" y="46172"/>
                    </a:cubicBezTo>
                    <a:cubicBezTo>
                      <a:pt x="10490" y="46290"/>
                      <a:pt x="10630" y="46410"/>
                      <a:pt x="10775" y="46530"/>
                    </a:cubicBezTo>
                    <a:cubicBezTo>
                      <a:pt x="13108" y="48405"/>
                      <a:pt x="15817" y="49825"/>
                      <a:pt x="18645" y="50780"/>
                    </a:cubicBezTo>
                    <a:cubicBezTo>
                      <a:pt x="18817" y="50840"/>
                      <a:pt x="18988" y="50898"/>
                      <a:pt x="19165" y="50958"/>
                    </a:cubicBezTo>
                    <a:cubicBezTo>
                      <a:pt x="22308" y="51953"/>
                      <a:pt x="25475" y="52000"/>
                      <a:pt x="28740" y="51998"/>
                    </a:cubicBezTo>
                    <a:cubicBezTo>
                      <a:pt x="29183" y="51998"/>
                      <a:pt x="29625" y="52000"/>
                      <a:pt x="30067" y="52000"/>
                    </a:cubicBezTo>
                    <a:cubicBezTo>
                      <a:pt x="30988" y="52003"/>
                      <a:pt x="31910" y="52003"/>
                      <a:pt x="32830" y="52000"/>
                    </a:cubicBezTo>
                    <a:cubicBezTo>
                      <a:pt x="34002" y="52000"/>
                      <a:pt x="35178" y="52003"/>
                      <a:pt x="36350" y="52010"/>
                    </a:cubicBezTo>
                    <a:cubicBezTo>
                      <a:pt x="37260" y="52013"/>
                      <a:pt x="38173" y="52013"/>
                      <a:pt x="39082" y="52013"/>
                    </a:cubicBezTo>
                    <a:cubicBezTo>
                      <a:pt x="39515" y="52013"/>
                      <a:pt x="39947" y="52013"/>
                      <a:pt x="40380" y="52015"/>
                    </a:cubicBezTo>
                    <a:cubicBezTo>
                      <a:pt x="43762" y="52032"/>
                      <a:pt x="46890" y="51977"/>
                      <a:pt x="49598" y="49672"/>
                    </a:cubicBezTo>
                    <a:cubicBezTo>
                      <a:pt x="50153" y="49123"/>
                      <a:pt x="50635" y="48550"/>
                      <a:pt x="51098" y="47922"/>
                    </a:cubicBezTo>
                    <a:cubicBezTo>
                      <a:pt x="51238" y="47735"/>
                      <a:pt x="51378" y="47550"/>
                      <a:pt x="51520" y="47360"/>
                    </a:cubicBezTo>
                    <a:cubicBezTo>
                      <a:pt x="52725" y="45152"/>
                      <a:pt x="52715" y="42645"/>
                      <a:pt x="52725" y="40208"/>
                    </a:cubicBezTo>
                    <a:cubicBezTo>
                      <a:pt x="52730" y="39857"/>
                      <a:pt x="52735" y="39510"/>
                      <a:pt x="52740" y="39160"/>
                    </a:cubicBezTo>
                    <a:cubicBezTo>
                      <a:pt x="52752" y="38250"/>
                      <a:pt x="52760" y="37340"/>
                      <a:pt x="52765" y="36433"/>
                    </a:cubicBezTo>
                    <a:cubicBezTo>
                      <a:pt x="52773" y="35500"/>
                      <a:pt x="52785" y="34567"/>
                      <a:pt x="52795" y="33635"/>
                    </a:cubicBezTo>
                    <a:cubicBezTo>
                      <a:pt x="52817" y="31815"/>
                      <a:pt x="52835" y="29993"/>
                      <a:pt x="52848" y="28173"/>
                    </a:cubicBezTo>
                    <a:cubicBezTo>
                      <a:pt x="53202" y="28260"/>
                      <a:pt x="53202" y="28260"/>
                      <a:pt x="53598" y="28423"/>
                    </a:cubicBezTo>
                    <a:cubicBezTo>
                      <a:pt x="53860" y="28865"/>
                      <a:pt x="54077" y="29287"/>
                      <a:pt x="54290" y="29757"/>
                    </a:cubicBezTo>
                    <a:cubicBezTo>
                      <a:pt x="54423" y="30032"/>
                      <a:pt x="54555" y="30308"/>
                      <a:pt x="54688" y="30583"/>
                    </a:cubicBezTo>
                    <a:cubicBezTo>
                      <a:pt x="54720" y="30653"/>
                      <a:pt x="54720" y="30653"/>
                      <a:pt x="54893" y="31008"/>
                    </a:cubicBezTo>
                    <a:cubicBezTo>
                      <a:pt x="55207" y="31640"/>
                      <a:pt x="55555" y="32250"/>
                      <a:pt x="55913" y="32860"/>
                    </a:cubicBezTo>
                    <a:cubicBezTo>
                      <a:pt x="55983" y="32977"/>
                      <a:pt x="56053" y="33095"/>
                      <a:pt x="56122" y="33218"/>
                    </a:cubicBezTo>
                    <a:cubicBezTo>
                      <a:pt x="56337" y="33583"/>
                      <a:pt x="56555" y="33948"/>
                      <a:pt x="56770" y="34312"/>
                    </a:cubicBezTo>
                    <a:cubicBezTo>
                      <a:pt x="56923" y="34573"/>
                      <a:pt x="57077" y="34833"/>
                      <a:pt x="57230" y="35092"/>
                    </a:cubicBezTo>
                    <a:cubicBezTo>
                      <a:pt x="57462" y="35488"/>
                      <a:pt x="57695" y="35885"/>
                      <a:pt x="57928" y="36278"/>
                    </a:cubicBezTo>
                    <a:cubicBezTo>
                      <a:pt x="58658" y="37520"/>
                      <a:pt x="59378" y="38768"/>
                      <a:pt x="60098" y="40015"/>
                    </a:cubicBezTo>
                    <a:cubicBezTo>
                      <a:pt x="60890" y="41390"/>
                      <a:pt x="61692" y="42755"/>
                      <a:pt x="62520" y="44110"/>
                    </a:cubicBezTo>
                    <a:cubicBezTo>
                      <a:pt x="62825" y="44630"/>
                      <a:pt x="63105" y="45158"/>
                      <a:pt x="63382" y="45695"/>
                    </a:cubicBezTo>
                    <a:cubicBezTo>
                      <a:pt x="64925" y="48640"/>
                      <a:pt x="66750" y="50750"/>
                      <a:pt x="69962" y="51890"/>
                    </a:cubicBezTo>
                    <a:cubicBezTo>
                      <a:pt x="70510" y="52028"/>
                      <a:pt x="71035" y="52115"/>
                      <a:pt x="71598" y="52172"/>
                    </a:cubicBezTo>
                    <a:cubicBezTo>
                      <a:pt x="71770" y="52193"/>
                      <a:pt x="71945" y="52213"/>
                      <a:pt x="72122" y="52232"/>
                    </a:cubicBezTo>
                    <a:cubicBezTo>
                      <a:pt x="74403" y="52370"/>
                      <a:pt x="76908" y="51580"/>
                      <a:pt x="78655" y="50110"/>
                    </a:cubicBezTo>
                    <a:cubicBezTo>
                      <a:pt x="81050" y="47743"/>
                      <a:pt x="81967" y="45402"/>
                      <a:pt x="82000" y="42085"/>
                    </a:cubicBezTo>
                    <a:cubicBezTo>
                      <a:pt x="82000" y="41727"/>
                      <a:pt x="82000" y="41370"/>
                      <a:pt x="82000" y="41013"/>
                    </a:cubicBezTo>
                    <a:cubicBezTo>
                      <a:pt x="82005" y="40643"/>
                      <a:pt x="82008" y="40270"/>
                      <a:pt x="82013" y="39898"/>
                    </a:cubicBezTo>
                    <a:cubicBezTo>
                      <a:pt x="82025" y="38928"/>
                      <a:pt x="82030" y="37955"/>
                      <a:pt x="82033" y="36985"/>
                    </a:cubicBezTo>
                    <a:cubicBezTo>
                      <a:pt x="82038" y="35993"/>
                      <a:pt x="82048" y="34998"/>
                      <a:pt x="82058" y="34002"/>
                    </a:cubicBezTo>
                    <a:cubicBezTo>
                      <a:pt x="82077" y="32060"/>
                      <a:pt x="82090" y="30115"/>
                      <a:pt x="82098" y="28173"/>
                    </a:cubicBezTo>
                    <a:cubicBezTo>
                      <a:pt x="83447" y="29190"/>
                      <a:pt x="83447" y="29190"/>
                      <a:pt x="83815" y="29873"/>
                    </a:cubicBezTo>
                    <a:cubicBezTo>
                      <a:pt x="83885" y="30002"/>
                      <a:pt x="83957" y="30130"/>
                      <a:pt x="84030" y="30263"/>
                    </a:cubicBezTo>
                    <a:cubicBezTo>
                      <a:pt x="84100" y="30400"/>
                      <a:pt x="84173" y="30535"/>
                      <a:pt x="84248" y="30675"/>
                    </a:cubicBezTo>
                    <a:cubicBezTo>
                      <a:pt x="84325" y="30820"/>
                      <a:pt x="84403" y="30963"/>
                      <a:pt x="84485" y="31110"/>
                    </a:cubicBezTo>
                    <a:cubicBezTo>
                      <a:pt x="84733" y="31567"/>
                      <a:pt x="84978" y="32025"/>
                      <a:pt x="85223" y="32485"/>
                    </a:cubicBezTo>
                    <a:cubicBezTo>
                      <a:pt x="85548" y="33085"/>
                      <a:pt x="85872" y="33685"/>
                      <a:pt x="86200" y="34285"/>
                    </a:cubicBezTo>
                    <a:cubicBezTo>
                      <a:pt x="86278" y="34430"/>
                      <a:pt x="86355" y="34573"/>
                      <a:pt x="86438" y="34722"/>
                    </a:cubicBezTo>
                    <a:cubicBezTo>
                      <a:pt x="86952" y="35673"/>
                      <a:pt x="87500" y="36595"/>
                      <a:pt x="88082" y="37505"/>
                    </a:cubicBezTo>
                    <a:cubicBezTo>
                      <a:pt x="88483" y="38130"/>
                      <a:pt x="88845" y="38775"/>
                      <a:pt x="89207" y="39423"/>
                    </a:cubicBezTo>
                    <a:cubicBezTo>
                      <a:pt x="89378" y="39722"/>
                      <a:pt x="89550" y="40023"/>
                      <a:pt x="89720" y="40323"/>
                    </a:cubicBezTo>
                    <a:cubicBezTo>
                      <a:pt x="89818" y="40493"/>
                      <a:pt x="89915" y="40662"/>
                      <a:pt x="90015" y="40835"/>
                    </a:cubicBezTo>
                    <a:cubicBezTo>
                      <a:pt x="90125" y="41030"/>
                      <a:pt x="90235" y="41222"/>
                      <a:pt x="90348" y="41423"/>
                    </a:cubicBezTo>
                    <a:cubicBezTo>
                      <a:pt x="90413" y="41535"/>
                      <a:pt x="90478" y="41648"/>
                      <a:pt x="90543" y="41765"/>
                    </a:cubicBezTo>
                    <a:cubicBezTo>
                      <a:pt x="90988" y="42545"/>
                      <a:pt x="91435" y="43323"/>
                      <a:pt x="91885" y="44102"/>
                    </a:cubicBezTo>
                    <a:cubicBezTo>
                      <a:pt x="92035" y="44363"/>
                      <a:pt x="92185" y="44625"/>
                      <a:pt x="92335" y="44888"/>
                    </a:cubicBezTo>
                    <a:cubicBezTo>
                      <a:pt x="94082" y="47955"/>
                      <a:pt x="95905" y="50818"/>
                      <a:pt x="99457" y="51905"/>
                    </a:cubicBezTo>
                    <a:cubicBezTo>
                      <a:pt x="102035" y="52485"/>
                      <a:pt x="104628" y="52342"/>
                      <a:pt x="106932" y="50972"/>
                    </a:cubicBezTo>
                    <a:cubicBezTo>
                      <a:pt x="108065" y="50218"/>
                      <a:pt x="109113" y="49325"/>
                      <a:pt x="109848" y="48172"/>
                    </a:cubicBezTo>
                    <a:cubicBezTo>
                      <a:pt x="109935" y="48037"/>
                      <a:pt x="110023" y="47905"/>
                      <a:pt x="110110" y="47768"/>
                    </a:cubicBezTo>
                    <a:cubicBezTo>
                      <a:pt x="111938" y="44778"/>
                      <a:pt x="111635" y="41110"/>
                      <a:pt x="111637" y="37725"/>
                    </a:cubicBezTo>
                    <a:cubicBezTo>
                      <a:pt x="111640" y="37338"/>
                      <a:pt x="111640" y="36950"/>
                      <a:pt x="111643" y="36562"/>
                    </a:cubicBezTo>
                    <a:cubicBezTo>
                      <a:pt x="111645" y="35520"/>
                      <a:pt x="111648" y="34475"/>
                      <a:pt x="111648" y="33433"/>
                    </a:cubicBezTo>
                    <a:cubicBezTo>
                      <a:pt x="111650" y="32780"/>
                      <a:pt x="111650" y="32127"/>
                      <a:pt x="111650" y="31475"/>
                    </a:cubicBezTo>
                    <a:cubicBezTo>
                      <a:pt x="111655" y="29430"/>
                      <a:pt x="111658" y="27385"/>
                      <a:pt x="111658" y="25340"/>
                    </a:cubicBezTo>
                    <a:cubicBezTo>
                      <a:pt x="111660" y="22985"/>
                      <a:pt x="111663" y="20627"/>
                      <a:pt x="111670" y="18273"/>
                    </a:cubicBezTo>
                    <a:cubicBezTo>
                      <a:pt x="111675" y="16445"/>
                      <a:pt x="111678" y="14620"/>
                      <a:pt x="111680" y="12795"/>
                    </a:cubicBezTo>
                    <a:cubicBezTo>
                      <a:pt x="111680" y="11705"/>
                      <a:pt x="111680" y="10615"/>
                      <a:pt x="111685" y="9528"/>
                    </a:cubicBezTo>
                    <a:cubicBezTo>
                      <a:pt x="111690" y="8505"/>
                      <a:pt x="111690" y="7483"/>
                      <a:pt x="111688" y="6460"/>
                    </a:cubicBezTo>
                    <a:cubicBezTo>
                      <a:pt x="111688" y="6085"/>
                      <a:pt x="111688" y="5713"/>
                      <a:pt x="111690" y="5338"/>
                    </a:cubicBezTo>
                    <a:cubicBezTo>
                      <a:pt x="111695" y="4825"/>
                      <a:pt x="111692" y="4312"/>
                      <a:pt x="111690" y="3803"/>
                    </a:cubicBezTo>
                    <a:cubicBezTo>
                      <a:pt x="111692" y="3653"/>
                      <a:pt x="111695" y="3505"/>
                      <a:pt x="111695" y="3352"/>
                    </a:cubicBezTo>
                    <a:cubicBezTo>
                      <a:pt x="111685" y="2333"/>
                      <a:pt x="111468" y="1740"/>
                      <a:pt x="110848" y="923"/>
                    </a:cubicBezTo>
                    <a:cubicBezTo>
                      <a:pt x="110305" y="780"/>
                      <a:pt x="110305" y="780"/>
                      <a:pt x="109680" y="800"/>
                    </a:cubicBezTo>
                    <a:cubicBezTo>
                      <a:pt x="109457" y="803"/>
                      <a:pt x="109235" y="808"/>
                      <a:pt x="109005" y="812"/>
                    </a:cubicBezTo>
                    <a:cubicBezTo>
                      <a:pt x="108773" y="822"/>
                      <a:pt x="108540" y="833"/>
                      <a:pt x="108303" y="843"/>
                    </a:cubicBezTo>
                    <a:cubicBezTo>
                      <a:pt x="108065" y="850"/>
                      <a:pt x="107830" y="855"/>
                      <a:pt x="107590" y="860"/>
                    </a:cubicBezTo>
                    <a:cubicBezTo>
                      <a:pt x="107008" y="875"/>
                      <a:pt x="106428" y="895"/>
                      <a:pt x="105848" y="923"/>
                    </a:cubicBezTo>
                    <a:cubicBezTo>
                      <a:pt x="105293" y="1817"/>
                      <a:pt x="105280" y="2545"/>
                      <a:pt x="105293" y="3565"/>
                    </a:cubicBezTo>
                    <a:cubicBezTo>
                      <a:pt x="105293" y="3730"/>
                      <a:pt x="105293" y="3893"/>
                      <a:pt x="105293" y="4062"/>
                    </a:cubicBezTo>
                    <a:cubicBezTo>
                      <a:pt x="105295" y="4615"/>
                      <a:pt x="105300" y="5165"/>
                      <a:pt x="105303" y="5718"/>
                    </a:cubicBezTo>
                    <a:cubicBezTo>
                      <a:pt x="105305" y="6113"/>
                      <a:pt x="105305" y="6507"/>
                      <a:pt x="105308" y="6903"/>
                    </a:cubicBezTo>
                    <a:cubicBezTo>
                      <a:pt x="105310" y="7755"/>
                      <a:pt x="105312" y="8608"/>
                      <a:pt x="105318" y="9460"/>
                    </a:cubicBezTo>
                    <a:cubicBezTo>
                      <a:pt x="105325" y="10808"/>
                      <a:pt x="105330" y="12155"/>
                      <a:pt x="105332" y="13502"/>
                    </a:cubicBezTo>
                    <a:cubicBezTo>
                      <a:pt x="105343" y="16852"/>
                      <a:pt x="105355" y="20203"/>
                      <a:pt x="105370" y="23550"/>
                    </a:cubicBezTo>
                    <a:cubicBezTo>
                      <a:pt x="105382" y="26153"/>
                      <a:pt x="105393" y="28752"/>
                      <a:pt x="105398" y="31355"/>
                    </a:cubicBezTo>
                    <a:cubicBezTo>
                      <a:pt x="105403" y="32692"/>
                      <a:pt x="105408" y="34032"/>
                      <a:pt x="105418" y="35370"/>
                    </a:cubicBezTo>
                    <a:cubicBezTo>
                      <a:pt x="105423" y="36205"/>
                      <a:pt x="105423" y="37040"/>
                      <a:pt x="105425" y="37875"/>
                    </a:cubicBezTo>
                    <a:cubicBezTo>
                      <a:pt x="105425" y="38263"/>
                      <a:pt x="105428" y="38648"/>
                      <a:pt x="105430" y="39032"/>
                    </a:cubicBezTo>
                    <a:cubicBezTo>
                      <a:pt x="105475" y="43688"/>
                      <a:pt x="105475" y="43688"/>
                      <a:pt x="104290" y="45018"/>
                    </a:cubicBezTo>
                    <a:cubicBezTo>
                      <a:pt x="103233" y="45905"/>
                      <a:pt x="102343" y="46040"/>
                      <a:pt x="100998" y="46020"/>
                    </a:cubicBezTo>
                    <a:cubicBezTo>
                      <a:pt x="99885" y="45850"/>
                      <a:pt x="99288" y="45282"/>
                      <a:pt x="98598" y="44423"/>
                    </a:cubicBezTo>
                    <a:cubicBezTo>
                      <a:pt x="98122" y="43700"/>
                      <a:pt x="97742" y="42940"/>
                      <a:pt x="97348" y="42173"/>
                    </a:cubicBezTo>
                    <a:cubicBezTo>
                      <a:pt x="97035" y="41610"/>
                      <a:pt x="96715" y="41055"/>
                      <a:pt x="96395" y="40500"/>
                    </a:cubicBezTo>
                    <a:cubicBezTo>
                      <a:pt x="96220" y="40195"/>
                      <a:pt x="96045" y="39888"/>
                      <a:pt x="95870" y="39583"/>
                    </a:cubicBezTo>
                    <a:cubicBezTo>
                      <a:pt x="95783" y="39430"/>
                      <a:pt x="95695" y="39278"/>
                      <a:pt x="95605" y="39120"/>
                    </a:cubicBezTo>
                    <a:cubicBezTo>
                      <a:pt x="95365" y="38703"/>
                      <a:pt x="95128" y="38282"/>
                      <a:pt x="94890" y="37863"/>
                    </a:cubicBezTo>
                    <a:cubicBezTo>
                      <a:pt x="94122" y="36510"/>
                      <a:pt x="93345" y="35162"/>
                      <a:pt x="92553" y="33825"/>
                    </a:cubicBezTo>
                    <a:cubicBezTo>
                      <a:pt x="92483" y="33705"/>
                      <a:pt x="92410" y="33588"/>
                      <a:pt x="92337" y="33465"/>
                    </a:cubicBezTo>
                    <a:cubicBezTo>
                      <a:pt x="91988" y="32872"/>
                      <a:pt x="91638" y="32282"/>
                      <a:pt x="91285" y="31690"/>
                    </a:cubicBezTo>
                    <a:cubicBezTo>
                      <a:pt x="90553" y="30465"/>
                      <a:pt x="89850" y="29227"/>
                      <a:pt x="89170" y="27970"/>
                    </a:cubicBezTo>
                    <a:cubicBezTo>
                      <a:pt x="88508" y="26745"/>
                      <a:pt x="87810" y="25540"/>
                      <a:pt x="87110" y="24335"/>
                    </a:cubicBezTo>
                    <a:cubicBezTo>
                      <a:pt x="86702" y="23632"/>
                      <a:pt x="86295" y="22928"/>
                      <a:pt x="85888" y="22222"/>
                    </a:cubicBezTo>
                    <a:cubicBezTo>
                      <a:pt x="85803" y="22075"/>
                      <a:pt x="85717" y="21930"/>
                      <a:pt x="85630" y="21778"/>
                    </a:cubicBezTo>
                    <a:cubicBezTo>
                      <a:pt x="84837" y="20408"/>
                      <a:pt x="84055" y="19032"/>
                      <a:pt x="83270" y="17655"/>
                    </a:cubicBezTo>
                    <a:cubicBezTo>
                      <a:pt x="82535" y="16365"/>
                      <a:pt x="81798" y="15078"/>
                      <a:pt x="81060" y="13790"/>
                    </a:cubicBezTo>
                    <a:cubicBezTo>
                      <a:pt x="80925" y="13555"/>
                      <a:pt x="80788" y="13317"/>
                      <a:pt x="80653" y="13083"/>
                    </a:cubicBezTo>
                    <a:cubicBezTo>
                      <a:pt x="80285" y="12438"/>
                      <a:pt x="79913" y="11795"/>
                      <a:pt x="79535" y="11155"/>
                    </a:cubicBezTo>
                    <a:cubicBezTo>
                      <a:pt x="79452" y="11010"/>
                      <a:pt x="79368" y="10865"/>
                      <a:pt x="79283" y="10715"/>
                    </a:cubicBezTo>
                    <a:cubicBezTo>
                      <a:pt x="78822" y="9942"/>
                      <a:pt x="78403" y="9375"/>
                      <a:pt x="77598" y="8923"/>
                    </a:cubicBezTo>
                    <a:cubicBezTo>
                      <a:pt x="76945" y="9078"/>
                      <a:pt x="76523" y="9230"/>
                      <a:pt x="76065" y="9733"/>
                    </a:cubicBezTo>
                    <a:cubicBezTo>
                      <a:pt x="75760" y="10347"/>
                      <a:pt x="75788" y="10847"/>
                      <a:pt x="75788" y="11532"/>
                    </a:cubicBezTo>
                    <a:cubicBezTo>
                      <a:pt x="75788" y="11670"/>
                      <a:pt x="75785" y="11808"/>
                      <a:pt x="75785" y="11950"/>
                    </a:cubicBezTo>
                    <a:cubicBezTo>
                      <a:pt x="75785" y="12410"/>
                      <a:pt x="75785" y="12870"/>
                      <a:pt x="75788" y="13330"/>
                    </a:cubicBezTo>
                    <a:cubicBezTo>
                      <a:pt x="75788" y="13662"/>
                      <a:pt x="75788" y="13993"/>
                      <a:pt x="75788" y="14322"/>
                    </a:cubicBezTo>
                    <a:cubicBezTo>
                      <a:pt x="75785" y="15032"/>
                      <a:pt x="75785" y="15745"/>
                      <a:pt x="75788" y="16455"/>
                    </a:cubicBezTo>
                    <a:cubicBezTo>
                      <a:pt x="75790" y="17580"/>
                      <a:pt x="75788" y="18705"/>
                      <a:pt x="75783" y="19830"/>
                    </a:cubicBezTo>
                    <a:cubicBezTo>
                      <a:pt x="75773" y="23030"/>
                      <a:pt x="75770" y="26230"/>
                      <a:pt x="75773" y="29430"/>
                    </a:cubicBezTo>
                    <a:cubicBezTo>
                      <a:pt x="75773" y="31198"/>
                      <a:pt x="75770" y="32965"/>
                      <a:pt x="75763" y="34730"/>
                    </a:cubicBezTo>
                    <a:cubicBezTo>
                      <a:pt x="75758" y="35850"/>
                      <a:pt x="75760" y="36968"/>
                      <a:pt x="75763" y="38085"/>
                    </a:cubicBezTo>
                    <a:cubicBezTo>
                      <a:pt x="75765" y="38782"/>
                      <a:pt x="75763" y="39477"/>
                      <a:pt x="75758" y="40175"/>
                    </a:cubicBezTo>
                    <a:cubicBezTo>
                      <a:pt x="75755" y="40498"/>
                      <a:pt x="75758" y="40820"/>
                      <a:pt x="75760" y="41143"/>
                    </a:cubicBezTo>
                    <a:cubicBezTo>
                      <a:pt x="75785" y="43878"/>
                      <a:pt x="75785" y="43878"/>
                      <a:pt x="75010" y="44845"/>
                    </a:cubicBezTo>
                    <a:cubicBezTo>
                      <a:pt x="74188" y="45652"/>
                      <a:pt x="73560" y="45998"/>
                      <a:pt x="72395" y="46015"/>
                    </a:cubicBezTo>
                    <a:cubicBezTo>
                      <a:pt x="72188" y="46023"/>
                      <a:pt x="71980" y="46030"/>
                      <a:pt x="71765" y="46037"/>
                    </a:cubicBezTo>
                    <a:cubicBezTo>
                      <a:pt x="70643" y="45842"/>
                      <a:pt x="69932" y="45365"/>
                      <a:pt x="69248" y="44455"/>
                    </a:cubicBezTo>
                    <a:cubicBezTo>
                      <a:pt x="68875" y="43875"/>
                      <a:pt x="68533" y="43285"/>
                      <a:pt x="68192" y="42688"/>
                    </a:cubicBezTo>
                    <a:cubicBezTo>
                      <a:pt x="68062" y="42463"/>
                      <a:pt x="67932" y="42240"/>
                      <a:pt x="67800" y="42018"/>
                    </a:cubicBezTo>
                    <a:cubicBezTo>
                      <a:pt x="67462" y="41435"/>
                      <a:pt x="67128" y="40852"/>
                      <a:pt x="66795" y="40268"/>
                    </a:cubicBezTo>
                    <a:cubicBezTo>
                      <a:pt x="66605" y="39935"/>
                      <a:pt x="66415" y="39602"/>
                      <a:pt x="66225" y="39270"/>
                    </a:cubicBezTo>
                    <a:cubicBezTo>
                      <a:pt x="65735" y="38415"/>
                      <a:pt x="65245" y="37562"/>
                      <a:pt x="64757" y="36705"/>
                    </a:cubicBezTo>
                    <a:cubicBezTo>
                      <a:pt x="63885" y="35165"/>
                      <a:pt x="62995" y="33638"/>
                      <a:pt x="62100" y="32110"/>
                    </a:cubicBezTo>
                    <a:cubicBezTo>
                      <a:pt x="60825" y="29935"/>
                      <a:pt x="59575" y="27750"/>
                      <a:pt x="58348" y="25548"/>
                    </a:cubicBezTo>
                    <a:cubicBezTo>
                      <a:pt x="56210" y="21708"/>
                      <a:pt x="54050" y="17868"/>
                      <a:pt x="51697" y="14153"/>
                    </a:cubicBezTo>
                    <a:cubicBezTo>
                      <a:pt x="51340" y="13585"/>
                      <a:pt x="51015" y="13018"/>
                      <a:pt x="50720" y="12412"/>
                    </a:cubicBezTo>
                    <a:cubicBezTo>
                      <a:pt x="50385" y="11727"/>
                      <a:pt x="49995" y="11100"/>
                      <a:pt x="49567" y="10468"/>
                    </a:cubicBezTo>
                    <a:cubicBezTo>
                      <a:pt x="49438" y="10275"/>
                      <a:pt x="49308" y="10083"/>
                      <a:pt x="49175" y="9885"/>
                    </a:cubicBezTo>
                    <a:cubicBezTo>
                      <a:pt x="48848" y="9423"/>
                      <a:pt x="48848" y="9423"/>
                      <a:pt x="48598" y="9173"/>
                    </a:cubicBezTo>
                    <a:cubicBezTo>
                      <a:pt x="47512" y="9080"/>
                      <a:pt x="47512" y="9080"/>
                      <a:pt x="47098" y="9173"/>
                    </a:cubicBezTo>
                    <a:cubicBezTo>
                      <a:pt x="46520" y="9815"/>
                      <a:pt x="46535" y="10380"/>
                      <a:pt x="46533" y="11222"/>
                    </a:cubicBezTo>
                    <a:cubicBezTo>
                      <a:pt x="46533" y="11352"/>
                      <a:pt x="46533" y="11485"/>
                      <a:pt x="46530" y="11620"/>
                    </a:cubicBezTo>
                    <a:cubicBezTo>
                      <a:pt x="46528" y="12058"/>
                      <a:pt x="46530" y="12498"/>
                      <a:pt x="46530" y="12935"/>
                    </a:cubicBezTo>
                    <a:cubicBezTo>
                      <a:pt x="46530" y="13250"/>
                      <a:pt x="46528" y="13565"/>
                      <a:pt x="46528" y="13880"/>
                    </a:cubicBezTo>
                    <a:cubicBezTo>
                      <a:pt x="46523" y="14558"/>
                      <a:pt x="46523" y="15235"/>
                      <a:pt x="46523" y="15912"/>
                    </a:cubicBezTo>
                    <a:cubicBezTo>
                      <a:pt x="46523" y="16985"/>
                      <a:pt x="46518" y="18058"/>
                      <a:pt x="46512" y="19130"/>
                    </a:cubicBezTo>
                    <a:cubicBezTo>
                      <a:pt x="46500" y="21798"/>
                      <a:pt x="46493" y="24463"/>
                      <a:pt x="46488" y="27127"/>
                    </a:cubicBezTo>
                    <a:cubicBezTo>
                      <a:pt x="46483" y="29198"/>
                      <a:pt x="46478" y="31268"/>
                      <a:pt x="46465" y="33338"/>
                    </a:cubicBezTo>
                    <a:cubicBezTo>
                      <a:pt x="46460" y="34402"/>
                      <a:pt x="46457" y="35468"/>
                      <a:pt x="46457" y="36532"/>
                    </a:cubicBezTo>
                    <a:cubicBezTo>
                      <a:pt x="46457" y="37198"/>
                      <a:pt x="46455" y="37863"/>
                      <a:pt x="46450" y="38528"/>
                    </a:cubicBezTo>
                    <a:cubicBezTo>
                      <a:pt x="46450" y="38835"/>
                      <a:pt x="46450" y="39140"/>
                      <a:pt x="46450" y="39448"/>
                    </a:cubicBezTo>
                    <a:cubicBezTo>
                      <a:pt x="46465" y="43230"/>
                      <a:pt x="46465" y="43230"/>
                      <a:pt x="45228" y="44575"/>
                    </a:cubicBezTo>
                    <a:cubicBezTo>
                      <a:pt x="44030" y="45667"/>
                      <a:pt x="42878" y="45710"/>
                      <a:pt x="41320" y="45713"/>
                    </a:cubicBezTo>
                    <a:cubicBezTo>
                      <a:pt x="41143" y="45713"/>
                      <a:pt x="40965" y="45715"/>
                      <a:pt x="40783" y="45715"/>
                    </a:cubicBezTo>
                    <a:cubicBezTo>
                      <a:pt x="40195" y="45720"/>
                      <a:pt x="39608" y="45720"/>
                      <a:pt x="39023" y="45722"/>
                    </a:cubicBezTo>
                    <a:cubicBezTo>
                      <a:pt x="38920" y="45722"/>
                      <a:pt x="38920" y="45722"/>
                      <a:pt x="38410" y="45725"/>
                    </a:cubicBezTo>
                    <a:cubicBezTo>
                      <a:pt x="37343" y="45727"/>
                      <a:pt x="36273" y="45730"/>
                      <a:pt x="35205" y="45732"/>
                    </a:cubicBezTo>
                    <a:cubicBezTo>
                      <a:pt x="34108" y="45732"/>
                      <a:pt x="33012" y="45740"/>
                      <a:pt x="31918" y="45745"/>
                    </a:cubicBezTo>
                    <a:cubicBezTo>
                      <a:pt x="31067" y="45750"/>
                      <a:pt x="30220" y="45753"/>
                      <a:pt x="29370" y="45753"/>
                    </a:cubicBezTo>
                    <a:cubicBezTo>
                      <a:pt x="28968" y="45753"/>
                      <a:pt x="28562" y="45755"/>
                      <a:pt x="28160" y="45758"/>
                    </a:cubicBezTo>
                    <a:cubicBezTo>
                      <a:pt x="24908" y="45782"/>
                      <a:pt x="21815" y="45513"/>
                      <a:pt x="18817" y="44140"/>
                    </a:cubicBezTo>
                    <a:cubicBezTo>
                      <a:pt x="18650" y="44065"/>
                      <a:pt x="18485" y="43990"/>
                      <a:pt x="18312" y="43912"/>
                    </a:cubicBezTo>
                    <a:cubicBezTo>
                      <a:pt x="16648" y="43130"/>
                      <a:pt x="15235" y="42122"/>
                      <a:pt x="13847" y="40923"/>
                    </a:cubicBezTo>
                    <a:cubicBezTo>
                      <a:pt x="13738" y="40830"/>
                      <a:pt x="13627" y="40738"/>
                      <a:pt x="13515" y="40643"/>
                    </a:cubicBezTo>
                    <a:cubicBezTo>
                      <a:pt x="11480" y="38910"/>
                      <a:pt x="10282" y="36790"/>
                      <a:pt x="9098" y="34423"/>
                    </a:cubicBezTo>
                    <a:cubicBezTo>
                      <a:pt x="8988" y="34213"/>
                      <a:pt x="8877" y="34002"/>
                      <a:pt x="8763" y="33785"/>
                    </a:cubicBezTo>
                    <a:cubicBezTo>
                      <a:pt x="7353" y="30773"/>
                      <a:pt x="7065" y="26928"/>
                      <a:pt x="7598" y="23673"/>
                    </a:cubicBezTo>
                    <a:cubicBezTo>
                      <a:pt x="7618" y="23535"/>
                      <a:pt x="7635" y="23400"/>
                      <a:pt x="7655" y="23260"/>
                    </a:cubicBezTo>
                    <a:cubicBezTo>
                      <a:pt x="8312" y="18590"/>
                      <a:pt x="11070" y="13990"/>
                      <a:pt x="14808" y="11118"/>
                    </a:cubicBezTo>
                    <a:cubicBezTo>
                      <a:pt x="19398" y="7715"/>
                      <a:pt x="24098" y="7072"/>
                      <a:pt x="29692" y="7015"/>
                    </a:cubicBezTo>
                    <a:cubicBezTo>
                      <a:pt x="30360" y="7005"/>
                      <a:pt x="31028" y="6995"/>
                      <a:pt x="31695" y="6985"/>
                    </a:cubicBezTo>
                    <a:cubicBezTo>
                      <a:pt x="32108" y="6977"/>
                      <a:pt x="32518" y="6972"/>
                      <a:pt x="32930" y="6970"/>
                    </a:cubicBezTo>
                    <a:cubicBezTo>
                      <a:pt x="33020" y="6968"/>
                      <a:pt x="33020" y="6968"/>
                      <a:pt x="33485" y="6960"/>
                    </a:cubicBezTo>
                    <a:cubicBezTo>
                      <a:pt x="33645" y="6960"/>
                      <a:pt x="33808" y="6958"/>
                      <a:pt x="33973" y="6955"/>
                    </a:cubicBezTo>
                    <a:cubicBezTo>
                      <a:pt x="34348" y="6923"/>
                      <a:pt x="34348" y="6923"/>
                      <a:pt x="34598" y="6673"/>
                    </a:cubicBezTo>
                    <a:cubicBezTo>
                      <a:pt x="34622" y="6265"/>
                      <a:pt x="34630" y="5860"/>
                      <a:pt x="34632" y="5453"/>
                    </a:cubicBezTo>
                    <a:cubicBezTo>
                      <a:pt x="34632" y="5330"/>
                      <a:pt x="34632" y="5330"/>
                      <a:pt x="34632" y="4708"/>
                    </a:cubicBezTo>
                    <a:cubicBezTo>
                      <a:pt x="34632" y="4578"/>
                      <a:pt x="34632" y="4450"/>
                      <a:pt x="34630" y="4317"/>
                    </a:cubicBezTo>
                    <a:cubicBezTo>
                      <a:pt x="34630" y="3923"/>
                      <a:pt x="34630" y="3530"/>
                      <a:pt x="34632" y="3138"/>
                    </a:cubicBezTo>
                    <a:cubicBezTo>
                      <a:pt x="34632" y="2890"/>
                      <a:pt x="34632" y="2645"/>
                      <a:pt x="34632" y="2390"/>
                    </a:cubicBezTo>
                    <a:cubicBezTo>
                      <a:pt x="34630" y="2278"/>
                      <a:pt x="34630" y="2278"/>
                      <a:pt x="34630" y="1700"/>
                    </a:cubicBezTo>
                    <a:cubicBezTo>
                      <a:pt x="34598" y="1173"/>
                      <a:pt x="34598" y="1173"/>
                      <a:pt x="34348" y="923"/>
                    </a:cubicBezTo>
                    <a:cubicBezTo>
                      <a:pt x="33970" y="888"/>
                      <a:pt x="33970" y="888"/>
                      <a:pt x="33478" y="882"/>
                    </a:cubicBezTo>
                    <a:cubicBezTo>
                      <a:pt x="33385" y="880"/>
                      <a:pt x="33385" y="880"/>
                      <a:pt x="32918" y="875"/>
                    </a:cubicBezTo>
                    <a:cubicBezTo>
                      <a:pt x="32715" y="873"/>
                      <a:pt x="32512" y="873"/>
                      <a:pt x="32303" y="870"/>
                    </a:cubicBezTo>
                    <a:cubicBezTo>
                      <a:pt x="32093" y="870"/>
                      <a:pt x="31882" y="868"/>
                      <a:pt x="31665" y="868"/>
                    </a:cubicBezTo>
                    <a:cubicBezTo>
                      <a:pt x="31218" y="865"/>
                      <a:pt x="30767" y="863"/>
                      <a:pt x="30317" y="863"/>
                    </a:cubicBezTo>
                    <a:cubicBezTo>
                      <a:pt x="29648" y="860"/>
                      <a:pt x="28978" y="852"/>
                      <a:pt x="28308" y="843"/>
                    </a:cubicBezTo>
                    <a:cubicBezTo>
                      <a:pt x="23942" y="817"/>
                      <a:pt x="19803" y="1230"/>
                      <a:pt x="15847" y="3173"/>
                    </a:cubicBezTo>
                    <a:close/>
                  </a:path>
                </a:pathLst>
              </a:custGeom>
              <a:solidFill>
                <a:srgbClr val="F4B8B7"/>
              </a:solidFill>
              <a:ln w="0">
                <a:noFill/>
              </a:ln>
            </p:spPr>
          </p:sp>
          <p:sp>
            <p:nvSpPr>
              <p:cNvPr id="145" name="cnn vector"/>
              <p:cNvSpPr/>
              <p:nvPr/>
            </p:nvSpPr>
            <p:spPr>
              <a:xfrm>
                <a:off x="2181607" y="1924087"/>
                <a:ext cx="857433" cy="402199"/>
              </a:xfrm>
              <a:custGeom>
                <a:avLst/>
                <a:gdLst/>
                <a:ahLst/>
                <a:cxnLst/>
                <a:rect l="0" t="0" r="r" b="b"/>
                <a:pathLst>
                  <a:path w="93770" h="43985" fill="norm" stroke="0">
                    <a:moveTo>
                      <a:pt x="43292" y="2197"/>
                    </a:moveTo>
                    <a:cubicBezTo>
                      <a:pt x="45737" y="3947"/>
                      <a:pt x="47100" y="6762"/>
                      <a:pt x="48542" y="9330"/>
                    </a:cubicBezTo>
                    <a:cubicBezTo>
                      <a:pt x="48805" y="9792"/>
                      <a:pt x="49067" y="10257"/>
                      <a:pt x="49330" y="10722"/>
                    </a:cubicBezTo>
                    <a:cubicBezTo>
                      <a:pt x="49510" y="11037"/>
                      <a:pt x="49690" y="11355"/>
                      <a:pt x="49867" y="11672"/>
                    </a:cubicBezTo>
                    <a:cubicBezTo>
                      <a:pt x="50930" y="13545"/>
                      <a:pt x="52008" y="15412"/>
                      <a:pt x="53085" y="17275"/>
                    </a:cubicBezTo>
                    <a:cubicBezTo>
                      <a:pt x="53237" y="17537"/>
                      <a:pt x="53390" y="17800"/>
                      <a:pt x="53542" y="18062"/>
                    </a:cubicBezTo>
                    <a:cubicBezTo>
                      <a:pt x="53615" y="18190"/>
                      <a:pt x="53690" y="18317"/>
                      <a:pt x="53765" y="18450"/>
                    </a:cubicBezTo>
                    <a:cubicBezTo>
                      <a:pt x="54195" y="19190"/>
                      <a:pt x="54617" y="19933"/>
                      <a:pt x="55037" y="20680"/>
                    </a:cubicBezTo>
                    <a:cubicBezTo>
                      <a:pt x="55230" y="21022"/>
                      <a:pt x="55425" y="21365"/>
                      <a:pt x="55617" y="21707"/>
                    </a:cubicBezTo>
                    <a:cubicBezTo>
                      <a:pt x="55852" y="22120"/>
                      <a:pt x="56085" y="22535"/>
                      <a:pt x="56315" y="22950"/>
                    </a:cubicBezTo>
                    <a:cubicBezTo>
                      <a:pt x="56415" y="23130"/>
                      <a:pt x="56518" y="23310"/>
                      <a:pt x="56622" y="23495"/>
                    </a:cubicBezTo>
                    <a:cubicBezTo>
                      <a:pt x="56710" y="23650"/>
                      <a:pt x="56797" y="23808"/>
                      <a:pt x="56888" y="23968"/>
                    </a:cubicBezTo>
                    <a:cubicBezTo>
                      <a:pt x="57213" y="24390"/>
                      <a:pt x="57417" y="24438"/>
                      <a:pt x="57917" y="24580"/>
                    </a:cubicBezTo>
                    <a:cubicBezTo>
                      <a:pt x="57917" y="24487"/>
                      <a:pt x="57917" y="24487"/>
                      <a:pt x="57922" y="24017"/>
                    </a:cubicBezTo>
                    <a:cubicBezTo>
                      <a:pt x="57942" y="22260"/>
                      <a:pt x="57965" y="20502"/>
                      <a:pt x="57987" y="18745"/>
                    </a:cubicBezTo>
                    <a:cubicBezTo>
                      <a:pt x="58000" y="17840"/>
                      <a:pt x="58013" y="16938"/>
                      <a:pt x="58023" y="16032"/>
                    </a:cubicBezTo>
                    <a:cubicBezTo>
                      <a:pt x="58032" y="15160"/>
                      <a:pt x="58042" y="14285"/>
                      <a:pt x="58055" y="13412"/>
                    </a:cubicBezTo>
                    <a:cubicBezTo>
                      <a:pt x="58060" y="13080"/>
                      <a:pt x="58065" y="12750"/>
                      <a:pt x="58067" y="12417"/>
                    </a:cubicBezTo>
                    <a:cubicBezTo>
                      <a:pt x="58100" y="8870"/>
                      <a:pt x="58480" y="6105"/>
                      <a:pt x="60980" y="3375"/>
                    </a:cubicBezTo>
                    <a:cubicBezTo>
                      <a:pt x="61990" y="2427"/>
                      <a:pt x="63145" y="1860"/>
                      <a:pt x="64417" y="1330"/>
                    </a:cubicBezTo>
                    <a:cubicBezTo>
                      <a:pt x="64562" y="1267"/>
                      <a:pt x="64710" y="1205"/>
                      <a:pt x="64860" y="1142"/>
                    </a:cubicBezTo>
                    <a:cubicBezTo>
                      <a:pt x="67175" y="327"/>
                      <a:pt x="69503" y="742"/>
                      <a:pt x="71675" y="1715"/>
                    </a:cubicBezTo>
                    <a:cubicBezTo>
                      <a:pt x="74190" y="2925"/>
                      <a:pt x="75297" y="4737"/>
                      <a:pt x="76667" y="7080"/>
                    </a:cubicBezTo>
                    <a:cubicBezTo>
                      <a:pt x="76700" y="7137"/>
                      <a:pt x="76700" y="7137"/>
                      <a:pt x="76870" y="7427"/>
                    </a:cubicBezTo>
                    <a:cubicBezTo>
                      <a:pt x="77832" y="9072"/>
                      <a:pt x="78782" y="10722"/>
                      <a:pt x="79727" y="12375"/>
                    </a:cubicBezTo>
                    <a:cubicBezTo>
                      <a:pt x="80447" y="13632"/>
                      <a:pt x="81172" y="14887"/>
                      <a:pt x="81900" y="16142"/>
                    </a:cubicBezTo>
                    <a:cubicBezTo>
                      <a:pt x="82685" y="17495"/>
                      <a:pt x="83468" y="18847"/>
                      <a:pt x="84245" y="20205"/>
                    </a:cubicBezTo>
                    <a:cubicBezTo>
                      <a:pt x="84325" y="20342"/>
                      <a:pt x="84405" y="20482"/>
                      <a:pt x="84487" y="20627"/>
                    </a:cubicBezTo>
                    <a:cubicBezTo>
                      <a:pt x="84870" y="21295"/>
                      <a:pt x="85240" y="21965"/>
                      <a:pt x="85595" y="22647"/>
                    </a:cubicBezTo>
                    <a:cubicBezTo>
                      <a:pt x="85665" y="22775"/>
                      <a:pt x="85732" y="22905"/>
                      <a:pt x="85800" y="23037"/>
                    </a:cubicBezTo>
                    <a:cubicBezTo>
                      <a:pt x="85925" y="23275"/>
                      <a:pt x="86050" y="23517"/>
                      <a:pt x="86170" y="23757"/>
                    </a:cubicBezTo>
                    <a:cubicBezTo>
                      <a:pt x="86580" y="24545"/>
                      <a:pt x="86580" y="24545"/>
                      <a:pt x="87062" y="24735"/>
                    </a:cubicBezTo>
                    <a:cubicBezTo>
                      <a:pt x="87180" y="24767"/>
                      <a:pt x="87295" y="24797"/>
                      <a:pt x="87417" y="24830"/>
                    </a:cubicBezTo>
                    <a:cubicBezTo>
                      <a:pt x="87417" y="24707"/>
                      <a:pt x="87417" y="24587"/>
                      <a:pt x="87420" y="24462"/>
                    </a:cubicBezTo>
                    <a:cubicBezTo>
                      <a:pt x="87445" y="21525"/>
                      <a:pt x="87472" y="18587"/>
                      <a:pt x="87503" y="15650"/>
                    </a:cubicBezTo>
                    <a:cubicBezTo>
                      <a:pt x="87515" y="14230"/>
                      <a:pt x="87528" y="12810"/>
                      <a:pt x="87540" y="11387"/>
                    </a:cubicBezTo>
                    <a:cubicBezTo>
                      <a:pt x="87552" y="10150"/>
                      <a:pt x="87562" y="8912"/>
                      <a:pt x="87575" y="7675"/>
                    </a:cubicBezTo>
                    <a:cubicBezTo>
                      <a:pt x="87582" y="7020"/>
                      <a:pt x="87588" y="6362"/>
                      <a:pt x="87595" y="5707"/>
                    </a:cubicBezTo>
                    <a:cubicBezTo>
                      <a:pt x="87600" y="4977"/>
                      <a:pt x="87607" y="4245"/>
                      <a:pt x="87615" y="3515"/>
                    </a:cubicBezTo>
                    <a:cubicBezTo>
                      <a:pt x="87617" y="3295"/>
                      <a:pt x="87617" y="3077"/>
                      <a:pt x="87620" y="2852"/>
                    </a:cubicBezTo>
                    <a:cubicBezTo>
                      <a:pt x="87622" y="2653"/>
                      <a:pt x="87625" y="2455"/>
                      <a:pt x="87628" y="2252"/>
                    </a:cubicBezTo>
                    <a:cubicBezTo>
                      <a:pt x="87628" y="2165"/>
                      <a:pt x="87628" y="2165"/>
                      <a:pt x="87633" y="1727"/>
                    </a:cubicBezTo>
                    <a:cubicBezTo>
                      <a:pt x="87667" y="1330"/>
                      <a:pt x="87667" y="1330"/>
                      <a:pt x="87917" y="1080"/>
                    </a:cubicBezTo>
                    <a:cubicBezTo>
                      <a:pt x="88785" y="1010"/>
                      <a:pt x="89655" y="1022"/>
                      <a:pt x="90525" y="1017"/>
                    </a:cubicBezTo>
                    <a:cubicBezTo>
                      <a:pt x="90770" y="1012"/>
                      <a:pt x="91015" y="1007"/>
                      <a:pt x="91268" y="1000"/>
                    </a:cubicBezTo>
                    <a:cubicBezTo>
                      <a:pt x="91503" y="1000"/>
                      <a:pt x="91737" y="998"/>
                      <a:pt x="91977" y="998"/>
                    </a:cubicBezTo>
                    <a:cubicBezTo>
                      <a:pt x="92195" y="995"/>
                      <a:pt x="92410" y="992"/>
                      <a:pt x="92633" y="990"/>
                    </a:cubicBezTo>
                    <a:cubicBezTo>
                      <a:pt x="93167" y="1080"/>
                      <a:pt x="93167" y="1080"/>
                      <a:pt x="93445" y="1357"/>
                    </a:cubicBezTo>
                    <a:cubicBezTo>
                      <a:pt x="93770" y="2047"/>
                      <a:pt x="93735" y="2722"/>
                      <a:pt x="93732" y="3470"/>
                    </a:cubicBezTo>
                    <a:cubicBezTo>
                      <a:pt x="93732" y="3637"/>
                      <a:pt x="93732" y="3805"/>
                      <a:pt x="93735" y="3977"/>
                    </a:cubicBezTo>
                    <a:cubicBezTo>
                      <a:pt x="93737" y="4537"/>
                      <a:pt x="93735" y="5100"/>
                      <a:pt x="93735" y="5662"/>
                    </a:cubicBezTo>
                    <a:cubicBezTo>
                      <a:pt x="93737" y="6065"/>
                      <a:pt x="93737" y="6468"/>
                      <a:pt x="93740" y="6870"/>
                    </a:cubicBezTo>
                    <a:cubicBezTo>
                      <a:pt x="93742" y="7962"/>
                      <a:pt x="93742" y="9058"/>
                      <a:pt x="93742" y="10153"/>
                    </a:cubicBezTo>
                    <a:cubicBezTo>
                      <a:pt x="93742" y="11065"/>
                      <a:pt x="93742" y="11977"/>
                      <a:pt x="93745" y="12890"/>
                    </a:cubicBezTo>
                    <a:cubicBezTo>
                      <a:pt x="93747" y="15042"/>
                      <a:pt x="93747" y="17195"/>
                      <a:pt x="93745" y="19347"/>
                    </a:cubicBezTo>
                    <a:cubicBezTo>
                      <a:pt x="93745" y="21570"/>
                      <a:pt x="93747" y="23792"/>
                      <a:pt x="93753" y="26015"/>
                    </a:cubicBezTo>
                    <a:cubicBezTo>
                      <a:pt x="93758" y="27922"/>
                      <a:pt x="93758" y="29827"/>
                      <a:pt x="93758" y="31735"/>
                    </a:cubicBezTo>
                    <a:cubicBezTo>
                      <a:pt x="93758" y="32875"/>
                      <a:pt x="93758" y="34015"/>
                      <a:pt x="93760" y="35152"/>
                    </a:cubicBezTo>
                    <a:cubicBezTo>
                      <a:pt x="93765" y="36225"/>
                      <a:pt x="93765" y="37295"/>
                      <a:pt x="93760" y="38368"/>
                    </a:cubicBezTo>
                    <a:cubicBezTo>
                      <a:pt x="93760" y="38760"/>
                      <a:pt x="93760" y="39155"/>
                      <a:pt x="93763" y="39547"/>
                    </a:cubicBezTo>
                    <a:cubicBezTo>
                      <a:pt x="93765" y="40085"/>
                      <a:pt x="93763" y="40620"/>
                      <a:pt x="93760" y="41158"/>
                    </a:cubicBezTo>
                    <a:cubicBezTo>
                      <a:pt x="93763" y="41312"/>
                      <a:pt x="93765" y="41470"/>
                      <a:pt x="93765" y="41630"/>
                    </a:cubicBezTo>
                    <a:cubicBezTo>
                      <a:pt x="93755" y="42585"/>
                      <a:pt x="93622" y="43125"/>
                      <a:pt x="92917" y="43830"/>
                    </a:cubicBezTo>
                    <a:cubicBezTo>
                      <a:pt x="92322" y="43985"/>
                      <a:pt x="92322" y="43985"/>
                      <a:pt x="91667" y="43830"/>
                    </a:cubicBezTo>
                    <a:cubicBezTo>
                      <a:pt x="90245" y="42632"/>
                      <a:pt x="89402" y="40628"/>
                      <a:pt x="88510" y="39032"/>
                    </a:cubicBezTo>
                    <a:cubicBezTo>
                      <a:pt x="88332" y="38718"/>
                      <a:pt x="88152" y="38402"/>
                      <a:pt x="87975" y="38085"/>
                    </a:cubicBezTo>
                    <a:cubicBezTo>
                      <a:pt x="87707" y="37612"/>
                      <a:pt x="87440" y="37137"/>
                      <a:pt x="87172" y="36665"/>
                    </a:cubicBezTo>
                    <a:cubicBezTo>
                      <a:pt x="86430" y="35350"/>
                      <a:pt x="85675" y="34040"/>
                      <a:pt x="84917" y="32735"/>
                    </a:cubicBezTo>
                    <a:cubicBezTo>
                      <a:pt x="84150" y="31415"/>
                      <a:pt x="83390" y="30095"/>
                      <a:pt x="82635" y="28767"/>
                    </a:cubicBezTo>
                    <a:cubicBezTo>
                      <a:pt x="81862" y="27405"/>
                      <a:pt x="81062" y="26062"/>
                      <a:pt x="80247" y="24725"/>
                    </a:cubicBezTo>
                    <a:cubicBezTo>
                      <a:pt x="79705" y="23835"/>
                      <a:pt x="79195" y="22933"/>
                      <a:pt x="78700" y="22015"/>
                    </a:cubicBezTo>
                    <a:cubicBezTo>
                      <a:pt x="77992" y="20705"/>
                      <a:pt x="77247" y="19420"/>
                      <a:pt x="76492" y="18135"/>
                    </a:cubicBezTo>
                    <a:cubicBezTo>
                      <a:pt x="75480" y="16417"/>
                      <a:pt x="74475" y="14695"/>
                      <a:pt x="73503" y="12955"/>
                    </a:cubicBezTo>
                    <a:cubicBezTo>
                      <a:pt x="73427" y="12825"/>
                      <a:pt x="73355" y="12692"/>
                      <a:pt x="73280" y="12558"/>
                    </a:cubicBezTo>
                    <a:cubicBezTo>
                      <a:pt x="72927" y="11933"/>
                      <a:pt x="72580" y="11308"/>
                      <a:pt x="72232" y="10680"/>
                    </a:cubicBezTo>
                    <a:cubicBezTo>
                      <a:pt x="70485" y="7535"/>
                      <a:pt x="70485" y="7535"/>
                      <a:pt x="69167" y="7080"/>
                    </a:cubicBezTo>
                    <a:cubicBezTo>
                      <a:pt x="67980" y="6910"/>
                      <a:pt x="66825" y="6867"/>
                      <a:pt x="65792" y="7532"/>
                    </a:cubicBezTo>
                    <a:cubicBezTo>
                      <a:pt x="64860" y="8237"/>
                      <a:pt x="64605" y="8942"/>
                      <a:pt x="64417" y="10080"/>
                    </a:cubicBezTo>
                    <a:cubicBezTo>
                      <a:pt x="64393" y="10547"/>
                      <a:pt x="64383" y="11017"/>
                      <a:pt x="64380" y="11487"/>
                    </a:cubicBezTo>
                    <a:cubicBezTo>
                      <a:pt x="64380" y="11625"/>
                      <a:pt x="64378" y="11762"/>
                      <a:pt x="64378" y="11903"/>
                    </a:cubicBezTo>
                    <a:cubicBezTo>
                      <a:pt x="64375" y="12357"/>
                      <a:pt x="64375" y="12810"/>
                      <a:pt x="64372" y="13265"/>
                    </a:cubicBezTo>
                    <a:cubicBezTo>
                      <a:pt x="64372" y="13593"/>
                      <a:pt x="64370" y="13920"/>
                      <a:pt x="64367" y="14248"/>
                    </a:cubicBezTo>
                    <a:cubicBezTo>
                      <a:pt x="64365" y="14950"/>
                      <a:pt x="64362" y="15652"/>
                      <a:pt x="64360" y="16355"/>
                    </a:cubicBezTo>
                    <a:cubicBezTo>
                      <a:pt x="64355" y="17465"/>
                      <a:pt x="64350" y="18575"/>
                      <a:pt x="64342" y="19685"/>
                    </a:cubicBezTo>
                    <a:cubicBezTo>
                      <a:pt x="64325" y="22842"/>
                      <a:pt x="64310" y="25998"/>
                      <a:pt x="64297" y="29155"/>
                    </a:cubicBezTo>
                    <a:cubicBezTo>
                      <a:pt x="64290" y="30900"/>
                      <a:pt x="64282" y="32642"/>
                      <a:pt x="64270" y="34387"/>
                    </a:cubicBezTo>
                    <a:cubicBezTo>
                      <a:pt x="64265" y="35493"/>
                      <a:pt x="64260" y="36598"/>
                      <a:pt x="64258" y="37700"/>
                    </a:cubicBezTo>
                    <a:cubicBezTo>
                      <a:pt x="64255" y="38387"/>
                      <a:pt x="64250" y="39072"/>
                      <a:pt x="64245" y="39757"/>
                    </a:cubicBezTo>
                    <a:cubicBezTo>
                      <a:pt x="64242" y="40077"/>
                      <a:pt x="64242" y="40395"/>
                      <a:pt x="64242" y="40715"/>
                    </a:cubicBezTo>
                    <a:cubicBezTo>
                      <a:pt x="64242" y="41147"/>
                      <a:pt x="64237" y="41582"/>
                      <a:pt x="64235" y="42015"/>
                    </a:cubicBezTo>
                    <a:cubicBezTo>
                      <a:pt x="64232" y="42257"/>
                      <a:pt x="64232" y="42502"/>
                      <a:pt x="64232" y="42752"/>
                    </a:cubicBezTo>
                    <a:cubicBezTo>
                      <a:pt x="64167" y="43330"/>
                      <a:pt x="64167" y="43330"/>
                      <a:pt x="63667" y="43830"/>
                    </a:cubicBezTo>
                    <a:cubicBezTo>
                      <a:pt x="62633" y="43940"/>
                      <a:pt x="62633" y="43940"/>
                      <a:pt x="62167" y="43830"/>
                    </a:cubicBezTo>
                    <a:cubicBezTo>
                      <a:pt x="61625" y="43345"/>
                      <a:pt x="61247" y="42852"/>
                      <a:pt x="60885" y="42225"/>
                    </a:cubicBezTo>
                    <a:cubicBezTo>
                      <a:pt x="60787" y="42058"/>
                      <a:pt x="60690" y="41890"/>
                      <a:pt x="60588" y="41718"/>
                    </a:cubicBezTo>
                    <a:cubicBezTo>
                      <a:pt x="60485" y="41537"/>
                      <a:pt x="60383" y="41357"/>
                      <a:pt x="60275" y="41172"/>
                    </a:cubicBezTo>
                    <a:cubicBezTo>
                      <a:pt x="60052" y="40790"/>
                      <a:pt x="59830" y="40405"/>
                      <a:pt x="59607" y="40020"/>
                    </a:cubicBezTo>
                    <a:cubicBezTo>
                      <a:pt x="59492" y="39822"/>
                      <a:pt x="59380" y="39628"/>
                      <a:pt x="59263" y="39422"/>
                    </a:cubicBezTo>
                    <a:cubicBezTo>
                      <a:pt x="58820" y="38662"/>
                      <a:pt x="58372" y="37908"/>
                      <a:pt x="57925" y="37152"/>
                    </a:cubicBezTo>
                    <a:cubicBezTo>
                      <a:pt x="57005" y="35598"/>
                      <a:pt x="56110" y="34037"/>
                      <a:pt x="55258" y="32447"/>
                    </a:cubicBezTo>
                    <a:cubicBezTo>
                      <a:pt x="54797" y="31615"/>
                      <a:pt x="54305" y="30808"/>
                      <a:pt x="53810" y="29995"/>
                    </a:cubicBezTo>
                    <a:cubicBezTo>
                      <a:pt x="53430" y="29357"/>
                      <a:pt x="53075" y="28707"/>
                      <a:pt x="52722" y="28052"/>
                    </a:cubicBezTo>
                    <a:cubicBezTo>
                      <a:pt x="52008" y="26730"/>
                      <a:pt x="51255" y="25433"/>
                      <a:pt x="50492" y="24137"/>
                    </a:cubicBezTo>
                    <a:cubicBezTo>
                      <a:pt x="49230" y="21987"/>
                      <a:pt x="47985" y="19830"/>
                      <a:pt x="46760" y="17658"/>
                    </a:cubicBezTo>
                    <a:cubicBezTo>
                      <a:pt x="46627" y="17420"/>
                      <a:pt x="46492" y="17183"/>
                      <a:pt x="46360" y="16947"/>
                    </a:cubicBezTo>
                    <a:cubicBezTo>
                      <a:pt x="45825" y="15998"/>
                      <a:pt x="45290" y="15050"/>
                      <a:pt x="44758" y="14100"/>
                    </a:cubicBezTo>
                    <a:cubicBezTo>
                      <a:pt x="44422" y="13502"/>
                      <a:pt x="44085" y="12905"/>
                      <a:pt x="43747" y="12310"/>
                    </a:cubicBezTo>
                    <a:cubicBezTo>
                      <a:pt x="43565" y="11982"/>
                      <a:pt x="43383" y="11655"/>
                      <a:pt x="43200" y="11330"/>
                    </a:cubicBezTo>
                    <a:cubicBezTo>
                      <a:pt x="40997" y="7445"/>
                      <a:pt x="40997" y="7445"/>
                      <a:pt x="39398" y="6897"/>
                    </a:cubicBezTo>
                    <a:cubicBezTo>
                      <a:pt x="38287" y="6740"/>
                      <a:pt x="37197" y="6972"/>
                      <a:pt x="36263" y="7600"/>
                    </a:cubicBezTo>
                    <a:cubicBezTo>
                      <a:pt x="35402" y="8400"/>
                      <a:pt x="34968" y="9305"/>
                      <a:pt x="34852" y="10487"/>
                    </a:cubicBezTo>
                    <a:cubicBezTo>
                      <a:pt x="34852" y="10725"/>
                      <a:pt x="34850" y="10962"/>
                      <a:pt x="34850" y="11207"/>
                    </a:cubicBezTo>
                    <a:cubicBezTo>
                      <a:pt x="34850" y="11340"/>
                      <a:pt x="34848" y="11472"/>
                      <a:pt x="34848" y="11610"/>
                    </a:cubicBezTo>
                    <a:cubicBezTo>
                      <a:pt x="34845" y="12052"/>
                      <a:pt x="34845" y="12495"/>
                      <a:pt x="34845" y="12940"/>
                    </a:cubicBezTo>
                    <a:cubicBezTo>
                      <a:pt x="34842" y="13257"/>
                      <a:pt x="34842" y="13577"/>
                      <a:pt x="34840" y="13895"/>
                    </a:cubicBezTo>
                    <a:cubicBezTo>
                      <a:pt x="34835" y="14580"/>
                      <a:pt x="34833" y="15265"/>
                      <a:pt x="34833" y="15950"/>
                    </a:cubicBezTo>
                    <a:cubicBezTo>
                      <a:pt x="34830" y="17032"/>
                      <a:pt x="34825" y="18115"/>
                      <a:pt x="34820" y="19200"/>
                    </a:cubicBezTo>
                    <a:cubicBezTo>
                      <a:pt x="34805" y="21692"/>
                      <a:pt x="34797" y="24188"/>
                      <a:pt x="34790" y="26683"/>
                    </a:cubicBezTo>
                    <a:cubicBezTo>
                      <a:pt x="34782" y="28968"/>
                      <a:pt x="34773" y="31255"/>
                      <a:pt x="34760" y="33542"/>
                    </a:cubicBezTo>
                    <a:cubicBezTo>
                      <a:pt x="34755" y="34620"/>
                      <a:pt x="34750" y="35695"/>
                      <a:pt x="34750" y="36772"/>
                    </a:cubicBezTo>
                    <a:cubicBezTo>
                      <a:pt x="34747" y="37442"/>
                      <a:pt x="34745" y="38112"/>
                      <a:pt x="34740" y="38780"/>
                    </a:cubicBezTo>
                    <a:cubicBezTo>
                      <a:pt x="34740" y="39092"/>
                      <a:pt x="34737" y="39402"/>
                      <a:pt x="34737" y="39712"/>
                    </a:cubicBezTo>
                    <a:cubicBezTo>
                      <a:pt x="34740" y="40135"/>
                      <a:pt x="34737" y="40560"/>
                      <a:pt x="34732" y="40982"/>
                    </a:cubicBezTo>
                    <a:cubicBezTo>
                      <a:pt x="34732" y="41220"/>
                      <a:pt x="34732" y="41457"/>
                      <a:pt x="34730" y="41702"/>
                    </a:cubicBezTo>
                    <a:cubicBezTo>
                      <a:pt x="34662" y="42365"/>
                      <a:pt x="34525" y="42770"/>
                      <a:pt x="34167" y="43330"/>
                    </a:cubicBezTo>
                    <a:cubicBezTo>
                      <a:pt x="33450" y="43688"/>
                      <a:pt x="32737" y="43620"/>
                      <a:pt x="31952" y="43622"/>
                    </a:cubicBezTo>
                    <a:cubicBezTo>
                      <a:pt x="31775" y="43625"/>
                      <a:pt x="31600" y="43628"/>
                      <a:pt x="31417" y="43628"/>
                    </a:cubicBezTo>
                    <a:cubicBezTo>
                      <a:pt x="30830" y="43632"/>
                      <a:pt x="30242" y="43637"/>
                      <a:pt x="29658" y="43640"/>
                    </a:cubicBezTo>
                    <a:cubicBezTo>
                      <a:pt x="29455" y="43640"/>
                      <a:pt x="29255" y="43640"/>
                      <a:pt x="29047" y="43642"/>
                    </a:cubicBezTo>
                    <a:cubicBezTo>
                      <a:pt x="27977" y="43647"/>
                      <a:pt x="26908" y="43650"/>
                      <a:pt x="25838" y="43652"/>
                    </a:cubicBezTo>
                    <a:cubicBezTo>
                      <a:pt x="24742" y="43655"/>
                      <a:pt x="23648" y="43665"/>
                      <a:pt x="22552" y="43675"/>
                    </a:cubicBezTo>
                    <a:cubicBezTo>
                      <a:pt x="21705" y="43680"/>
                      <a:pt x="20855" y="43683"/>
                      <a:pt x="20005" y="43685"/>
                    </a:cubicBezTo>
                    <a:cubicBezTo>
                      <a:pt x="19602" y="43685"/>
                      <a:pt x="19200" y="43688"/>
                      <a:pt x="18797" y="43692"/>
                    </a:cubicBezTo>
                    <a:cubicBezTo>
                      <a:pt x="13157" y="43755"/>
                      <a:pt x="8765" y="42248"/>
                      <a:pt x="4677" y="38362"/>
                    </a:cubicBezTo>
                    <a:cubicBezTo>
                      <a:pt x="2015" y="35552"/>
                      <a:pt x="302" y="31692"/>
                      <a:pt x="167" y="27830"/>
                    </a:cubicBezTo>
                    <a:cubicBezTo>
                      <a:pt x="157" y="27592"/>
                      <a:pt x="147" y="27357"/>
                      <a:pt x="137" y="27112"/>
                    </a:cubicBezTo>
                    <a:cubicBezTo>
                      <a:pt x="0" y="22490"/>
                      <a:pt x="1545" y="18147"/>
                      <a:pt x="4725" y="14750"/>
                    </a:cubicBezTo>
                    <a:cubicBezTo>
                      <a:pt x="7210" y="12202"/>
                      <a:pt x="9980" y="10688"/>
                      <a:pt x="13417" y="9830"/>
                    </a:cubicBezTo>
                    <a:cubicBezTo>
                      <a:pt x="13590" y="9785"/>
                      <a:pt x="13762" y="9740"/>
                      <a:pt x="13940" y="9695"/>
                    </a:cubicBezTo>
                    <a:cubicBezTo>
                      <a:pt x="14968" y="9530"/>
                      <a:pt x="15982" y="9542"/>
                      <a:pt x="17022" y="9545"/>
                    </a:cubicBezTo>
                    <a:cubicBezTo>
                      <a:pt x="17247" y="9545"/>
                      <a:pt x="17472" y="9545"/>
                      <a:pt x="17705" y="9545"/>
                    </a:cubicBezTo>
                    <a:cubicBezTo>
                      <a:pt x="18177" y="9545"/>
                      <a:pt x="18653" y="9545"/>
                      <a:pt x="19127" y="9547"/>
                    </a:cubicBezTo>
                    <a:cubicBezTo>
                      <a:pt x="19855" y="9547"/>
                      <a:pt x="20583" y="9547"/>
                      <a:pt x="21312" y="9545"/>
                    </a:cubicBezTo>
                    <a:cubicBezTo>
                      <a:pt x="21773" y="9545"/>
                      <a:pt x="22232" y="9545"/>
                      <a:pt x="22695" y="9545"/>
                    </a:cubicBezTo>
                    <a:cubicBezTo>
                      <a:pt x="22912" y="9545"/>
                      <a:pt x="23133" y="9545"/>
                      <a:pt x="23357" y="9545"/>
                    </a:cubicBezTo>
                    <a:cubicBezTo>
                      <a:pt x="23557" y="9545"/>
                      <a:pt x="23760" y="9545"/>
                      <a:pt x="23968" y="9547"/>
                    </a:cubicBezTo>
                    <a:cubicBezTo>
                      <a:pt x="24145" y="9547"/>
                      <a:pt x="24322" y="9547"/>
                      <a:pt x="24505" y="9547"/>
                    </a:cubicBezTo>
                    <a:cubicBezTo>
                      <a:pt x="24917" y="9580"/>
                      <a:pt x="24917" y="9580"/>
                      <a:pt x="25167" y="9830"/>
                    </a:cubicBezTo>
                    <a:cubicBezTo>
                      <a:pt x="25187" y="10237"/>
                      <a:pt x="25192" y="10647"/>
                      <a:pt x="25190" y="11058"/>
                    </a:cubicBezTo>
                    <a:cubicBezTo>
                      <a:pt x="25190" y="11180"/>
                      <a:pt x="25190" y="11180"/>
                      <a:pt x="25187" y="11808"/>
                    </a:cubicBezTo>
                    <a:cubicBezTo>
                      <a:pt x="25187" y="12070"/>
                      <a:pt x="25185" y="12332"/>
                      <a:pt x="25182" y="12595"/>
                    </a:cubicBezTo>
                    <a:cubicBezTo>
                      <a:pt x="25180" y="12860"/>
                      <a:pt x="25180" y="13123"/>
                      <a:pt x="25177" y="13387"/>
                    </a:cubicBezTo>
                    <a:cubicBezTo>
                      <a:pt x="25175" y="14035"/>
                      <a:pt x="25172" y="14683"/>
                      <a:pt x="25167" y="15330"/>
                    </a:cubicBezTo>
                    <a:cubicBezTo>
                      <a:pt x="24622" y="15600"/>
                      <a:pt x="24360" y="15610"/>
                      <a:pt x="23763" y="15610"/>
                    </a:cubicBezTo>
                    <a:cubicBezTo>
                      <a:pt x="23577" y="15612"/>
                      <a:pt x="23393" y="15612"/>
                      <a:pt x="23200" y="15612"/>
                    </a:cubicBezTo>
                    <a:cubicBezTo>
                      <a:pt x="23100" y="15615"/>
                      <a:pt x="23100" y="15615"/>
                      <a:pt x="22590" y="15615"/>
                    </a:cubicBezTo>
                    <a:cubicBezTo>
                      <a:pt x="22162" y="15620"/>
                      <a:pt x="21732" y="15625"/>
                      <a:pt x="21302" y="15630"/>
                    </a:cubicBezTo>
                    <a:cubicBezTo>
                      <a:pt x="20630" y="15637"/>
                      <a:pt x="19955" y="15642"/>
                      <a:pt x="19280" y="15642"/>
                    </a:cubicBezTo>
                    <a:cubicBezTo>
                      <a:pt x="15325" y="15647"/>
                      <a:pt x="12365" y="16162"/>
                      <a:pt x="9440" y="19050"/>
                    </a:cubicBezTo>
                    <a:cubicBezTo>
                      <a:pt x="8442" y="20127"/>
                      <a:pt x="7735" y="21227"/>
                      <a:pt x="7167" y="22580"/>
                    </a:cubicBezTo>
                    <a:cubicBezTo>
                      <a:pt x="7077" y="22752"/>
                      <a:pt x="6987" y="22927"/>
                      <a:pt x="6897" y="23107"/>
                    </a:cubicBezTo>
                    <a:cubicBezTo>
                      <a:pt x="6042" y="25280"/>
                      <a:pt x="6338" y="28750"/>
                      <a:pt x="7182" y="30892"/>
                    </a:cubicBezTo>
                    <a:cubicBezTo>
                      <a:pt x="7400" y="31387"/>
                      <a:pt x="7645" y="31860"/>
                      <a:pt x="7917" y="32330"/>
                    </a:cubicBezTo>
                    <a:cubicBezTo>
                      <a:pt x="8035" y="32535"/>
                      <a:pt x="8153" y="32743"/>
                      <a:pt x="8275" y="32955"/>
                    </a:cubicBezTo>
                    <a:cubicBezTo>
                      <a:pt x="9827" y="35243"/>
                      <a:pt x="12525" y="36680"/>
                      <a:pt x="15167" y="37330"/>
                    </a:cubicBezTo>
                    <a:cubicBezTo>
                      <a:pt x="16122" y="37433"/>
                      <a:pt x="17072" y="37442"/>
                      <a:pt x="18030" y="37438"/>
                    </a:cubicBezTo>
                    <a:cubicBezTo>
                      <a:pt x="18300" y="37440"/>
                      <a:pt x="18570" y="37440"/>
                      <a:pt x="18838" y="37442"/>
                    </a:cubicBezTo>
                    <a:cubicBezTo>
                      <a:pt x="19398" y="37445"/>
                      <a:pt x="19955" y="37442"/>
                      <a:pt x="20515" y="37440"/>
                    </a:cubicBezTo>
                    <a:cubicBezTo>
                      <a:pt x="21230" y="37438"/>
                      <a:pt x="21945" y="37442"/>
                      <a:pt x="22660" y="37450"/>
                    </a:cubicBezTo>
                    <a:cubicBezTo>
                      <a:pt x="23213" y="37455"/>
                      <a:pt x="23768" y="37455"/>
                      <a:pt x="24320" y="37452"/>
                    </a:cubicBezTo>
                    <a:cubicBezTo>
                      <a:pt x="24583" y="37452"/>
                      <a:pt x="24847" y="37455"/>
                      <a:pt x="25110" y="37457"/>
                    </a:cubicBezTo>
                    <a:cubicBezTo>
                      <a:pt x="25477" y="37462"/>
                      <a:pt x="25847" y="37457"/>
                      <a:pt x="26215" y="37455"/>
                    </a:cubicBezTo>
                    <a:cubicBezTo>
                      <a:pt x="26422" y="37455"/>
                      <a:pt x="26633" y="37455"/>
                      <a:pt x="26847" y="37455"/>
                    </a:cubicBezTo>
                    <a:cubicBezTo>
                      <a:pt x="27440" y="37325"/>
                      <a:pt x="27820" y="37165"/>
                      <a:pt x="28227" y="36702"/>
                    </a:cubicBezTo>
                    <a:cubicBezTo>
                      <a:pt x="28675" y="35815"/>
                      <a:pt x="28550" y="34755"/>
                      <a:pt x="28540" y="33785"/>
                    </a:cubicBezTo>
                    <a:cubicBezTo>
                      <a:pt x="28542" y="33522"/>
                      <a:pt x="28542" y="33262"/>
                      <a:pt x="28545" y="33000"/>
                    </a:cubicBezTo>
                    <a:cubicBezTo>
                      <a:pt x="28547" y="32440"/>
                      <a:pt x="28547" y="31877"/>
                      <a:pt x="28545" y="31315"/>
                    </a:cubicBezTo>
                    <a:cubicBezTo>
                      <a:pt x="28542" y="30422"/>
                      <a:pt x="28545" y="29532"/>
                      <a:pt x="28550" y="28640"/>
                    </a:cubicBezTo>
                    <a:cubicBezTo>
                      <a:pt x="28557" y="26905"/>
                      <a:pt x="28557" y="25172"/>
                      <a:pt x="28557" y="23438"/>
                    </a:cubicBezTo>
                    <a:cubicBezTo>
                      <a:pt x="28557" y="21235"/>
                      <a:pt x="28560" y="19035"/>
                      <a:pt x="28570" y="16835"/>
                    </a:cubicBezTo>
                    <a:cubicBezTo>
                      <a:pt x="28572" y="16095"/>
                      <a:pt x="28575" y="15355"/>
                      <a:pt x="28572" y="14618"/>
                    </a:cubicBezTo>
                    <a:cubicBezTo>
                      <a:pt x="28557" y="10227"/>
                      <a:pt x="28570" y="6752"/>
                      <a:pt x="31610" y="3330"/>
                    </a:cubicBezTo>
                    <a:cubicBezTo>
                      <a:pt x="34792" y="207"/>
                      <a:pt x="39555" y="0"/>
                      <a:pt x="43292" y="2197"/>
                    </a:cubicBezTo>
                    <a:close/>
                    <a:moveTo>
                      <a:pt x="31338" y="4455"/>
                    </a:moveTo>
                    <a:cubicBezTo>
                      <a:pt x="31110" y="4742"/>
                      <a:pt x="30885" y="5032"/>
                      <a:pt x="30667" y="5330"/>
                    </a:cubicBezTo>
                    <a:cubicBezTo>
                      <a:pt x="30585" y="5440"/>
                      <a:pt x="30502" y="5552"/>
                      <a:pt x="30417" y="5667"/>
                    </a:cubicBezTo>
                    <a:cubicBezTo>
                      <a:pt x="29412" y="7167"/>
                      <a:pt x="29630" y="9093"/>
                      <a:pt x="29630" y="10820"/>
                    </a:cubicBezTo>
                    <a:cubicBezTo>
                      <a:pt x="29630" y="11095"/>
                      <a:pt x="29630" y="11373"/>
                      <a:pt x="29627" y="11647"/>
                    </a:cubicBezTo>
                    <a:cubicBezTo>
                      <a:pt x="29627" y="12240"/>
                      <a:pt x="29625" y="12832"/>
                      <a:pt x="29625" y="13425"/>
                    </a:cubicBezTo>
                    <a:cubicBezTo>
                      <a:pt x="29622" y="14360"/>
                      <a:pt x="29617" y="15297"/>
                      <a:pt x="29615" y="16235"/>
                    </a:cubicBezTo>
                    <a:cubicBezTo>
                      <a:pt x="29612" y="16558"/>
                      <a:pt x="29610" y="16880"/>
                      <a:pt x="29610" y="17200"/>
                    </a:cubicBezTo>
                    <a:cubicBezTo>
                      <a:pt x="29607" y="17362"/>
                      <a:pt x="29607" y="17522"/>
                      <a:pt x="29607" y="17688"/>
                    </a:cubicBezTo>
                    <a:cubicBezTo>
                      <a:pt x="29597" y="19868"/>
                      <a:pt x="29588" y="22047"/>
                      <a:pt x="29585" y="24230"/>
                    </a:cubicBezTo>
                    <a:cubicBezTo>
                      <a:pt x="29583" y="25702"/>
                      <a:pt x="29577" y="27175"/>
                      <a:pt x="29567" y="28650"/>
                    </a:cubicBezTo>
                    <a:cubicBezTo>
                      <a:pt x="29562" y="29427"/>
                      <a:pt x="29560" y="30205"/>
                      <a:pt x="29560" y="30985"/>
                    </a:cubicBezTo>
                    <a:cubicBezTo>
                      <a:pt x="29562" y="31717"/>
                      <a:pt x="29557" y="32450"/>
                      <a:pt x="29552" y="33183"/>
                    </a:cubicBezTo>
                    <a:cubicBezTo>
                      <a:pt x="29550" y="33450"/>
                      <a:pt x="29550" y="33717"/>
                      <a:pt x="29552" y="33985"/>
                    </a:cubicBezTo>
                    <a:cubicBezTo>
                      <a:pt x="29560" y="35372"/>
                      <a:pt x="29545" y="36445"/>
                      <a:pt x="28682" y="37577"/>
                    </a:cubicBezTo>
                    <a:cubicBezTo>
                      <a:pt x="27778" y="38438"/>
                      <a:pt x="25905" y="38120"/>
                      <a:pt x="24735" y="38122"/>
                    </a:cubicBezTo>
                    <a:cubicBezTo>
                      <a:pt x="24500" y="38122"/>
                      <a:pt x="24263" y="38122"/>
                      <a:pt x="24020" y="38125"/>
                    </a:cubicBezTo>
                    <a:cubicBezTo>
                      <a:pt x="23523" y="38125"/>
                      <a:pt x="23023" y="38125"/>
                      <a:pt x="22523" y="38125"/>
                    </a:cubicBezTo>
                    <a:cubicBezTo>
                      <a:pt x="22018" y="38125"/>
                      <a:pt x="21510" y="38128"/>
                      <a:pt x="21005" y="38130"/>
                    </a:cubicBezTo>
                    <a:cubicBezTo>
                      <a:pt x="20270" y="38135"/>
                      <a:pt x="19532" y="38137"/>
                      <a:pt x="18797" y="38137"/>
                    </a:cubicBezTo>
                    <a:cubicBezTo>
                      <a:pt x="18575" y="38137"/>
                      <a:pt x="18352" y="38140"/>
                      <a:pt x="18122" y="38142"/>
                    </a:cubicBezTo>
                    <a:cubicBezTo>
                      <a:pt x="14385" y="38130"/>
                      <a:pt x="11653" y="37075"/>
                      <a:pt x="8885" y="34585"/>
                    </a:cubicBezTo>
                    <a:cubicBezTo>
                      <a:pt x="8507" y="34180"/>
                      <a:pt x="8275" y="33865"/>
                      <a:pt x="8010" y="33392"/>
                    </a:cubicBezTo>
                    <a:cubicBezTo>
                      <a:pt x="7897" y="33207"/>
                      <a:pt x="7782" y="33020"/>
                      <a:pt x="7667" y="32830"/>
                    </a:cubicBezTo>
                    <a:cubicBezTo>
                      <a:pt x="7502" y="32830"/>
                      <a:pt x="7338" y="32830"/>
                      <a:pt x="7167" y="32830"/>
                    </a:cubicBezTo>
                    <a:cubicBezTo>
                      <a:pt x="7110" y="32650"/>
                      <a:pt x="7110" y="32650"/>
                      <a:pt x="6825" y="31755"/>
                    </a:cubicBezTo>
                    <a:cubicBezTo>
                      <a:pt x="6667" y="31330"/>
                      <a:pt x="6667" y="31330"/>
                      <a:pt x="6412" y="30910"/>
                    </a:cubicBezTo>
                    <a:cubicBezTo>
                      <a:pt x="6082" y="30127"/>
                      <a:pt x="6085" y="29440"/>
                      <a:pt x="6082" y="28597"/>
                    </a:cubicBezTo>
                    <a:cubicBezTo>
                      <a:pt x="6080" y="28433"/>
                      <a:pt x="6080" y="28265"/>
                      <a:pt x="6077" y="28092"/>
                    </a:cubicBezTo>
                    <a:cubicBezTo>
                      <a:pt x="6075" y="27743"/>
                      <a:pt x="6075" y="27390"/>
                      <a:pt x="6075" y="27040"/>
                    </a:cubicBezTo>
                    <a:cubicBezTo>
                      <a:pt x="6072" y="26505"/>
                      <a:pt x="6062" y="25972"/>
                      <a:pt x="6055" y="25440"/>
                    </a:cubicBezTo>
                    <a:cubicBezTo>
                      <a:pt x="6030" y="22337"/>
                      <a:pt x="6030" y="22337"/>
                      <a:pt x="6950" y="21123"/>
                    </a:cubicBezTo>
                    <a:cubicBezTo>
                      <a:pt x="7167" y="20830"/>
                      <a:pt x="7167" y="20830"/>
                      <a:pt x="7167" y="20330"/>
                    </a:cubicBezTo>
                    <a:cubicBezTo>
                      <a:pt x="7280" y="20308"/>
                      <a:pt x="7392" y="20287"/>
                      <a:pt x="7510" y="20267"/>
                    </a:cubicBezTo>
                    <a:cubicBezTo>
                      <a:pt x="7917" y="20080"/>
                      <a:pt x="7917" y="20080"/>
                      <a:pt x="8135" y="19642"/>
                    </a:cubicBezTo>
                    <a:cubicBezTo>
                      <a:pt x="9055" y="17800"/>
                      <a:pt x="11307" y="16442"/>
                      <a:pt x="13182" y="15740"/>
                    </a:cubicBezTo>
                    <a:cubicBezTo>
                      <a:pt x="15590" y="14942"/>
                      <a:pt x="18065" y="14972"/>
                      <a:pt x="20572" y="14922"/>
                    </a:cubicBezTo>
                    <a:cubicBezTo>
                      <a:pt x="20970" y="14912"/>
                      <a:pt x="21370" y="14905"/>
                      <a:pt x="21768" y="14895"/>
                    </a:cubicBezTo>
                    <a:cubicBezTo>
                      <a:pt x="22732" y="14870"/>
                      <a:pt x="23700" y="14850"/>
                      <a:pt x="24667" y="14830"/>
                    </a:cubicBezTo>
                    <a:cubicBezTo>
                      <a:pt x="24667" y="13262"/>
                      <a:pt x="24667" y="11695"/>
                      <a:pt x="24667" y="10080"/>
                    </a:cubicBezTo>
                    <a:cubicBezTo>
                      <a:pt x="12345" y="9767"/>
                      <a:pt x="12345" y="9767"/>
                      <a:pt x="8667" y="12330"/>
                    </a:cubicBezTo>
                    <a:cubicBezTo>
                      <a:pt x="8515" y="12730"/>
                      <a:pt x="8515" y="12730"/>
                      <a:pt x="8417" y="13080"/>
                    </a:cubicBezTo>
                    <a:cubicBezTo>
                      <a:pt x="8272" y="13115"/>
                      <a:pt x="8127" y="13150"/>
                      <a:pt x="7977" y="13185"/>
                    </a:cubicBezTo>
                    <a:cubicBezTo>
                      <a:pt x="7195" y="13385"/>
                      <a:pt x="6762" y="13830"/>
                      <a:pt x="6182" y="14375"/>
                    </a:cubicBezTo>
                    <a:cubicBezTo>
                      <a:pt x="6127" y="14427"/>
                      <a:pt x="6127" y="14427"/>
                      <a:pt x="5847" y="14688"/>
                    </a:cubicBezTo>
                    <a:cubicBezTo>
                      <a:pt x="3287" y="17090"/>
                      <a:pt x="1175" y="20550"/>
                      <a:pt x="938" y="24120"/>
                    </a:cubicBezTo>
                    <a:cubicBezTo>
                      <a:pt x="800" y="28642"/>
                      <a:pt x="1215" y="31938"/>
                      <a:pt x="3667" y="35830"/>
                    </a:cubicBezTo>
                    <a:cubicBezTo>
                      <a:pt x="3787" y="36040"/>
                      <a:pt x="3907" y="36250"/>
                      <a:pt x="4032" y="36468"/>
                    </a:cubicBezTo>
                    <a:cubicBezTo>
                      <a:pt x="5588" y="38942"/>
                      <a:pt x="8347" y="41115"/>
                      <a:pt x="11167" y="41830"/>
                    </a:cubicBezTo>
                    <a:cubicBezTo>
                      <a:pt x="11457" y="41912"/>
                      <a:pt x="11750" y="42000"/>
                      <a:pt x="12042" y="42085"/>
                    </a:cubicBezTo>
                    <a:cubicBezTo>
                      <a:pt x="12647" y="42262"/>
                      <a:pt x="13252" y="42440"/>
                      <a:pt x="13857" y="42612"/>
                    </a:cubicBezTo>
                    <a:cubicBezTo>
                      <a:pt x="13920" y="42630"/>
                      <a:pt x="13920" y="42630"/>
                      <a:pt x="14240" y="42720"/>
                    </a:cubicBezTo>
                    <a:cubicBezTo>
                      <a:pt x="15400" y="43015"/>
                      <a:pt x="16468" y="43118"/>
                      <a:pt x="17658" y="43115"/>
                    </a:cubicBezTo>
                    <a:cubicBezTo>
                      <a:pt x="17828" y="43118"/>
                      <a:pt x="17997" y="43118"/>
                      <a:pt x="18172" y="43118"/>
                    </a:cubicBezTo>
                    <a:cubicBezTo>
                      <a:pt x="18730" y="43120"/>
                      <a:pt x="19290" y="43120"/>
                      <a:pt x="19850" y="43122"/>
                    </a:cubicBezTo>
                    <a:cubicBezTo>
                      <a:pt x="20237" y="43122"/>
                      <a:pt x="20627" y="43122"/>
                      <a:pt x="21018" y="43125"/>
                    </a:cubicBezTo>
                    <a:cubicBezTo>
                      <a:pt x="21833" y="43125"/>
                      <a:pt x="22645" y="43125"/>
                      <a:pt x="23460" y="43125"/>
                    </a:cubicBezTo>
                    <a:cubicBezTo>
                      <a:pt x="24505" y="43125"/>
                      <a:pt x="25550" y="43130"/>
                      <a:pt x="26595" y="43132"/>
                    </a:cubicBezTo>
                    <a:cubicBezTo>
                      <a:pt x="27398" y="43135"/>
                      <a:pt x="28202" y="43137"/>
                      <a:pt x="29005" y="43137"/>
                    </a:cubicBezTo>
                    <a:cubicBezTo>
                      <a:pt x="29390" y="43137"/>
                      <a:pt x="29775" y="43137"/>
                      <a:pt x="30160" y="43140"/>
                    </a:cubicBezTo>
                    <a:cubicBezTo>
                      <a:pt x="30697" y="43142"/>
                      <a:pt x="31235" y="43142"/>
                      <a:pt x="31773" y="43140"/>
                    </a:cubicBezTo>
                    <a:cubicBezTo>
                      <a:pt x="31932" y="43142"/>
                      <a:pt x="32092" y="43142"/>
                      <a:pt x="32258" y="43145"/>
                    </a:cubicBezTo>
                    <a:cubicBezTo>
                      <a:pt x="33360" y="43137"/>
                      <a:pt x="33360" y="43137"/>
                      <a:pt x="33917" y="42580"/>
                    </a:cubicBezTo>
                    <a:cubicBezTo>
                      <a:pt x="33977" y="42010"/>
                      <a:pt x="33977" y="42010"/>
                      <a:pt x="33975" y="41282"/>
                    </a:cubicBezTo>
                    <a:cubicBezTo>
                      <a:pt x="33977" y="41150"/>
                      <a:pt x="33977" y="41017"/>
                      <a:pt x="33977" y="40880"/>
                    </a:cubicBezTo>
                    <a:cubicBezTo>
                      <a:pt x="33977" y="40430"/>
                      <a:pt x="33975" y="39982"/>
                      <a:pt x="33972" y="39532"/>
                    </a:cubicBezTo>
                    <a:cubicBezTo>
                      <a:pt x="33972" y="39212"/>
                      <a:pt x="33972" y="38890"/>
                      <a:pt x="33972" y="38570"/>
                    </a:cubicBezTo>
                    <a:cubicBezTo>
                      <a:pt x="33972" y="37878"/>
                      <a:pt x="33972" y="37185"/>
                      <a:pt x="33970" y="36493"/>
                    </a:cubicBezTo>
                    <a:cubicBezTo>
                      <a:pt x="33968" y="35395"/>
                      <a:pt x="33968" y="34297"/>
                      <a:pt x="33970" y="33200"/>
                    </a:cubicBezTo>
                    <a:cubicBezTo>
                      <a:pt x="33977" y="30080"/>
                      <a:pt x="33982" y="26960"/>
                      <a:pt x="33975" y="23840"/>
                    </a:cubicBezTo>
                    <a:cubicBezTo>
                      <a:pt x="33970" y="22118"/>
                      <a:pt x="33972" y="20395"/>
                      <a:pt x="33977" y="18672"/>
                    </a:cubicBezTo>
                    <a:cubicBezTo>
                      <a:pt x="33982" y="17762"/>
                      <a:pt x="33982" y="16850"/>
                      <a:pt x="33977" y="15940"/>
                    </a:cubicBezTo>
                    <a:cubicBezTo>
                      <a:pt x="33972" y="15080"/>
                      <a:pt x="33972" y="14222"/>
                      <a:pt x="33980" y="13365"/>
                    </a:cubicBezTo>
                    <a:cubicBezTo>
                      <a:pt x="33980" y="13050"/>
                      <a:pt x="33980" y="12737"/>
                      <a:pt x="33975" y="12425"/>
                    </a:cubicBezTo>
                    <a:cubicBezTo>
                      <a:pt x="33950" y="10310"/>
                      <a:pt x="34222" y="8718"/>
                      <a:pt x="35667" y="7080"/>
                    </a:cubicBezTo>
                    <a:cubicBezTo>
                      <a:pt x="36530" y="6425"/>
                      <a:pt x="37322" y="6197"/>
                      <a:pt x="38400" y="6220"/>
                    </a:cubicBezTo>
                    <a:cubicBezTo>
                      <a:pt x="38532" y="6222"/>
                      <a:pt x="38665" y="6222"/>
                      <a:pt x="38802" y="6225"/>
                    </a:cubicBezTo>
                    <a:cubicBezTo>
                      <a:pt x="39937" y="6272"/>
                      <a:pt x="40627" y="6522"/>
                      <a:pt x="41417" y="7330"/>
                    </a:cubicBezTo>
                    <a:cubicBezTo>
                      <a:pt x="41528" y="7440"/>
                      <a:pt x="41640" y="7552"/>
                      <a:pt x="41758" y="7667"/>
                    </a:cubicBezTo>
                    <a:cubicBezTo>
                      <a:pt x="42442" y="8422"/>
                      <a:pt x="42833" y="9160"/>
                      <a:pt x="43197" y="10102"/>
                    </a:cubicBezTo>
                    <a:cubicBezTo>
                      <a:pt x="43458" y="10667"/>
                      <a:pt x="43782" y="11147"/>
                      <a:pt x="44135" y="11657"/>
                    </a:cubicBezTo>
                    <a:cubicBezTo>
                      <a:pt x="44810" y="12637"/>
                      <a:pt x="45330" y="13640"/>
                      <a:pt x="45845" y="14710"/>
                    </a:cubicBezTo>
                    <a:cubicBezTo>
                      <a:pt x="46275" y="15540"/>
                      <a:pt x="46802" y="16290"/>
                      <a:pt x="47333" y="17060"/>
                    </a:cubicBezTo>
                    <a:cubicBezTo>
                      <a:pt x="47625" y="17512"/>
                      <a:pt x="47833" y="17925"/>
                      <a:pt x="48025" y="18422"/>
                    </a:cubicBezTo>
                    <a:cubicBezTo>
                      <a:pt x="48398" y="19380"/>
                      <a:pt x="48952" y="20195"/>
                      <a:pt x="49510" y="21047"/>
                    </a:cubicBezTo>
                    <a:cubicBezTo>
                      <a:pt x="50050" y="21877"/>
                      <a:pt x="50502" y="22718"/>
                      <a:pt x="50930" y="23610"/>
                    </a:cubicBezTo>
                    <a:cubicBezTo>
                      <a:pt x="51175" y="24095"/>
                      <a:pt x="51450" y="24545"/>
                      <a:pt x="51745" y="25000"/>
                    </a:cubicBezTo>
                    <a:cubicBezTo>
                      <a:pt x="52278" y="25835"/>
                      <a:pt x="52750" y="26690"/>
                      <a:pt x="53213" y="27562"/>
                    </a:cubicBezTo>
                    <a:cubicBezTo>
                      <a:pt x="54040" y="29127"/>
                      <a:pt x="54932" y="30650"/>
                      <a:pt x="55845" y="32167"/>
                    </a:cubicBezTo>
                    <a:cubicBezTo>
                      <a:pt x="55947" y="32340"/>
                      <a:pt x="56050" y="32512"/>
                      <a:pt x="56158" y="32690"/>
                    </a:cubicBezTo>
                    <a:cubicBezTo>
                      <a:pt x="56250" y="32845"/>
                      <a:pt x="56342" y="32998"/>
                      <a:pt x="56437" y="33155"/>
                    </a:cubicBezTo>
                    <a:cubicBezTo>
                      <a:pt x="56667" y="33580"/>
                      <a:pt x="56667" y="33580"/>
                      <a:pt x="56802" y="33990"/>
                    </a:cubicBezTo>
                    <a:cubicBezTo>
                      <a:pt x="56917" y="34330"/>
                      <a:pt x="56917" y="34330"/>
                      <a:pt x="57245" y="34658"/>
                    </a:cubicBezTo>
                    <a:cubicBezTo>
                      <a:pt x="58042" y="35455"/>
                      <a:pt x="58577" y="36345"/>
                      <a:pt x="59003" y="37385"/>
                    </a:cubicBezTo>
                    <a:cubicBezTo>
                      <a:pt x="59427" y="38400"/>
                      <a:pt x="59980" y="39317"/>
                      <a:pt x="60557" y="40250"/>
                    </a:cubicBezTo>
                    <a:cubicBezTo>
                      <a:pt x="61760" y="42212"/>
                      <a:pt x="61760" y="42212"/>
                      <a:pt x="62167" y="43080"/>
                    </a:cubicBezTo>
                    <a:cubicBezTo>
                      <a:pt x="62582" y="43090"/>
                      <a:pt x="63000" y="43090"/>
                      <a:pt x="63417" y="43080"/>
                    </a:cubicBezTo>
                    <a:cubicBezTo>
                      <a:pt x="63838" y="42658"/>
                      <a:pt x="63700" y="42137"/>
                      <a:pt x="63702" y="41560"/>
                    </a:cubicBezTo>
                    <a:cubicBezTo>
                      <a:pt x="63702" y="41493"/>
                      <a:pt x="63702" y="41493"/>
                      <a:pt x="63705" y="41155"/>
                    </a:cubicBezTo>
                    <a:cubicBezTo>
                      <a:pt x="63707" y="40705"/>
                      <a:pt x="63710" y="40255"/>
                      <a:pt x="63710" y="39802"/>
                    </a:cubicBezTo>
                    <a:cubicBezTo>
                      <a:pt x="63713" y="39482"/>
                      <a:pt x="63713" y="39160"/>
                      <a:pt x="63715" y="38837"/>
                    </a:cubicBezTo>
                    <a:cubicBezTo>
                      <a:pt x="63718" y="38142"/>
                      <a:pt x="63722" y="37447"/>
                      <a:pt x="63725" y="36752"/>
                    </a:cubicBezTo>
                    <a:cubicBezTo>
                      <a:pt x="63727" y="35652"/>
                      <a:pt x="63735" y="34552"/>
                      <a:pt x="63740" y="33452"/>
                    </a:cubicBezTo>
                    <a:cubicBezTo>
                      <a:pt x="63758" y="30322"/>
                      <a:pt x="63773" y="27195"/>
                      <a:pt x="63785" y="24065"/>
                    </a:cubicBezTo>
                    <a:cubicBezTo>
                      <a:pt x="63792" y="22340"/>
                      <a:pt x="63802" y="20612"/>
                      <a:pt x="63812" y="18885"/>
                    </a:cubicBezTo>
                    <a:cubicBezTo>
                      <a:pt x="63820" y="17792"/>
                      <a:pt x="63822" y="16700"/>
                      <a:pt x="63827" y="15607"/>
                    </a:cubicBezTo>
                    <a:cubicBezTo>
                      <a:pt x="63827" y="14927"/>
                      <a:pt x="63832" y="14245"/>
                      <a:pt x="63838" y="13562"/>
                    </a:cubicBezTo>
                    <a:cubicBezTo>
                      <a:pt x="63840" y="13248"/>
                      <a:pt x="63840" y="12933"/>
                      <a:pt x="63840" y="12617"/>
                    </a:cubicBezTo>
                    <a:cubicBezTo>
                      <a:pt x="63842" y="8485"/>
                      <a:pt x="63842" y="8485"/>
                      <a:pt x="64917" y="7110"/>
                    </a:cubicBezTo>
                    <a:cubicBezTo>
                      <a:pt x="65838" y="6312"/>
                      <a:pt x="66977" y="6123"/>
                      <a:pt x="68167" y="6080"/>
                    </a:cubicBezTo>
                    <a:cubicBezTo>
                      <a:pt x="69312" y="6240"/>
                      <a:pt x="70295" y="6585"/>
                      <a:pt x="71088" y="7455"/>
                    </a:cubicBezTo>
                    <a:cubicBezTo>
                      <a:pt x="71687" y="8278"/>
                      <a:pt x="72162" y="9188"/>
                      <a:pt x="72630" y="10090"/>
                    </a:cubicBezTo>
                    <a:cubicBezTo>
                      <a:pt x="72905" y="10620"/>
                      <a:pt x="73185" y="11105"/>
                      <a:pt x="73547" y="11582"/>
                    </a:cubicBezTo>
                    <a:cubicBezTo>
                      <a:pt x="74112" y="12343"/>
                      <a:pt x="74470" y="13190"/>
                      <a:pt x="74870" y="14042"/>
                    </a:cubicBezTo>
                    <a:cubicBezTo>
                      <a:pt x="75167" y="14580"/>
                      <a:pt x="75167" y="14580"/>
                      <a:pt x="75667" y="14830"/>
                    </a:cubicBezTo>
                    <a:cubicBezTo>
                      <a:pt x="75845" y="15175"/>
                      <a:pt x="75845" y="15175"/>
                      <a:pt x="76013" y="15612"/>
                    </a:cubicBezTo>
                    <a:cubicBezTo>
                      <a:pt x="76398" y="16560"/>
                      <a:pt x="76870" y="17430"/>
                      <a:pt x="77385" y="18312"/>
                    </a:cubicBezTo>
                    <a:cubicBezTo>
                      <a:pt x="77430" y="18390"/>
                      <a:pt x="77430" y="18390"/>
                      <a:pt x="77652" y="18780"/>
                    </a:cubicBezTo>
                    <a:cubicBezTo>
                      <a:pt x="78110" y="19567"/>
                      <a:pt x="78577" y="20345"/>
                      <a:pt x="79072" y="21110"/>
                    </a:cubicBezTo>
                    <a:cubicBezTo>
                      <a:pt x="79660" y="22030"/>
                      <a:pt x="80130" y="22993"/>
                      <a:pt x="80607" y="23972"/>
                    </a:cubicBezTo>
                    <a:cubicBezTo>
                      <a:pt x="81143" y="25055"/>
                      <a:pt x="81755" y="26067"/>
                      <a:pt x="82417" y="27080"/>
                    </a:cubicBezTo>
                    <a:cubicBezTo>
                      <a:pt x="82635" y="27427"/>
                      <a:pt x="82855" y="27777"/>
                      <a:pt x="83072" y="28125"/>
                    </a:cubicBezTo>
                    <a:cubicBezTo>
                      <a:pt x="83120" y="28202"/>
                      <a:pt x="83120" y="28202"/>
                      <a:pt x="83365" y="28590"/>
                    </a:cubicBezTo>
                    <a:cubicBezTo>
                      <a:pt x="83412" y="28670"/>
                      <a:pt x="83412" y="28670"/>
                      <a:pt x="83667" y="29080"/>
                    </a:cubicBezTo>
                    <a:cubicBezTo>
                      <a:pt x="83727" y="29177"/>
                      <a:pt x="83727" y="29177"/>
                      <a:pt x="84035" y="29675"/>
                    </a:cubicBezTo>
                    <a:cubicBezTo>
                      <a:pt x="84440" y="30352"/>
                      <a:pt x="84778" y="31055"/>
                      <a:pt x="85120" y="31767"/>
                    </a:cubicBezTo>
                    <a:cubicBezTo>
                      <a:pt x="85677" y="32912"/>
                      <a:pt x="86312" y="33947"/>
                      <a:pt x="87042" y="34993"/>
                    </a:cubicBezTo>
                    <a:cubicBezTo>
                      <a:pt x="87550" y="35785"/>
                      <a:pt x="87945" y="36620"/>
                      <a:pt x="88352" y="37465"/>
                    </a:cubicBezTo>
                    <a:cubicBezTo>
                      <a:pt x="88852" y="38487"/>
                      <a:pt x="89437" y="39400"/>
                      <a:pt x="90088" y="40337"/>
                    </a:cubicBezTo>
                    <a:cubicBezTo>
                      <a:pt x="90607" y="41118"/>
                      <a:pt x="90990" y="41950"/>
                      <a:pt x="91385" y="42797"/>
                    </a:cubicBezTo>
                    <a:cubicBezTo>
                      <a:pt x="91477" y="42890"/>
                      <a:pt x="91570" y="42982"/>
                      <a:pt x="91667" y="43080"/>
                    </a:cubicBezTo>
                    <a:cubicBezTo>
                      <a:pt x="92080" y="43080"/>
                      <a:pt x="92492" y="43080"/>
                      <a:pt x="92917" y="43080"/>
                    </a:cubicBezTo>
                    <a:cubicBezTo>
                      <a:pt x="92917" y="29467"/>
                      <a:pt x="92917" y="15855"/>
                      <a:pt x="92917" y="1830"/>
                    </a:cubicBezTo>
                    <a:cubicBezTo>
                      <a:pt x="91350" y="1830"/>
                      <a:pt x="89782" y="1830"/>
                      <a:pt x="88167" y="1830"/>
                    </a:cubicBezTo>
                    <a:cubicBezTo>
                      <a:pt x="87982" y="2562"/>
                      <a:pt x="87885" y="3025"/>
                      <a:pt x="87883" y="3745"/>
                    </a:cubicBezTo>
                    <a:cubicBezTo>
                      <a:pt x="87883" y="3922"/>
                      <a:pt x="87880" y="4100"/>
                      <a:pt x="87880" y="4282"/>
                    </a:cubicBezTo>
                    <a:cubicBezTo>
                      <a:pt x="87880" y="4380"/>
                      <a:pt x="87880" y="4380"/>
                      <a:pt x="87880" y="4865"/>
                    </a:cubicBezTo>
                    <a:cubicBezTo>
                      <a:pt x="87880" y="5070"/>
                      <a:pt x="87878" y="5275"/>
                      <a:pt x="87878" y="5485"/>
                    </a:cubicBezTo>
                    <a:cubicBezTo>
                      <a:pt x="87875" y="6162"/>
                      <a:pt x="87875" y="6837"/>
                      <a:pt x="87875" y="7515"/>
                    </a:cubicBezTo>
                    <a:cubicBezTo>
                      <a:pt x="87872" y="7985"/>
                      <a:pt x="87872" y="8455"/>
                      <a:pt x="87872" y="8927"/>
                    </a:cubicBezTo>
                    <a:cubicBezTo>
                      <a:pt x="87870" y="9912"/>
                      <a:pt x="87870" y="10900"/>
                      <a:pt x="87870" y="11887"/>
                    </a:cubicBezTo>
                    <a:cubicBezTo>
                      <a:pt x="87870" y="13025"/>
                      <a:pt x="87867" y="14162"/>
                      <a:pt x="87865" y="15300"/>
                    </a:cubicBezTo>
                    <a:cubicBezTo>
                      <a:pt x="87860" y="16397"/>
                      <a:pt x="87860" y="17495"/>
                      <a:pt x="87860" y="18592"/>
                    </a:cubicBezTo>
                    <a:cubicBezTo>
                      <a:pt x="87860" y="19058"/>
                      <a:pt x="87857" y="19525"/>
                      <a:pt x="87855" y="19990"/>
                    </a:cubicBezTo>
                    <a:cubicBezTo>
                      <a:pt x="87852" y="20642"/>
                      <a:pt x="87855" y="21292"/>
                      <a:pt x="87855" y="21945"/>
                    </a:cubicBezTo>
                    <a:cubicBezTo>
                      <a:pt x="87855" y="22137"/>
                      <a:pt x="87852" y="22327"/>
                      <a:pt x="87852" y="22525"/>
                    </a:cubicBezTo>
                    <a:cubicBezTo>
                      <a:pt x="87857" y="23702"/>
                      <a:pt x="88028" y="24715"/>
                      <a:pt x="88417" y="25830"/>
                    </a:cubicBezTo>
                    <a:cubicBezTo>
                      <a:pt x="87705" y="25857"/>
                      <a:pt x="87090" y="25820"/>
                      <a:pt x="86417" y="25580"/>
                    </a:cubicBezTo>
                    <a:cubicBezTo>
                      <a:pt x="85930" y="24975"/>
                      <a:pt x="85685" y="24302"/>
                      <a:pt x="85417" y="23580"/>
                    </a:cubicBezTo>
                    <a:cubicBezTo>
                      <a:pt x="84915" y="22452"/>
                      <a:pt x="84260" y="21438"/>
                      <a:pt x="83590" y="20408"/>
                    </a:cubicBezTo>
                    <a:cubicBezTo>
                      <a:pt x="83098" y="19642"/>
                      <a:pt x="82670" y="18870"/>
                      <a:pt x="82275" y="18047"/>
                    </a:cubicBezTo>
                    <a:cubicBezTo>
                      <a:pt x="81680" y="16812"/>
                      <a:pt x="80945" y="15707"/>
                      <a:pt x="80167" y="14580"/>
                    </a:cubicBezTo>
                    <a:cubicBezTo>
                      <a:pt x="79722" y="13917"/>
                      <a:pt x="79388" y="13280"/>
                      <a:pt x="79150" y="12517"/>
                    </a:cubicBezTo>
                    <a:cubicBezTo>
                      <a:pt x="78917" y="11830"/>
                      <a:pt x="78917" y="11830"/>
                      <a:pt x="78417" y="11580"/>
                    </a:cubicBezTo>
                    <a:cubicBezTo>
                      <a:pt x="78222" y="11265"/>
                      <a:pt x="78222" y="11265"/>
                      <a:pt x="78038" y="10867"/>
                    </a:cubicBezTo>
                    <a:cubicBezTo>
                      <a:pt x="78003" y="10795"/>
                      <a:pt x="78003" y="10795"/>
                      <a:pt x="77827" y="10427"/>
                    </a:cubicBezTo>
                    <a:cubicBezTo>
                      <a:pt x="77753" y="10270"/>
                      <a:pt x="77680" y="10115"/>
                      <a:pt x="77605" y="9955"/>
                    </a:cubicBezTo>
                    <a:cubicBezTo>
                      <a:pt x="76893" y="8487"/>
                      <a:pt x="76133" y="7147"/>
                      <a:pt x="75167" y="5830"/>
                    </a:cubicBezTo>
                    <a:cubicBezTo>
                      <a:pt x="75095" y="5730"/>
                      <a:pt x="75023" y="5632"/>
                      <a:pt x="74947" y="5530"/>
                    </a:cubicBezTo>
                    <a:cubicBezTo>
                      <a:pt x="74187" y="4498"/>
                      <a:pt x="73480" y="3570"/>
                      <a:pt x="72417" y="2830"/>
                    </a:cubicBezTo>
                    <a:cubicBezTo>
                      <a:pt x="72240" y="2700"/>
                      <a:pt x="72065" y="2572"/>
                      <a:pt x="71885" y="2438"/>
                    </a:cubicBezTo>
                    <a:cubicBezTo>
                      <a:pt x="69825" y="1232"/>
                      <a:pt x="67038" y="1395"/>
                      <a:pt x="64797" y="1892"/>
                    </a:cubicBezTo>
                    <a:cubicBezTo>
                      <a:pt x="62320" y="2630"/>
                      <a:pt x="60838" y="4192"/>
                      <a:pt x="59633" y="6410"/>
                    </a:cubicBezTo>
                    <a:cubicBezTo>
                      <a:pt x="59595" y="6480"/>
                      <a:pt x="59595" y="6480"/>
                      <a:pt x="59417" y="6830"/>
                    </a:cubicBezTo>
                    <a:cubicBezTo>
                      <a:pt x="59330" y="6968"/>
                      <a:pt x="59245" y="7105"/>
                      <a:pt x="59158" y="7248"/>
                    </a:cubicBezTo>
                    <a:cubicBezTo>
                      <a:pt x="58835" y="8028"/>
                      <a:pt x="58842" y="8705"/>
                      <a:pt x="58840" y="9542"/>
                    </a:cubicBezTo>
                    <a:cubicBezTo>
                      <a:pt x="58840" y="9627"/>
                      <a:pt x="58840" y="9627"/>
                      <a:pt x="58835" y="10058"/>
                    </a:cubicBezTo>
                    <a:cubicBezTo>
                      <a:pt x="58827" y="10617"/>
                      <a:pt x="58825" y="11177"/>
                      <a:pt x="58822" y="11737"/>
                    </a:cubicBezTo>
                    <a:cubicBezTo>
                      <a:pt x="58817" y="12127"/>
                      <a:pt x="58812" y="12517"/>
                      <a:pt x="58810" y="12907"/>
                    </a:cubicBezTo>
                    <a:cubicBezTo>
                      <a:pt x="58797" y="13933"/>
                      <a:pt x="58790" y="14957"/>
                      <a:pt x="58780" y="15980"/>
                    </a:cubicBezTo>
                    <a:cubicBezTo>
                      <a:pt x="58768" y="17623"/>
                      <a:pt x="58753" y="19265"/>
                      <a:pt x="58735" y="20908"/>
                    </a:cubicBezTo>
                    <a:cubicBezTo>
                      <a:pt x="58727" y="21482"/>
                      <a:pt x="58725" y="22055"/>
                      <a:pt x="58720" y="22630"/>
                    </a:cubicBezTo>
                    <a:cubicBezTo>
                      <a:pt x="58718" y="22980"/>
                      <a:pt x="58713" y="23332"/>
                      <a:pt x="58710" y="23683"/>
                    </a:cubicBezTo>
                    <a:cubicBezTo>
                      <a:pt x="58710" y="23842"/>
                      <a:pt x="58707" y="24002"/>
                      <a:pt x="58707" y="24167"/>
                    </a:cubicBezTo>
                    <a:cubicBezTo>
                      <a:pt x="58695" y="25272"/>
                      <a:pt x="58695" y="25272"/>
                      <a:pt x="58417" y="25830"/>
                    </a:cubicBezTo>
                    <a:cubicBezTo>
                      <a:pt x="57480" y="25702"/>
                      <a:pt x="57028" y="25552"/>
                      <a:pt x="56417" y="24830"/>
                    </a:cubicBezTo>
                    <a:cubicBezTo>
                      <a:pt x="56258" y="24442"/>
                      <a:pt x="56258" y="24442"/>
                      <a:pt x="56135" y="24000"/>
                    </a:cubicBezTo>
                    <a:cubicBezTo>
                      <a:pt x="55702" y="22743"/>
                      <a:pt x="54968" y="21695"/>
                      <a:pt x="54222" y="20605"/>
                    </a:cubicBezTo>
                    <a:cubicBezTo>
                      <a:pt x="53610" y="19692"/>
                      <a:pt x="53240" y="18877"/>
                      <a:pt x="52917" y="17830"/>
                    </a:cubicBezTo>
                    <a:cubicBezTo>
                      <a:pt x="52670" y="17658"/>
                      <a:pt x="52420" y="17493"/>
                      <a:pt x="52167" y="17330"/>
                    </a:cubicBezTo>
                    <a:cubicBezTo>
                      <a:pt x="51952" y="16957"/>
                      <a:pt x="51778" y="16580"/>
                      <a:pt x="51602" y="16188"/>
                    </a:cubicBezTo>
                    <a:cubicBezTo>
                      <a:pt x="51417" y="15830"/>
                      <a:pt x="51417" y="15830"/>
                      <a:pt x="50917" y="15330"/>
                    </a:cubicBezTo>
                    <a:cubicBezTo>
                      <a:pt x="50760" y="14952"/>
                      <a:pt x="50615" y="14572"/>
                      <a:pt x="50480" y="14188"/>
                    </a:cubicBezTo>
                    <a:cubicBezTo>
                      <a:pt x="50040" y="13047"/>
                      <a:pt x="49477" y="12117"/>
                      <a:pt x="48778" y="11120"/>
                    </a:cubicBezTo>
                    <a:cubicBezTo>
                      <a:pt x="48430" y="10600"/>
                      <a:pt x="48155" y="10082"/>
                      <a:pt x="47885" y="9517"/>
                    </a:cubicBezTo>
                    <a:cubicBezTo>
                      <a:pt x="47545" y="8805"/>
                      <a:pt x="47177" y="8255"/>
                      <a:pt x="46662" y="7662"/>
                    </a:cubicBezTo>
                    <a:cubicBezTo>
                      <a:pt x="46365" y="7260"/>
                      <a:pt x="46182" y="6847"/>
                      <a:pt x="45980" y="6392"/>
                    </a:cubicBezTo>
                    <a:cubicBezTo>
                      <a:pt x="45115" y="4612"/>
                      <a:pt x="43773" y="3042"/>
                      <a:pt x="41932" y="2255"/>
                    </a:cubicBezTo>
                    <a:cubicBezTo>
                      <a:pt x="38210" y="980"/>
                      <a:pt x="34065" y="1380"/>
                      <a:pt x="31338" y="4455"/>
                    </a:cubicBezTo>
                    <a:close/>
                  </a:path>
                </a:pathLst>
              </a:custGeom>
              <a:solidFill>
                <a:srgbClr val="EE0F0F"/>
              </a:solidFill>
              <a:ln w="0">
                <a:noFill/>
              </a:ln>
            </p:spPr>
          </p:sp>
          <p:sp>
            <p:nvSpPr>
              <p:cNvPr id="146" name="cnn vector"/>
              <p:cNvSpPr/>
              <p:nvPr/>
            </p:nvSpPr>
            <p:spPr>
              <a:xfrm>
                <a:off x="2172068" y="1922537"/>
                <a:ext cx="873961" cy="410771"/>
              </a:xfrm>
              <a:custGeom>
                <a:avLst/>
                <a:gdLst/>
                <a:ahLst/>
                <a:cxnLst/>
                <a:rect l="0" t="0" r="r" b="b"/>
                <a:pathLst>
                  <a:path w="95577" h="44923" fill="norm" stroke="0">
                    <a:moveTo>
                      <a:pt x="68700" y="240"/>
                    </a:moveTo>
                    <a:cubicBezTo>
                      <a:pt x="71722" y="290"/>
                      <a:pt x="74053" y="1583"/>
                      <a:pt x="76182" y="3678"/>
                    </a:cubicBezTo>
                    <a:cubicBezTo>
                      <a:pt x="76925" y="4455"/>
                      <a:pt x="77460" y="5300"/>
                      <a:pt x="77960" y="6250"/>
                    </a:cubicBezTo>
                    <a:cubicBezTo>
                      <a:pt x="78128" y="6558"/>
                      <a:pt x="78295" y="6868"/>
                      <a:pt x="78465" y="7178"/>
                    </a:cubicBezTo>
                    <a:cubicBezTo>
                      <a:pt x="78587" y="7405"/>
                      <a:pt x="78710" y="7633"/>
                      <a:pt x="78832" y="7860"/>
                    </a:cubicBezTo>
                    <a:cubicBezTo>
                      <a:pt x="79385" y="8883"/>
                      <a:pt x="79983" y="9877"/>
                      <a:pt x="80585" y="10875"/>
                    </a:cubicBezTo>
                    <a:cubicBezTo>
                      <a:pt x="81505" y="12393"/>
                      <a:pt x="82372" y="13933"/>
                      <a:pt x="83210" y="15500"/>
                    </a:cubicBezTo>
                    <a:cubicBezTo>
                      <a:pt x="83820" y="16635"/>
                      <a:pt x="84440" y="17735"/>
                      <a:pt x="85177" y="18795"/>
                    </a:cubicBezTo>
                    <a:cubicBezTo>
                      <a:pt x="85950" y="19920"/>
                      <a:pt x="86540" y="21113"/>
                      <a:pt x="87120" y="22348"/>
                    </a:cubicBezTo>
                    <a:cubicBezTo>
                      <a:pt x="87190" y="22493"/>
                      <a:pt x="87260" y="22638"/>
                      <a:pt x="87330" y="22788"/>
                    </a:cubicBezTo>
                    <a:cubicBezTo>
                      <a:pt x="87392" y="22920"/>
                      <a:pt x="87452" y="23050"/>
                      <a:pt x="87515" y="23185"/>
                    </a:cubicBezTo>
                    <a:cubicBezTo>
                      <a:pt x="87710" y="23500"/>
                      <a:pt x="87710" y="23500"/>
                      <a:pt x="88210" y="23750"/>
                    </a:cubicBezTo>
                    <a:cubicBezTo>
                      <a:pt x="88210" y="23690"/>
                      <a:pt x="88210" y="23690"/>
                      <a:pt x="88207" y="23395"/>
                    </a:cubicBezTo>
                    <a:cubicBezTo>
                      <a:pt x="88197" y="20555"/>
                      <a:pt x="88190" y="17715"/>
                      <a:pt x="88185" y="14875"/>
                    </a:cubicBezTo>
                    <a:cubicBezTo>
                      <a:pt x="88182" y="13502"/>
                      <a:pt x="88177" y="12130"/>
                      <a:pt x="88172" y="10758"/>
                    </a:cubicBezTo>
                    <a:cubicBezTo>
                      <a:pt x="88167" y="9560"/>
                      <a:pt x="88165" y="8363"/>
                      <a:pt x="88162" y="7168"/>
                    </a:cubicBezTo>
                    <a:cubicBezTo>
                      <a:pt x="88162" y="6532"/>
                      <a:pt x="88160" y="5898"/>
                      <a:pt x="88157" y="5265"/>
                    </a:cubicBezTo>
                    <a:cubicBezTo>
                      <a:pt x="88152" y="4558"/>
                      <a:pt x="88152" y="3850"/>
                      <a:pt x="88152" y="3145"/>
                    </a:cubicBezTo>
                    <a:cubicBezTo>
                      <a:pt x="88150" y="2933"/>
                      <a:pt x="88150" y="2722"/>
                      <a:pt x="88147" y="2505"/>
                    </a:cubicBezTo>
                    <a:cubicBezTo>
                      <a:pt x="88147" y="2312"/>
                      <a:pt x="88150" y="2120"/>
                      <a:pt x="88150" y="1923"/>
                    </a:cubicBezTo>
                    <a:cubicBezTo>
                      <a:pt x="88150" y="1840"/>
                      <a:pt x="88150" y="1840"/>
                      <a:pt x="88147" y="1415"/>
                    </a:cubicBezTo>
                    <a:cubicBezTo>
                      <a:pt x="88210" y="1000"/>
                      <a:pt x="88210" y="1000"/>
                      <a:pt x="88710" y="500"/>
                    </a:cubicBezTo>
                    <a:cubicBezTo>
                      <a:pt x="89310" y="438"/>
                      <a:pt x="89310" y="438"/>
                      <a:pt x="90052" y="440"/>
                    </a:cubicBezTo>
                    <a:cubicBezTo>
                      <a:pt x="90185" y="442"/>
                      <a:pt x="90315" y="442"/>
                      <a:pt x="90452" y="442"/>
                    </a:cubicBezTo>
                    <a:cubicBezTo>
                      <a:pt x="90728" y="442"/>
                      <a:pt x="91005" y="445"/>
                      <a:pt x="91282" y="448"/>
                    </a:cubicBezTo>
                    <a:cubicBezTo>
                      <a:pt x="91707" y="453"/>
                      <a:pt x="92132" y="453"/>
                      <a:pt x="92558" y="453"/>
                    </a:cubicBezTo>
                    <a:cubicBezTo>
                      <a:pt x="94635" y="463"/>
                      <a:pt x="94635" y="463"/>
                      <a:pt x="95210" y="750"/>
                    </a:cubicBezTo>
                    <a:cubicBezTo>
                      <a:pt x="95532" y="1610"/>
                      <a:pt x="95495" y="2495"/>
                      <a:pt x="95495" y="3403"/>
                    </a:cubicBezTo>
                    <a:cubicBezTo>
                      <a:pt x="95495" y="3485"/>
                      <a:pt x="95495" y="3485"/>
                      <a:pt x="95498" y="3905"/>
                    </a:cubicBezTo>
                    <a:cubicBezTo>
                      <a:pt x="95500" y="4460"/>
                      <a:pt x="95500" y="5015"/>
                      <a:pt x="95500" y="5573"/>
                    </a:cubicBezTo>
                    <a:cubicBezTo>
                      <a:pt x="95500" y="5970"/>
                      <a:pt x="95502" y="6368"/>
                      <a:pt x="95505" y="6768"/>
                    </a:cubicBezTo>
                    <a:cubicBezTo>
                      <a:pt x="95508" y="7847"/>
                      <a:pt x="95508" y="8930"/>
                      <a:pt x="95510" y="10013"/>
                    </a:cubicBezTo>
                    <a:cubicBezTo>
                      <a:pt x="95510" y="10690"/>
                      <a:pt x="95512" y="11365"/>
                      <a:pt x="95512" y="12043"/>
                    </a:cubicBezTo>
                    <a:cubicBezTo>
                      <a:pt x="95515" y="14160"/>
                      <a:pt x="95517" y="16278"/>
                      <a:pt x="95520" y="18395"/>
                    </a:cubicBezTo>
                    <a:cubicBezTo>
                      <a:pt x="95520" y="20838"/>
                      <a:pt x="95525" y="23280"/>
                      <a:pt x="95532" y="25720"/>
                    </a:cubicBezTo>
                    <a:cubicBezTo>
                      <a:pt x="95537" y="27610"/>
                      <a:pt x="95540" y="29500"/>
                      <a:pt x="95540" y="31388"/>
                    </a:cubicBezTo>
                    <a:cubicBezTo>
                      <a:pt x="95540" y="32515"/>
                      <a:pt x="95542" y="33643"/>
                      <a:pt x="95547" y="34770"/>
                    </a:cubicBezTo>
                    <a:cubicBezTo>
                      <a:pt x="95550" y="35833"/>
                      <a:pt x="95552" y="36893"/>
                      <a:pt x="95550" y="37955"/>
                    </a:cubicBezTo>
                    <a:cubicBezTo>
                      <a:pt x="95550" y="38342"/>
                      <a:pt x="95550" y="38733"/>
                      <a:pt x="95552" y="39120"/>
                    </a:cubicBezTo>
                    <a:cubicBezTo>
                      <a:pt x="95577" y="43165"/>
                      <a:pt x="95577" y="43165"/>
                      <a:pt x="94710" y="44500"/>
                    </a:cubicBezTo>
                    <a:cubicBezTo>
                      <a:pt x="94052" y="44828"/>
                      <a:pt x="93420" y="44923"/>
                      <a:pt x="92710" y="44750"/>
                    </a:cubicBezTo>
                    <a:cubicBezTo>
                      <a:pt x="91615" y="44032"/>
                      <a:pt x="91082" y="43235"/>
                      <a:pt x="90475" y="42092"/>
                    </a:cubicBezTo>
                    <a:cubicBezTo>
                      <a:pt x="90302" y="41778"/>
                      <a:pt x="90130" y="41465"/>
                      <a:pt x="89955" y="41150"/>
                    </a:cubicBezTo>
                    <a:cubicBezTo>
                      <a:pt x="89915" y="41073"/>
                      <a:pt x="89915" y="41073"/>
                      <a:pt x="89702" y="40685"/>
                    </a:cubicBezTo>
                    <a:cubicBezTo>
                      <a:pt x="89370" y="40088"/>
                      <a:pt x="89017" y="39505"/>
                      <a:pt x="88662" y="38920"/>
                    </a:cubicBezTo>
                    <a:cubicBezTo>
                      <a:pt x="88225" y="38198"/>
                      <a:pt x="87802" y="37473"/>
                      <a:pt x="87397" y="36733"/>
                    </a:cubicBezTo>
                    <a:cubicBezTo>
                      <a:pt x="86800" y="35648"/>
                      <a:pt x="86170" y="34580"/>
                      <a:pt x="85537" y="33515"/>
                    </a:cubicBezTo>
                    <a:cubicBezTo>
                      <a:pt x="84675" y="32058"/>
                      <a:pt x="83837" y="30590"/>
                      <a:pt x="83022" y="29108"/>
                    </a:cubicBezTo>
                    <a:cubicBezTo>
                      <a:pt x="81980" y="27213"/>
                      <a:pt x="80895" y="25345"/>
                      <a:pt x="79800" y="23480"/>
                    </a:cubicBezTo>
                    <a:cubicBezTo>
                      <a:pt x="78630" y="21485"/>
                      <a:pt x="77490" y="19473"/>
                      <a:pt x="76365" y="17453"/>
                    </a:cubicBezTo>
                    <a:cubicBezTo>
                      <a:pt x="75390" y="15695"/>
                      <a:pt x="74407" y="13948"/>
                      <a:pt x="73332" y="12250"/>
                    </a:cubicBezTo>
                    <a:cubicBezTo>
                      <a:pt x="72865" y="11510"/>
                      <a:pt x="72445" y="10760"/>
                      <a:pt x="72037" y="9983"/>
                    </a:cubicBezTo>
                    <a:cubicBezTo>
                      <a:pt x="71118" y="8338"/>
                      <a:pt x="71118" y="8338"/>
                      <a:pt x="70210" y="8000"/>
                    </a:cubicBezTo>
                    <a:cubicBezTo>
                      <a:pt x="69217" y="7843"/>
                      <a:pt x="68228" y="7775"/>
                      <a:pt x="67287" y="8183"/>
                    </a:cubicBezTo>
                    <a:cubicBezTo>
                      <a:pt x="66553" y="8718"/>
                      <a:pt x="66180" y="9368"/>
                      <a:pt x="65960" y="10250"/>
                    </a:cubicBezTo>
                    <a:cubicBezTo>
                      <a:pt x="65887" y="11115"/>
                      <a:pt x="65900" y="11978"/>
                      <a:pt x="65907" y="12847"/>
                    </a:cubicBezTo>
                    <a:cubicBezTo>
                      <a:pt x="65907" y="13110"/>
                      <a:pt x="65907" y="13375"/>
                      <a:pt x="65907" y="13640"/>
                    </a:cubicBezTo>
                    <a:cubicBezTo>
                      <a:pt x="65907" y="14208"/>
                      <a:pt x="65910" y="14775"/>
                      <a:pt x="65915" y="15345"/>
                    </a:cubicBezTo>
                    <a:cubicBezTo>
                      <a:pt x="65920" y="16250"/>
                      <a:pt x="65922" y="17155"/>
                      <a:pt x="65922" y="18060"/>
                    </a:cubicBezTo>
                    <a:cubicBezTo>
                      <a:pt x="65928" y="19498"/>
                      <a:pt x="65932" y="20935"/>
                      <a:pt x="65938" y="22373"/>
                    </a:cubicBezTo>
                    <a:cubicBezTo>
                      <a:pt x="65950" y="24930"/>
                      <a:pt x="65957" y="27488"/>
                      <a:pt x="65962" y="30043"/>
                    </a:cubicBezTo>
                    <a:cubicBezTo>
                      <a:pt x="65965" y="30793"/>
                      <a:pt x="65967" y="31540"/>
                      <a:pt x="65970" y="32290"/>
                    </a:cubicBezTo>
                    <a:cubicBezTo>
                      <a:pt x="65980" y="34192"/>
                      <a:pt x="65980" y="36095"/>
                      <a:pt x="65960" y="38000"/>
                    </a:cubicBezTo>
                    <a:cubicBezTo>
                      <a:pt x="65957" y="38135"/>
                      <a:pt x="65957" y="38270"/>
                      <a:pt x="65955" y="38410"/>
                    </a:cubicBezTo>
                    <a:cubicBezTo>
                      <a:pt x="65947" y="39223"/>
                      <a:pt x="65930" y="40032"/>
                      <a:pt x="65907" y="40842"/>
                    </a:cubicBezTo>
                    <a:cubicBezTo>
                      <a:pt x="65897" y="41213"/>
                      <a:pt x="65892" y="41583"/>
                      <a:pt x="65885" y="41953"/>
                    </a:cubicBezTo>
                    <a:cubicBezTo>
                      <a:pt x="65820" y="43778"/>
                      <a:pt x="65820" y="43778"/>
                      <a:pt x="65225" y="44398"/>
                    </a:cubicBezTo>
                    <a:cubicBezTo>
                      <a:pt x="64707" y="44750"/>
                      <a:pt x="64452" y="44890"/>
                      <a:pt x="63835" y="44890"/>
                    </a:cubicBezTo>
                    <a:cubicBezTo>
                      <a:pt x="63692" y="44895"/>
                      <a:pt x="63550" y="44900"/>
                      <a:pt x="63405" y="44905"/>
                    </a:cubicBezTo>
                    <a:cubicBezTo>
                      <a:pt x="62327" y="44525"/>
                      <a:pt x="61660" y="43070"/>
                      <a:pt x="61085" y="42125"/>
                    </a:cubicBezTo>
                    <a:cubicBezTo>
                      <a:pt x="61042" y="42055"/>
                      <a:pt x="61042" y="42055"/>
                      <a:pt x="60830" y="41708"/>
                    </a:cubicBezTo>
                    <a:cubicBezTo>
                      <a:pt x="59630" y="39725"/>
                      <a:pt x="58495" y="37703"/>
                      <a:pt x="57350" y="35688"/>
                    </a:cubicBezTo>
                    <a:cubicBezTo>
                      <a:pt x="56970" y="35018"/>
                      <a:pt x="56587" y="34348"/>
                      <a:pt x="56205" y="33678"/>
                    </a:cubicBezTo>
                    <a:cubicBezTo>
                      <a:pt x="56145" y="33570"/>
                      <a:pt x="56082" y="33463"/>
                      <a:pt x="56020" y="33353"/>
                    </a:cubicBezTo>
                    <a:cubicBezTo>
                      <a:pt x="55707" y="32810"/>
                      <a:pt x="55397" y="32265"/>
                      <a:pt x="55087" y="31723"/>
                    </a:cubicBezTo>
                    <a:cubicBezTo>
                      <a:pt x="54512" y="30718"/>
                      <a:pt x="53938" y="29710"/>
                      <a:pt x="53365" y="28700"/>
                    </a:cubicBezTo>
                    <a:cubicBezTo>
                      <a:pt x="53037" y="28123"/>
                      <a:pt x="52710" y="27545"/>
                      <a:pt x="52382" y="26968"/>
                    </a:cubicBezTo>
                    <a:cubicBezTo>
                      <a:pt x="52317" y="26858"/>
                      <a:pt x="52255" y="26745"/>
                      <a:pt x="52190" y="26630"/>
                    </a:cubicBezTo>
                    <a:cubicBezTo>
                      <a:pt x="51353" y="25158"/>
                      <a:pt x="50483" y="23720"/>
                      <a:pt x="49555" y="22303"/>
                    </a:cubicBezTo>
                    <a:cubicBezTo>
                      <a:pt x="49135" y="21630"/>
                      <a:pt x="48790" y="20935"/>
                      <a:pt x="48447" y="20220"/>
                    </a:cubicBezTo>
                    <a:cubicBezTo>
                      <a:pt x="48197" y="19725"/>
                      <a:pt x="47915" y="19263"/>
                      <a:pt x="47615" y="18795"/>
                    </a:cubicBezTo>
                    <a:cubicBezTo>
                      <a:pt x="47140" y="18050"/>
                      <a:pt x="46705" y="17295"/>
                      <a:pt x="46287" y="16515"/>
                    </a:cubicBezTo>
                    <a:cubicBezTo>
                      <a:pt x="45325" y="14722"/>
                      <a:pt x="44292" y="12970"/>
                      <a:pt x="43245" y="11225"/>
                    </a:cubicBezTo>
                    <a:cubicBezTo>
                      <a:pt x="43070" y="10935"/>
                      <a:pt x="42897" y="10643"/>
                      <a:pt x="42725" y="10350"/>
                    </a:cubicBezTo>
                    <a:cubicBezTo>
                      <a:pt x="41467" y="8233"/>
                      <a:pt x="41467" y="8233"/>
                      <a:pt x="40387" y="7808"/>
                    </a:cubicBezTo>
                    <a:cubicBezTo>
                      <a:pt x="39467" y="7683"/>
                      <a:pt x="38562" y="7903"/>
                      <a:pt x="37710" y="8250"/>
                    </a:cubicBezTo>
                    <a:cubicBezTo>
                      <a:pt x="37150" y="8708"/>
                      <a:pt x="36882" y="9053"/>
                      <a:pt x="36710" y="9750"/>
                    </a:cubicBezTo>
                    <a:cubicBezTo>
                      <a:pt x="36685" y="10188"/>
                      <a:pt x="36678" y="10625"/>
                      <a:pt x="36675" y="11062"/>
                    </a:cubicBezTo>
                    <a:cubicBezTo>
                      <a:pt x="36675" y="11195"/>
                      <a:pt x="36675" y="11328"/>
                      <a:pt x="36672" y="11463"/>
                    </a:cubicBezTo>
                    <a:cubicBezTo>
                      <a:pt x="36670" y="11907"/>
                      <a:pt x="36670" y="12350"/>
                      <a:pt x="36670" y="12793"/>
                    </a:cubicBezTo>
                    <a:cubicBezTo>
                      <a:pt x="36670" y="13113"/>
                      <a:pt x="36667" y="13430"/>
                      <a:pt x="36667" y="13748"/>
                    </a:cubicBezTo>
                    <a:cubicBezTo>
                      <a:pt x="36662" y="14433"/>
                      <a:pt x="36662" y="15118"/>
                      <a:pt x="36660" y="15800"/>
                    </a:cubicBezTo>
                    <a:cubicBezTo>
                      <a:pt x="36657" y="16885"/>
                      <a:pt x="36652" y="17968"/>
                      <a:pt x="36647" y="19050"/>
                    </a:cubicBezTo>
                    <a:cubicBezTo>
                      <a:pt x="36630" y="22130"/>
                      <a:pt x="36618" y="25210"/>
                      <a:pt x="36610" y="28293"/>
                    </a:cubicBezTo>
                    <a:cubicBezTo>
                      <a:pt x="36605" y="29993"/>
                      <a:pt x="36597" y="31692"/>
                      <a:pt x="36587" y="33395"/>
                    </a:cubicBezTo>
                    <a:cubicBezTo>
                      <a:pt x="36582" y="34295"/>
                      <a:pt x="36577" y="35195"/>
                      <a:pt x="36577" y="36095"/>
                    </a:cubicBezTo>
                    <a:cubicBezTo>
                      <a:pt x="36577" y="36940"/>
                      <a:pt x="36572" y="37788"/>
                      <a:pt x="36567" y="38635"/>
                    </a:cubicBezTo>
                    <a:cubicBezTo>
                      <a:pt x="36565" y="38945"/>
                      <a:pt x="36565" y="39255"/>
                      <a:pt x="36565" y="39565"/>
                    </a:cubicBezTo>
                    <a:cubicBezTo>
                      <a:pt x="36572" y="42590"/>
                      <a:pt x="36572" y="42590"/>
                      <a:pt x="35710" y="43750"/>
                    </a:cubicBezTo>
                    <a:cubicBezTo>
                      <a:pt x="34738" y="44550"/>
                      <a:pt x="33917" y="44608"/>
                      <a:pt x="32712" y="44592"/>
                    </a:cubicBezTo>
                    <a:cubicBezTo>
                      <a:pt x="32627" y="44592"/>
                      <a:pt x="32627" y="44592"/>
                      <a:pt x="32195" y="44595"/>
                    </a:cubicBezTo>
                    <a:cubicBezTo>
                      <a:pt x="31632" y="44598"/>
                      <a:pt x="31070" y="44592"/>
                      <a:pt x="30505" y="44590"/>
                    </a:cubicBezTo>
                    <a:cubicBezTo>
                      <a:pt x="30110" y="44590"/>
                      <a:pt x="29717" y="44590"/>
                      <a:pt x="29322" y="44590"/>
                    </a:cubicBezTo>
                    <a:cubicBezTo>
                      <a:pt x="28495" y="44590"/>
                      <a:pt x="27667" y="44588"/>
                      <a:pt x="26840" y="44583"/>
                    </a:cubicBezTo>
                    <a:cubicBezTo>
                      <a:pt x="25787" y="44578"/>
                      <a:pt x="24735" y="44578"/>
                      <a:pt x="23683" y="44578"/>
                    </a:cubicBezTo>
                    <a:cubicBezTo>
                      <a:pt x="22868" y="44580"/>
                      <a:pt x="22050" y="44578"/>
                      <a:pt x="21235" y="44575"/>
                    </a:cubicBezTo>
                    <a:cubicBezTo>
                      <a:pt x="20847" y="44575"/>
                      <a:pt x="20460" y="44575"/>
                      <a:pt x="20072" y="44575"/>
                    </a:cubicBezTo>
                    <a:cubicBezTo>
                      <a:pt x="16615" y="44575"/>
                      <a:pt x="13602" y="44288"/>
                      <a:pt x="10460" y="42750"/>
                    </a:cubicBezTo>
                    <a:cubicBezTo>
                      <a:pt x="10337" y="42690"/>
                      <a:pt x="10215" y="42632"/>
                      <a:pt x="10090" y="42573"/>
                    </a:cubicBezTo>
                    <a:cubicBezTo>
                      <a:pt x="8373" y="41738"/>
                      <a:pt x="7017" y="40670"/>
                      <a:pt x="5662" y="39328"/>
                    </a:cubicBezTo>
                    <a:cubicBezTo>
                      <a:pt x="5592" y="39257"/>
                      <a:pt x="5592" y="39257"/>
                      <a:pt x="5235" y="38902"/>
                    </a:cubicBezTo>
                    <a:cubicBezTo>
                      <a:pt x="4545" y="38192"/>
                      <a:pt x="4147" y="37743"/>
                      <a:pt x="3960" y="36750"/>
                    </a:cubicBezTo>
                    <a:cubicBezTo>
                      <a:pt x="3795" y="36750"/>
                      <a:pt x="3630" y="36750"/>
                      <a:pt x="3460" y="36750"/>
                    </a:cubicBezTo>
                    <a:cubicBezTo>
                      <a:pt x="3225" y="36285"/>
                      <a:pt x="2990" y="35823"/>
                      <a:pt x="2757" y="35358"/>
                    </a:cubicBezTo>
                    <a:cubicBezTo>
                      <a:pt x="2692" y="35230"/>
                      <a:pt x="2625" y="35103"/>
                      <a:pt x="2560" y="34970"/>
                    </a:cubicBezTo>
                    <a:cubicBezTo>
                      <a:pt x="2355" y="34565"/>
                      <a:pt x="2157" y="34158"/>
                      <a:pt x="1960" y="33750"/>
                    </a:cubicBezTo>
                    <a:cubicBezTo>
                      <a:pt x="1892" y="33610"/>
                      <a:pt x="1825" y="33473"/>
                      <a:pt x="1757" y="33330"/>
                    </a:cubicBezTo>
                    <a:cubicBezTo>
                      <a:pt x="1248" y="32218"/>
                      <a:pt x="987" y="31125"/>
                      <a:pt x="787" y="29920"/>
                    </a:cubicBezTo>
                    <a:cubicBezTo>
                      <a:pt x="757" y="29733"/>
                      <a:pt x="725" y="29545"/>
                      <a:pt x="692" y="29350"/>
                    </a:cubicBezTo>
                    <a:cubicBezTo>
                      <a:pt x="0" y="24980"/>
                      <a:pt x="1010" y="20900"/>
                      <a:pt x="3205" y="17073"/>
                    </a:cubicBezTo>
                    <a:cubicBezTo>
                      <a:pt x="3245" y="17020"/>
                      <a:pt x="3245" y="17020"/>
                      <a:pt x="3460" y="16750"/>
                    </a:cubicBezTo>
                    <a:cubicBezTo>
                      <a:pt x="3625" y="16750"/>
                      <a:pt x="3790" y="16750"/>
                      <a:pt x="3960" y="16750"/>
                    </a:cubicBezTo>
                    <a:cubicBezTo>
                      <a:pt x="3987" y="16660"/>
                      <a:pt x="3987" y="16660"/>
                      <a:pt x="4123" y="16218"/>
                    </a:cubicBezTo>
                    <a:cubicBezTo>
                      <a:pt x="4493" y="15298"/>
                      <a:pt x="5165" y="14680"/>
                      <a:pt x="5865" y="14000"/>
                    </a:cubicBezTo>
                    <a:cubicBezTo>
                      <a:pt x="6000" y="13865"/>
                      <a:pt x="6135" y="13733"/>
                      <a:pt x="6275" y="13597"/>
                    </a:cubicBezTo>
                    <a:cubicBezTo>
                      <a:pt x="7257" y="12650"/>
                      <a:pt x="8240" y="11873"/>
                      <a:pt x="9460" y="11250"/>
                    </a:cubicBezTo>
                    <a:cubicBezTo>
                      <a:pt x="9612" y="11163"/>
                      <a:pt x="9765" y="11078"/>
                      <a:pt x="9920" y="10990"/>
                    </a:cubicBezTo>
                    <a:cubicBezTo>
                      <a:pt x="10900" y="10463"/>
                      <a:pt x="11910" y="10062"/>
                      <a:pt x="12960" y="9703"/>
                    </a:cubicBezTo>
                    <a:cubicBezTo>
                      <a:pt x="13020" y="9680"/>
                      <a:pt x="13020" y="9680"/>
                      <a:pt x="13320" y="9575"/>
                    </a:cubicBezTo>
                    <a:cubicBezTo>
                      <a:pt x="15047" y="9005"/>
                      <a:pt x="16837" y="8960"/>
                      <a:pt x="18642" y="8965"/>
                    </a:cubicBezTo>
                    <a:cubicBezTo>
                      <a:pt x="18743" y="8965"/>
                      <a:pt x="18743" y="8965"/>
                      <a:pt x="19250" y="8965"/>
                    </a:cubicBezTo>
                    <a:cubicBezTo>
                      <a:pt x="19670" y="8965"/>
                      <a:pt x="20087" y="8965"/>
                      <a:pt x="20507" y="8965"/>
                    </a:cubicBezTo>
                    <a:cubicBezTo>
                      <a:pt x="21150" y="8968"/>
                      <a:pt x="21790" y="8965"/>
                      <a:pt x="22433" y="8965"/>
                    </a:cubicBezTo>
                    <a:cubicBezTo>
                      <a:pt x="22840" y="8965"/>
                      <a:pt x="23250" y="8965"/>
                      <a:pt x="23660" y="8965"/>
                    </a:cubicBezTo>
                    <a:cubicBezTo>
                      <a:pt x="23850" y="8965"/>
                      <a:pt x="24040" y="8965"/>
                      <a:pt x="24238" y="8965"/>
                    </a:cubicBezTo>
                    <a:cubicBezTo>
                      <a:pt x="25100" y="8968"/>
                      <a:pt x="25882" y="8975"/>
                      <a:pt x="26710" y="9250"/>
                    </a:cubicBezTo>
                    <a:cubicBezTo>
                      <a:pt x="26942" y="10553"/>
                      <a:pt x="26995" y="11850"/>
                      <a:pt x="27007" y="13170"/>
                    </a:cubicBezTo>
                    <a:cubicBezTo>
                      <a:pt x="27007" y="13250"/>
                      <a:pt x="27007" y="13250"/>
                      <a:pt x="27017" y="13657"/>
                    </a:cubicBezTo>
                    <a:cubicBezTo>
                      <a:pt x="27017" y="14643"/>
                      <a:pt x="26922" y="15373"/>
                      <a:pt x="26460" y="16250"/>
                    </a:cubicBezTo>
                    <a:cubicBezTo>
                      <a:pt x="25917" y="16520"/>
                      <a:pt x="25645" y="16532"/>
                      <a:pt x="25047" y="16538"/>
                    </a:cubicBezTo>
                    <a:cubicBezTo>
                      <a:pt x="24860" y="16540"/>
                      <a:pt x="24672" y="16543"/>
                      <a:pt x="24480" y="16545"/>
                    </a:cubicBezTo>
                    <a:cubicBezTo>
                      <a:pt x="24277" y="16548"/>
                      <a:pt x="24075" y="16550"/>
                      <a:pt x="23865" y="16553"/>
                    </a:cubicBezTo>
                    <a:cubicBezTo>
                      <a:pt x="23435" y="16558"/>
                      <a:pt x="23002" y="16565"/>
                      <a:pt x="22572" y="16573"/>
                    </a:cubicBezTo>
                    <a:cubicBezTo>
                      <a:pt x="21892" y="16583"/>
                      <a:pt x="21215" y="16592"/>
                      <a:pt x="20537" y="16600"/>
                    </a:cubicBezTo>
                    <a:cubicBezTo>
                      <a:pt x="14525" y="16663"/>
                      <a:pt x="14525" y="16663"/>
                      <a:pt x="12240" y="18468"/>
                    </a:cubicBezTo>
                    <a:cubicBezTo>
                      <a:pt x="12130" y="18550"/>
                      <a:pt x="12017" y="18630"/>
                      <a:pt x="11902" y="18715"/>
                    </a:cubicBezTo>
                    <a:cubicBezTo>
                      <a:pt x="9632" y="20430"/>
                      <a:pt x="8480" y="23263"/>
                      <a:pt x="7960" y="26000"/>
                    </a:cubicBezTo>
                    <a:cubicBezTo>
                      <a:pt x="7790" y="28668"/>
                      <a:pt x="8970" y="31752"/>
                      <a:pt x="10710" y="33750"/>
                    </a:cubicBezTo>
                    <a:cubicBezTo>
                      <a:pt x="11425" y="34395"/>
                      <a:pt x="12165" y="34953"/>
                      <a:pt x="12960" y="35500"/>
                    </a:cubicBezTo>
                    <a:cubicBezTo>
                      <a:pt x="13017" y="35540"/>
                      <a:pt x="13017" y="35540"/>
                      <a:pt x="13302" y="35755"/>
                    </a:cubicBezTo>
                    <a:cubicBezTo>
                      <a:pt x="15015" y="36948"/>
                      <a:pt x="17373" y="36817"/>
                      <a:pt x="19360" y="36798"/>
                    </a:cubicBezTo>
                    <a:cubicBezTo>
                      <a:pt x="19630" y="36798"/>
                      <a:pt x="19902" y="36795"/>
                      <a:pt x="20172" y="36795"/>
                    </a:cubicBezTo>
                    <a:cubicBezTo>
                      <a:pt x="20880" y="36793"/>
                      <a:pt x="21587" y="36788"/>
                      <a:pt x="22292" y="36782"/>
                    </a:cubicBezTo>
                    <a:cubicBezTo>
                      <a:pt x="23017" y="36778"/>
                      <a:pt x="23740" y="36775"/>
                      <a:pt x="24465" y="36773"/>
                    </a:cubicBezTo>
                    <a:cubicBezTo>
                      <a:pt x="25880" y="36768"/>
                      <a:pt x="27295" y="36760"/>
                      <a:pt x="28710" y="36750"/>
                    </a:cubicBezTo>
                    <a:cubicBezTo>
                      <a:pt x="28710" y="36610"/>
                      <a:pt x="28712" y="36473"/>
                      <a:pt x="28712" y="36330"/>
                    </a:cubicBezTo>
                    <a:cubicBezTo>
                      <a:pt x="28733" y="32955"/>
                      <a:pt x="28755" y="29580"/>
                      <a:pt x="28782" y="26208"/>
                    </a:cubicBezTo>
                    <a:cubicBezTo>
                      <a:pt x="28795" y="24575"/>
                      <a:pt x="28805" y="22942"/>
                      <a:pt x="28815" y="21310"/>
                    </a:cubicBezTo>
                    <a:cubicBezTo>
                      <a:pt x="28822" y="19888"/>
                      <a:pt x="28832" y="18465"/>
                      <a:pt x="28845" y="17043"/>
                    </a:cubicBezTo>
                    <a:cubicBezTo>
                      <a:pt x="28853" y="16290"/>
                      <a:pt x="28858" y="15535"/>
                      <a:pt x="28860" y="14782"/>
                    </a:cubicBezTo>
                    <a:cubicBezTo>
                      <a:pt x="28865" y="14073"/>
                      <a:pt x="28870" y="13363"/>
                      <a:pt x="28877" y="12653"/>
                    </a:cubicBezTo>
                    <a:cubicBezTo>
                      <a:pt x="28880" y="12270"/>
                      <a:pt x="28880" y="11890"/>
                      <a:pt x="28882" y="11508"/>
                    </a:cubicBezTo>
                    <a:cubicBezTo>
                      <a:pt x="28907" y="9295"/>
                      <a:pt x="29233" y="7385"/>
                      <a:pt x="30365" y="5468"/>
                    </a:cubicBezTo>
                    <a:cubicBezTo>
                      <a:pt x="30455" y="5317"/>
                      <a:pt x="30542" y="5165"/>
                      <a:pt x="30635" y="5010"/>
                    </a:cubicBezTo>
                    <a:cubicBezTo>
                      <a:pt x="31402" y="3755"/>
                      <a:pt x="32225" y="2817"/>
                      <a:pt x="33460" y="2000"/>
                    </a:cubicBezTo>
                    <a:cubicBezTo>
                      <a:pt x="33657" y="1855"/>
                      <a:pt x="33855" y="1710"/>
                      <a:pt x="34060" y="1562"/>
                    </a:cubicBezTo>
                    <a:cubicBezTo>
                      <a:pt x="36447" y="0"/>
                      <a:pt x="39683" y="48"/>
                      <a:pt x="42407" y="588"/>
                    </a:cubicBezTo>
                    <a:cubicBezTo>
                      <a:pt x="43212" y="825"/>
                      <a:pt x="43810" y="1233"/>
                      <a:pt x="44460" y="1750"/>
                    </a:cubicBezTo>
                    <a:cubicBezTo>
                      <a:pt x="44512" y="1788"/>
                      <a:pt x="44512" y="1788"/>
                      <a:pt x="44782" y="1985"/>
                    </a:cubicBezTo>
                    <a:cubicBezTo>
                      <a:pt x="46942" y="3575"/>
                      <a:pt x="48140" y="5633"/>
                      <a:pt x="49407" y="7955"/>
                    </a:cubicBezTo>
                    <a:cubicBezTo>
                      <a:pt x="49885" y="8817"/>
                      <a:pt x="50400" y="9657"/>
                      <a:pt x="50912" y="10500"/>
                    </a:cubicBezTo>
                    <a:cubicBezTo>
                      <a:pt x="51605" y="11645"/>
                      <a:pt x="52275" y="12800"/>
                      <a:pt x="52917" y="13975"/>
                    </a:cubicBezTo>
                    <a:cubicBezTo>
                      <a:pt x="53245" y="14565"/>
                      <a:pt x="53592" y="15140"/>
                      <a:pt x="53945" y="15718"/>
                    </a:cubicBezTo>
                    <a:cubicBezTo>
                      <a:pt x="54555" y="16725"/>
                      <a:pt x="55130" y="17750"/>
                      <a:pt x="55688" y="18788"/>
                    </a:cubicBezTo>
                    <a:cubicBezTo>
                      <a:pt x="55978" y="19330"/>
                      <a:pt x="56277" y="19863"/>
                      <a:pt x="56598" y="20388"/>
                    </a:cubicBezTo>
                    <a:cubicBezTo>
                      <a:pt x="57020" y="21100"/>
                      <a:pt x="57368" y="21833"/>
                      <a:pt x="57717" y="22580"/>
                    </a:cubicBezTo>
                    <a:cubicBezTo>
                      <a:pt x="57960" y="23000"/>
                      <a:pt x="57960" y="23000"/>
                      <a:pt x="58460" y="23250"/>
                    </a:cubicBezTo>
                    <a:cubicBezTo>
                      <a:pt x="58457" y="23080"/>
                      <a:pt x="58455" y="22913"/>
                      <a:pt x="58452" y="22740"/>
                    </a:cubicBezTo>
                    <a:cubicBezTo>
                      <a:pt x="58433" y="21140"/>
                      <a:pt x="58417" y="19540"/>
                      <a:pt x="58407" y="17940"/>
                    </a:cubicBezTo>
                    <a:cubicBezTo>
                      <a:pt x="58402" y="17120"/>
                      <a:pt x="58395" y="16298"/>
                      <a:pt x="58385" y="15475"/>
                    </a:cubicBezTo>
                    <a:cubicBezTo>
                      <a:pt x="58372" y="14680"/>
                      <a:pt x="58368" y="13883"/>
                      <a:pt x="58365" y="13088"/>
                    </a:cubicBezTo>
                    <a:cubicBezTo>
                      <a:pt x="58363" y="12788"/>
                      <a:pt x="58360" y="12485"/>
                      <a:pt x="58355" y="12185"/>
                    </a:cubicBezTo>
                    <a:cubicBezTo>
                      <a:pt x="58295" y="8763"/>
                      <a:pt x="59080" y="5773"/>
                      <a:pt x="61460" y="3210"/>
                    </a:cubicBezTo>
                    <a:cubicBezTo>
                      <a:pt x="63498" y="1198"/>
                      <a:pt x="65850" y="275"/>
                      <a:pt x="68700" y="240"/>
                    </a:cubicBezTo>
                    <a:close/>
                    <a:moveTo>
                      <a:pt x="31305" y="4983"/>
                    </a:moveTo>
                    <a:cubicBezTo>
                      <a:pt x="29222" y="7950"/>
                      <a:pt x="29605" y="11780"/>
                      <a:pt x="29615" y="15223"/>
                    </a:cubicBezTo>
                    <a:cubicBezTo>
                      <a:pt x="29618" y="15968"/>
                      <a:pt x="29615" y="16713"/>
                      <a:pt x="29610" y="17460"/>
                    </a:cubicBezTo>
                    <a:cubicBezTo>
                      <a:pt x="29603" y="19670"/>
                      <a:pt x="29600" y="21880"/>
                      <a:pt x="29600" y="24090"/>
                    </a:cubicBezTo>
                    <a:cubicBezTo>
                      <a:pt x="29600" y="25812"/>
                      <a:pt x="29600" y="27538"/>
                      <a:pt x="29590" y="29263"/>
                    </a:cubicBezTo>
                    <a:cubicBezTo>
                      <a:pt x="29587" y="30148"/>
                      <a:pt x="29587" y="31033"/>
                      <a:pt x="29590" y="31920"/>
                    </a:cubicBezTo>
                    <a:cubicBezTo>
                      <a:pt x="29592" y="32468"/>
                      <a:pt x="29590" y="33018"/>
                      <a:pt x="29585" y="33567"/>
                    </a:cubicBezTo>
                    <a:cubicBezTo>
                      <a:pt x="29585" y="33942"/>
                      <a:pt x="29587" y="34317"/>
                      <a:pt x="29592" y="34695"/>
                    </a:cubicBezTo>
                    <a:cubicBezTo>
                      <a:pt x="29572" y="36530"/>
                      <a:pt x="29572" y="36530"/>
                      <a:pt x="29025" y="37150"/>
                    </a:cubicBezTo>
                    <a:cubicBezTo>
                      <a:pt x="28382" y="37548"/>
                      <a:pt x="28027" y="37628"/>
                      <a:pt x="27272" y="37632"/>
                    </a:cubicBezTo>
                    <a:cubicBezTo>
                      <a:pt x="27155" y="37635"/>
                      <a:pt x="27155" y="37635"/>
                      <a:pt x="26562" y="37645"/>
                    </a:cubicBezTo>
                    <a:cubicBezTo>
                      <a:pt x="26308" y="37643"/>
                      <a:pt x="26053" y="37643"/>
                      <a:pt x="25797" y="37640"/>
                    </a:cubicBezTo>
                    <a:cubicBezTo>
                      <a:pt x="25530" y="37643"/>
                      <a:pt x="25265" y="37643"/>
                      <a:pt x="25000" y="37645"/>
                    </a:cubicBezTo>
                    <a:cubicBezTo>
                      <a:pt x="24442" y="37648"/>
                      <a:pt x="23885" y="37648"/>
                      <a:pt x="23330" y="37643"/>
                    </a:cubicBezTo>
                    <a:cubicBezTo>
                      <a:pt x="22765" y="37640"/>
                      <a:pt x="22200" y="37640"/>
                      <a:pt x="21635" y="37648"/>
                    </a:cubicBezTo>
                    <a:cubicBezTo>
                      <a:pt x="15652" y="37720"/>
                      <a:pt x="15652" y="37720"/>
                      <a:pt x="12960" y="36250"/>
                    </a:cubicBezTo>
                    <a:cubicBezTo>
                      <a:pt x="12852" y="36192"/>
                      <a:pt x="12852" y="36192"/>
                      <a:pt x="12310" y="35902"/>
                    </a:cubicBezTo>
                    <a:cubicBezTo>
                      <a:pt x="10185" y="34708"/>
                      <a:pt x="8607" y="32398"/>
                      <a:pt x="7865" y="30103"/>
                    </a:cubicBezTo>
                    <a:cubicBezTo>
                      <a:pt x="7322" y="27627"/>
                      <a:pt x="7207" y="24317"/>
                      <a:pt x="8377" y="22013"/>
                    </a:cubicBezTo>
                    <a:cubicBezTo>
                      <a:pt x="10025" y="19455"/>
                      <a:pt x="11840" y="17585"/>
                      <a:pt x="14710" y="16500"/>
                    </a:cubicBezTo>
                    <a:cubicBezTo>
                      <a:pt x="14880" y="16415"/>
                      <a:pt x="15052" y="16330"/>
                      <a:pt x="15230" y="16243"/>
                    </a:cubicBezTo>
                    <a:cubicBezTo>
                      <a:pt x="16183" y="15863"/>
                      <a:pt x="17185" y="15915"/>
                      <a:pt x="18197" y="15905"/>
                    </a:cubicBezTo>
                    <a:cubicBezTo>
                      <a:pt x="18410" y="15900"/>
                      <a:pt x="18625" y="15895"/>
                      <a:pt x="18845" y="15890"/>
                    </a:cubicBezTo>
                    <a:cubicBezTo>
                      <a:pt x="19522" y="15877"/>
                      <a:pt x="20202" y="15868"/>
                      <a:pt x="20882" y="15858"/>
                    </a:cubicBezTo>
                    <a:cubicBezTo>
                      <a:pt x="21562" y="15848"/>
                      <a:pt x="22245" y="15835"/>
                      <a:pt x="22928" y="15823"/>
                    </a:cubicBezTo>
                    <a:cubicBezTo>
                      <a:pt x="23350" y="15815"/>
                      <a:pt x="23775" y="15808"/>
                      <a:pt x="24197" y="15803"/>
                    </a:cubicBezTo>
                    <a:cubicBezTo>
                      <a:pt x="24390" y="15800"/>
                      <a:pt x="24580" y="15795"/>
                      <a:pt x="24777" y="15793"/>
                    </a:cubicBezTo>
                    <a:cubicBezTo>
                      <a:pt x="24945" y="15790"/>
                      <a:pt x="25115" y="15788"/>
                      <a:pt x="25287" y="15785"/>
                    </a:cubicBezTo>
                    <a:cubicBezTo>
                      <a:pt x="25710" y="15750"/>
                      <a:pt x="25710" y="15750"/>
                      <a:pt x="26210" y="15500"/>
                    </a:cubicBezTo>
                    <a:cubicBezTo>
                      <a:pt x="26215" y="14720"/>
                      <a:pt x="26220" y="13942"/>
                      <a:pt x="26222" y="13163"/>
                    </a:cubicBezTo>
                    <a:cubicBezTo>
                      <a:pt x="26225" y="12898"/>
                      <a:pt x="26228" y="12633"/>
                      <a:pt x="26228" y="12368"/>
                    </a:cubicBezTo>
                    <a:cubicBezTo>
                      <a:pt x="26233" y="11988"/>
                      <a:pt x="26233" y="11608"/>
                      <a:pt x="26235" y="11228"/>
                    </a:cubicBezTo>
                    <a:cubicBezTo>
                      <a:pt x="26235" y="11113"/>
                      <a:pt x="26235" y="11113"/>
                      <a:pt x="26238" y="10532"/>
                    </a:cubicBezTo>
                    <a:cubicBezTo>
                      <a:pt x="26210" y="10000"/>
                      <a:pt x="26210" y="10000"/>
                      <a:pt x="25960" y="9750"/>
                    </a:cubicBezTo>
                    <a:cubicBezTo>
                      <a:pt x="25565" y="9713"/>
                      <a:pt x="25565" y="9713"/>
                      <a:pt x="25050" y="9705"/>
                    </a:cubicBezTo>
                    <a:cubicBezTo>
                      <a:pt x="24858" y="9703"/>
                      <a:pt x="24665" y="9698"/>
                      <a:pt x="24465" y="9695"/>
                    </a:cubicBezTo>
                    <a:cubicBezTo>
                      <a:pt x="24252" y="9692"/>
                      <a:pt x="24042" y="9690"/>
                      <a:pt x="23825" y="9690"/>
                    </a:cubicBezTo>
                    <a:cubicBezTo>
                      <a:pt x="23608" y="9688"/>
                      <a:pt x="23387" y="9685"/>
                      <a:pt x="23162" y="9683"/>
                    </a:cubicBezTo>
                    <a:cubicBezTo>
                      <a:pt x="22697" y="9680"/>
                      <a:pt x="22233" y="9678"/>
                      <a:pt x="21767" y="9675"/>
                    </a:cubicBezTo>
                    <a:cubicBezTo>
                      <a:pt x="21067" y="9670"/>
                      <a:pt x="20370" y="9660"/>
                      <a:pt x="19670" y="9648"/>
                    </a:cubicBezTo>
                    <a:cubicBezTo>
                      <a:pt x="14050" y="9600"/>
                      <a:pt x="9795" y="11093"/>
                      <a:pt x="5720" y="14965"/>
                    </a:cubicBezTo>
                    <a:cubicBezTo>
                      <a:pt x="3252" y="17573"/>
                      <a:pt x="1365" y="21377"/>
                      <a:pt x="1210" y="25000"/>
                    </a:cubicBezTo>
                    <a:cubicBezTo>
                      <a:pt x="1200" y="25218"/>
                      <a:pt x="1190" y="25438"/>
                      <a:pt x="1180" y="25665"/>
                    </a:cubicBezTo>
                    <a:cubicBezTo>
                      <a:pt x="1070" y="30515"/>
                      <a:pt x="2400" y="34978"/>
                      <a:pt x="5767" y="38578"/>
                    </a:cubicBezTo>
                    <a:cubicBezTo>
                      <a:pt x="8707" y="41590"/>
                      <a:pt x="12565" y="43688"/>
                      <a:pt x="16847" y="43785"/>
                    </a:cubicBezTo>
                    <a:cubicBezTo>
                      <a:pt x="17177" y="43788"/>
                      <a:pt x="17507" y="43788"/>
                      <a:pt x="17840" y="43790"/>
                    </a:cubicBezTo>
                    <a:cubicBezTo>
                      <a:pt x="18020" y="43790"/>
                      <a:pt x="18202" y="43793"/>
                      <a:pt x="18390" y="43793"/>
                    </a:cubicBezTo>
                    <a:cubicBezTo>
                      <a:pt x="18988" y="43798"/>
                      <a:pt x="19585" y="43798"/>
                      <a:pt x="20183" y="43800"/>
                    </a:cubicBezTo>
                    <a:cubicBezTo>
                      <a:pt x="20597" y="43800"/>
                      <a:pt x="21015" y="43803"/>
                      <a:pt x="21430" y="43805"/>
                    </a:cubicBezTo>
                    <a:cubicBezTo>
                      <a:pt x="22303" y="43808"/>
                      <a:pt x="23172" y="43808"/>
                      <a:pt x="24042" y="43810"/>
                    </a:cubicBezTo>
                    <a:cubicBezTo>
                      <a:pt x="25160" y="43810"/>
                      <a:pt x="26275" y="43815"/>
                      <a:pt x="27392" y="43823"/>
                    </a:cubicBezTo>
                    <a:cubicBezTo>
                      <a:pt x="28250" y="43828"/>
                      <a:pt x="29110" y="43830"/>
                      <a:pt x="29967" y="43830"/>
                    </a:cubicBezTo>
                    <a:cubicBezTo>
                      <a:pt x="30380" y="43830"/>
                      <a:pt x="30792" y="43833"/>
                      <a:pt x="31205" y="43835"/>
                    </a:cubicBezTo>
                    <a:cubicBezTo>
                      <a:pt x="31777" y="43840"/>
                      <a:pt x="32353" y="43840"/>
                      <a:pt x="32928" y="43838"/>
                    </a:cubicBezTo>
                    <a:cubicBezTo>
                      <a:pt x="33012" y="43840"/>
                      <a:pt x="33012" y="43840"/>
                      <a:pt x="33442" y="43845"/>
                    </a:cubicBezTo>
                    <a:cubicBezTo>
                      <a:pt x="34595" y="43835"/>
                      <a:pt x="34595" y="43835"/>
                      <a:pt x="35180" y="43400"/>
                    </a:cubicBezTo>
                    <a:cubicBezTo>
                      <a:pt x="35712" y="42635"/>
                      <a:pt x="35743" y="42143"/>
                      <a:pt x="35743" y="41218"/>
                    </a:cubicBezTo>
                    <a:cubicBezTo>
                      <a:pt x="35743" y="41088"/>
                      <a:pt x="35743" y="40955"/>
                      <a:pt x="35745" y="40820"/>
                    </a:cubicBezTo>
                    <a:cubicBezTo>
                      <a:pt x="35745" y="40375"/>
                      <a:pt x="35745" y="39933"/>
                      <a:pt x="35745" y="39490"/>
                    </a:cubicBezTo>
                    <a:cubicBezTo>
                      <a:pt x="35745" y="39173"/>
                      <a:pt x="35748" y="38858"/>
                      <a:pt x="35748" y="38540"/>
                    </a:cubicBezTo>
                    <a:cubicBezTo>
                      <a:pt x="35750" y="37855"/>
                      <a:pt x="35750" y="37173"/>
                      <a:pt x="35752" y="36488"/>
                    </a:cubicBezTo>
                    <a:cubicBezTo>
                      <a:pt x="35752" y="35405"/>
                      <a:pt x="35757" y="34323"/>
                      <a:pt x="35762" y="33243"/>
                    </a:cubicBezTo>
                    <a:cubicBezTo>
                      <a:pt x="35765" y="32870"/>
                      <a:pt x="35765" y="32500"/>
                      <a:pt x="35767" y="32130"/>
                    </a:cubicBezTo>
                    <a:cubicBezTo>
                      <a:pt x="35767" y="31945"/>
                      <a:pt x="35767" y="31757"/>
                      <a:pt x="35770" y="31567"/>
                    </a:cubicBezTo>
                    <a:cubicBezTo>
                      <a:pt x="35780" y="29048"/>
                      <a:pt x="35787" y="26528"/>
                      <a:pt x="35790" y="24007"/>
                    </a:cubicBezTo>
                    <a:cubicBezTo>
                      <a:pt x="35792" y="22308"/>
                      <a:pt x="35800" y="20610"/>
                      <a:pt x="35808" y="18910"/>
                    </a:cubicBezTo>
                    <a:cubicBezTo>
                      <a:pt x="35812" y="18013"/>
                      <a:pt x="35817" y="17113"/>
                      <a:pt x="35815" y="16215"/>
                    </a:cubicBezTo>
                    <a:cubicBezTo>
                      <a:pt x="35815" y="15368"/>
                      <a:pt x="35817" y="14520"/>
                      <a:pt x="35825" y="13675"/>
                    </a:cubicBezTo>
                    <a:cubicBezTo>
                      <a:pt x="35827" y="13365"/>
                      <a:pt x="35827" y="13055"/>
                      <a:pt x="35825" y="12745"/>
                    </a:cubicBezTo>
                    <a:cubicBezTo>
                      <a:pt x="35815" y="10993"/>
                      <a:pt x="35887" y="9475"/>
                      <a:pt x="36960" y="8000"/>
                    </a:cubicBezTo>
                    <a:cubicBezTo>
                      <a:pt x="37647" y="7317"/>
                      <a:pt x="38560" y="7078"/>
                      <a:pt x="39502" y="6985"/>
                    </a:cubicBezTo>
                    <a:cubicBezTo>
                      <a:pt x="40372" y="7010"/>
                      <a:pt x="40995" y="7263"/>
                      <a:pt x="41710" y="7750"/>
                    </a:cubicBezTo>
                    <a:cubicBezTo>
                      <a:pt x="42782" y="8953"/>
                      <a:pt x="43580" y="10333"/>
                      <a:pt x="44335" y="11750"/>
                    </a:cubicBezTo>
                    <a:cubicBezTo>
                      <a:pt x="45322" y="13565"/>
                      <a:pt x="46350" y="15358"/>
                      <a:pt x="47397" y="17140"/>
                    </a:cubicBezTo>
                    <a:cubicBezTo>
                      <a:pt x="48332" y="18733"/>
                      <a:pt x="49260" y="20328"/>
                      <a:pt x="50160" y="21942"/>
                    </a:cubicBezTo>
                    <a:cubicBezTo>
                      <a:pt x="50238" y="22083"/>
                      <a:pt x="50315" y="22223"/>
                      <a:pt x="50395" y="22365"/>
                    </a:cubicBezTo>
                    <a:cubicBezTo>
                      <a:pt x="50770" y="23038"/>
                      <a:pt x="51140" y="23710"/>
                      <a:pt x="51512" y="24382"/>
                    </a:cubicBezTo>
                    <a:cubicBezTo>
                      <a:pt x="52252" y="25725"/>
                      <a:pt x="53032" y="27007"/>
                      <a:pt x="53895" y="28273"/>
                    </a:cubicBezTo>
                    <a:cubicBezTo>
                      <a:pt x="54260" y="28825"/>
                      <a:pt x="54545" y="29368"/>
                      <a:pt x="54820" y="29968"/>
                    </a:cubicBezTo>
                    <a:cubicBezTo>
                      <a:pt x="55265" y="30893"/>
                      <a:pt x="55760" y="31750"/>
                      <a:pt x="56320" y="32608"/>
                    </a:cubicBezTo>
                    <a:cubicBezTo>
                      <a:pt x="57115" y="33828"/>
                      <a:pt x="57815" y="35075"/>
                      <a:pt x="58500" y="36360"/>
                    </a:cubicBezTo>
                    <a:cubicBezTo>
                      <a:pt x="59433" y="38088"/>
                      <a:pt x="60405" y="39795"/>
                      <a:pt x="61382" y="41500"/>
                    </a:cubicBezTo>
                    <a:cubicBezTo>
                      <a:pt x="61502" y="41713"/>
                      <a:pt x="61625" y="41928"/>
                      <a:pt x="61750" y="42148"/>
                    </a:cubicBezTo>
                    <a:cubicBezTo>
                      <a:pt x="61865" y="42353"/>
                      <a:pt x="61983" y="42555"/>
                      <a:pt x="62103" y="42765"/>
                    </a:cubicBezTo>
                    <a:cubicBezTo>
                      <a:pt x="62207" y="42948"/>
                      <a:pt x="62312" y="43130"/>
                      <a:pt x="62420" y="43320"/>
                    </a:cubicBezTo>
                    <a:cubicBezTo>
                      <a:pt x="62710" y="43750"/>
                      <a:pt x="62710" y="43750"/>
                      <a:pt x="63210" y="44000"/>
                    </a:cubicBezTo>
                    <a:cubicBezTo>
                      <a:pt x="63570" y="44040"/>
                      <a:pt x="63570" y="44040"/>
                      <a:pt x="63960" y="44045"/>
                    </a:cubicBezTo>
                    <a:cubicBezTo>
                      <a:pt x="64087" y="44050"/>
                      <a:pt x="64217" y="44053"/>
                      <a:pt x="64350" y="44058"/>
                    </a:cubicBezTo>
                    <a:cubicBezTo>
                      <a:pt x="64710" y="44000"/>
                      <a:pt x="64710" y="44000"/>
                      <a:pt x="65210" y="43500"/>
                    </a:cubicBezTo>
                    <a:cubicBezTo>
                      <a:pt x="65275" y="42923"/>
                      <a:pt x="65275" y="42923"/>
                      <a:pt x="65275" y="42188"/>
                    </a:cubicBezTo>
                    <a:cubicBezTo>
                      <a:pt x="65277" y="42053"/>
                      <a:pt x="65277" y="41918"/>
                      <a:pt x="65280" y="41780"/>
                    </a:cubicBezTo>
                    <a:cubicBezTo>
                      <a:pt x="65282" y="41325"/>
                      <a:pt x="65282" y="40872"/>
                      <a:pt x="65282" y="40418"/>
                    </a:cubicBezTo>
                    <a:cubicBezTo>
                      <a:pt x="65282" y="40092"/>
                      <a:pt x="65285" y="39768"/>
                      <a:pt x="65287" y="39442"/>
                    </a:cubicBezTo>
                    <a:cubicBezTo>
                      <a:pt x="65290" y="38743"/>
                      <a:pt x="65292" y="38043"/>
                      <a:pt x="65292" y="37342"/>
                    </a:cubicBezTo>
                    <a:cubicBezTo>
                      <a:pt x="65295" y="36233"/>
                      <a:pt x="65300" y="35125"/>
                      <a:pt x="65308" y="34018"/>
                    </a:cubicBezTo>
                    <a:cubicBezTo>
                      <a:pt x="65320" y="31663"/>
                      <a:pt x="65327" y="29308"/>
                      <a:pt x="65335" y="26953"/>
                    </a:cubicBezTo>
                    <a:cubicBezTo>
                      <a:pt x="65342" y="24415"/>
                      <a:pt x="65353" y="21877"/>
                      <a:pt x="65365" y="19338"/>
                    </a:cubicBezTo>
                    <a:cubicBezTo>
                      <a:pt x="65372" y="18238"/>
                      <a:pt x="65375" y="17138"/>
                      <a:pt x="65378" y="16035"/>
                    </a:cubicBezTo>
                    <a:cubicBezTo>
                      <a:pt x="65378" y="15350"/>
                      <a:pt x="65382" y="14663"/>
                      <a:pt x="65385" y="13975"/>
                    </a:cubicBezTo>
                    <a:cubicBezTo>
                      <a:pt x="65387" y="13657"/>
                      <a:pt x="65387" y="13340"/>
                      <a:pt x="65387" y="13023"/>
                    </a:cubicBezTo>
                    <a:cubicBezTo>
                      <a:pt x="65385" y="9123"/>
                      <a:pt x="65385" y="9123"/>
                      <a:pt x="66250" y="8183"/>
                    </a:cubicBezTo>
                    <a:cubicBezTo>
                      <a:pt x="67128" y="7453"/>
                      <a:pt x="67775" y="7203"/>
                      <a:pt x="68897" y="7170"/>
                    </a:cubicBezTo>
                    <a:cubicBezTo>
                      <a:pt x="69002" y="7165"/>
                      <a:pt x="69002" y="7165"/>
                      <a:pt x="69535" y="7143"/>
                    </a:cubicBezTo>
                    <a:cubicBezTo>
                      <a:pt x="70475" y="7290"/>
                      <a:pt x="71030" y="7578"/>
                      <a:pt x="71710" y="8250"/>
                    </a:cubicBezTo>
                    <a:cubicBezTo>
                      <a:pt x="72322" y="9100"/>
                      <a:pt x="72825" y="10005"/>
                      <a:pt x="73335" y="10920"/>
                    </a:cubicBezTo>
                    <a:cubicBezTo>
                      <a:pt x="73485" y="11188"/>
                      <a:pt x="73637" y="11453"/>
                      <a:pt x="73787" y="11718"/>
                    </a:cubicBezTo>
                    <a:cubicBezTo>
                      <a:pt x="74267" y="12558"/>
                      <a:pt x="74740" y="13403"/>
                      <a:pt x="75210" y="14250"/>
                    </a:cubicBezTo>
                    <a:cubicBezTo>
                      <a:pt x="75370" y="14535"/>
                      <a:pt x="75527" y="14820"/>
                      <a:pt x="75688" y="15105"/>
                    </a:cubicBezTo>
                    <a:cubicBezTo>
                      <a:pt x="75767" y="15248"/>
                      <a:pt x="75845" y="15388"/>
                      <a:pt x="75925" y="15532"/>
                    </a:cubicBezTo>
                    <a:cubicBezTo>
                      <a:pt x="76082" y="15812"/>
                      <a:pt x="76240" y="16095"/>
                      <a:pt x="76397" y="16377"/>
                    </a:cubicBezTo>
                    <a:cubicBezTo>
                      <a:pt x="76770" y="17045"/>
                      <a:pt x="77142" y="17713"/>
                      <a:pt x="77510" y="18382"/>
                    </a:cubicBezTo>
                    <a:cubicBezTo>
                      <a:pt x="78248" y="19715"/>
                      <a:pt x="79012" y="20995"/>
                      <a:pt x="79882" y="22245"/>
                    </a:cubicBezTo>
                    <a:cubicBezTo>
                      <a:pt x="80230" y="22782"/>
                      <a:pt x="80512" y="23328"/>
                      <a:pt x="80787" y="23905"/>
                    </a:cubicBezTo>
                    <a:cubicBezTo>
                      <a:pt x="81310" y="24985"/>
                      <a:pt x="81900" y="26005"/>
                      <a:pt x="82522" y="27030"/>
                    </a:cubicBezTo>
                    <a:cubicBezTo>
                      <a:pt x="83290" y="28295"/>
                      <a:pt x="84037" y="29565"/>
                      <a:pt x="84758" y="30858"/>
                    </a:cubicBezTo>
                    <a:cubicBezTo>
                      <a:pt x="86077" y="33225"/>
                      <a:pt x="87447" y="35565"/>
                      <a:pt x="88818" y="37902"/>
                    </a:cubicBezTo>
                    <a:cubicBezTo>
                      <a:pt x="89287" y="38700"/>
                      <a:pt x="89750" y="39500"/>
                      <a:pt x="90212" y="40303"/>
                    </a:cubicBezTo>
                    <a:cubicBezTo>
                      <a:pt x="90438" y="40685"/>
                      <a:pt x="90660" y="41067"/>
                      <a:pt x="90882" y="41453"/>
                    </a:cubicBezTo>
                    <a:cubicBezTo>
                      <a:pt x="90932" y="41538"/>
                      <a:pt x="90932" y="41538"/>
                      <a:pt x="91182" y="41978"/>
                    </a:cubicBezTo>
                    <a:cubicBezTo>
                      <a:pt x="92072" y="43502"/>
                      <a:pt x="92072" y="43502"/>
                      <a:pt x="92710" y="44000"/>
                    </a:cubicBezTo>
                    <a:cubicBezTo>
                      <a:pt x="93335" y="44108"/>
                      <a:pt x="93335" y="44108"/>
                      <a:pt x="93960" y="44000"/>
                    </a:cubicBezTo>
                    <a:cubicBezTo>
                      <a:pt x="94670" y="43300"/>
                      <a:pt x="94797" y="42752"/>
                      <a:pt x="94810" y="41800"/>
                    </a:cubicBezTo>
                    <a:cubicBezTo>
                      <a:pt x="94808" y="41645"/>
                      <a:pt x="94805" y="41488"/>
                      <a:pt x="94802" y="41328"/>
                    </a:cubicBezTo>
                    <a:cubicBezTo>
                      <a:pt x="94805" y="41160"/>
                      <a:pt x="94805" y="40993"/>
                      <a:pt x="94808" y="40817"/>
                    </a:cubicBezTo>
                    <a:cubicBezTo>
                      <a:pt x="94808" y="40257"/>
                      <a:pt x="94805" y="39695"/>
                      <a:pt x="94802" y="39132"/>
                    </a:cubicBezTo>
                    <a:cubicBezTo>
                      <a:pt x="94802" y="38730"/>
                      <a:pt x="94805" y="38328"/>
                      <a:pt x="94805" y="37925"/>
                    </a:cubicBezTo>
                    <a:cubicBezTo>
                      <a:pt x="94808" y="36830"/>
                      <a:pt x="94805" y="35738"/>
                      <a:pt x="94802" y="34643"/>
                    </a:cubicBezTo>
                    <a:cubicBezTo>
                      <a:pt x="94800" y="33500"/>
                      <a:pt x="94800" y="32355"/>
                      <a:pt x="94800" y="31210"/>
                    </a:cubicBezTo>
                    <a:cubicBezTo>
                      <a:pt x="94800" y="29290"/>
                      <a:pt x="94797" y="27368"/>
                      <a:pt x="94795" y="25448"/>
                    </a:cubicBezTo>
                    <a:cubicBezTo>
                      <a:pt x="94787" y="23225"/>
                      <a:pt x="94787" y="21002"/>
                      <a:pt x="94790" y="18780"/>
                    </a:cubicBezTo>
                    <a:cubicBezTo>
                      <a:pt x="94790" y="16643"/>
                      <a:pt x="94790" y="14508"/>
                      <a:pt x="94787" y="12370"/>
                    </a:cubicBezTo>
                    <a:cubicBezTo>
                      <a:pt x="94785" y="11460"/>
                      <a:pt x="94785" y="10550"/>
                      <a:pt x="94785" y="9640"/>
                    </a:cubicBezTo>
                    <a:cubicBezTo>
                      <a:pt x="94785" y="8570"/>
                      <a:pt x="94785" y="7498"/>
                      <a:pt x="94780" y="6428"/>
                    </a:cubicBezTo>
                    <a:cubicBezTo>
                      <a:pt x="94780" y="6035"/>
                      <a:pt x="94780" y="5640"/>
                      <a:pt x="94780" y="5248"/>
                    </a:cubicBezTo>
                    <a:cubicBezTo>
                      <a:pt x="94780" y="4710"/>
                      <a:pt x="94777" y="4175"/>
                      <a:pt x="94775" y="3640"/>
                    </a:cubicBezTo>
                    <a:cubicBezTo>
                      <a:pt x="94775" y="3483"/>
                      <a:pt x="94777" y="3325"/>
                      <a:pt x="94777" y="3165"/>
                    </a:cubicBezTo>
                    <a:cubicBezTo>
                      <a:pt x="94765" y="1800"/>
                      <a:pt x="94765" y="1800"/>
                      <a:pt x="94210" y="1250"/>
                    </a:cubicBezTo>
                    <a:cubicBezTo>
                      <a:pt x="93675" y="1160"/>
                      <a:pt x="93675" y="1160"/>
                      <a:pt x="93022" y="1168"/>
                    </a:cubicBezTo>
                    <a:cubicBezTo>
                      <a:pt x="92787" y="1168"/>
                      <a:pt x="92552" y="1170"/>
                      <a:pt x="92312" y="1170"/>
                    </a:cubicBezTo>
                    <a:cubicBezTo>
                      <a:pt x="92068" y="1175"/>
                      <a:pt x="91822" y="1180"/>
                      <a:pt x="91570" y="1188"/>
                    </a:cubicBezTo>
                    <a:cubicBezTo>
                      <a:pt x="91322" y="1188"/>
                      <a:pt x="91077" y="1190"/>
                      <a:pt x="90822" y="1190"/>
                    </a:cubicBezTo>
                    <a:cubicBezTo>
                      <a:pt x="88998" y="1210"/>
                      <a:pt x="88998" y="1210"/>
                      <a:pt x="88710" y="1500"/>
                    </a:cubicBezTo>
                    <a:cubicBezTo>
                      <a:pt x="88675" y="1898"/>
                      <a:pt x="88675" y="1898"/>
                      <a:pt x="88670" y="2420"/>
                    </a:cubicBezTo>
                    <a:cubicBezTo>
                      <a:pt x="88667" y="2620"/>
                      <a:pt x="88665" y="2817"/>
                      <a:pt x="88662" y="3020"/>
                    </a:cubicBezTo>
                    <a:cubicBezTo>
                      <a:pt x="88662" y="3240"/>
                      <a:pt x="88660" y="3460"/>
                      <a:pt x="88657" y="3685"/>
                    </a:cubicBezTo>
                    <a:cubicBezTo>
                      <a:pt x="88655" y="3913"/>
                      <a:pt x="88652" y="4143"/>
                      <a:pt x="88650" y="4380"/>
                    </a:cubicBezTo>
                    <a:cubicBezTo>
                      <a:pt x="88645" y="5010"/>
                      <a:pt x="88640" y="5640"/>
                      <a:pt x="88635" y="6270"/>
                    </a:cubicBezTo>
                    <a:cubicBezTo>
                      <a:pt x="88628" y="6928"/>
                      <a:pt x="88622" y="7585"/>
                      <a:pt x="88615" y="8243"/>
                    </a:cubicBezTo>
                    <a:cubicBezTo>
                      <a:pt x="88603" y="9490"/>
                      <a:pt x="88590" y="10738"/>
                      <a:pt x="88580" y="11983"/>
                    </a:cubicBezTo>
                    <a:cubicBezTo>
                      <a:pt x="88568" y="13403"/>
                      <a:pt x="88555" y="14820"/>
                      <a:pt x="88540" y="16240"/>
                    </a:cubicBezTo>
                    <a:cubicBezTo>
                      <a:pt x="88512" y="19160"/>
                      <a:pt x="88485" y="22080"/>
                      <a:pt x="88460" y="25000"/>
                    </a:cubicBezTo>
                    <a:cubicBezTo>
                      <a:pt x="87782" y="24833"/>
                      <a:pt x="87725" y="24775"/>
                      <a:pt x="87325" y="24138"/>
                    </a:cubicBezTo>
                    <a:cubicBezTo>
                      <a:pt x="87185" y="23868"/>
                      <a:pt x="87047" y="23598"/>
                      <a:pt x="86912" y="23328"/>
                    </a:cubicBezTo>
                    <a:cubicBezTo>
                      <a:pt x="86758" y="23025"/>
                      <a:pt x="86600" y="22725"/>
                      <a:pt x="86442" y="22423"/>
                    </a:cubicBezTo>
                    <a:cubicBezTo>
                      <a:pt x="86363" y="22268"/>
                      <a:pt x="86282" y="22113"/>
                      <a:pt x="86200" y="21953"/>
                    </a:cubicBezTo>
                    <a:cubicBezTo>
                      <a:pt x="85837" y="21268"/>
                      <a:pt x="85455" y="20592"/>
                      <a:pt x="85070" y="19920"/>
                    </a:cubicBezTo>
                    <a:cubicBezTo>
                      <a:pt x="85030" y="19850"/>
                      <a:pt x="85030" y="19850"/>
                      <a:pt x="84825" y="19495"/>
                    </a:cubicBezTo>
                    <a:cubicBezTo>
                      <a:pt x="83848" y="17798"/>
                      <a:pt x="82860" y="16110"/>
                      <a:pt x="81870" y="14420"/>
                    </a:cubicBezTo>
                    <a:cubicBezTo>
                      <a:pt x="81058" y="13030"/>
                      <a:pt x="80250" y="11638"/>
                      <a:pt x="79452" y="10238"/>
                    </a:cubicBezTo>
                    <a:cubicBezTo>
                      <a:pt x="79285" y="9945"/>
                      <a:pt x="79118" y="9650"/>
                      <a:pt x="78950" y="9358"/>
                    </a:cubicBezTo>
                    <a:cubicBezTo>
                      <a:pt x="78707" y="8933"/>
                      <a:pt x="78465" y="8510"/>
                      <a:pt x="78225" y="8085"/>
                    </a:cubicBezTo>
                    <a:cubicBezTo>
                      <a:pt x="75682" y="3590"/>
                      <a:pt x="75682" y="3590"/>
                      <a:pt x="73882" y="2545"/>
                    </a:cubicBezTo>
                    <a:cubicBezTo>
                      <a:pt x="73762" y="2475"/>
                      <a:pt x="73645" y="2403"/>
                      <a:pt x="73522" y="2330"/>
                    </a:cubicBezTo>
                    <a:cubicBezTo>
                      <a:pt x="71290" y="1032"/>
                      <a:pt x="68950" y="558"/>
                      <a:pt x="66422" y="1173"/>
                    </a:cubicBezTo>
                    <a:cubicBezTo>
                      <a:pt x="63743" y="1928"/>
                      <a:pt x="61527" y="3623"/>
                      <a:pt x="60137" y="6065"/>
                    </a:cubicBezTo>
                    <a:cubicBezTo>
                      <a:pt x="59085" y="8293"/>
                      <a:pt x="59162" y="10595"/>
                      <a:pt x="59130" y="13005"/>
                    </a:cubicBezTo>
                    <a:cubicBezTo>
                      <a:pt x="59125" y="13345"/>
                      <a:pt x="59120" y="13685"/>
                      <a:pt x="59115" y="14025"/>
                    </a:cubicBezTo>
                    <a:cubicBezTo>
                      <a:pt x="59100" y="14913"/>
                      <a:pt x="59090" y="15800"/>
                      <a:pt x="59077" y="16688"/>
                    </a:cubicBezTo>
                    <a:cubicBezTo>
                      <a:pt x="59065" y="17598"/>
                      <a:pt x="59050" y="18505"/>
                      <a:pt x="59037" y="19413"/>
                    </a:cubicBezTo>
                    <a:cubicBezTo>
                      <a:pt x="59010" y="21192"/>
                      <a:pt x="58985" y="22970"/>
                      <a:pt x="58960" y="24750"/>
                    </a:cubicBezTo>
                    <a:cubicBezTo>
                      <a:pt x="58092" y="24348"/>
                      <a:pt x="57772" y="24065"/>
                      <a:pt x="57330" y="23208"/>
                    </a:cubicBezTo>
                    <a:cubicBezTo>
                      <a:pt x="57215" y="22993"/>
                      <a:pt x="57100" y="22778"/>
                      <a:pt x="56983" y="22555"/>
                    </a:cubicBezTo>
                    <a:cubicBezTo>
                      <a:pt x="56925" y="22440"/>
                      <a:pt x="56865" y="22323"/>
                      <a:pt x="56802" y="22205"/>
                    </a:cubicBezTo>
                    <a:cubicBezTo>
                      <a:pt x="56478" y="21575"/>
                      <a:pt x="56145" y="20953"/>
                      <a:pt x="55810" y="20330"/>
                    </a:cubicBezTo>
                    <a:cubicBezTo>
                      <a:pt x="55740" y="20198"/>
                      <a:pt x="55672" y="20067"/>
                      <a:pt x="55600" y="19933"/>
                    </a:cubicBezTo>
                    <a:cubicBezTo>
                      <a:pt x="54855" y="18538"/>
                      <a:pt x="54060" y="17175"/>
                      <a:pt x="53257" y="15812"/>
                    </a:cubicBezTo>
                    <a:cubicBezTo>
                      <a:pt x="52962" y="15312"/>
                      <a:pt x="52667" y="14812"/>
                      <a:pt x="52375" y="14312"/>
                    </a:cubicBezTo>
                    <a:cubicBezTo>
                      <a:pt x="52337" y="14250"/>
                      <a:pt x="52337" y="14250"/>
                      <a:pt x="52150" y="13930"/>
                    </a:cubicBezTo>
                    <a:cubicBezTo>
                      <a:pt x="51585" y="12965"/>
                      <a:pt x="51027" y="11995"/>
                      <a:pt x="50475" y="11020"/>
                    </a:cubicBezTo>
                    <a:cubicBezTo>
                      <a:pt x="50308" y="10730"/>
                      <a:pt x="50142" y="10440"/>
                      <a:pt x="49978" y="10148"/>
                    </a:cubicBezTo>
                    <a:cubicBezTo>
                      <a:pt x="49738" y="9730"/>
                      <a:pt x="49500" y="9310"/>
                      <a:pt x="49262" y="8890"/>
                    </a:cubicBezTo>
                    <a:cubicBezTo>
                      <a:pt x="48457" y="7460"/>
                      <a:pt x="47620" y="6070"/>
                      <a:pt x="46657" y="4738"/>
                    </a:cubicBezTo>
                    <a:cubicBezTo>
                      <a:pt x="46577" y="4625"/>
                      <a:pt x="46495" y="4513"/>
                      <a:pt x="46412" y="4398"/>
                    </a:cubicBezTo>
                    <a:cubicBezTo>
                      <a:pt x="44907" y="2360"/>
                      <a:pt x="42777" y="1315"/>
                      <a:pt x="40310" y="938"/>
                    </a:cubicBezTo>
                    <a:cubicBezTo>
                      <a:pt x="36587" y="532"/>
                      <a:pt x="33637" y="2192"/>
                      <a:pt x="31305" y="4983"/>
                    </a:cubicBezTo>
                    <a:close/>
                  </a:path>
                </a:pathLst>
              </a:custGeom>
              <a:solidFill>
                <a:srgbClr val="F4B8B7"/>
              </a:solidFill>
              <a:ln w="0">
                <a:noFill/>
              </a:ln>
            </p:spPr>
          </p:sp>
        </p:grpSp>
        <p:grpSp>
          <p:nvGrpSpPr>
            <p:cNvPr id="178" name="Vector icon - guardian"/>
            <p:cNvGrpSpPr/>
            <p:nvPr/>
          </p:nvGrpSpPr>
          <p:grpSpPr>
            <a:xfrm>
              <a:off x="126279" y="2488700"/>
              <a:ext cx="1266764" cy="433836"/>
              <a:chOff x="126279" y="2488700"/>
              <a:chExt cx="1266764" cy="433836"/>
            </a:xfrm>
          </p:grpSpPr>
          <p:sp>
            <p:nvSpPr>
              <p:cNvPr id="148" name="guardian vector"/>
              <p:cNvSpPr/>
              <p:nvPr/>
            </p:nvSpPr>
            <p:spPr>
              <a:xfrm>
                <a:off x="126279" y="2669499"/>
                <a:ext cx="1266764" cy="253037"/>
              </a:xfrm>
              <a:custGeom>
                <a:avLst/>
                <a:gdLst/>
                <a:ahLst/>
                <a:cxnLst/>
                <a:rect l="0" t="0" r="r" b="b"/>
                <a:pathLst>
                  <a:path w="138535" h="27673" fill="norm" stroke="0">
                    <a:moveTo>
                      <a:pt x="89940" y="310"/>
                    </a:moveTo>
                    <a:cubicBezTo>
                      <a:pt x="90420" y="865"/>
                      <a:pt x="90500" y="1265"/>
                      <a:pt x="90490" y="1988"/>
                    </a:cubicBezTo>
                    <a:cubicBezTo>
                      <a:pt x="90488" y="2175"/>
                      <a:pt x="90488" y="2363"/>
                      <a:pt x="90485" y="2555"/>
                    </a:cubicBezTo>
                    <a:cubicBezTo>
                      <a:pt x="90482" y="2757"/>
                      <a:pt x="90477" y="2962"/>
                      <a:pt x="90472" y="3173"/>
                    </a:cubicBezTo>
                    <a:cubicBezTo>
                      <a:pt x="90472" y="3280"/>
                      <a:pt x="90472" y="3280"/>
                      <a:pt x="90465" y="3825"/>
                    </a:cubicBezTo>
                    <a:cubicBezTo>
                      <a:pt x="90460" y="4293"/>
                      <a:pt x="90455" y="4760"/>
                      <a:pt x="90447" y="5230"/>
                    </a:cubicBezTo>
                    <a:cubicBezTo>
                      <a:pt x="90435" y="5970"/>
                      <a:pt x="90430" y="6710"/>
                      <a:pt x="90422" y="7452"/>
                    </a:cubicBezTo>
                    <a:cubicBezTo>
                      <a:pt x="90408" y="9558"/>
                      <a:pt x="90385" y="11663"/>
                      <a:pt x="90355" y="13770"/>
                    </a:cubicBezTo>
                    <a:cubicBezTo>
                      <a:pt x="90335" y="15058"/>
                      <a:pt x="90325" y="16345"/>
                      <a:pt x="90318" y="17632"/>
                    </a:cubicBezTo>
                    <a:cubicBezTo>
                      <a:pt x="90312" y="18125"/>
                      <a:pt x="90308" y="18615"/>
                      <a:pt x="90298" y="19108"/>
                    </a:cubicBezTo>
                    <a:cubicBezTo>
                      <a:pt x="90282" y="19793"/>
                      <a:pt x="90280" y="20480"/>
                      <a:pt x="90278" y="21165"/>
                    </a:cubicBezTo>
                    <a:cubicBezTo>
                      <a:pt x="90275" y="21267"/>
                      <a:pt x="90275" y="21267"/>
                      <a:pt x="90260" y="21782"/>
                    </a:cubicBezTo>
                    <a:cubicBezTo>
                      <a:pt x="90268" y="23115"/>
                      <a:pt x="90268" y="23115"/>
                      <a:pt x="90755" y="23668"/>
                    </a:cubicBezTo>
                    <a:cubicBezTo>
                      <a:pt x="91452" y="24168"/>
                      <a:pt x="91922" y="24385"/>
                      <a:pt x="92785" y="24248"/>
                    </a:cubicBezTo>
                    <a:cubicBezTo>
                      <a:pt x="93000" y="24185"/>
                      <a:pt x="93218" y="24123"/>
                      <a:pt x="93440" y="24060"/>
                    </a:cubicBezTo>
                    <a:cubicBezTo>
                      <a:pt x="93475" y="22415"/>
                      <a:pt x="93502" y="20770"/>
                      <a:pt x="93518" y="19125"/>
                    </a:cubicBezTo>
                    <a:cubicBezTo>
                      <a:pt x="93525" y="18360"/>
                      <a:pt x="93535" y="17598"/>
                      <a:pt x="93552" y="16832"/>
                    </a:cubicBezTo>
                    <a:cubicBezTo>
                      <a:pt x="93570" y="16095"/>
                      <a:pt x="93578" y="15358"/>
                      <a:pt x="93582" y="14620"/>
                    </a:cubicBezTo>
                    <a:cubicBezTo>
                      <a:pt x="93585" y="14340"/>
                      <a:pt x="93590" y="14058"/>
                      <a:pt x="93598" y="13777"/>
                    </a:cubicBezTo>
                    <a:cubicBezTo>
                      <a:pt x="93660" y="11560"/>
                      <a:pt x="93660" y="11560"/>
                      <a:pt x="93105" y="10928"/>
                    </a:cubicBezTo>
                    <a:cubicBezTo>
                      <a:pt x="92697" y="10663"/>
                      <a:pt x="92697" y="10663"/>
                      <a:pt x="92288" y="10480"/>
                    </a:cubicBezTo>
                    <a:cubicBezTo>
                      <a:pt x="91940" y="10310"/>
                      <a:pt x="91940" y="10310"/>
                      <a:pt x="91690" y="9780"/>
                    </a:cubicBezTo>
                    <a:cubicBezTo>
                      <a:pt x="91690" y="9310"/>
                      <a:pt x="91690" y="9310"/>
                      <a:pt x="92190" y="8810"/>
                    </a:cubicBezTo>
                    <a:cubicBezTo>
                      <a:pt x="92640" y="8663"/>
                      <a:pt x="93075" y="8543"/>
                      <a:pt x="93535" y="8435"/>
                    </a:cubicBezTo>
                    <a:cubicBezTo>
                      <a:pt x="93600" y="8420"/>
                      <a:pt x="93600" y="8420"/>
                      <a:pt x="93935" y="8340"/>
                    </a:cubicBezTo>
                    <a:cubicBezTo>
                      <a:pt x="97995" y="7390"/>
                      <a:pt x="97995" y="7390"/>
                      <a:pt x="99940" y="7560"/>
                    </a:cubicBezTo>
                    <a:cubicBezTo>
                      <a:pt x="100570" y="8190"/>
                      <a:pt x="100508" y="8413"/>
                      <a:pt x="100520" y="9288"/>
                    </a:cubicBezTo>
                    <a:cubicBezTo>
                      <a:pt x="100522" y="9413"/>
                      <a:pt x="100525" y="9535"/>
                      <a:pt x="100528" y="9665"/>
                    </a:cubicBezTo>
                    <a:cubicBezTo>
                      <a:pt x="100535" y="10075"/>
                      <a:pt x="100540" y="10488"/>
                      <a:pt x="100542" y="10897"/>
                    </a:cubicBezTo>
                    <a:cubicBezTo>
                      <a:pt x="100548" y="11183"/>
                      <a:pt x="100552" y="11468"/>
                      <a:pt x="100558" y="11752"/>
                    </a:cubicBezTo>
                    <a:cubicBezTo>
                      <a:pt x="100570" y="12505"/>
                      <a:pt x="100580" y="13255"/>
                      <a:pt x="100590" y="14005"/>
                    </a:cubicBezTo>
                    <a:cubicBezTo>
                      <a:pt x="100600" y="14770"/>
                      <a:pt x="100612" y="15538"/>
                      <a:pt x="100625" y="16303"/>
                    </a:cubicBezTo>
                    <a:cubicBezTo>
                      <a:pt x="100650" y="17805"/>
                      <a:pt x="100670" y="19308"/>
                      <a:pt x="100690" y="20810"/>
                    </a:cubicBezTo>
                    <a:cubicBezTo>
                      <a:pt x="100738" y="20655"/>
                      <a:pt x="100785" y="20502"/>
                      <a:pt x="100832" y="20343"/>
                    </a:cubicBezTo>
                    <a:cubicBezTo>
                      <a:pt x="100898" y="20140"/>
                      <a:pt x="100962" y="19938"/>
                      <a:pt x="101028" y="19730"/>
                    </a:cubicBezTo>
                    <a:cubicBezTo>
                      <a:pt x="101090" y="19530"/>
                      <a:pt x="101152" y="19330"/>
                      <a:pt x="101218" y="19123"/>
                    </a:cubicBezTo>
                    <a:cubicBezTo>
                      <a:pt x="101722" y="17848"/>
                      <a:pt x="102765" y="17190"/>
                      <a:pt x="103940" y="16560"/>
                    </a:cubicBezTo>
                    <a:cubicBezTo>
                      <a:pt x="103992" y="16530"/>
                      <a:pt x="103992" y="16530"/>
                      <a:pt x="104262" y="16377"/>
                    </a:cubicBezTo>
                    <a:cubicBezTo>
                      <a:pt x="105272" y="15830"/>
                      <a:pt x="106252" y="15598"/>
                      <a:pt x="107378" y="15405"/>
                    </a:cubicBezTo>
                    <a:cubicBezTo>
                      <a:pt x="107710" y="15345"/>
                      <a:pt x="108042" y="15282"/>
                      <a:pt x="108372" y="15223"/>
                    </a:cubicBezTo>
                    <a:cubicBezTo>
                      <a:pt x="108518" y="15197"/>
                      <a:pt x="108662" y="15173"/>
                      <a:pt x="108812" y="15145"/>
                    </a:cubicBezTo>
                    <a:cubicBezTo>
                      <a:pt x="109190" y="15060"/>
                      <a:pt x="109190" y="15060"/>
                      <a:pt x="109690" y="14810"/>
                    </a:cubicBezTo>
                    <a:cubicBezTo>
                      <a:pt x="109705" y="14210"/>
                      <a:pt x="109712" y="13613"/>
                      <a:pt x="109720" y="13012"/>
                    </a:cubicBezTo>
                    <a:cubicBezTo>
                      <a:pt x="109725" y="12845"/>
                      <a:pt x="109730" y="12678"/>
                      <a:pt x="109735" y="12502"/>
                    </a:cubicBezTo>
                    <a:cubicBezTo>
                      <a:pt x="109745" y="11480"/>
                      <a:pt x="109680" y="10718"/>
                      <a:pt x="109190" y="9810"/>
                    </a:cubicBezTo>
                    <a:cubicBezTo>
                      <a:pt x="108617" y="9525"/>
                      <a:pt x="108292" y="9535"/>
                      <a:pt x="107660" y="9545"/>
                    </a:cubicBezTo>
                    <a:cubicBezTo>
                      <a:pt x="107568" y="9545"/>
                      <a:pt x="107568" y="9545"/>
                      <a:pt x="107110" y="9550"/>
                    </a:cubicBezTo>
                    <a:cubicBezTo>
                      <a:pt x="107040" y="9553"/>
                      <a:pt x="107040" y="9553"/>
                      <a:pt x="106690" y="9560"/>
                    </a:cubicBezTo>
                    <a:cubicBezTo>
                      <a:pt x="106665" y="9645"/>
                      <a:pt x="106665" y="9645"/>
                      <a:pt x="106535" y="10075"/>
                    </a:cubicBezTo>
                    <a:cubicBezTo>
                      <a:pt x="106210" y="10900"/>
                      <a:pt x="105638" y="11480"/>
                      <a:pt x="105052" y="12132"/>
                    </a:cubicBezTo>
                    <a:cubicBezTo>
                      <a:pt x="104740" y="12500"/>
                      <a:pt x="104500" y="12843"/>
                      <a:pt x="104268" y="13262"/>
                    </a:cubicBezTo>
                    <a:cubicBezTo>
                      <a:pt x="103942" y="13805"/>
                      <a:pt x="103772" y="14077"/>
                      <a:pt x="103190" y="14310"/>
                    </a:cubicBezTo>
                    <a:cubicBezTo>
                      <a:pt x="102310" y="14180"/>
                      <a:pt x="102310" y="14180"/>
                      <a:pt x="101940" y="13810"/>
                    </a:cubicBezTo>
                    <a:cubicBezTo>
                      <a:pt x="101917" y="13455"/>
                      <a:pt x="101912" y="13100"/>
                      <a:pt x="101915" y="12748"/>
                    </a:cubicBezTo>
                    <a:cubicBezTo>
                      <a:pt x="101917" y="12532"/>
                      <a:pt x="101917" y="12320"/>
                      <a:pt x="101917" y="12100"/>
                    </a:cubicBezTo>
                    <a:cubicBezTo>
                      <a:pt x="101920" y="11875"/>
                      <a:pt x="101922" y="11650"/>
                      <a:pt x="101925" y="11420"/>
                    </a:cubicBezTo>
                    <a:cubicBezTo>
                      <a:pt x="101925" y="11195"/>
                      <a:pt x="101928" y="10968"/>
                      <a:pt x="101928" y="10738"/>
                    </a:cubicBezTo>
                    <a:cubicBezTo>
                      <a:pt x="101930" y="10178"/>
                      <a:pt x="101935" y="9620"/>
                      <a:pt x="101940" y="9060"/>
                    </a:cubicBezTo>
                    <a:cubicBezTo>
                      <a:pt x="104912" y="7170"/>
                      <a:pt x="108712" y="6960"/>
                      <a:pt x="112128" y="7605"/>
                    </a:cubicBezTo>
                    <a:cubicBezTo>
                      <a:pt x="113875" y="8005"/>
                      <a:pt x="115165" y="8808"/>
                      <a:pt x="116197" y="10275"/>
                    </a:cubicBezTo>
                    <a:cubicBezTo>
                      <a:pt x="116938" y="11902"/>
                      <a:pt x="116998" y="13498"/>
                      <a:pt x="116945" y="15257"/>
                    </a:cubicBezTo>
                    <a:cubicBezTo>
                      <a:pt x="116938" y="15725"/>
                      <a:pt x="116930" y="16190"/>
                      <a:pt x="116923" y="16657"/>
                    </a:cubicBezTo>
                    <a:cubicBezTo>
                      <a:pt x="116910" y="17385"/>
                      <a:pt x="116892" y="18113"/>
                      <a:pt x="116872" y="18840"/>
                    </a:cubicBezTo>
                    <a:cubicBezTo>
                      <a:pt x="116855" y="19548"/>
                      <a:pt x="116845" y="20255"/>
                      <a:pt x="116835" y="20963"/>
                    </a:cubicBezTo>
                    <a:cubicBezTo>
                      <a:pt x="116827" y="21178"/>
                      <a:pt x="116820" y="21395"/>
                      <a:pt x="116810" y="21620"/>
                    </a:cubicBezTo>
                    <a:cubicBezTo>
                      <a:pt x="116800" y="23100"/>
                      <a:pt x="116800" y="23100"/>
                      <a:pt x="117225" y="23733"/>
                    </a:cubicBezTo>
                    <a:cubicBezTo>
                      <a:pt x="117532" y="24043"/>
                      <a:pt x="117835" y="24310"/>
                      <a:pt x="118190" y="24560"/>
                    </a:cubicBezTo>
                    <a:cubicBezTo>
                      <a:pt x="119410" y="24123"/>
                      <a:pt x="119410" y="24123"/>
                      <a:pt x="119690" y="23560"/>
                    </a:cubicBezTo>
                    <a:cubicBezTo>
                      <a:pt x="119712" y="23160"/>
                      <a:pt x="119720" y="22757"/>
                      <a:pt x="119718" y="22355"/>
                    </a:cubicBezTo>
                    <a:cubicBezTo>
                      <a:pt x="119718" y="22295"/>
                      <a:pt x="119718" y="22295"/>
                      <a:pt x="119718" y="21985"/>
                    </a:cubicBezTo>
                    <a:cubicBezTo>
                      <a:pt x="119718" y="21582"/>
                      <a:pt x="119718" y="21180"/>
                      <a:pt x="119715" y="20777"/>
                    </a:cubicBezTo>
                    <a:cubicBezTo>
                      <a:pt x="119715" y="20498"/>
                      <a:pt x="119712" y="20218"/>
                      <a:pt x="119712" y="19938"/>
                    </a:cubicBezTo>
                    <a:cubicBezTo>
                      <a:pt x="119712" y="19202"/>
                      <a:pt x="119710" y="18468"/>
                      <a:pt x="119707" y="17730"/>
                    </a:cubicBezTo>
                    <a:cubicBezTo>
                      <a:pt x="119705" y="16980"/>
                      <a:pt x="119702" y="16230"/>
                      <a:pt x="119702" y="15480"/>
                    </a:cubicBezTo>
                    <a:cubicBezTo>
                      <a:pt x="119700" y="14005"/>
                      <a:pt x="119695" y="12532"/>
                      <a:pt x="119690" y="11060"/>
                    </a:cubicBezTo>
                    <a:cubicBezTo>
                      <a:pt x="119113" y="10730"/>
                      <a:pt x="118535" y="10400"/>
                      <a:pt x="117940" y="10060"/>
                    </a:cubicBezTo>
                    <a:cubicBezTo>
                      <a:pt x="118022" y="9647"/>
                      <a:pt x="118105" y="9235"/>
                      <a:pt x="118190" y="8810"/>
                    </a:cubicBezTo>
                    <a:cubicBezTo>
                      <a:pt x="120848" y="7952"/>
                      <a:pt x="123363" y="7188"/>
                      <a:pt x="126190" y="7310"/>
                    </a:cubicBezTo>
                    <a:cubicBezTo>
                      <a:pt x="126355" y="7723"/>
                      <a:pt x="126520" y="8135"/>
                      <a:pt x="126690" y="8560"/>
                    </a:cubicBezTo>
                    <a:cubicBezTo>
                      <a:pt x="127450" y="8395"/>
                      <a:pt x="128110" y="8137"/>
                      <a:pt x="128815" y="7810"/>
                    </a:cubicBezTo>
                    <a:cubicBezTo>
                      <a:pt x="130468" y="7040"/>
                      <a:pt x="132212" y="6688"/>
                      <a:pt x="134002" y="7230"/>
                    </a:cubicBezTo>
                    <a:cubicBezTo>
                      <a:pt x="135172" y="7765"/>
                      <a:pt x="136045" y="8440"/>
                      <a:pt x="136690" y="9560"/>
                    </a:cubicBezTo>
                    <a:cubicBezTo>
                      <a:pt x="137238" y="11185"/>
                      <a:pt x="137242" y="12798"/>
                      <a:pt x="137195" y="14493"/>
                    </a:cubicBezTo>
                    <a:cubicBezTo>
                      <a:pt x="137190" y="14743"/>
                      <a:pt x="137188" y="14995"/>
                      <a:pt x="137185" y="15245"/>
                    </a:cubicBezTo>
                    <a:cubicBezTo>
                      <a:pt x="137170" y="16300"/>
                      <a:pt x="137150" y="17353"/>
                      <a:pt x="137122" y="18407"/>
                    </a:cubicBezTo>
                    <a:cubicBezTo>
                      <a:pt x="137108" y="19058"/>
                      <a:pt x="137098" y="19705"/>
                      <a:pt x="137090" y="20355"/>
                    </a:cubicBezTo>
                    <a:cubicBezTo>
                      <a:pt x="137085" y="20718"/>
                      <a:pt x="137072" y="21082"/>
                      <a:pt x="137060" y="21445"/>
                    </a:cubicBezTo>
                    <a:cubicBezTo>
                      <a:pt x="137052" y="22570"/>
                      <a:pt x="137062" y="23303"/>
                      <a:pt x="137815" y="24178"/>
                    </a:cubicBezTo>
                    <a:cubicBezTo>
                      <a:pt x="137930" y="24285"/>
                      <a:pt x="138042" y="24392"/>
                      <a:pt x="138160" y="24505"/>
                    </a:cubicBezTo>
                    <a:cubicBezTo>
                      <a:pt x="138440" y="24810"/>
                      <a:pt x="138440" y="24810"/>
                      <a:pt x="138535" y="25512"/>
                    </a:cubicBezTo>
                    <a:cubicBezTo>
                      <a:pt x="138440" y="26060"/>
                      <a:pt x="138440" y="26060"/>
                      <a:pt x="138190" y="26310"/>
                    </a:cubicBezTo>
                    <a:cubicBezTo>
                      <a:pt x="137818" y="26340"/>
                      <a:pt x="137818" y="26340"/>
                      <a:pt x="137335" y="26338"/>
                    </a:cubicBezTo>
                    <a:cubicBezTo>
                      <a:pt x="137245" y="26338"/>
                      <a:pt x="137245" y="26338"/>
                      <a:pt x="136790" y="26338"/>
                    </a:cubicBezTo>
                    <a:cubicBezTo>
                      <a:pt x="136595" y="26338"/>
                      <a:pt x="136398" y="26335"/>
                      <a:pt x="136198" y="26335"/>
                    </a:cubicBezTo>
                    <a:cubicBezTo>
                      <a:pt x="136098" y="26335"/>
                      <a:pt x="136098" y="26335"/>
                      <a:pt x="135592" y="26332"/>
                    </a:cubicBezTo>
                    <a:cubicBezTo>
                      <a:pt x="134952" y="26332"/>
                      <a:pt x="134315" y="26330"/>
                      <a:pt x="133675" y="26325"/>
                    </a:cubicBezTo>
                    <a:cubicBezTo>
                      <a:pt x="133242" y="26325"/>
                      <a:pt x="132810" y="26322"/>
                      <a:pt x="132378" y="26322"/>
                    </a:cubicBezTo>
                    <a:cubicBezTo>
                      <a:pt x="131315" y="26320"/>
                      <a:pt x="130252" y="26315"/>
                      <a:pt x="129190" y="26310"/>
                    </a:cubicBezTo>
                    <a:cubicBezTo>
                      <a:pt x="129025" y="25897"/>
                      <a:pt x="128860" y="25485"/>
                      <a:pt x="128690" y="25060"/>
                    </a:cubicBezTo>
                    <a:cubicBezTo>
                      <a:pt x="128735" y="25020"/>
                      <a:pt x="128735" y="25020"/>
                      <a:pt x="128960" y="24825"/>
                    </a:cubicBezTo>
                    <a:cubicBezTo>
                      <a:pt x="129950" y="23827"/>
                      <a:pt x="130082" y="23038"/>
                      <a:pt x="130088" y="21655"/>
                    </a:cubicBezTo>
                    <a:cubicBezTo>
                      <a:pt x="130082" y="21415"/>
                      <a:pt x="130077" y="21173"/>
                      <a:pt x="130070" y="20925"/>
                    </a:cubicBezTo>
                    <a:cubicBezTo>
                      <a:pt x="130070" y="20670"/>
                      <a:pt x="130068" y="20418"/>
                      <a:pt x="130068" y="20163"/>
                    </a:cubicBezTo>
                    <a:cubicBezTo>
                      <a:pt x="130065" y="19498"/>
                      <a:pt x="130053" y="18835"/>
                      <a:pt x="130040" y="18170"/>
                    </a:cubicBezTo>
                    <a:cubicBezTo>
                      <a:pt x="130032" y="17627"/>
                      <a:pt x="130028" y="17085"/>
                      <a:pt x="130025" y="16543"/>
                    </a:cubicBezTo>
                    <a:cubicBezTo>
                      <a:pt x="130020" y="15420"/>
                      <a:pt x="130008" y="14298"/>
                      <a:pt x="129988" y="13178"/>
                    </a:cubicBezTo>
                    <a:cubicBezTo>
                      <a:pt x="129985" y="12980"/>
                      <a:pt x="129982" y="12780"/>
                      <a:pt x="129977" y="12577"/>
                    </a:cubicBezTo>
                    <a:cubicBezTo>
                      <a:pt x="129942" y="12108"/>
                      <a:pt x="129865" y="11745"/>
                      <a:pt x="129690" y="11310"/>
                    </a:cubicBezTo>
                    <a:cubicBezTo>
                      <a:pt x="127865" y="10978"/>
                      <a:pt x="127865" y="10978"/>
                      <a:pt x="126940" y="11310"/>
                    </a:cubicBezTo>
                    <a:cubicBezTo>
                      <a:pt x="126740" y="12022"/>
                      <a:pt x="126652" y="12668"/>
                      <a:pt x="126637" y="13405"/>
                    </a:cubicBezTo>
                    <a:cubicBezTo>
                      <a:pt x="126635" y="13512"/>
                      <a:pt x="126635" y="13512"/>
                      <a:pt x="126622" y="14055"/>
                    </a:cubicBezTo>
                    <a:cubicBezTo>
                      <a:pt x="126607" y="15032"/>
                      <a:pt x="126598" y="16010"/>
                      <a:pt x="126588" y="16990"/>
                    </a:cubicBezTo>
                    <a:cubicBezTo>
                      <a:pt x="126585" y="17505"/>
                      <a:pt x="126575" y="18017"/>
                      <a:pt x="126562" y="18532"/>
                    </a:cubicBezTo>
                    <a:cubicBezTo>
                      <a:pt x="126545" y="19277"/>
                      <a:pt x="126540" y="20022"/>
                      <a:pt x="126535" y="20767"/>
                    </a:cubicBezTo>
                    <a:cubicBezTo>
                      <a:pt x="126528" y="20998"/>
                      <a:pt x="126520" y="21225"/>
                      <a:pt x="126512" y="21460"/>
                    </a:cubicBezTo>
                    <a:cubicBezTo>
                      <a:pt x="126517" y="22965"/>
                      <a:pt x="126815" y="23618"/>
                      <a:pt x="127878" y="24678"/>
                    </a:cubicBezTo>
                    <a:cubicBezTo>
                      <a:pt x="128190" y="25060"/>
                      <a:pt x="128190" y="25060"/>
                      <a:pt x="128160" y="25795"/>
                    </a:cubicBezTo>
                    <a:cubicBezTo>
                      <a:pt x="128088" y="25965"/>
                      <a:pt x="128015" y="26135"/>
                      <a:pt x="127940" y="26310"/>
                    </a:cubicBezTo>
                    <a:cubicBezTo>
                      <a:pt x="127875" y="26310"/>
                      <a:pt x="127875" y="26310"/>
                      <a:pt x="127548" y="26308"/>
                    </a:cubicBezTo>
                    <a:cubicBezTo>
                      <a:pt x="126195" y="26303"/>
                      <a:pt x="124845" y="26300"/>
                      <a:pt x="123495" y="26298"/>
                    </a:cubicBezTo>
                    <a:cubicBezTo>
                      <a:pt x="122990" y="26295"/>
                      <a:pt x="122488" y="26293"/>
                      <a:pt x="121982" y="26290"/>
                    </a:cubicBezTo>
                    <a:cubicBezTo>
                      <a:pt x="121258" y="26288"/>
                      <a:pt x="120535" y="26288"/>
                      <a:pt x="119810" y="26285"/>
                    </a:cubicBezTo>
                    <a:cubicBezTo>
                      <a:pt x="119585" y="26285"/>
                      <a:pt x="119358" y="26282"/>
                      <a:pt x="119125" y="26282"/>
                    </a:cubicBezTo>
                    <a:cubicBezTo>
                      <a:pt x="118915" y="26282"/>
                      <a:pt x="118705" y="26282"/>
                      <a:pt x="118490" y="26282"/>
                    </a:cubicBezTo>
                    <a:cubicBezTo>
                      <a:pt x="118305" y="26280"/>
                      <a:pt x="118120" y="26280"/>
                      <a:pt x="117930" y="26280"/>
                    </a:cubicBezTo>
                    <a:cubicBezTo>
                      <a:pt x="117465" y="26308"/>
                      <a:pt x="117122" y="26397"/>
                      <a:pt x="116690" y="26560"/>
                    </a:cubicBezTo>
                    <a:cubicBezTo>
                      <a:pt x="116045" y="26620"/>
                      <a:pt x="115400" y="26618"/>
                      <a:pt x="114752" y="26623"/>
                    </a:cubicBezTo>
                    <a:cubicBezTo>
                      <a:pt x="114580" y="26627"/>
                      <a:pt x="114408" y="26632"/>
                      <a:pt x="114230" y="26637"/>
                    </a:cubicBezTo>
                    <a:cubicBezTo>
                      <a:pt x="112968" y="26647"/>
                      <a:pt x="112060" y="26375"/>
                      <a:pt x="110940" y="25810"/>
                    </a:cubicBezTo>
                    <a:cubicBezTo>
                      <a:pt x="110392" y="25590"/>
                      <a:pt x="110392" y="25590"/>
                      <a:pt x="109940" y="25560"/>
                    </a:cubicBezTo>
                    <a:cubicBezTo>
                      <a:pt x="109800" y="25668"/>
                      <a:pt x="109662" y="25777"/>
                      <a:pt x="109518" y="25887"/>
                    </a:cubicBezTo>
                    <a:cubicBezTo>
                      <a:pt x="108142" y="26892"/>
                      <a:pt x="106452" y="26892"/>
                      <a:pt x="104818" y="26683"/>
                    </a:cubicBezTo>
                    <a:cubicBezTo>
                      <a:pt x="103822" y="26488"/>
                      <a:pt x="102885" y="26173"/>
                      <a:pt x="101940" y="25810"/>
                    </a:cubicBezTo>
                    <a:cubicBezTo>
                      <a:pt x="101775" y="25975"/>
                      <a:pt x="101610" y="26140"/>
                      <a:pt x="101440" y="26310"/>
                    </a:cubicBezTo>
                    <a:cubicBezTo>
                      <a:pt x="101045" y="26373"/>
                      <a:pt x="101045" y="26373"/>
                      <a:pt x="100572" y="26370"/>
                    </a:cubicBezTo>
                    <a:cubicBezTo>
                      <a:pt x="100395" y="26373"/>
                      <a:pt x="100220" y="26373"/>
                      <a:pt x="100038" y="26373"/>
                    </a:cubicBezTo>
                    <a:cubicBezTo>
                      <a:pt x="99845" y="26373"/>
                      <a:pt x="99655" y="26370"/>
                      <a:pt x="99458" y="26368"/>
                    </a:cubicBezTo>
                    <a:cubicBezTo>
                      <a:pt x="99260" y="26368"/>
                      <a:pt x="99065" y="26368"/>
                      <a:pt x="98862" y="26368"/>
                    </a:cubicBezTo>
                    <a:cubicBezTo>
                      <a:pt x="98445" y="26368"/>
                      <a:pt x="98028" y="26365"/>
                      <a:pt x="97612" y="26363"/>
                    </a:cubicBezTo>
                    <a:cubicBezTo>
                      <a:pt x="96975" y="26358"/>
                      <a:pt x="96340" y="26358"/>
                      <a:pt x="95702" y="26358"/>
                    </a:cubicBezTo>
                    <a:cubicBezTo>
                      <a:pt x="95298" y="26355"/>
                      <a:pt x="94892" y="26353"/>
                      <a:pt x="94490" y="26353"/>
                    </a:cubicBezTo>
                    <a:cubicBezTo>
                      <a:pt x="94298" y="26353"/>
                      <a:pt x="94108" y="26353"/>
                      <a:pt x="93912" y="26350"/>
                    </a:cubicBezTo>
                    <a:cubicBezTo>
                      <a:pt x="92555" y="26340"/>
                      <a:pt x="92555" y="26340"/>
                      <a:pt x="91875" y="26168"/>
                    </a:cubicBezTo>
                    <a:cubicBezTo>
                      <a:pt x="91318" y="26030"/>
                      <a:pt x="90988" y="26152"/>
                      <a:pt x="90440" y="26310"/>
                    </a:cubicBezTo>
                    <a:cubicBezTo>
                      <a:pt x="89612" y="26413"/>
                      <a:pt x="88780" y="26485"/>
                      <a:pt x="87950" y="26555"/>
                    </a:cubicBezTo>
                    <a:cubicBezTo>
                      <a:pt x="87550" y="26590"/>
                      <a:pt x="87150" y="26630"/>
                      <a:pt x="86750" y="26668"/>
                    </a:cubicBezTo>
                    <a:cubicBezTo>
                      <a:pt x="86495" y="26690"/>
                      <a:pt x="86240" y="26713"/>
                      <a:pt x="85985" y="26735"/>
                    </a:cubicBezTo>
                    <a:cubicBezTo>
                      <a:pt x="85755" y="26755"/>
                      <a:pt x="85525" y="26775"/>
                      <a:pt x="85288" y="26798"/>
                    </a:cubicBezTo>
                    <a:cubicBezTo>
                      <a:pt x="84748" y="26808"/>
                      <a:pt x="84415" y="26808"/>
                      <a:pt x="83940" y="26560"/>
                    </a:cubicBezTo>
                    <a:cubicBezTo>
                      <a:pt x="83858" y="26395"/>
                      <a:pt x="83775" y="26230"/>
                      <a:pt x="83690" y="26060"/>
                    </a:cubicBezTo>
                    <a:cubicBezTo>
                      <a:pt x="83095" y="26175"/>
                      <a:pt x="82505" y="26295"/>
                      <a:pt x="81917" y="26438"/>
                    </a:cubicBezTo>
                    <a:cubicBezTo>
                      <a:pt x="79638" y="26988"/>
                      <a:pt x="77617" y="27010"/>
                      <a:pt x="75500" y="25810"/>
                    </a:cubicBezTo>
                    <a:cubicBezTo>
                      <a:pt x="73412" y="24228"/>
                      <a:pt x="72592" y="22025"/>
                      <a:pt x="72240" y="19525"/>
                    </a:cubicBezTo>
                    <a:cubicBezTo>
                      <a:pt x="72035" y="17627"/>
                      <a:pt x="72082" y="15685"/>
                      <a:pt x="72440" y="13810"/>
                    </a:cubicBezTo>
                    <a:cubicBezTo>
                      <a:pt x="72275" y="13892"/>
                      <a:pt x="72110" y="13975"/>
                      <a:pt x="71940" y="14060"/>
                    </a:cubicBezTo>
                    <a:cubicBezTo>
                      <a:pt x="71638" y="14108"/>
                      <a:pt x="71330" y="14145"/>
                      <a:pt x="71025" y="14175"/>
                    </a:cubicBezTo>
                    <a:cubicBezTo>
                      <a:pt x="70848" y="14195"/>
                      <a:pt x="70670" y="14215"/>
                      <a:pt x="70488" y="14235"/>
                    </a:cubicBezTo>
                    <a:cubicBezTo>
                      <a:pt x="70110" y="14275"/>
                      <a:pt x="69735" y="14312"/>
                      <a:pt x="69360" y="14350"/>
                    </a:cubicBezTo>
                    <a:cubicBezTo>
                      <a:pt x="69182" y="14370"/>
                      <a:pt x="69005" y="14390"/>
                      <a:pt x="68822" y="14410"/>
                    </a:cubicBezTo>
                    <a:cubicBezTo>
                      <a:pt x="68658" y="14428"/>
                      <a:pt x="68495" y="14445"/>
                      <a:pt x="68328" y="14463"/>
                    </a:cubicBezTo>
                    <a:cubicBezTo>
                      <a:pt x="68200" y="14495"/>
                      <a:pt x="68072" y="14527"/>
                      <a:pt x="67940" y="14560"/>
                    </a:cubicBezTo>
                    <a:cubicBezTo>
                      <a:pt x="67670" y="15098"/>
                      <a:pt x="67660" y="15350"/>
                      <a:pt x="67662" y="15942"/>
                    </a:cubicBezTo>
                    <a:cubicBezTo>
                      <a:pt x="67662" y="16032"/>
                      <a:pt x="67662" y="16032"/>
                      <a:pt x="67662" y="16490"/>
                    </a:cubicBezTo>
                    <a:cubicBezTo>
                      <a:pt x="67662" y="16683"/>
                      <a:pt x="67665" y="16877"/>
                      <a:pt x="67665" y="17077"/>
                    </a:cubicBezTo>
                    <a:cubicBezTo>
                      <a:pt x="67665" y="17277"/>
                      <a:pt x="67667" y="17475"/>
                      <a:pt x="67667" y="17680"/>
                    </a:cubicBezTo>
                    <a:cubicBezTo>
                      <a:pt x="67667" y="18317"/>
                      <a:pt x="67670" y="18955"/>
                      <a:pt x="67675" y="19590"/>
                    </a:cubicBezTo>
                    <a:cubicBezTo>
                      <a:pt x="67675" y="20022"/>
                      <a:pt x="67678" y="20455"/>
                      <a:pt x="67678" y="20885"/>
                    </a:cubicBezTo>
                    <a:cubicBezTo>
                      <a:pt x="67680" y="21942"/>
                      <a:pt x="67685" y="23002"/>
                      <a:pt x="67690" y="24060"/>
                    </a:cubicBezTo>
                    <a:cubicBezTo>
                      <a:pt x="67892" y="24130"/>
                      <a:pt x="68092" y="24200"/>
                      <a:pt x="68300" y="24270"/>
                    </a:cubicBezTo>
                    <a:cubicBezTo>
                      <a:pt x="68512" y="24368"/>
                      <a:pt x="68722" y="24463"/>
                      <a:pt x="68940" y="24560"/>
                    </a:cubicBezTo>
                    <a:cubicBezTo>
                      <a:pt x="69175" y="25185"/>
                      <a:pt x="69175" y="25185"/>
                      <a:pt x="69190" y="25810"/>
                    </a:cubicBezTo>
                    <a:cubicBezTo>
                      <a:pt x="68690" y="26310"/>
                      <a:pt x="68690" y="26310"/>
                      <a:pt x="68268" y="26368"/>
                    </a:cubicBezTo>
                    <a:cubicBezTo>
                      <a:pt x="68100" y="26368"/>
                      <a:pt x="67932" y="26365"/>
                      <a:pt x="67758" y="26363"/>
                    </a:cubicBezTo>
                    <a:cubicBezTo>
                      <a:pt x="67568" y="26363"/>
                      <a:pt x="67375" y="26360"/>
                      <a:pt x="67180" y="26360"/>
                    </a:cubicBezTo>
                    <a:cubicBezTo>
                      <a:pt x="66972" y="26358"/>
                      <a:pt x="66765" y="26353"/>
                      <a:pt x="66552" y="26350"/>
                    </a:cubicBezTo>
                    <a:cubicBezTo>
                      <a:pt x="66340" y="26348"/>
                      <a:pt x="66128" y="26348"/>
                      <a:pt x="65908" y="26345"/>
                    </a:cubicBezTo>
                    <a:cubicBezTo>
                      <a:pt x="65225" y="26343"/>
                      <a:pt x="64545" y="26335"/>
                      <a:pt x="63862" y="26325"/>
                    </a:cubicBezTo>
                    <a:cubicBezTo>
                      <a:pt x="63183" y="26317"/>
                      <a:pt x="62502" y="26312"/>
                      <a:pt x="61825" y="26308"/>
                    </a:cubicBezTo>
                    <a:cubicBezTo>
                      <a:pt x="61400" y="26305"/>
                      <a:pt x="60977" y="26300"/>
                      <a:pt x="60555" y="26295"/>
                    </a:cubicBezTo>
                    <a:cubicBezTo>
                      <a:pt x="59560" y="26285"/>
                      <a:pt x="58665" y="26330"/>
                      <a:pt x="57690" y="26560"/>
                    </a:cubicBezTo>
                    <a:cubicBezTo>
                      <a:pt x="57028" y="26615"/>
                      <a:pt x="56370" y="26618"/>
                      <a:pt x="55705" y="26623"/>
                    </a:cubicBezTo>
                    <a:cubicBezTo>
                      <a:pt x="55532" y="26627"/>
                      <a:pt x="55360" y="26632"/>
                      <a:pt x="55183" y="26637"/>
                    </a:cubicBezTo>
                    <a:cubicBezTo>
                      <a:pt x="53988" y="26647"/>
                      <a:pt x="53210" y="26415"/>
                      <a:pt x="52190" y="25810"/>
                    </a:cubicBezTo>
                    <a:cubicBezTo>
                      <a:pt x="51660" y="25590"/>
                      <a:pt x="51660" y="25590"/>
                      <a:pt x="51190" y="25560"/>
                    </a:cubicBezTo>
                    <a:cubicBezTo>
                      <a:pt x="51040" y="25678"/>
                      <a:pt x="50887" y="25793"/>
                      <a:pt x="50732" y="25913"/>
                    </a:cubicBezTo>
                    <a:cubicBezTo>
                      <a:pt x="49330" y="26938"/>
                      <a:pt x="47412" y="26900"/>
                      <a:pt x="45752" y="26680"/>
                    </a:cubicBezTo>
                    <a:cubicBezTo>
                      <a:pt x="44972" y="26515"/>
                      <a:pt x="44360" y="26233"/>
                      <a:pt x="43690" y="25810"/>
                    </a:cubicBezTo>
                    <a:cubicBezTo>
                      <a:pt x="43567" y="25740"/>
                      <a:pt x="43448" y="25668"/>
                      <a:pt x="43322" y="25595"/>
                    </a:cubicBezTo>
                    <a:cubicBezTo>
                      <a:pt x="43025" y="25420"/>
                      <a:pt x="42732" y="25240"/>
                      <a:pt x="42440" y="25060"/>
                    </a:cubicBezTo>
                    <a:cubicBezTo>
                      <a:pt x="42372" y="25220"/>
                      <a:pt x="42305" y="25380"/>
                      <a:pt x="42238" y="25545"/>
                    </a:cubicBezTo>
                    <a:cubicBezTo>
                      <a:pt x="41940" y="26060"/>
                      <a:pt x="41940" y="26060"/>
                      <a:pt x="41635" y="26210"/>
                    </a:cubicBezTo>
                    <a:cubicBezTo>
                      <a:pt x="41020" y="26348"/>
                      <a:pt x="40405" y="26385"/>
                      <a:pt x="39775" y="26415"/>
                    </a:cubicBezTo>
                    <a:cubicBezTo>
                      <a:pt x="39640" y="26423"/>
                      <a:pt x="39505" y="26430"/>
                      <a:pt x="39365" y="26438"/>
                    </a:cubicBezTo>
                    <a:cubicBezTo>
                      <a:pt x="39078" y="26450"/>
                      <a:pt x="38790" y="26465"/>
                      <a:pt x="38505" y="26478"/>
                    </a:cubicBezTo>
                    <a:cubicBezTo>
                      <a:pt x="38067" y="26498"/>
                      <a:pt x="37628" y="26522"/>
                      <a:pt x="37190" y="26550"/>
                    </a:cubicBezTo>
                    <a:cubicBezTo>
                      <a:pt x="36912" y="26562"/>
                      <a:pt x="36632" y="26575"/>
                      <a:pt x="36355" y="26588"/>
                    </a:cubicBezTo>
                    <a:cubicBezTo>
                      <a:pt x="36222" y="26595"/>
                      <a:pt x="36092" y="26605"/>
                      <a:pt x="35957" y="26613"/>
                    </a:cubicBezTo>
                    <a:cubicBezTo>
                      <a:pt x="35302" y="26635"/>
                      <a:pt x="35012" y="26625"/>
                      <a:pt x="34512" y="26180"/>
                    </a:cubicBezTo>
                    <a:cubicBezTo>
                      <a:pt x="34408" y="26058"/>
                      <a:pt x="34300" y="25935"/>
                      <a:pt x="34190" y="25810"/>
                    </a:cubicBezTo>
                    <a:cubicBezTo>
                      <a:pt x="33312" y="25887"/>
                      <a:pt x="32510" y="26197"/>
                      <a:pt x="31675" y="26465"/>
                    </a:cubicBezTo>
                    <a:cubicBezTo>
                      <a:pt x="30160" y="26885"/>
                      <a:pt x="28317" y="27095"/>
                      <a:pt x="26847" y="26397"/>
                    </a:cubicBezTo>
                    <a:cubicBezTo>
                      <a:pt x="25480" y="25600"/>
                      <a:pt x="24625" y="24702"/>
                      <a:pt x="24090" y="23207"/>
                    </a:cubicBezTo>
                    <a:cubicBezTo>
                      <a:pt x="23768" y="21810"/>
                      <a:pt x="23865" y="20363"/>
                      <a:pt x="23892" y="18935"/>
                    </a:cubicBezTo>
                    <a:cubicBezTo>
                      <a:pt x="23897" y="18608"/>
                      <a:pt x="23900" y="18280"/>
                      <a:pt x="23903" y="17950"/>
                    </a:cubicBezTo>
                    <a:cubicBezTo>
                      <a:pt x="23912" y="17152"/>
                      <a:pt x="23925" y="16358"/>
                      <a:pt x="23940" y="15560"/>
                    </a:cubicBezTo>
                    <a:cubicBezTo>
                      <a:pt x="23177" y="15838"/>
                      <a:pt x="22688" y="16165"/>
                      <a:pt x="22190" y="16810"/>
                    </a:cubicBezTo>
                    <a:cubicBezTo>
                      <a:pt x="21855" y="18058"/>
                      <a:pt x="21968" y="19420"/>
                      <a:pt x="21987" y="20700"/>
                    </a:cubicBezTo>
                    <a:cubicBezTo>
                      <a:pt x="21987" y="21235"/>
                      <a:pt x="21987" y="21770"/>
                      <a:pt x="21985" y="22303"/>
                    </a:cubicBezTo>
                    <a:cubicBezTo>
                      <a:pt x="21982" y="22635"/>
                      <a:pt x="21985" y="22965"/>
                      <a:pt x="21990" y="23298"/>
                    </a:cubicBezTo>
                    <a:cubicBezTo>
                      <a:pt x="21995" y="24178"/>
                      <a:pt x="21945" y="24803"/>
                      <a:pt x="21440" y="25560"/>
                    </a:cubicBezTo>
                    <a:cubicBezTo>
                      <a:pt x="18125" y="27673"/>
                      <a:pt x="12102" y="26995"/>
                      <a:pt x="8440" y="26310"/>
                    </a:cubicBezTo>
                    <a:cubicBezTo>
                      <a:pt x="6207" y="25760"/>
                      <a:pt x="3980" y="24325"/>
                      <a:pt x="2710" y="22373"/>
                    </a:cubicBezTo>
                    <a:cubicBezTo>
                      <a:pt x="2320" y="21707"/>
                      <a:pt x="1985" y="21022"/>
                      <a:pt x="1690" y="20310"/>
                    </a:cubicBezTo>
                    <a:cubicBezTo>
                      <a:pt x="1625" y="20157"/>
                      <a:pt x="1562" y="20007"/>
                      <a:pt x="1498" y="19850"/>
                    </a:cubicBezTo>
                    <a:cubicBezTo>
                      <a:pt x="0" y="16105"/>
                      <a:pt x="130" y="11695"/>
                      <a:pt x="1612" y="7960"/>
                    </a:cubicBezTo>
                    <a:cubicBezTo>
                      <a:pt x="2555" y="5845"/>
                      <a:pt x="4177" y="3960"/>
                      <a:pt x="6190" y="2810"/>
                    </a:cubicBezTo>
                    <a:cubicBezTo>
                      <a:pt x="6330" y="2723"/>
                      <a:pt x="6468" y="2632"/>
                      <a:pt x="6610" y="2543"/>
                    </a:cubicBezTo>
                    <a:cubicBezTo>
                      <a:pt x="10442" y="325"/>
                      <a:pt x="15668" y="720"/>
                      <a:pt x="19802" y="1700"/>
                    </a:cubicBezTo>
                    <a:cubicBezTo>
                      <a:pt x="20310" y="1843"/>
                      <a:pt x="20745" y="2027"/>
                      <a:pt x="21190" y="2310"/>
                    </a:cubicBezTo>
                    <a:cubicBezTo>
                      <a:pt x="21640" y="3207"/>
                      <a:pt x="21550" y="4270"/>
                      <a:pt x="21592" y="5262"/>
                    </a:cubicBezTo>
                    <a:cubicBezTo>
                      <a:pt x="21612" y="5668"/>
                      <a:pt x="21635" y="6070"/>
                      <a:pt x="21658" y="6475"/>
                    </a:cubicBezTo>
                    <a:cubicBezTo>
                      <a:pt x="21670" y="6733"/>
                      <a:pt x="21683" y="6990"/>
                      <a:pt x="21692" y="7248"/>
                    </a:cubicBezTo>
                    <a:cubicBezTo>
                      <a:pt x="21697" y="7363"/>
                      <a:pt x="21697" y="7363"/>
                      <a:pt x="21727" y="7955"/>
                    </a:cubicBezTo>
                    <a:cubicBezTo>
                      <a:pt x="21688" y="8582"/>
                      <a:pt x="21592" y="8837"/>
                      <a:pt x="21190" y="9310"/>
                    </a:cubicBezTo>
                    <a:cubicBezTo>
                      <a:pt x="20550" y="9355"/>
                      <a:pt x="20037" y="9308"/>
                      <a:pt x="19440" y="9060"/>
                    </a:cubicBezTo>
                    <a:cubicBezTo>
                      <a:pt x="18982" y="8480"/>
                      <a:pt x="18697" y="7832"/>
                      <a:pt x="18377" y="7168"/>
                    </a:cubicBezTo>
                    <a:cubicBezTo>
                      <a:pt x="18015" y="6475"/>
                      <a:pt x="17578" y="5832"/>
                      <a:pt x="17142" y="5185"/>
                    </a:cubicBezTo>
                    <a:cubicBezTo>
                      <a:pt x="17058" y="5053"/>
                      <a:pt x="16970" y="4920"/>
                      <a:pt x="16882" y="4785"/>
                    </a:cubicBezTo>
                    <a:cubicBezTo>
                      <a:pt x="16252" y="3840"/>
                      <a:pt x="16252" y="3840"/>
                      <a:pt x="15690" y="3560"/>
                    </a:cubicBezTo>
                    <a:cubicBezTo>
                      <a:pt x="15160" y="3515"/>
                      <a:pt x="14642" y="3490"/>
                      <a:pt x="14112" y="3483"/>
                    </a:cubicBezTo>
                    <a:cubicBezTo>
                      <a:pt x="13970" y="3475"/>
                      <a:pt x="13828" y="3468"/>
                      <a:pt x="13680" y="3460"/>
                    </a:cubicBezTo>
                    <a:cubicBezTo>
                      <a:pt x="12735" y="3445"/>
                      <a:pt x="12155" y="3605"/>
                      <a:pt x="11452" y="4252"/>
                    </a:cubicBezTo>
                    <a:cubicBezTo>
                      <a:pt x="11000" y="4785"/>
                      <a:pt x="10752" y="5345"/>
                      <a:pt x="10517" y="5998"/>
                    </a:cubicBezTo>
                    <a:cubicBezTo>
                      <a:pt x="10468" y="6137"/>
                      <a:pt x="10415" y="6277"/>
                      <a:pt x="10360" y="6423"/>
                    </a:cubicBezTo>
                    <a:cubicBezTo>
                      <a:pt x="9358" y="9345"/>
                      <a:pt x="9335" y="12502"/>
                      <a:pt x="9440" y="15560"/>
                    </a:cubicBezTo>
                    <a:cubicBezTo>
                      <a:pt x="9442" y="15705"/>
                      <a:pt x="9447" y="15853"/>
                      <a:pt x="9450" y="16002"/>
                    </a:cubicBezTo>
                    <a:cubicBezTo>
                      <a:pt x="9522" y="18630"/>
                      <a:pt x="9718" y="22098"/>
                      <a:pt x="11627" y="24090"/>
                    </a:cubicBezTo>
                    <a:cubicBezTo>
                      <a:pt x="12267" y="24543"/>
                      <a:pt x="12843" y="24590"/>
                      <a:pt x="13612" y="24575"/>
                    </a:cubicBezTo>
                    <a:cubicBezTo>
                      <a:pt x="13767" y="24572"/>
                      <a:pt x="13922" y="24570"/>
                      <a:pt x="14082" y="24570"/>
                    </a:cubicBezTo>
                    <a:cubicBezTo>
                      <a:pt x="14200" y="24565"/>
                      <a:pt x="14320" y="24562"/>
                      <a:pt x="14440" y="24560"/>
                    </a:cubicBezTo>
                    <a:cubicBezTo>
                      <a:pt x="14710" y="23690"/>
                      <a:pt x="14720" y="22860"/>
                      <a:pt x="14702" y="21957"/>
                    </a:cubicBezTo>
                    <a:cubicBezTo>
                      <a:pt x="14700" y="21805"/>
                      <a:pt x="14697" y="21652"/>
                      <a:pt x="14695" y="21498"/>
                    </a:cubicBezTo>
                    <a:cubicBezTo>
                      <a:pt x="14688" y="21175"/>
                      <a:pt x="14680" y="20855"/>
                      <a:pt x="14670" y="20535"/>
                    </a:cubicBezTo>
                    <a:cubicBezTo>
                      <a:pt x="14662" y="20207"/>
                      <a:pt x="14657" y="19880"/>
                      <a:pt x="14655" y="19553"/>
                    </a:cubicBezTo>
                    <a:cubicBezTo>
                      <a:pt x="14650" y="19077"/>
                      <a:pt x="14640" y="18605"/>
                      <a:pt x="14625" y="18130"/>
                    </a:cubicBezTo>
                    <a:cubicBezTo>
                      <a:pt x="14625" y="17983"/>
                      <a:pt x="14625" y="17838"/>
                      <a:pt x="14625" y="17688"/>
                    </a:cubicBezTo>
                    <a:cubicBezTo>
                      <a:pt x="14610" y="17272"/>
                      <a:pt x="14610" y="17272"/>
                      <a:pt x="14440" y="16560"/>
                    </a:cubicBezTo>
                    <a:cubicBezTo>
                      <a:pt x="14048" y="16218"/>
                      <a:pt x="13665" y="16043"/>
                      <a:pt x="13190" y="15810"/>
                    </a:cubicBezTo>
                    <a:cubicBezTo>
                      <a:pt x="13005" y="15363"/>
                      <a:pt x="13005" y="15363"/>
                      <a:pt x="12970" y="14905"/>
                    </a:cubicBezTo>
                    <a:cubicBezTo>
                      <a:pt x="12957" y="14750"/>
                      <a:pt x="12942" y="14598"/>
                      <a:pt x="12927" y="14440"/>
                    </a:cubicBezTo>
                    <a:cubicBezTo>
                      <a:pt x="12940" y="14060"/>
                      <a:pt x="12940" y="14060"/>
                      <a:pt x="13190" y="13810"/>
                    </a:cubicBezTo>
                    <a:cubicBezTo>
                      <a:pt x="13520" y="13788"/>
                      <a:pt x="13852" y="13780"/>
                      <a:pt x="14183" y="13782"/>
                    </a:cubicBezTo>
                    <a:cubicBezTo>
                      <a:pt x="14287" y="13782"/>
                      <a:pt x="14287" y="13782"/>
                      <a:pt x="14820" y="13782"/>
                    </a:cubicBezTo>
                    <a:cubicBezTo>
                      <a:pt x="15048" y="13782"/>
                      <a:pt x="15275" y="13785"/>
                      <a:pt x="15513" y="13785"/>
                    </a:cubicBezTo>
                    <a:cubicBezTo>
                      <a:pt x="15745" y="13785"/>
                      <a:pt x="15977" y="13788"/>
                      <a:pt x="16218" y="13788"/>
                    </a:cubicBezTo>
                    <a:cubicBezTo>
                      <a:pt x="16835" y="13788"/>
                      <a:pt x="17455" y="13790"/>
                      <a:pt x="18075" y="13793"/>
                    </a:cubicBezTo>
                    <a:cubicBezTo>
                      <a:pt x="18707" y="13795"/>
                      <a:pt x="19337" y="13798"/>
                      <a:pt x="19970" y="13798"/>
                    </a:cubicBezTo>
                    <a:cubicBezTo>
                      <a:pt x="21210" y="13800"/>
                      <a:pt x="22450" y="13805"/>
                      <a:pt x="23690" y="13810"/>
                    </a:cubicBezTo>
                    <a:cubicBezTo>
                      <a:pt x="23710" y="13365"/>
                      <a:pt x="23725" y="12923"/>
                      <a:pt x="23737" y="12478"/>
                    </a:cubicBezTo>
                    <a:cubicBezTo>
                      <a:pt x="23742" y="12353"/>
                      <a:pt x="23750" y="12225"/>
                      <a:pt x="23755" y="12098"/>
                    </a:cubicBezTo>
                    <a:cubicBezTo>
                      <a:pt x="23768" y="11463"/>
                      <a:pt x="23757" y="11140"/>
                      <a:pt x="23337" y="10647"/>
                    </a:cubicBezTo>
                    <a:cubicBezTo>
                      <a:pt x="22965" y="10402"/>
                      <a:pt x="22610" y="10215"/>
                      <a:pt x="22190" y="10060"/>
                    </a:cubicBezTo>
                    <a:cubicBezTo>
                      <a:pt x="22257" y="9585"/>
                      <a:pt x="22257" y="9585"/>
                      <a:pt x="22440" y="9060"/>
                    </a:cubicBezTo>
                    <a:cubicBezTo>
                      <a:pt x="23610" y="8345"/>
                      <a:pt x="25263" y="8168"/>
                      <a:pt x="26595" y="7887"/>
                    </a:cubicBezTo>
                    <a:cubicBezTo>
                      <a:pt x="26752" y="7855"/>
                      <a:pt x="26908" y="7822"/>
                      <a:pt x="27067" y="7788"/>
                    </a:cubicBezTo>
                    <a:cubicBezTo>
                      <a:pt x="27835" y="7637"/>
                      <a:pt x="28600" y="7522"/>
                      <a:pt x="29382" y="7478"/>
                    </a:cubicBezTo>
                    <a:cubicBezTo>
                      <a:pt x="29520" y="7468"/>
                      <a:pt x="29658" y="7460"/>
                      <a:pt x="29800" y="7450"/>
                    </a:cubicBezTo>
                    <a:cubicBezTo>
                      <a:pt x="30427" y="7627"/>
                      <a:pt x="30605" y="8015"/>
                      <a:pt x="30940" y="8560"/>
                    </a:cubicBezTo>
                    <a:cubicBezTo>
                      <a:pt x="31015" y="9058"/>
                      <a:pt x="31048" y="9478"/>
                      <a:pt x="31045" y="9973"/>
                    </a:cubicBezTo>
                    <a:cubicBezTo>
                      <a:pt x="31048" y="10113"/>
                      <a:pt x="31048" y="10250"/>
                      <a:pt x="31050" y="10392"/>
                    </a:cubicBezTo>
                    <a:cubicBezTo>
                      <a:pt x="31057" y="10848"/>
                      <a:pt x="31057" y="11303"/>
                      <a:pt x="31060" y="11757"/>
                    </a:cubicBezTo>
                    <a:cubicBezTo>
                      <a:pt x="31062" y="12075"/>
                      <a:pt x="31067" y="12390"/>
                      <a:pt x="31070" y="12707"/>
                    </a:cubicBezTo>
                    <a:cubicBezTo>
                      <a:pt x="31082" y="13540"/>
                      <a:pt x="31088" y="14373"/>
                      <a:pt x="31092" y="15205"/>
                    </a:cubicBezTo>
                    <a:cubicBezTo>
                      <a:pt x="31102" y="16540"/>
                      <a:pt x="31118" y="17873"/>
                      <a:pt x="31132" y="19207"/>
                    </a:cubicBezTo>
                    <a:cubicBezTo>
                      <a:pt x="31137" y="19675"/>
                      <a:pt x="31140" y="20140"/>
                      <a:pt x="31142" y="20608"/>
                    </a:cubicBezTo>
                    <a:cubicBezTo>
                      <a:pt x="31145" y="20890"/>
                      <a:pt x="31148" y="21175"/>
                      <a:pt x="31150" y="21460"/>
                    </a:cubicBezTo>
                    <a:cubicBezTo>
                      <a:pt x="31150" y="21590"/>
                      <a:pt x="31150" y="21720"/>
                      <a:pt x="31152" y="21855"/>
                    </a:cubicBezTo>
                    <a:cubicBezTo>
                      <a:pt x="31158" y="22430"/>
                      <a:pt x="31177" y="22788"/>
                      <a:pt x="31440" y="23310"/>
                    </a:cubicBezTo>
                    <a:cubicBezTo>
                      <a:pt x="32182" y="23310"/>
                      <a:pt x="32925" y="23310"/>
                      <a:pt x="33690" y="23310"/>
                    </a:cubicBezTo>
                    <a:cubicBezTo>
                      <a:pt x="33992" y="22705"/>
                      <a:pt x="33970" y="22327"/>
                      <a:pt x="33968" y="21652"/>
                    </a:cubicBezTo>
                    <a:cubicBezTo>
                      <a:pt x="33968" y="21413"/>
                      <a:pt x="33968" y="21173"/>
                      <a:pt x="33968" y="20925"/>
                    </a:cubicBezTo>
                    <a:cubicBezTo>
                      <a:pt x="33968" y="20660"/>
                      <a:pt x="33965" y="20397"/>
                      <a:pt x="33965" y="20135"/>
                    </a:cubicBezTo>
                    <a:cubicBezTo>
                      <a:pt x="33965" y="19868"/>
                      <a:pt x="33962" y="19600"/>
                      <a:pt x="33962" y="19330"/>
                    </a:cubicBezTo>
                    <a:cubicBezTo>
                      <a:pt x="33962" y="18625"/>
                      <a:pt x="33960" y="17920"/>
                      <a:pt x="33957" y="17213"/>
                    </a:cubicBezTo>
                    <a:cubicBezTo>
                      <a:pt x="33955" y="16493"/>
                      <a:pt x="33952" y="15772"/>
                      <a:pt x="33952" y="15050"/>
                    </a:cubicBezTo>
                    <a:cubicBezTo>
                      <a:pt x="33950" y="13637"/>
                      <a:pt x="33945" y="12223"/>
                      <a:pt x="33940" y="10810"/>
                    </a:cubicBezTo>
                    <a:cubicBezTo>
                      <a:pt x="33738" y="10738"/>
                      <a:pt x="33535" y="10668"/>
                      <a:pt x="33328" y="10593"/>
                    </a:cubicBezTo>
                    <a:cubicBezTo>
                      <a:pt x="33118" y="10500"/>
                      <a:pt x="32908" y="10408"/>
                      <a:pt x="32690" y="10310"/>
                    </a:cubicBezTo>
                    <a:cubicBezTo>
                      <a:pt x="32487" y="9777"/>
                      <a:pt x="32487" y="9777"/>
                      <a:pt x="32440" y="9310"/>
                    </a:cubicBezTo>
                    <a:cubicBezTo>
                      <a:pt x="33382" y="8410"/>
                      <a:pt x="34488" y="8262"/>
                      <a:pt x="35738" y="8012"/>
                    </a:cubicBezTo>
                    <a:cubicBezTo>
                      <a:pt x="35940" y="7970"/>
                      <a:pt x="36142" y="7925"/>
                      <a:pt x="36352" y="7880"/>
                    </a:cubicBezTo>
                    <a:cubicBezTo>
                      <a:pt x="37690" y="7603"/>
                      <a:pt x="39075" y="7365"/>
                      <a:pt x="40440" y="7560"/>
                    </a:cubicBezTo>
                    <a:cubicBezTo>
                      <a:pt x="41527" y="8647"/>
                      <a:pt x="41218" y="10707"/>
                      <a:pt x="41220" y="12178"/>
                    </a:cubicBezTo>
                    <a:cubicBezTo>
                      <a:pt x="41218" y="12595"/>
                      <a:pt x="41218" y="13012"/>
                      <a:pt x="41215" y="13428"/>
                    </a:cubicBezTo>
                    <a:cubicBezTo>
                      <a:pt x="41215" y="13723"/>
                      <a:pt x="41212" y="14015"/>
                      <a:pt x="41212" y="14310"/>
                    </a:cubicBezTo>
                    <a:cubicBezTo>
                      <a:pt x="41212" y="15075"/>
                      <a:pt x="41210" y="15840"/>
                      <a:pt x="41207" y="16608"/>
                    </a:cubicBezTo>
                    <a:cubicBezTo>
                      <a:pt x="41205" y="17390"/>
                      <a:pt x="41202" y="18175"/>
                      <a:pt x="41202" y="18960"/>
                    </a:cubicBezTo>
                    <a:cubicBezTo>
                      <a:pt x="41200" y="20493"/>
                      <a:pt x="41195" y="22027"/>
                      <a:pt x="41190" y="23560"/>
                    </a:cubicBezTo>
                    <a:cubicBezTo>
                      <a:pt x="41520" y="23642"/>
                      <a:pt x="41850" y="23725"/>
                      <a:pt x="42190" y="23810"/>
                    </a:cubicBezTo>
                    <a:cubicBezTo>
                      <a:pt x="42150" y="23673"/>
                      <a:pt x="42112" y="23532"/>
                      <a:pt x="42070" y="23390"/>
                    </a:cubicBezTo>
                    <a:cubicBezTo>
                      <a:pt x="41712" y="21803"/>
                      <a:pt x="41718" y="20282"/>
                      <a:pt x="42488" y="18825"/>
                    </a:cubicBezTo>
                    <a:cubicBezTo>
                      <a:pt x="43758" y="16840"/>
                      <a:pt x="45618" y="16098"/>
                      <a:pt x="47872" y="15590"/>
                    </a:cubicBezTo>
                    <a:cubicBezTo>
                      <a:pt x="48348" y="15488"/>
                      <a:pt x="48822" y="15390"/>
                      <a:pt x="49300" y="15298"/>
                    </a:cubicBezTo>
                    <a:cubicBezTo>
                      <a:pt x="50417" y="15082"/>
                      <a:pt x="50417" y="15082"/>
                      <a:pt x="50690" y="14810"/>
                    </a:cubicBezTo>
                    <a:cubicBezTo>
                      <a:pt x="50722" y="14402"/>
                      <a:pt x="50722" y="14402"/>
                      <a:pt x="50722" y="13882"/>
                    </a:cubicBezTo>
                    <a:cubicBezTo>
                      <a:pt x="50722" y="13788"/>
                      <a:pt x="50722" y="13788"/>
                      <a:pt x="50725" y="13315"/>
                    </a:cubicBezTo>
                    <a:cubicBezTo>
                      <a:pt x="50722" y="13118"/>
                      <a:pt x="50722" y="12920"/>
                      <a:pt x="50720" y="12715"/>
                    </a:cubicBezTo>
                    <a:cubicBezTo>
                      <a:pt x="50722" y="12520"/>
                      <a:pt x="50722" y="12325"/>
                      <a:pt x="50725" y="12125"/>
                    </a:cubicBezTo>
                    <a:cubicBezTo>
                      <a:pt x="50725" y="11935"/>
                      <a:pt x="50722" y="11748"/>
                      <a:pt x="50722" y="11555"/>
                    </a:cubicBezTo>
                    <a:cubicBezTo>
                      <a:pt x="50722" y="11468"/>
                      <a:pt x="50722" y="11468"/>
                      <a:pt x="50722" y="11033"/>
                    </a:cubicBezTo>
                    <a:cubicBezTo>
                      <a:pt x="50690" y="10570"/>
                      <a:pt x="50635" y="10228"/>
                      <a:pt x="50440" y="9810"/>
                    </a:cubicBezTo>
                    <a:cubicBezTo>
                      <a:pt x="49790" y="9485"/>
                      <a:pt x="49142" y="9377"/>
                      <a:pt x="48440" y="9560"/>
                    </a:cubicBezTo>
                    <a:cubicBezTo>
                      <a:pt x="47188" y="10665"/>
                      <a:pt x="46050" y="12085"/>
                      <a:pt x="45268" y="13560"/>
                    </a:cubicBezTo>
                    <a:cubicBezTo>
                      <a:pt x="44940" y="14060"/>
                      <a:pt x="44940" y="14060"/>
                      <a:pt x="44455" y="14325"/>
                    </a:cubicBezTo>
                    <a:cubicBezTo>
                      <a:pt x="43832" y="14308"/>
                      <a:pt x="43575" y="14113"/>
                      <a:pt x="43150" y="13665"/>
                    </a:cubicBezTo>
                    <a:cubicBezTo>
                      <a:pt x="42702" y="12910"/>
                      <a:pt x="42810" y="12048"/>
                      <a:pt x="42862" y="11200"/>
                    </a:cubicBezTo>
                    <a:cubicBezTo>
                      <a:pt x="42872" y="11007"/>
                      <a:pt x="42885" y="10817"/>
                      <a:pt x="42898" y="10618"/>
                    </a:cubicBezTo>
                    <a:cubicBezTo>
                      <a:pt x="42990" y="9730"/>
                      <a:pt x="43065" y="9207"/>
                      <a:pt x="43650" y="8512"/>
                    </a:cubicBezTo>
                    <a:cubicBezTo>
                      <a:pt x="45508" y="7447"/>
                      <a:pt x="47692" y="7507"/>
                      <a:pt x="49775" y="7500"/>
                    </a:cubicBezTo>
                    <a:cubicBezTo>
                      <a:pt x="50172" y="7498"/>
                      <a:pt x="50570" y="7490"/>
                      <a:pt x="50968" y="7483"/>
                    </a:cubicBezTo>
                    <a:cubicBezTo>
                      <a:pt x="52515" y="7465"/>
                      <a:pt x="53790" y="7623"/>
                      <a:pt x="55190" y="8310"/>
                    </a:cubicBezTo>
                    <a:cubicBezTo>
                      <a:pt x="55250" y="8337"/>
                      <a:pt x="55250" y="8337"/>
                      <a:pt x="55552" y="8480"/>
                    </a:cubicBezTo>
                    <a:cubicBezTo>
                      <a:pt x="56820" y="9155"/>
                      <a:pt x="57415" y="10072"/>
                      <a:pt x="57845" y="11395"/>
                    </a:cubicBezTo>
                    <a:cubicBezTo>
                      <a:pt x="58558" y="13875"/>
                      <a:pt x="58220" y="16623"/>
                      <a:pt x="58155" y="19168"/>
                    </a:cubicBezTo>
                    <a:cubicBezTo>
                      <a:pt x="58140" y="19875"/>
                      <a:pt x="58128" y="20580"/>
                      <a:pt x="58117" y="21288"/>
                    </a:cubicBezTo>
                    <a:cubicBezTo>
                      <a:pt x="58115" y="21395"/>
                      <a:pt x="58115" y="21395"/>
                      <a:pt x="58095" y="21945"/>
                    </a:cubicBezTo>
                    <a:cubicBezTo>
                      <a:pt x="58078" y="23433"/>
                      <a:pt x="58078" y="23433"/>
                      <a:pt x="58652" y="24080"/>
                    </a:cubicBezTo>
                    <a:cubicBezTo>
                      <a:pt x="59352" y="24380"/>
                      <a:pt x="59727" y="24310"/>
                      <a:pt x="60440" y="24060"/>
                    </a:cubicBezTo>
                    <a:cubicBezTo>
                      <a:pt x="60748" y="23445"/>
                      <a:pt x="60720" y="23045"/>
                      <a:pt x="60718" y="22355"/>
                    </a:cubicBezTo>
                    <a:cubicBezTo>
                      <a:pt x="60718" y="22295"/>
                      <a:pt x="60718" y="22295"/>
                      <a:pt x="60718" y="21985"/>
                    </a:cubicBezTo>
                    <a:cubicBezTo>
                      <a:pt x="60718" y="21582"/>
                      <a:pt x="60718" y="21180"/>
                      <a:pt x="60715" y="20777"/>
                    </a:cubicBezTo>
                    <a:cubicBezTo>
                      <a:pt x="60715" y="20498"/>
                      <a:pt x="60713" y="20218"/>
                      <a:pt x="60713" y="19938"/>
                    </a:cubicBezTo>
                    <a:cubicBezTo>
                      <a:pt x="60713" y="19202"/>
                      <a:pt x="60710" y="18468"/>
                      <a:pt x="60707" y="17730"/>
                    </a:cubicBezTo>
                    <a:cubicBezTo>
                      <a:pt x="60705" y="16980"/>
                      <a:pt x="60702" y="16230"/>
                      <a:pt x="60702" y="15480"/>
                    </a:cubicBezTo>
                    <a:cubicBezTo>
                      <a:pt x="60700" y="14005"/>
                      <a:pt x="60695" y="12532"/>
                      <a:pt x="60690" y="11060"/>
                    </a:cubicBezTo>
                    <a:cubicBezTo>
                      <a:pt x="60585" y="11015"/>
                      <a:pt x="60480" y="10970"/>
                      <a:pt x="60370" y="10923"/>
                    </a:cubicBezTo>
                    <a:cubicBezTo>
                      <a:pt x="60302" y="10890"/>
                      <a:pt x="60302" y="10890"/>
                      <a:pt x="59955" y="10733"/>
                    </a:cubicBezTo>
                    <a:cubicBezTo>
                      <a:pt x="59820" y="10670"/>
                      <a:pt x="59683" y="10610"/>
                      <a:pt x="59542" y="10548"/>
                    </a:cubicBezTo>
                    <a:cubicBezTo>
                      <a:pt x="59190" y="10310"/>
                      <a:pt x="59190" y="10310"/>
                      <a:pt x="59005" y="9935"/>
                    </a:cubicBezTo>
                    <a:cubicBezTo>
                      <a:pt x="58940" y="9560"/>
                      <a:pt x="58940" y="9560"/>
                      <a:pt x="59120" y="9155"/>
                    </a:cubicBezTo>
                    <a:cubicBezTo>
                      <a:pt x="59507" y="8738"/>
                      <a:pt x="59757" y="8658"/>
                      <a:pt x="60310" y="8527"/>
                    </a:cubicBezTo>
                    <a:cubicBezTo>
                      <a:pt x="60397" y="8505"/>
                      <a:pt x="60397" y="8505"/>
                      <a:pt x="60832" y="8400"/>
                    </a:cubicBezTo>
                    <a:cubicBezTo>
                      <a:pt x="61012" y="8360"/>
                      <a:pt x="61192" y="8320"/>
                      <a:pt x="61378" y="8280"/>
                    </a:cubicBezTo>
                    <a:cubicBezTo>
                      <a:pt x="61465" y="8257"/>
                      <a:pt x="61465" y="8257"/>
                      <a:pt x="61910" y="8150"/>
                    </a:cubicBezTo>
                    <a:cubicBezTo>
                      <a:pt x="63262" y="7832"/>
                      <a:pt x="64610" y="7527"/>
                      <a:pt x="66002" y="7512"/>
                    </a:cubicBezTo>
                    <a:cubicBezTo>
                      <a:pt x="66170" y="7510"/>
                      <a:pt x="66335" y="7505"/>
                      <a:pt x="66508" y="7502"/>
                    </a:cubicBezTo>
                    <a:cubicBezTo>
                      <a:pt x="66940" y="7560"/>
                      <a:pt x="66940" y="7560"/>
                      <a:pt x="67440" y="8060"/>
                    </a:cubicBezTo>
                    <a:cubicBezTo>
                      <a:pt x="67578" y="8558"/>
                      <a:pt x="67622" y="9048"/>
                      <a:pt x="67690" y="9560"/>
                    </a:cubicBezTo>
                    <a:cubicBezTo>
                      <a:pt x="67727" y="9520"/>
                      <a:pt x="67727" y="9520"/>
                      <a:pt x="67910" y="9312"/>
                    </a:cubicBezTo>
                    <a:cubicBezTo>
                      <a:pt x="68768" y="8397"/>
                      <a:pt x="69622" y="7655"/>
                      <a:pt x="70908" y="7507"/>
                    </a:cubicBezTo>
                    <a:cubicBezTo>
                      <a:pt x="71600" y="7493"/>
                      <a:pt x="72062" y="7498"/>
                      <a:pt x="72690" y="7810"/>
                    </a:cubicBezTo>
                    <a:cubicBezTo>
                      <a:pt x="73002" y="8650"/>
                      <a:pt x="72970" y="9490"/>
                      <a:pt x="72955" y="10373"/>
                    </a:cubicBezTo>
                    <a:cubicBezTo>
                      <a:pt x="72955" y="10510"/>
                      <a:pt x="72952" y="10650"/>
                      <a:pt x="72952" y="10793"/>
                    </a:cubicBezTo>
                    <a:cubicBezTo>
                      <a:pt x="72950" y="11132"/>
                      <a:pt x="72945" y="11470"/>
                      <a:pt x="72940" y="11810"/>
                    </a:cubicBezTo>
                    <a:cubicBezTo>
                      <a:pt x="73105" y="11810"/>
                      <a:pt x="73270" y="11810"/>
                      <a:pt x="73440" y="11810"/>
                    </a:cubicBezTo>
                    <a:cubicBezTo>
                      <a:pt x="73505" y="11665"/>
                      <a:pt x="73572" y="11520"/>
                      <a:pt x="73640" y="11373"/>
                    </a:cubicBezTo>
                    <a:cubicBezTo>
                      <a:pt x="74667" y="9445"/>
                      <a:pt x="76250" y="8147"/>
                      <a:pt x="78315" y="7498"/>
                    </a:cubicBezTo>
                    <a:cubicBezTo>
                      <a:pt x="79895" y="7140"/>
                      <a:pt x="81585" y="7283"/>
                      <a:pt x="83190" y="7310"/>
                    </a:cubicBezTo>
                    <a:cubicBezTo>
                      <a:pt x="83272" y="6072"/>
                      <a:pt x="83355" y="4835"/>
                      <a:pt x="83440" y="3560"/>
                    </a:cubicBezTo>
                    <a:cubicBezTo>
                      <a:pt x="83028" y="3395"/>
                      <a:pt x="82615" y="3230"/>
                      <a:pt x="82190" y="3060"/>
                    </a:cubicBezTo>
                    <a:cubicBezTo>
                      <a:pt x="81862" y="2527"/>
                      <a:pt x="81862" y="2527"/>
                      <a:pt x="81690" y="2060"/>
                    </a:cubicBezTo>
                    <a:cubicBezTo>
                      <a:pt x="82452" y="1150"/>
                      <a:pt x="83035" y="895"/>
                      <a:pt x="84220" y="780"/>
                    </a:cubicBezTo>
                    <a:cubicBezTo>
                      <a:pt x="84512" y="743"/>
                      <a:pt x="84802" y="707"/>
                      <a:pt x="85092" y="670"/>
                    </a:cubicBezTo>
                    <a:cubicBezTo>
                      <a:pt x="85162" y="663"/>
                      <a:pt x="85162" y="663"/>
                      <a:pt x="85525" y="618"/>
                    </a:cubicBezTo>
                    <a:cubicBezTo>
                      <a:pt x="86125" y="535"/>
                      <a:pt x="86710" y="397"/>
                      <a:pt x="87300" y="262"/>
                    </a:cubicBezTo>
                    <a:cubicBezTo>
                      <a:pt x="88278" y="62"/>
                      <a:pt x="88985" y="0"/>
                      <a:pt x="89940" y="310"/>
                    </a:cubicBezTo>
                    <a:close/>
                  </a:path>
                </a:pathLst>
              </a:custGeom>
              <a:solidFill>
                <a:srgbClr val="BBBBBB"/>
              </a:solidFill>
              <a:ln w="0">
                <a:noFill/>
              </a:ln>
            </p:spPr>
          </p:sp>
          <p:sp>
            <p:nvSpPr>
              <p:cNvPr id="149" name="guardian vector"/>
              <p:cNvSpPr/>
              <p:nvPr/>
            </p:nvSpPr>
            <p:spPr>
              <a:xfrm>
                <a:off x="560047" y="2488700"/>
                <a:ext cx="320726" cy="241356"/>
              </a:xfrm>
              <a:custGeom>
                <a:avLst/>
                <a:gdLst/>
                <a:ahLst/>
                <a:cxnLst/>
                <a:rect l="0" t="0" r="r" b="b"/>
                <a:pathLst>
                  <a:path w="35075" h="26395" fill="norm" stroke="0">
                    <a:moveTo>
                      <a:pt x="7752" y="82"/>
                    </a:moveTo>
                    <a:cubicBezTo>
                      <a:pt x="8205" y="607"/>
                      <a:pt x="8315" y="990"/>
                      <a:pt x="8310" y="1675"/>
                    </a:cubicBezTo>
                    <a:cubicBezTo>
                      <a:pt x="8310" y="1840"/>
                      <a:pt x="8310" y="2005"/>
                      <a:pt x="8310" y="2175"/>
                    </a:cubicBezTo>
                    <a:cubicBezTo>
                      <a:pt x="8308" y="2352"/>
                      <a:pt x="8305" y="2527"/>
                      <a:pt x="8302" y="2710"/>
                    </a:cubicBezTo>
                    <a:cubicBezTo>
                      <a:pt x="8300" y="2892"/>
                      <a:pt x="8300" y="3075"/>
                      <a:pt x="8300" y="3262"/>
                    </a:cubicBezTo>
                    <a:cubicBezTo>
                      <a:pt x="8298" y="3842"/>
                      <a:pt x="8290" y="4422"/>
                      <a:pt x="8282" y="5005"/>
                    </a:cubicBezTo>
                    <a:cubicBezTo>
                      <a:pt x="8280" y="5397"/>
                      <a:pt x="8280" y="5792"/>
                      <a:pt x="8278" y="6188"/>
                    </a:cubicBezTo>
                    <a:cubicBezTo>
                      <a:pt x="8273" y="7152"/>
                      <a:pt x="8262" y="8118"/>
                      <a:pt x="8252" y="9082"/>
                    </a:cubicBezTo>
                    <a:cubicBezTo>
                      <a:pt x="8373" y="9032"/>
                      <a:pt x="8493" y="8985"/>
                      <a:pt x="8618" y="8933"/>
                    </a:cubicBezTo>
                    <a:cubicBezTo>
                      <a:pt x="13160" y="7075"/>
                      <a:pt x="13160" y="7075"/>
                      <a:pt x="15305" y="7757"/>
                    </a:cubicBezTo>
                    <a:cubicBezTo>
                      <a:pt x="16468" y="8267"/>
                      <a:pt x="17412" y="8942"/>
                      <a:pt x="18002" y="10082"/>
                    </a:cubicBezTo>
                    <a:cubicBezTo>
                      <a:pt x="18338" y="11060"/>
                      <a:pt x="18550" y="12070"/>
                      <a:pt x="18752" y="13082"/>
                    </a:cubicBezTo>
                    <a:cubicBezTo>
                      <a:pt x="18792" y="13017"/>
                      <a:pt x="18792" y="13017"/>
                      <a:pt x="18990" y="12690"/>
                    </a:cubicBezTo>
                    <a:cubicBezTo>
                      <a:pt x="19322" y="12150"/>
                      <a:pt x="19660" y="11615"/>
                      <a:pt x="20002" y="11082"/>
                    </a:cubicBezTo>
                    <a:cubicBezTo>
                      <a:pt x="20080" y="10962"/>
                      <a:pt x="20158" y="10840"/>
                      <a:pt x="20237" y="10715"/>
                    </a:cubicBezTo>
                    <a:cubicBezTo>
                      <a:pt x="21602" y="8808"/>
                      <a:pt x="23815" y="8220"/>
                      <a:pt x="26002" y="7832"/>
                    </a:cubicBezTo>
                    <a:cubicBezTo>
                      <a:pt x="28050" y="7517"/>
                      <a:pt x="30472" y="8285"/>
                      <a:pt x="32237" y="9332"/>
                    </a:cubicBezTo>
                    <a:cubicBezTo>
                      <a:pt x="33920" y="10697"/>
                      <a:pt x="34665" y="13147"/>
                      <a:pt x="34957" y="15212"/>
                    </a:cubicBezTo>
                    <a:cubicBezTo>
                      <a:pt x="35075" y="16840"/>
                      <a:pt x="35075" y="16840"/>
                      <a:pt x="34752" y="17582"/>
                    </a:cubicBezTo>
                    <a:cubicBezTo>
                      <a:pt x="34195" y="18035"/>
                      <a:pt x="33802" y="18147"/>
                      <a:pt x="33090" y="18162"/>
                    </a:cubicBezTo>
                    <a:cubicBezTo>
                      <a:pt x="32910" y="18167"/>
                      <a:pt x="32730" y="18172"/>
                      <a:pt x="32545" y="18178"/>
                    </a:cubicBezTo>
                    <a:cubicBezTo>
                      <a:pt x="32352" y="18180"/>
                      <a:pt x="32160" y="18183"/>
                      <a:pt x="31960" y="18185"/>
                    </a:cubicBezTo>
                    <a:cubicBezTo>
                      <a:pt x="31763" y="18190"/>
                      <a:pt x="31562" y="18195"/>
                      <a:pt x="31358" y="18200"/>
                    </a:cubicBezTo>
                    <a:cubicBezTo>
                      <a:pt x="30725" y="18215"/>
                      <a:pt x="30090" y="18227"/>
                      <a:pt x="29455" y="18237"/>
                    </a:cubicBezTo>
                    <a:cubicBezTo>
                      <a:pt x="29025" y="18248"/>
                      <a:pt x="28595" y="18257"/>
                      <a:pt x="28165" y="18267"/>
                    </a:cubicBezTo>
                    <a:cubicBezTo>
                      <a:pt x="27110" y="18292"/>
                      <a:pt x="26058" y="18312"/>
                      <a:pt x="25002" y="18332"/>
                    </a:cubicBezTo>
                    <a:cubicBezTo>
                      <a:pt x="25078" y="18735"/>
                      <a:pt x="25153" y="19135"/>
                      <a:pt x="25230" y="19537"/>
                    </a:cubicBezTo>
                    <a:cubicBezTo>
                      <a:pt x="25270" y="19762"/>
                      <a:pt x="25312" y="19985"/>
                      <a:pt x="25358" y="20215"/>
                    </a:cubicBezTo>
                    <a:cubicBezTo>
                      <a:pt x="25558" y="21062"/>
                      <a:pt x="25790" y="21577"/>
                      <a:pt x="26502" y="22082"/>
                    </a:cubicBezTo>
                    <a:cubicBezTo>
                      <a:pt x="27805" y="22803"/>
                      <a:pt x="29028" y="23275"/>
                      <a:pt x="30515" y="22990"/>
                    </a:cubicBezTo>
                    <a:cubicBezTo>
                      <a:pt x="31240" y="22755"/>
                      <a:pt x="31885" y="22410"/>
                      <a:pt x="32537" y="22017"/>
                    </a:cubicBezTo>
                    <a:cubicBezTo>
                      <a:pt x="33130" y="21782"/>
                      <a:pt x="33417" y="21845"/>
                      <a:pt x="34002" y="22082"/>
                    </a:cubicBezTo>
                    <a:cubicBezTo>
                      <a:pt x="34252" y="22582"/>
                      <a:pt x="34252" y="22582"/>
                      <a:pt x="34080" y="23207"/>
                    </a:cubicBezTo>
                    <a:cubicBezTo>
                      <a:pt x="33705" y="23925"/>
                      <a:pt x="33465" y="24010"/>
                      <a:pt x="32752" y="24332"/>
                    </a:cubicBezTo>
                    <a:cubicBezTo>
                      <a:pt x="32737" y="24390"/>
                      <a:pt x="32737" y="24390"/>
                      <a:pt x="32655" y="24688"/>
                    </a:cubicBezTo>
                    <a:cubicBezTo>
                      <a:pt x="32435" y="25257"/>
                      <a:pt x="32108" y="25355"/>
                      <a:pt x="31565" y="25612"/>
                    </a:cubicBezTo>
                    <a:cubicBezTo>
                      <a:pt x="31395" y="25697"/>
                      <a:pt x="31227" y="25780"/>
                      <a:pt x="31052" y="25865"/>
                    </a:cubicBezTo>
                    <a:cubicBezTo>
                      <a:pt x="29737" y="26382"/>
                      <a:pt x="28442" y="26377"/>
                      <a:pt x="27050" y="26380"/>
                    </a:cubicBezTo>
                    <a:cubicBezTo>
                      <a:pt x="26858" y="26382"/>
                      <a:pt x="26665" y="26385"/>
                      <a:pt x="26468" y="26387"/>
                    </a:cubicBezTo>
                    <a:cubicBezTo>
                      <a:pt x="24125" y="26395"/>
                      <a:pt x="22505" y="25915"/>
                      <a:pt x="20752" y="24332"/>
                    </a:cubicBezTo>
                    <a:cubicBezTo>
                      <a:pt x="19942" y="23500"/>
                      <a:pt x="19317" y="22595"/>
                      <a:pt x="18752" y="21582"/>
                    </a:cubicBezTo>
                    <a:cubicBezTo>
                      <a:pt x="18600" y="22125"/>
                      <a:pt x="18490" y="22527"/>
                      <a:pt x="18502" y="23082"/>
                    </a:cubicBezTo>
                    <a:cubicBezTo>
                      <a:pt x="18718" y="23445"/>
                      <a:pt x="18968" y="23717"/>
                      <a:pt x="19252" y="24025"/>
                    </a:cubicBezTo>
                    <a:cubicBezTo>
                      <a:pt x="19650" y="24512"/>
                      <a:pt x="19720" y="24967"/>
                      <a:pt x="19752" y="25582"/>
                    </a:cubicBezTo>
                    <a:cubicBezTo>
                      <a:pt x="19205" y="26130"/>
                      <a:pt x="19167" y="26145"/>
                      <a:pt x="18450" y="26150"/>
                    </a:cubicBezTo>
                    <a:cubicBezTo>
                      <a:pt x="18287" y="26152"/>
                      <a:pt x="18125" y="26155"/>
                      <a:pt x="17957" y="26157"/>
                    </a:cubicBezTo>
                    <a:cubicBezTo>
                      <a:pt x="17782" y="26157"/>
                      <a:pt x="17605" y="26157"/>
                      <a:pt x="17425" y="26157"/>
                    </a:cubicBezTo>
                    <a:cubicBezTo>
                      <a:pt x="17335" y="26157"/>
                      <a:pt x="17335" y="26157"/>
                      <a:pt x="16877" y="26160"/>
                    </a:cubicBezTo>
                    <a:cubicBezTo>
                      <a:pt x="16495" y="26162"/>
                      <a:pt x="16112" y="26162"/>
                      <a:pt x="15730" y="26162"/>
                    </a:cubicBezTo>
                    <a:cubicBezTo>
                      <a:pt x="15145" y="26160"/>
                      <a:pt x="14562" y="26167"/>
                      <a:pt x="13977" y="26172"/>
                    </a:cubicBezTo>
                    <a:cubicBezTo>
                      <a:pt x="13605" y="26172"/>
                      <a:pt x="13235" y="26172"/>
                      <a:pt x="12862" y="26172"/>
                    </a:cubicBezTo>
                    <a:cubicBezTo>
                      <a:pt x="12688" y="26175"/>
                      <a:pt x="12512" y="26178"/>
                      <a:pt x="12332" y="26180"/>
                    </a:cubicBezTo>
                    <a:cubicBezTo>
                      <a:pt x="11112" y="26167"/>
                      <a:pt x="11112" y="26167"/>
                      <a:pt x="10510" y="25702"/>
                    </a:cubicBezTo>
                    <a:cubicBezTo>
                      <a:pt x="10425" y="25580"/>
                      <a:pt x="10340" y="25457"/>
                      <a:pt x="10252" y="25332"/>
                    </a:cubicBezTo>
                    <a:cubicBezTo>
                      <a:pt x="10490" y="24678"/>
                      <a:pt x="10695" y="24150"/>
                      <a:pt x="11142" y="23610"/>
                    </a:cubicBezTo>
                    <a:cubicBezTo>
                      <a:pt x="11567" y="22985"/>
                      <a:pt x="11588" y="22685"/>
                      <a:pt x="11565" y="21938"/>
                    </a:cubicBezTo>
                    <a:cubicBezTo>
                      <a:pt x="11560" y="21710"/>
                      <a:pt x="11555" y="21485"/>
                      <a:pt x="11550" y="21255"/>
                    </a:cubicBezTo>
                    <a:cubicBezTo>
                      <a:pt x="11545" y="21132"/>
                      <a:pt x="11545" y="21132"/>
                      <a:pt x="11520" y="20525"/>
                    </a:cubicBezTo>
                    <a:cubicBezTo>
                      <a:pt x="11515" y="20272"/>
                      <a:pt x="11507" y="20022"/>
                      <a:pt x="11500" y="19772"/>
                    </a:cubicBezTo>
                    <a:cubicBezTo>
                      <a:pt x="11482" y="19115"/>
                      <a:pt x="11463" y="18457"/>
                      <a:pt x="11438" y="17800"/>
                    </a:cubicBezTo>
                    <a:cubicBezTo>
                      <a:pt x="11415" y="17127"/>
                      <a:pt x="11398" y="16455"/>
                      <a:pt x="11377" y="15782"/>
                    </a:cubicBezTo>
                    <a:cubicBezTo>
                      <a:pt x="11340" y="14465"/>
                      <a:pt x="11298" y="13150"/>
                      <a:pt x="11252" y="11832"/>
                    </a:cubicBezTo>
                    <a:cubicBezTo>
                      <a:pt x="10243" y="11300"/>
                      <a:pt x="9847" y="11290"/>
                      <a:pt x="8752" y="11582"/>
                    </a:cubicBezTo>
                    <a:cubicBezTo>
                      <a:pt x="8463" y="12162"/>
                      <a:pt x="8468" y="12510"/>
                      <a:pt x="8457" y="13155"/>
                    </a:cubicBezTo>
                    <a:cubicBezTo>
                      <a:pt x="8455" y="13377"/>
                      <a:pt x="8452" y="13600"/>
                      <a:pt x="8447" y="13827"/>
                    </a:cubicBezTo>
                    <a:cubicBezTo>
                      <a:pt x="8447" y="14070"/>
                      <a:pt x="8445" y="14310"/>
                      <a:pt x="8442" y="14558"/>
                    </a:cubicBezTo>
                    <a:cubicBezTo>
                      <a:pt x="8440" y="14803"/>
                      <a:pt x="8440" y="15050"/>
                      <a:pt x="8438" y="15305"/>
                    </a:cubicBezTo>
                    <a:cubicBezTo>
                      <a:pt x="8433" y="15827"/>
                      <a:pt x="8430" y="16350"/>
                      <a:pt x="8427" y="16873"/>
                    </a:cubicBezTo>
                    <a:cubicBezTo>
                      <a:pt x="8425" y="17540"/>
                      <a:pt x="8417" y="18207"/>
                      <a:pt x="8407" y="18875"/>
                    </a:cubicBezTo>
                    <a:cubicBezTo>
                      <a:pt x="8400" y="19515"/>
                      <a:pt x="8398" y="20152"/>
                      <a:pt x="8395" y="20792"/>
                    </a:cubicBezTo>
                    <a:cubicBezTo>
                      <a:pt x="8392" y="21030"/>
                      <a:pt x="8387" y="21270"/>
                      <a:pt x="8382" y="21517"/>
                    </a:cubicBezTo>
                    <a:cubicBezTo>
                      <a:pt x="8387" y="23145"/>
                      <a:pt x="8387" y="23145"/>
                      <a:pt x="8725" y="23692"/>
                    </a:cubicBezTo>
                    <a:cubicBezTo>
                      <a:pt x="8995" y="23960"/>
                      <a:pt x="8995" y="23960"/>
                      <a:pt x="9502" y="24332"/>
                    </a:cubicBezTo>
                    <a:cubicBezTo>
                      <a:pt x="9737" y="24847"/>
                      <a:pt x="9737" y="24847"/>
                      <a:pt x="9752" y="25332"/>
                    </a:cubicBezTo>
                    <a:cubicBezTo>
                      <a:pt x="9495" y="25732"/>
                      <a:pt x="9495" y="25732"/>
                      <a:pt x="9002" y="26082"/>
                    </a:cubicBezTo>
                    <a:cubicBezTo>
                      <a:pt x="8382" y="26192"/>
                      <a:pt x="7770" y="26183"/>
                      <a:pt x="7142" y="26172"/>
                    </a:cubicBezTo>
                    <a:cubicBezTo>
                      <a:pt x="7052" y="26172"/>
                      <a:pt x="7052" y="26172"/>
                      <a:pt x="6595" y="26172"/>
                    </a:cubicBezTo>
                    <a:cubicBezTo>
                      <a:pt x="6213" y="26172"/>
                      <a:pt x="5830" y="26170"/>
                      <a:pt x="5447" y="26167"/>
                    </a:cubicBezTo>
                    <a:cubicBezTo>
                      <a:pt x="4862" y="26160"/>
                      <a:pt x="4278" y="26162"/>
                      <a:pt x="3692" y="26162"/>
                    </a:cubicBezTo>
                    <a:cubicBezTo>
                      <a:pt x="3322" y="26162"/>
                      <a:pt x="2950" y="26160"/>
                      <a:pt x="2580" y="26157"/>
                    </a:cubicBezTo>
                    <a:cubicBezTo>
                      <a:pt x="2492" y="26157"/>
                      <a:pt x="2492" y="26157"/>
                      <a:pt x="2047" y="26157"/>
                    </a:cubicBezTo>
                    <a:cubicBezTo>
                      <a:pt x="1885" y="26155"/>
                      <a:pt x="1722" y="26152"/>
                      <a:pt x="1555" y="26150"/>
                    </a:cubicBezTo>
                    <a:cubicBezTo>
                      <a:pt x="1412" y="26150"/>
                      <a:pt x="1267" y="26150"/>
                      <a:pt x="1120" y="26147"/>
                    </a:cubicBezTo>
                    <a:cubicBezTo>
                      <a:pt x="752" y="26082"/>
                      <a:pt x="752" y="26082"/>
                      <a:pt x="252" y="25582"/>
                    </a:cubicBezTo>
                    <a:cubicBezTo>
                      <a:pt x="300" y="24972"/>
                      <a:pt x="300" y="24972"/>
                      <a:pt x="502" y="24332"/>
                    </a:cubicBezTo>
                    <a:cubicBezTo>
                      <a:pt x="565" y="24285"/>
                      <a:pt x="565" y="24285"/>
                      <a:pt x="883" y="24040"/>
                    </a:cubicBezTo>
                    <a:cubicBezTo>
                      <a:pt x="1472" y="23310"/>
                      <a:pt x="1362" y="22550"/>
                      <a:pt x="1360" y="21637"/>
                    </a:cubicBezTo>
                    <a:cubicBezTo>
                      <a:pt x="1362" y="21440"/>
                      <a:pt x="1365" y="21243"/>
                      <a:pt x="1367" y="21040"/>
                    </a:cubicBezTo>
                    <a:cubicBezTo>
                      <a:pt x="1375" y="20387"/>
                      <a:pt x="1377" y="19732"/>
                      <a:pt x="1380" y="19080"/>
                    </a:cubicBezTo>
                    <a:cubicBezTo>
                      <a:pt x="1385" y="18627"/>
                      <a:pt x="1390" y="18172"/>
                      <a:pt x="1395" y="17720"/>
                    </a:cubicBezTo>
                    <a:cubicBezTo>
                      <a:pt x="1405" y="16527"/>
                      <a:pt x="1412" y="15335"/>
                      <a:pt x="1420" y="14145"/>
                    </a:cubicBezTo>
                    <a:cubicBezTo>
                      <a:pt x="1427" y="12928"/>
                      <a:pt x="1440" y="11710"/>
                      <a:pt x="1450" y="10495"/>
                    </a:cubicBezTo>
                    <a:cubicBezTo>
                      <a:pt x="1472" y="8107"/>
                      <a:pt x="1490" y="5720"/>
                      <a:pt x="1502" y="3332"/>
                    </a:cubicBezTo>
                    <a:cubicBezTo>
                      <a:pt x="1300" y="3260"/>
                      <a:pt x="1100" y="3188"/>
                      <a:pt x="892" y="3112"/>
                    </a:cubicBezTo>
                    <a:cubicBezTo>
                      <a:pt x="252" y="2832"/>
                      <a:pt x="252" y="2832"/>
                      <a:pt x="17" y="2347"/>
                    </a:cubicBezTo>
                    <a:cubicBezTo>
                      <a:pt x="0" y="1725"/>
                      <a:pt x="100" y="1547"/>
                      <a:pt x="502" y="1082"/>
                    </a:cubicBezTo>
                    <a:cubicBezTo>
                      <a:pt x="922" y="933"/>
                      <a:pt x="922" y="933"/>
                      <a:pt x="1420" y="855"/>
                    </a:cubicBezTo>
                    <a:cubicBezTo>
                      <a:pt x="1602" y="822"/>
                      <a:pt x="1785" y="792"/>
                      <a:pt x="1972" y="762"/>
                    </a:cubicBezTo>
                    <a:cubicBezTo>
                      <a:pt x="2162" y="735"/>
                      <a:pt x="2352" y="705"/>
                      <a:pt x="2550" y="678"/>
                    </a:cubicBezTo>
                    <a:cubicBezTo>
                      <a:pt x="2735" y="645"/>
                      <a:pt x="2920" y="615"/>
                      <a:pt x="3112" y="585"/>
                    </a:cubicBezTo>
                    <a:cubicBezTo>
                      <a:pt x="3657" y="498"/>
                      <a:pt x="4205" y="412"/>
                      <a:pt x="4752" y="332"/>
                    </a:cubicBezTo>
                    <a:cubicBezTo>
                      <a:pt x="4917" y="308"/>
                      <a:pt x="5085" y="282"/>
                      <a:pt x="5255" y="257"/>
                    </a:cubicBezTo>
                    <a:cubicBezTo>
                      <a:pt x="7028" y="0"/>
                      <a:pt x="7028" y="0"/>
                      <a:pt x="7752" y="82"/>
                    </a:cubicBezTo>
                    <a:close/>
                  </a:path>
                </a:pathLst>
              </a:custGeom>
              <a:solidFill>
                <a:srgbClr val="BBBBBB"/>
              </a:solidFill>
              <a:ln w="0">
                <a:noFill/>
              </a:ln>
            </p:spPr>
          </p:sp>
          <p:sp>
            <p:nvSpPr>
              <p:cNvPr id="150" name="guardian vector"/>
              <p:cNvSpPr/>
              <p:nvPr/>
            </p:nvSpPr>
            <p:spPr>
              <a:xfrm>
                <a:off x="376809" y="2518270"/>
                <a:ext cx="190675" cy="209832"/>
              </a:xfrm>
              <a:custGeom>
                <a:avLst/>
                <a:gdLst/>
                <a:ahLst/>
                <a:cxnLst/>
                <a:rect l="0" t="0" r="r" b="b"/>
                <a:pathLst>
                  <a:path w="20852" h="22947" fill="norm" stroke="0">
                    <a:moveTo>
                      <a:pt x="3320" y="30"/>
                    </a:moveTo>
                    <a:cubicBezTo>
                      <a:pt x="3495" y="27"/>
                      <a:pt x="3667" y="27"/>
                      <a:pt x="3848" y="25"/>
                    </a:cubicBezTo>
                    <a:cubicBezTo>
                      <a:pt x="4420" y="22"/>
                      <a:pt x="4992" y="22"/>
                      <a:pt x="5565" y="22"/>
                    </a:cubicBezTo>
                    <a:cubicBezTo>
                      <a:pt x="5965" y="22"/>
                      <a:pt x="6365" y="22"/>
                      <a:pt x="6765" y="20"/>
                    </a:cubicBezTo>
                    <a:cubicBezTo>
                      <a:pt x="7600" y="17"/>
                      <a:pt x="8435" y="17"/>
                      <a:pt x="9272" y="20"/>
                    </a:cubicBezTo>
                    <a:cubicBezTo>
                      <a:pt x="10343" y="20"/>
                      <a:pt x="11413" y="17"/>
                      <a:pt x="12483" y="10"/>
                    </a:cubicBezTo>
                    <a:cubicBezTo>
                      <a:pt x="13307" y="7"/>
                      <a:pt x="14132" y="7"/>
                      <a:pt x="14955" y="7"/>
                    </a:cubicBezTo>
                    <a:cubicBezTo>
                      <a:pt x="15350" y="7"/>
                      <a:pt x="15745" y="7"/>
                      <a:pt x="16140" y="5"/>
                    </a:cubicBezTo>
                    <a:cubicBezTo>
                      <a:pt x="16693" y="0"/>
                      <a:pt x="17245" y="2"/>
                      <a:pt x="17795" y="5"/>
                    </a:cubicBezTo>
                    <a:cubicBezTo>
                      <a:pt x="17958" y="2"/>
                      <a:pt x="18120" y="2"/>
                      <a:pt x="18290" y="0"/>
                    </a:cubicBezTo>
                    <a:cubicBezTo>
                      <a:pt x="19265" y="10"/>
                      <a:pt x="19815" y="130"/>
                      <a:pt x="20542" y="847"/>
                    </a:cubicBezTo>
                    <a:cubicBezTo>
                      <a:pt x="20678" y="1265"/>
                      <a:pt x="20678" y="1265"/>
                      <a:pt x="20695" y="1717"/>
                    </a:cubicBezTo>
                    <a:cubicBezTo>
                      <a:pt x="20697" y="1800"/>
                      <a:pt x="20697" y="1800"/>
                      <a:pt x="20718" y="2222"/>
                    </a:cubicBezTo>
                    <a:cubicBezTo>
                      <a:pt x="20723" y="2397"/>
                      <a:pt x="20725" y="2575"/>
                      <a:pt x="20730" y="2755"/>
                    </a:cubicBezTo>
                    <a:cubicBezTo>
                      <a:pt x="20735" y="2935"/>
                      <a:pt x="20742" y="3112"/>
                      <a:pt x="20750" y="3297"/>
                    </a:cubicBezTo>
                    <a:cubicBezTo>
                      <a:pt x="20768" y="3815"/>
                      <a:pt x="20780" y="4332"/>
                      <a:pt x="20792" y="4847"/>
                    </a:cubicBezTo>
                    <a:cubicBezTo>
                      <a:pt x="20798" y="4972"/>
                      <a:pt x="20798" y="4972"/>
                      <a:pt x="20822" y="5595"/>
                    </a:cubicBezTo>
                    <a:cubicBezTo>
                      <a:pt x="20852" y="6680"/>
                      <a:pt x="20852" y="6680"/>
                      <a:pt x="20792" y="7097"/>
                    </a:cubicBezTo>
                    <a:cubicBezTo>
                      <a:pt x="20292" y="7597"/>
                      <a:pt x="20292" y="7597"/>
                      <a:pt x="19732" y="7625"/>
                    </a:cubicBezTo>
                    <a:cubicBezTo>
                      <a:pt x="18650" y="7192"/>
                      <a:pt x="18158" y="6342"/>
                      <a:pt x="17495" y="5410"/>
                    </a:cubicBezTo>
                    <a:cubicBezTo>
                      <a:pt x="17363" y="5232"/>
                      <a:pt x="17228" y="5052"/>
                      <a:pt x="17090" y="4867"/>
                    </a:cubicBezTo>
                    <a:cubicBezTo>
                      <a:pt x="16438" y="3975"/>
                      <a:pt x="15880" y="3155"/>
                      <a:pt x="15542" y="2097"/>
                    </a:cubicBezTo>
                    <a:cubicBezTo>
                      <a:pt x="15130" y="2180"/>
                      <a:pt x="14718" y="2262"/>
                      <a:pt x="14292" y="2347"/>
                    </a:cubicBezTo>
                    <a:cubicBezTo>
                      <a:pt x="14292" y="8122"/>
                      <a:pt x="14292" y="13897"/>
                      <a:pt x="14292" y="19847"/>
                    </a:cubicBezTo>
                    <a:cubicBezTo>
                      <a:pt x="14870" y="20177"/>
                      <a:pt x="15447" y="20507"/>
                      <a:pt x="16042" y="20847"/>
                    </a:cubicBezTo>
                    <a:cubicBezTo>
                      <a:pt x="16307" y="21490"/>
                      <a:pt x="16307" y="21490"/>
                      <a:pt x="16292" y="22097"/>
                    </a:cubicBezTo>
                    <a:cubicBezTo>
                      <a:pt x="16105" y="22505"/>
                      <a:pt x="16105" y="22505"/>
                      <a:pt x="15792" y="22847"/>
                    </a:cubicBezTo>
                    <a:cubicBezTo>
                      <a:pt x="15328" y="22942"/>
                      <a:pt x="15328" y="22942"/>
                      <a:pt x="14755" y="22942"/>
                    </a:cubicBezTo>
                    <a:cubicBezTo>
                      <a:pt x="14542" y="22942"/>
                      <a:pt x="14330" y="22945"/>
                      <a:pt x="14110" y="22947"/>
                    </a:cubicBezTo>
                    <a:cubicBezTo>
                      <a:pt x="13992" y="22945"/>
                      <a:pt x="13992" y="22945"/>
                      <a:pt x="13410" y="22940"/>
                    </a:cubicBezTo>
                    <a:cubicBezTo>
                      <a:pt x="13290" y="22940"/>
                      <a:pt x="13290" y="22940"/>
                      <a:pt x="12693" y="22940"/>
                    </a:cubicBezTo>
                    <a:cubicBezTo>
                      <a:pt x="12190" y="22940"/>
                      <a:pt x="11690" y="22938"/>
                      <a:pt x="11188" y="22932"/>
                    </a:cubicBezTo>
                    <a:cubicBezTo>
                      <a:pt x="10545" y="22927"/>
                      <a:pt x="9905" y="22927"/>
                      <a:pt x="9263" y="22927"/>
                    </a:cubicBezTo>
                    <a:cubicBezTo>
                      <a:pt x="8650" y="22930"/>
                      <a:pt x="8038" y="22927"/>
                      <a:pt x="7425" y="22925"/>
                    </a:cubicBezTo>
                    <a:cubicBezTo>
                      <a:pt x="7193" y="22925"/>
                      <a:pt x="6962" y="22925"/>
                      <a:pt x="6725" y="22925"/>
                    </a:cubicBezTo>
                    <a:cubicBezTo>
                      <a:pt x="6510" y="22922"/>
                      <a:pt x="6297" y="22920"/>
                      <a:pt x="6078" y="22917"/>
                    </a:cubicBezTo>
                    <a:cubicBezTo>
                      <a:pt x="5983" y="22917"/>
                      <a:pt x="5983" y="22917"/>
                      <a:pt x="5508" y="22915"/>
                    </a:cubicBezTo>
                    <a:cubicBezTo>
                      <a:pt x="5042" y="22847"/>
                      <a:pt x="5042" y="22847"/>
                      <a:pt x="4542" y="22347"/>
                    </a:cubicBezTo>
                    <a:cubicBezTo>
                      <a:pt x="4622" y="21695"/>
                      <a:pt x="4747" y="21188"/>
                      <a:pt x="5042" y="20597"/>
                    </a:cubicBezTo>
                    <a:cubicBezTo>
                      <a:pt x="5538" y="20350"/>
                      <a:pt x="6032" y="20102"/>
                      <a:pt x="6542" y="19847"/>
                    </a:cubicBezTo>
                    <a:cubicBezTo>
                      <a:pt x="6542" y="14072"/>
                      <a:pt x="6542" y="8297"/>
                      <a:pt x="6542" y="2347"/>
                    </a:cubicBezTo>
                    <a:cubicBezTo>
                      <a:pt x="5542" y="2347"/>
                      <a:pt x="5542" y="2347"/>
                      <a:pt x="5145" y="2722"/>
                    </a:cubicBezTo>
                    <a:cubicBezTo>
                      <a:pt x="5083" y="2810"/>
                      <a:pt x="5083" y="2810"/>
                      <a:pt x="4768" y="3242"/>
                    </a:cubicBezTo>
                    <a:cubicBezTo>
                      <a:pt x="4630" y="3430"/>
                      <a:pt x="4490" y="3617"/>
                      <a:pt x="4348" y="3810"/>
                    </a:cubicBezTo>
                    <a:cubicBezTo>
                      <a:pt x="4205" y="4010"/>
                      <a:pt x="4062" y="4207"/>
                      <a:pt x="3917" y="4410"/>
                    </a:cubicBezTo>
                    <a:cubicBezTo>
                      <a:pt x="3633" y="4797"/>
                      <a:pt x="3350" y="5185"/>
                      <a:pt x="3065" y="5572"/>
                    </a:cubicBezTo>
                    <a:cubicBezTo>
                      <a:pt x="2932" y="5752"/>
                      <a:pt x="2800" y="5932"/>
                      <a:pt x="2663" y="6117"/>
                    </a:cubicBezTo>
                    <a:cubicBezTo>
                      <a:pt x="2240" y="6665"/>
                      <a:pt x="1800" y="7135"/>
                      <a:pt x="1292" y="7597"/>
                    </a:cubicBezTo>
                    <a:cubicBezTo>
                      <a:pt x="1085" y="7515"/>
                      <a:pt x="1085" y="7515"/>
                      <a:pt x="42" y="7097"/>
                    </a:cubicBezTo>
                    <a:cubicBezTo>
                      <a:pt x="15" y="4915"/>
                      <a:pt x="0" y="2765"/>
                      <a:pt x="292" y="597"/>
                    </a:cubicBezTo>
                    <a:cubicBezTo>
                      <a:pt x="1328" y="102"/>
                      <a:pt x="2180" y="25"/>
                      <a:pt x="3320" y="30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51" name="guardian vector"/>
              <p:cNvSpPr/>
              <p:nvPr/>
            </p:nvSpPr>
            <p:spPr>
              <a:xfrm>
                <a:off x="789447" y="2676014"/>
                <a:ext cx="166101" cy="234452"/>
              </a:xfrm>
              <a:custGeom>
                <a:avLst/>
                <a:gdLst/>
                <a:ahLst/>
                <a:cxnLst/>
                <a:rect l="0" t="0" r="r" b="b"/>
                <a:pathLst>
                  <a:path w="18165" h="25640" fill="norm" stroke="0">
                    <a:moveTo>
                      <a:pt x="16915" y="348"/>
                    </a:moveTo>
                    <a:cubicBezTo>
                      <a:pt x="17192" y="1455"/>
                      <a:pt x="17192" y="2510"/>
                      <a:pt x="17177" y="3648"/>
                    </a:cubicBezTo>
                    <a:cubicBezTo>
                      <a:pt x="17175" y="3850"/>
                      <a:pt x="17175" y="4053"/>
                      <a:pt x="17172" y="4263"/>
                    </a:cubicBezTo>
                    <a:cubicBezTo>
                      <a:pt x="17170" y="4703"/>
                      <a:pt x="17165" y="5140"/>
                      <a:pt x="17160" y="5580"/>
                    </a:cubicBezTo>
                    <a:cubicBezTo>
                      <a:pt x="17155" y="6275"/>
                      <a:pt x="17150" y="6973"/>
                      <a:pt x="17145" y="7668"/>
                    </a:cubicBezTo>
                    <a:cubicBezTo>
                      <a:pt x="17135" y="9645"/>
                      <a:pt x="17122" y="11623"/>
                      <a:pt x="17102" y="13600"/>
                    </a:cubicBezTo>
                    <a:cubicBezTo>
                      <a:pt x="17090" y="14810"/>
                      <a:pt x="17085" y="16020"/>
                      <a:pt x="17080" y="17233"/>
                    </a:cubicBezTo>
                    <a:cubicBezTo>
                      <a:pt x="17077" y="17693"/>
                      <a:pt x="17072" y="18153"/>
                      <a:pt x="17067" y="18615"/>
                    </a:cubicBezTo>
                    <a:cubicBezTo>
                      <a:pt x="17057" y="19260"/>
                      <a:pt x="17057" y="19903"/>
                      <a:pt x="17055" y="20548"/>
                    </a:cubicBezTo>
                    <a:cubicBezTo>
                      <a:pt x="17052" y="20738"/>
                      <a:pt x="17047" y="20928"/>
                      <a:pt x="17042" y="21123"/>
                    </a:cubicBezTo>
                    <a:cubicBezTo>
                      <a:pt x="17050" y="22403"/>
                      <a:pt x="17310" y="22905"/>
                      <a:pt x="18165" y="23848"/>
                    </a:cubicBezTo>
                    <a:cubicBezTo>
                      <a:pt x="18165" y="24095"/>
                      <a:pt x="18165" y="24343"/>
                      <a:pt x="18165" y="24598"/>
                    </a:cubicBezTo>
                    <a:cubicBezTo>
                      <a:pt x="17540" y="24725"/>
                      <a:pt x="16915" y="24850"/>
                      <a:pt x="16290" y="24973"/>
                    </a:cubicBezTo>
                    <a:cubicBezTo>
                      <a:pt x="16115" y="25007"/>
                      <a:pt x="15942" y="25045"/>
                      <a:pt x="15762" y="25080"/>
                    </a:cubicBezTo>
                    <a:cubicBezTo>
                      <a:pt x="14587" y="25310"/>
                      <a:pt x="13360" y="25528"/>
                      <a:pt x="12165" y="25348"/>
                    </a:cubicBezTo>
                    <a:cubicBezTo>
                      <a:pt x="11665" y="24848"/>
                      <a:pt x="11665" y="24848"/>
                      <a:pt x="11415" y="24348"/>
                    </a:cubicBezTo>
                    <a:cubicBezTo>
                      <a:pt x="10657" y="24463"/>
                      <a:pt x="10092" y="24630"/>
                      <a:pt x="9415" y="24988"/>
                    </a:cubicBezTo>
                    <a:cubicBezTo>
                      <a:pt x="7938" y="25640"/>
                      <a:pt x="6105" y="25603"/>
                      <a:pt x="4562" y="25183"/>
                    </a:cubicBezTo>
                    <a:cubicBezTo>
                      <a:pt x="2907" y="24445"/>
                      <a:pt x="1860" y="23127"/>
                      <a:pt x="1087" y="21520"/>
                    </a:cubicBezTo>
                    <a:cubicBezTo>
                      <a:pt x="25" y="18605"/>
                      <a:pt x="0" y="14580"/>
                      <a:pt x="1182" y="11693"/>
                    </a:cubicBezTo>
                    <a:cubicBezTo>
                      <a:pt x="1762" y="10580"/>
                      <a:pt x="2438" y="9638"/>
                      <a:pt x="3415" y="8848"/>
                    </a:cubicBezTo>
                    <a:cubicBezTo>
                      <a:pt x="3527" y="8755"/>
                      <a:pt x="3640" y="8663"/>
                      <a:pt x="3757" y="8568"/>
                    </a:cubicBezTo>
                    <a:cubicBezTo>
                      <a:pt x="5182" y="7513"/>
                      <a:pt x="6760" y="7295"/>
                      <a:pt x="8500" y="7280"/>
                    </a:cubicBezTo>
                    <a:cubicBezTo>
                      <a:pt x="8915" y="7348"/>
                      <a:pt x="8915" y="7348"/>
                      <a:pt x="9415" y="7848"/>
                    </a:cubicBezTo>
                    <a:cubicBezTo>
                      <a:pt x="9317" y="7893"/>
                      <a:pt x="9222" y="7940"/>
                      <a:pt x="9122" y="7988"/>
                    </a:cubicBezTo>
                    <a:cubicBezTo>
                      <a:pt x="7955" y="8638"/>
                      <a:pt x="7402" y="9440"/>
                      <a:pt x="7015" y="10713"/>
                    </a:cubicBezTo>
                    <a:cubicBezTo>
                      <a:pt x="6415" y="13048"/>
                      <a:pt x="6357" y="15468"/>
                      <a:pt x="6462" y="17863"/>
                    </a:cubicBezTo>
                    <a:cubicBezTo>
                      <a:pt x="6470" y="18058"/>
                      <a:pt x="6477" y="18250"/>
                      <a:pt x="6485" y="18448"/>
                    </a:cubicBezTo>
                    <a:cubicBezTo>
                      <a:pt x="6582" y="20018"/>
                      <a:pt x="6967" y="21382"/>
                      <a:pt x="7805" y="22723"/>
                    </a:cubicBezTo>
                    <a:cubicBezTo>
                      <a:pt x="8760" y="23310"/>
                      <a:pt x="9825" y="23308"/>
                      <a:pt x="10915" y="23098"/>
                    </a:cubicBezTo>
                    <a:cubicBezTo>
                      <a:pt x="11507" y="22465"/>
                      <a:pt x="11480" y="21873"/>
                      <a:pt x="11482" y="21035"/>
                    </a:cubicBezTo>
                    <a:cubicBezTo>
                      <a:pt x="11485" y="20905"/>
                      <a:pt x="11485" y="20775"/>
                      <a:pt x="11487" y="20640"/>
                    </a:cubicBezTo>
                    <a:cubicBezTo>
                      <a:pt x="11490" y="20208"/>
                      <a:pt x="11490" y="19778"/>
                      <a:pt x="11490" y="19348"/>
                    </a:cubicBezTo>
                    <a:cubicBezTo>
                      <a:pt x="11490" y="19048"/>
                      <a:pt x="11492" y="18748"/>
                      <a:pt x="11492" y="18448"/>
                    </a:cubicBezTo>
                    <a:cubicBezTo>
                      <a:pt x="11495" y="17820"/>
                      <a:pt x="11495" y="17193"/>
                      <a:pt x="11495" y="16565"/>
                    </a:cubicBezTo>
                    <a:cubicBezTo>
                      <a:pt x="11492" y="15760"/>
                      <a:pt x="11497" y="14955"/>
                      <a:pt x="11502" y="14150"/>
                    </a:cubicBezTo>
                    <a:cubicBezTo>
                      <a:pt x="11505" y="13533"/>
                      <a:pt x="11507" y="12913"/>
                      <a:pt x="11505" y="12295"/>
                    </a:cubicBezTo>
                    <a:cubicBezTo>
                      <a:pt x="11505" y="11998"/>
                      <a:pt x="11507" y="11700"/>
                      <a:pt x="11510" y="11405"/>
                    </a:cubicBezTo>
                    <a:cubicBezTo>
                      <a:pt x="11512" y="10990"/>
                      <a:pt x="11510" y="10575"/>
                      <a:pt x="11507" y="10160"/>
                    </a:cubicBezTo>
                    <a:cubicBezTo>
                      <a:pt x="11507" y="10043"/>
                      <a:pt x="11507" y="10043"/>
                      <a:pt x="11507" y="9445"/>
                    </a:cubicBezTo>
                    <a:cubicBezTo>
                      <a:pt x="11400" y="8748"/>
                      <a:pt x="11210" y="8530"/>
                      <a:pt x="10665" y="8098"/>
                    </a:cubicBezTo>
                    <a:cubicBezTo>
                      <a:pt x="10760" y="7738"/>
                      <a:pt x="10760" y="7738"/>
                      <a:pt x="10915" y="7348"/>
                    </a:cubicBezTo>
                    <a:cubicBezTo>
                      <a:pt x="11080" y="7265"/>
                      <a:pt x="11245" y="7183"/>
                      <a:pt x="11415" y="7098"/>
                    </a:cubicBezTo>
                    <a:cubicBezTo>
                      <a:pt x="11437" y="6405"/>
                      <a:pt x="11450" y="5713"/>
                      <a:pt x="11462" y="5020"/>
                    </a:cubicBezTo>
                    <a:cubicBezTo>
                      <a:pt x="11467" y="4823"/>
                      <a:pt x="11475" y="4627"/>
                      <a:pt x="11480" y="4425"/>
                    </a:cubicBezTo>
                    <a:cubicBezTo>
                      <a:pt x="11482" y="4330"/>
                      <a:pt x="11482" y="4330"/>
                      <a:pt x="11487" y="3850"/>
                    </a:cubicBezTo>
                    <a:cubicBezTo>
                      <a:pt x="11490" y="3763"/>
                      <a:pt x="11490" y="3763"/>
                      <a:pt x="11500" y="3323"/>
                    </a:cubicBezTo>
                    <a:cubicBezTo>
                      <a:pt x="11390" y="2710"/>
                      <a:pt x="11107" y="2518"/>
                      <a:pt x="10665" y="2098"/>
                    </a:cubicBezTo>
                    <a:cubicBezTo>
                      <a:pt x="10742" y="1550"/>
                      <a:pt x="10742" y="1550"/>
                      <a:pt x="10915" y="1098"/>
                    </a:cubicBezTo>
                    <a:cubicBezTo>
                      <a:pt x="11425" y="978"/>
                      <a:pt x="11935" y="858"/>
                      <a:pt x="12445" y="738"/>
                    </a:cubicBezTo>
                    <a:cubicBezTo>
                      <a:pt x="12587" y="705"/>
                      <a:pt x="12730" y="670"/>
                      <a:pt x="12877" y="635"/>
                    </a:cubicBezTo>
                    <a:cubicBezTo>
                      <a:pt x="15605" y="0"/>
                      <a:pt x="15605" y="0"/>
                      <a:pt x="16915" y="348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52" name="guardian vector"/>
              <p:cNvSpPr/>
              <p:nvPr/>
            </p:nvSpPr>
            <p:spPr>
              <a:xfrm>
                <a:off x="571500" y="2495078"/>
                <a:ext cx="157734" cy="225514"/>
              </a:xfrm>
              <a:custGeom>
                <a:avLst/>
                <a:gdLst/>
                <a:ahLst/>
                <a:cxnLst/>
                <a:rect l="0" t="0" r="r" b="b"/>
                <a:pathLst>
                  <a:path w="17250" h="24662" fill="norm" stroke="0">
                    <a:moveTo>
                      <a:pt x="6000" y="135"/>
                    </a:moveTo>
                    <a:cubicBezTo>
                      <a:pt x="6347" y="483"/>
                      <a:pt x="6287" y="705"/>
                      <a:pt x="6303" y="1192"/>
                    </a:cubicBezTo>
                    <a:cubicBezTo>
                      <a:pt x="6308" y="1365"/>
                      <a:pt x="6312" y="1535"/>
                      <a:pt x="6317" y="1710"/>
                    </a:cubicBezTo>
                    <a:cubicBezTo>
                      <a:pt x="6320" y="1895"/>
                      <a:pt x="6325" y="2077"/>
                      <a:pt x="6330" y="2270"/>
                    </a:cubicBezTo>
                    <a:cubicBezTo>
                      <a:pt x="6335" y="2457"/>
                      <a:pt x="6340" y="2645"/>
                      <a:pt x="6345" y="2840"/>
                    </a:cubicBezTo>
                    <a:cubicBezTo>
                      <a:pt x="6360" y="3442"/>
                      <a:pt x="6375" y="4048"/>
                      <a:pt x="6390" y="4650"/>
                    </a:cubicBezTo>
                    <a:cubicBezTo>
                      <a:pt x="6403" y="5060"/>
                      <a:pt x="6412" y="5467"/>
                      <a:pt x="6422" y="5875"/>
                    </a:cubicBezTo>
                    <a:cubicBezTo>
                      <a:pt x="6450" y="6880"/>
                      <a:pt x="6475" y="7882"/>
                      <a:pt x="6500" y="8885"/>
                    </a:cubicBezTo>
                    <a:cubicBezTo>
                      <a:pt x="7447" y="9157"/>
                      <a:pt x="7447" y="9157"/>
                      <a:pt x="7910" y="8957"/>
                    </a:cubicBezTo>
                    <a:cubicBezTo>
                      <a:pt x="7977" y="8912"/>
                      <a:pt x="7977" y="8912"/>
                      <a:pt x="8312" y="8683"/>
                    </a:cubicBezTo>
                    <a:cubicBezTo>
                      <a:pt x="9810" y="7760"/>
                      <a:pt x="11500" y="7412"/>
                      <a:pt x="13250" y="7635"/>
                    </a:cubicBezTo>
                    <a:cubicBezTo>
                      <a:pt x="14358" y="7907"/>
                      <a:pt x="15320" y="8428"/>
                      <a:pt x="15995" y="9363"/>
                    </a:cubicBezTo>
                    <a:cubicBezTo>
                      <a:pt x="16315" y="10017"/>
                      <a:pt x="16368" y="10623"/>
                      <a:pt x="16408" y="11337"/>
                    </a:cubicBezTo>
                    <a:cubicBezTo>
                      <a:pt x="16412" y="11410"/>
                      <a:pt x="16412" y="11410"/>
                      <a:pt x="16438" y="11767"/>
                    </a:cubicBezTo>
                    <a:cubicBezTo>
                      <a:pt x="16535" y="13442"/>
                      <a:pt x="16518" y="15115"/>
                      <a:pt x="16500" y="16790"/>
                    </a:cubicBezTo>
                    <a:cubicBezTo>
                      <a:pt x="16438" y="22530"/>
                      <a:pt x="16438" y="22530"/>
                      <a:pt x="17250" y="24385"/>
                    </a:cubicBezTo>
                    <a:cubicBezTo>
                      <a:pt x="17000" y="24635"/>
                      <a:pt x="17000" y="24635"/>
                      <a:pt x="16375" y="24662"/>
                    </a:cubicBezTo>
                    <a:cubicBezTo>
                      <a:pt x="16100" y="24662"/>
                      <a:pt x="15828" y="24662"/>
                      <a:pt x="15552" y="24660"/>
                    </a:cubicBezTo>
                    <a:cubicBezTo>
                      <a:pt x="15483" y="24660"/>
                      <a:pt x="15483" y="24660"/>
                      <a:pt x="15118" y="24657"/>
                    </a:cubicBezTo>
                    <a:cubicBezTo>
                      <a:pt x="14657" y="24657"/>
                      <a:pt x="14195" y="24655"/>
                      <a:pt x="13735" y="24650"/>
                    </a:cubicBezTo>
                    <a:cubicBezTo>
                      <a:pt x="13422" y="24650"/>
                      <a:pt x="13110" y="24647"/>
                      <a:pt x="12798" y="24647"/>
                    </a:cubicBezTo>
                    <a:cubicBezTo>
                      <a:pt x="12032" y="24645"/>
                      <a:pt x="11265" y="24640"/>
                      <a:pt x="10500" y="24635"/>
                    </a:cubicBezTo>
                    <a:cubicBezTo>
                      <a:pt x="10328" y="24337"/>
                      <a:pt x="10328" y="24337"/>
                      <a:pt x="10250" y="23885"/>
                    </a:cubicBezTo>
                    <a:cubicBezTo>
                      <a:pt x="10368" y="23712"/>
                      <a:pt x="10483" y="23540"/>
                      <a:pt x="10602" y="23360"/>
                    </a:cubicBezTo>
                    <a:cubicBezTo>
                      <a:pt x="11220" y="22415"/>
                      <a:pt x="11108" y="21370"/>
                      <a:pt x="11100" y="20277"/>
                    </a:cubicBezTo>
                    <a:cubicBezTo>
                      <a:pt x="11100" y="20165"/>
                      <a:pt x="11100" y="20165"/>
                      <a:pt x="11102" y="19590"/>
                    </a:cubicBezTo>
                    <a:cubicBezTo>
                      <a:pt x="11102" y="19110"/>
                      <a:pt x="11100" y="18630"/>
                      <a:pt x="11097" y="18150"/>
                    </a:cubicBezTo>
                    <a:cubicBezTo>
                      <a:pt x="11095" y="17420"/>
                      <a:pt x="11097" y="16690"/>
                      <a:pt x="11102" y="15960"/>
                    </a:cubicBezTo>
                    <a:cubicBezTo>
                      <a:pt x="11102" y="15493"/>
                      <a:pt x="11100" y="15025"/>
                      <a:pt x="11100" y="14560"/>
                    </a:cubicBezTo>
                    <a:cubicBezTo>
                      <a:pt x="11100" y="14342"/>
                      <a:pt x="11102" y="14125"/>
                      <a:pt x="11105" y="13902"/>
                    </a:cubicBezTo>
                    <a:cubicBezTo>
                      <a:pt x="11090" y="12602"/>
                      <a:pt x="10945" y="11507"/>
                      <a:pt x="10250" y="10385"/>
                    </a:cubicBezTo>
                    <a:cubicBezTo>
                      <a:pt x="9657" y="9920"/>
                      <a:pt x="9358" y="9885"/>
                      <a:pt x="8605" y="9890"/>
                    </a:cubicBezTo>
                    <a:cubicBezTo>
                      <a:pt x="8385" y="9920"/>
                      <a:pt x="8165" y="9950"/>
                      <a:pt x="7938" y="9980"/>
                    </a:cubicBezTo>
                    <a:cubicBezTo>
                      <a:pt x="7715" y="10007"/>
                      <a:pt x="7493" y="10035"/>
                      <a:pt x="7263" y="10062"/>
                    </a:cubicBezTo>
                    <a:cubicBezTo>
                      <a:pt x="7093" y="10087"/>
                      <a:pt x="6925" y="10110"/>
                      <a:pt x="6750" y="10135"/>
                    </a:cubicBezTo>
                    <a:cubicBezTo>
                      <a:pt x="6420" y="11387"/>
                      <a:pt x="6460" y="12645"/>
                      <a:pt x="6458" y="13933"/>
                    </a:cubicBezTo>
                    <a:cubicBezTo>
                      <a:pt x="6458" y="14178"/>
                      <a:pt x="6458" y="14425"/>
                      <a:pt x="6455" y="14678"/>
                    </a:cubicBezTo>
                    <a:cubicBezTo>
                      <a:pt x="6455" y="15195"/>
                      <a:pt x="6453" y="15712"/>
                      <a:pt x="6453" y="16230"/>
                    </a:cubicBezTo>
                    <a:cubicBezTo>
                      <a:pt x="6453" y="16892"/>
                      <a:pt x="6450" y="17555"/>
                      <a:pt x="6445" y="18217"/>
                    </a:cubicBezTo>
                    <a:cubicBezTo>
                      <a:pt x="6442" y="18852"/>
                      <a:pt x="6442" y="19485"/>
                      <a:pt x="6442" y="20120"/>
                    </a:cubicBezTo>
                    <a:cubicBezTo>
                      <a:pt x="6440" y="20358"/>
                      <a:pt x="6440" y="20595"/>
                      <a:pt x="6438" y="20837"/>
                    </a:cubicBezTo>
                    <a:cubicBezTo>
                      <a:pt x="6438" y="21060"/>
                      <a:pt x="6438" y="21280"/>
                      <a:pt x="6440" y="21507"/>
                    </a:cubicBezTo>
                    <a:cubicBezTo>
                      <a:pt x="6440" y="21702"/>
                      <a:pt x="6438" y="21897"/>
                      <a:pt x="6438" y="22095"/>
                    </a:cubicBezTo>
                    <a:cubicBezTo>
                      <a:pt x="6500" y="22635"/>
                      <a:pt x="6500" y="22635"/>
                      <a:pt x="6770" y="23142"/>
                    </a:cubicBezTo>
                    <a:cubicBezTo>
                      <a:pt x="7000" y="23635"/>
                      <a:pt x="7000" y="23635"/>
                      <a:pt x="6750" y="24635"/>
                    </a:cubicBezTo>
                    <a:cubicBezTo>
                      <a:pt x="4605" y="24635"/>
                      <a:pt x="2460" y="24635"/>
                      <a:pt x="250" y="24635"/>
                    </a:cubicBezTo>
                    <a:cubicBezTo>
                      <a:pt x="168" y="24470"/>
                      <a:pt x="85" y="24305"/>
                      <a:pt x="0" y="24135"/>
                    </a:cubicBezTo>
                    <a:cubicBezTo>
                      <a:pt x="117" y="23960"/>
                      <a:pt x="233" y="23785"/>
                      <a:pt x="352" y="23602"/>
                    </a:cubicBezTo>
                    <a:cubicBezTo>
                      <a:pt x="907" y="22738"/>
                      <a:pt x="855" y="21897"/>
                      <a:pt x="847" y="20895"/>
                    </a:cubicBezTo>
                    <a:cubicBezTo>
                      <a:pt x="847" y="20700"/>
                      <a:pt x="850" y="20502"/>
                      <a:pt x="850" y="20300"/>
                    </a:cubicBezTo>
                    <a:cubicBezTo>
                      <a:pt x="855" y="19652"/>
                      <a:pt x="852" y="19007"/>
                      <a:pt x="850" y="18360"/>
                    </a:cubicBezTo>
                    <a:cubicBezTo>
                      <a:pt x="850" y="17910"/>
                      <a:pt x="850" y="17460"/>
                      <a:pt x="852" y="17007"/>
                    </a:cubicBezTo>
                    <a:cubicBezTo>
                      <a:pt x="852" y="16065"/>
                      <a:pt x="852" y="15123"/>
                      <a:pt x="847" y="14180"/>
                    </a:cubicBezTo>
                    <a:cubicBezTo>
                      <a:pt x="843" y="12970"/>
                      <a:pt x="845" y="11762"/>
                      <a:pt x="850" y="10553"/>
                    </a:cubicBezTo>
                    <a:cubicBezTo>
                      <a:pt x="852" y="9623"/>
                      <a:pt x="852" y="8692"/>
                      <a:pt x="850" y="7765"/>
                    </a:cubicBezTo>
                    <a:cubicBezTo>
                      <a:pt x="850" y="7317"/>
                      <a:pt x="850" y="6873"/>
                      <a:pt x="852" y="6428"/>
                    </a:cubicBezTo>
                    <a:cubicBezTo>
                      <a:pt x="855" y="5805"/>
                      <a:pt x="850" y="5183"/>
                      <a:pt x="847" y="4560"/>
                    </a:cubicBezTo>
                    <a:cubicBezTo>
                      <a:pt x="847" y="4467"/>
                      <a:pt x="847" y="4467"/>
                      <a:pt x="852" y="4000"/>
                    </a:cubicBezTo>
                    <a:cubicBezTo>
                      <a:pt x="835" y="2735"/>
                      <a:pt x="835" y="2735"/>
                      <a:pt x="370" y="2188"/>
                    </a:cubicBezTo>
                    <a:cubicBezTo>
                      <a:pt x="307" y="2137"/>
                      <a:pt x="307" y="2137"/>
                      <a:pt x="0" y="1885"/>
                    </a:cubicBezTo>
                    <a:cubicBezTo>
                      <a:pt x="0" y="1637"/>
                      <a:pt x="0" y="1390"/>
                      <a:pt x="0" y="1135"/>
                    </a:cubicBezTo>
                    <a:cubicBezTo>
                      <a:pt x="625" y="965"/>
                      <a:pt x="1250" y="800"/>
                      <a:pt x="1875" y="635"/>
                    </a:cubicBezTo>
                    <a:cubicBezTo>
                      <a:pt x="2050" y="587"/>
                      <a:pt x="2222" y="540"/>
                      <a:pt x="2403" y="490"/>
                    </a:cubicBezTo>
                    <a:cubicBezTo>
                      <a:pt x="3602" y="180"/>
                      <a:pt x="4760" y="0"/>
                      <a:pt x="6000" y="135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53" name="guardian vector"/>
              <p:cNvSpPr/>
              <p:nvPr/>
            </p:nvSpPr>
            <p:spPr>
              <a:xfrm>
                <a:off x="137006" y="2688079"/>
                <a:ext cx="199042" cy="220279"/>
              </a:xfrm>
              <a:custGeom>
                <a:avLst/>
                <a:gdLst/>
                <a:ahLst/>
                <a:cxnLst/>
                <a:rect l="0" t="0" r="r" b="b"/>
                <a:pathLst>
                  <a:path w="21768" h="24090" fill="norm" stroke="0">
                    <a:moveTo>
                      <a:pt x="10720" y="12"/>
                    </a:moveTo>
                    <a:cubicBezTo>
                      <a:pt x="10965" y="15"/>
                      <a:pt x="11208" y="17"/>
                      <a:pt x="11460" y="20"/>
                    </a:cubicBezTo>
                    <a:cubicBezTo>
                      <a:pt x="11552" y="20"/>
                      <a:pt x="11552" y="20"/>
                      <a:pt x="12018" y="27"/>
                    </a:cubicBezTo>
                    <a:cubicBezTo>
                      <a:pt x="12018" y="192"/>
                      <a:pt x="12018" y="358"/>
                      <a:pt x="12018" y="527"/>
                    </a:cubicBezTo>
                    <a:cubicBezTo>
                      <a:pt x="11953" y="550"/>
                      <a:pt x="11953" y="550"/>
                      <a:pt x="11633" y="660"/>
                    </a:cubicBezTo>
                    <a:cubicBezTo>
                      <a:pt x="9950" y="1345"/>
                      <a:pt x="9260" y="2430"/>
                      <a:pt x="8518" y="4027"/>
                    </a:cubicBezTo>
                    <a:cubicBezTo>
                      <a:pt x="6998" y="7832"/>
                      <a:pt x="7305" y="12422"/>
                      <a:pt x="7770" y="16402"/>
                    </a:cubicBezTo>
                    <a:cubicBezTo>
                      <a:pt x="7813" y="16765"/>
                      <a:pt x="7853" y="17130"/>
                      <a:pt x="7890" y="17493"/>
                    </a:cubicBezTo>
                    <a:cubicBezTo>
                      <a:pt x="8127" y="19308"/>
                      <a:pt x="8685" y="21452"/>
                      <a:pt x="10158" y="22685"/>
                    </a:cubicBezTo>
                    <a:cubicBezTo>
                      <a:pt x="10925" y="23120"/>
                      <a:pt x="11715" y="23067"/>
                      <a:pt x="12570" y="23050"/>
                    </a:cubicBezTo>
                    <a:cubicBezTo>
                      <a:pt x="12640" y="23050"/>
                      <a:pt x="12640" y="23050"/>
                      <a:pt x="12993" y="23045"/>
                    </a:cubicBezTo>
                    <a:cubicBezTo>
                      <a:pt x="13335" y="23040"/>
                      <a:pt x="13675" y="23035"/>
                      <a:pt x="14018" y="23027"/>
                    </a:cubicBezTo>
                    <a:cubicBezTo>
                      <a:pt x="14048" y="21840"/>
                      <a:pt x="14070" y="20652"/>
                      <a:pt x="14085" y="19465"/>
                    </a:cubicBezTo>
                    <a:cubicBezTo>
                      <a:pt x="14093" y="19062"/>
                      <a:pt x="14100" y="18657"/>
                      <a:pt x="14110" y="18255"/>
                    </a:cubicBezTo>
                    <a:cubicBezTo>
                      <a:pt x="14128" y="17672"/>
                      <a:pt x="14133" y="17092"/>
                      <a:pt x="14140" y="16510"/>
                    </a:cubicBezTo>
                    <a:cubicBezTo>
                      <a:pt x="14142" y="16420"/>
                      <a:pt x="14142" y="16420"/>
                      <a:pt x="14158" y="15965"/>
                    </a:cubicBezTo>
                    <a:cubicBezTo>
                      <a:pt x="14160" y="14710"/>
                      <a:pt x="14160" y="14710"/>
                      <a:pt x="13730" y="14162"/>
                    </a:cubicBezTo>
                    <a:cubicBezTo>
                      <a:pt x="13385" y="13842"/>
                      <a:pt x="13385" y="13842"/>
                      <a:pt x="13035" y="13580"/>
                    </a:cubicBezTo>
                    <a:cubicBezTo>
                      <a:pt x="12768" y="13277"/>
                      <a:pt x="12768" y="13277"/>
                      <a:pt x="12768" y="12277"/>
                    </a:cubicBezTo>
                    <a:cubicBezTo>
                      <a:pt x="15655" y="12277"/>
                      <a:pt x="18542" y="12277"/>
                      <a:pt x="21518" y="12277"/>
                    </a:cubicBezTo>
                    <a:cubicBezTo>
                      <a:pt x="21557" y="12442"/>
                      <a:pt x="21557" y="12442"/>
                      <a:pt x="21768" y="13277"/>
                    </a:cubicBezTo>
                    <a:cubicBezTo>
                      <a:pt x="21722" y="13312"/>
                      <a:pt x="21722" y="13312"/>
                      <a:pt x="21502" y="13480"/>
                    </a:cubicBezTo>
                    <a:cubicBezTo>
                      <a:pt x="21388" y="13567"/>
                      <a:pt x="21275" y="13655"/>
                      <a:pt x="21158" y="13748"/>
                    </a:cubicBezTo>
                    <a:cubicBezTo>
                      <a:pt x="21045" y="13835"/>
                      <a:pt x="20932" y="13920"/>
                      <a:pt x="20815" y="14010"/>
                    </a:cubicBezTo>
                    <a:cubicBezTo>
                      <a:pt x="20445" y="14342"/>
                      <a:pt x="20282" y="14630"/>
                      <a:pt x="20230" y="15130"/>
                    </a:cubicBezTo>
                    <a:cubicBezTo>
                      <a:pt x="20230" y="15197"/>
                      <a:pt x="20230" y="15197"/>
                      <a:pt x="20222" y="15537"/>
                    </a:cubicBezTo>
                    <a:cubicBezTo>
                      <a:pt x="20220" y="15692"/>
                      <a:pt x="20218" y="15845"/>
                      <a:pt x="20212" y="16002"/>
                    </a:cubicBezTo>
                    <a:cubicBezTo>
                      <a:pt x="20210" y="16170"/>
                      <a:pt x="20207" y="16335"/>
                      <a:pt x="20205" y="16505"/>
                    </a:cubicBezTo>
                    <a:cubicBezTo>
                      <a:pt x="20197" y="16855"/>
                      <a:pt x="20190" y="17202"/>
                      <a:pt x="20180" y="17553"/>
                    </a:cubicBezTo>
                    <a:cubicBezTo>
                      <a:pt x="20167" y="18105"/>
                      <a:pt x="20158" y="18655"/>
                      <a:pt x="20148" y="19207"/>
                    </a:cubicBezTo>
                    <a:cubicBezTo>
                      <a:pt x="20138" y="19738"/>
                      <a:pt x="20125" y="20270"/>
                      <a:pt x="20112" y="20803"/>
                    </a:cubicBezTo>
                    <a:cubicBezTo>
                      <a:pt x="20110" y="20967"/>
                      <a:pt x="20108" y="21132"/>
                      <a:pt x="20105" y="21303"/>
                    </a:cubicBezTo>
                    <a:cubicBezTo>
                      <a:pt x="20100" y="21455"/>
                      <a:pt x="20097" y="21610"/>
                      <a:pt x="20092" y="21767"/>
                    </a:cubicBezTo>
                    <a:cubicBezTo>
                      <a:pt x="20090" y="21902"/>
                      <a:pt x="20088" y="22037"/>
                      <a:pt x="20085" y="22178"/>
                    </a:cubicBezTo>
                    <a:cubicBezTo>
                      <a:pt x="20018" y="22527"/>
                      <a:pt x="20018" y="22527"/>
                      <a:pt x="19518" y="23027"/>
                    </a:cubicBezTo>
                    <a:cubicBezTo>
                      <a:pt x="19045" y="23233"/>
                      <a:pt x="19045" y="23233"/>
                      <a:pt x="18485" y="23417"/>
                    </a:cubicBezTo>
                    <a:cubicBezTo>
                      <a:pt x="18305" y="23480"/>
                      <a:pt x="18123" y="23542"/>
                      <a:pt x="17938" y="23608"/>
                    </a:cubicBezTo>
                    <a:cubicBezTo>
                      <a:pt x="16235" y="24042"/>
                      <a:pt x="14520" y="24075"/>
                      <a:pt x="12770" y="24075"/>
                    </a:cubicBezTo>
                    <a:cubicBezTo>
                      <a:pt x="12392" y="24075"/>
                      <a:pt x="12015" y="24080"/>
                      <a:pt x="11640" y="24085"/>
                    </a:cubicBezTo>
                    <a:cubicBezTo>
                      <a:pt x="8685" y="24090"/>
                      <a:pt x="6158" y="23285"/>
                      <a:pt x="3768" y="21527"/>
                    </a:cubicBezTo>
                    <a:cubicBezTo>
                      <a:pt x="3560" y="21395"/>
                      <a:pt x="3355" y="21260"/>
                      <a:pt x="3142" y="21123"/>
                    </a:cubicBezTo>
                    <a:cubicBezTo>
                      <a:pt x="1400" y="19672"/>
                      <a:pt x="498" y="17220"/>
                      <a:pt x="268" y="15027"/>
                    </a:cubicBezTo>
                    <a:cubicBezTo>
                      <a:pt x="0" y="10967"/>
                      <a:pt x="268" y="7600"/>
                      <a:pt x="2268" y="4027"/>
                    </a:cubicBezTo>
                    <a:cubicBezTo>
                      <a:pt x="2432" y="4027"/>
                      <a:pt x="2597" y="4027"/>
                      <a:pt x="2768" y="4027"/>
                    </a:cubicBezTo>
                    <a:cubicBezTo>
                      <a:pt x="2830" y="3880"/>
                      <a:pt x="2890" y="3735"/>
                      <a:pt x="2955" y="3582"/>
                    </a:cubicBezTo>
                    <a:cubicBezTo>
                      <a:pt x="3953" y="1812"/>
                      <a:pt x="6162" y="850"/>
                      <a:pt x="8018" y="277"/>
                    </a:cubicBezTo>
                    <a:cubicBezTo>
                      <a:pt x="8935" y="53"/>
                      <a:pt x="9777" y="0"/>
                      <a:pt x="10720" y="12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54" name="guardian vector"/>
              <p:cNvSpPr/>
              <p:nvPr/>
            </p:nvSpPr>
            <p:spPr>
              <a:xfrm>
                <a:off x="676656" y="2743634"/>
                <a:ext cx="111077" cy="162123"/>
              </a:xfrm>
              <a:custGeom>
                <a:avLst/>
                <a:gdLst/>
                <a:ahLst/>
                <a:cxnLst/>
                <a:rect l="0" t="0" r="r" b="b"/>
                <a:pathLst>
                  <a:path w="12147" h="17730" fill="norm" stroke="0">
                    <a:moveTo>
                      <a:pt x="6250" y="202"/>
                    </a:moveTo>
                    <a:cubicBezTo>
                      <a:pt x="6892" y="845"/>
                      <a:pt x="6858" y="1373"/>
                      <a:pt x="6905" y="2232"/>
                    </a:cubicBezTo>
                    <a:cubicBezTo>
                      <a:pt x="6915" y="2375"/>
                      <a:pt x="6925" y="2515"/>
                      <a:pt x="6935" y="2660"/>
                    </a:cubicBezTo>
                    <a:cubicBezTo>
                      <a:pt x="6960" y="3007"/>
                      <a:pt x="6980" y="3355"/>
                      <a:pt x="7000" y="3702"/>
                    </a:cubicBezTo>
                    <a:cubicBezTo>
                      <a:pt x="7650" y="3340"/>
                      <a:pt x="7858" y="3060"/>
                      <a:pt x="8095" y="2357"/>
                    </a:cubicBezTo>
                    <a:cubicBezTo>
                      <a:pt x="8532" y="1248"/>
                      <a:pt x="9180" y="738"/>
                      <a:pt x="10250" y="202"/>
                    </a:cubicBezTo>
                    <a:cubicBezTo>
                      <a:pt x="10752" y="170"/>
                      <a:pt x="11245" y="192"/>
                      <a:pt x="11750" y="202"/>
                    </a:cubicBezTo>
                    <a:cubicBezTo>
                      <a:pt x="12147" y="998"/>
                      <a:pt x="12045" y="1825"/>
                      <a:pt x="12048" y="2702"/>
                    </a:cubicBezTo>
                    <a:cubicBezTo>
                      <a:pt x="12050" y="2887"/>
                      <a:pt x="12052" y="3070"/>
                      <a:pt x="12055" y="3260"/>
                    </a:cubicBezTo>
                    <a:cubicBezTo>
                      <a:pt x="12058" y="3438"/>
                      <a:pt x="12058" y="3615"/>
                      <a:pt x="12058" y="3798"/>
                    </a:cubicBezTo>
                    <a:cubicBezTo>
                      <a:pt x="12058" y="3957"/>
                      <a:pt x="12060" y="4120"/>
                      <a:pt x="12060" y="4287"/>
                    </a:cubicBezTo>
                    <a:cubicBezTo>
                      <a:pt x="12000" y="4702"/>
                      <a:pt x="12000" y="4702"/>
                      <a:pt x="11500" y="5202"/>
                    </a:cubicBezTo>
                    <a:cubicBezTo>
                      <a:pt x="11093" y="5225"/>
                      <a:pt x="11093" y="5225"/>
                      <a:pt x="10610" y="5188"/>
                    </a:cubicBezTo>
                    <a:cubicBezTo>
                      <a:pt x="9425" y="5157"/>
                      <a:pt x="8302" y="5392"/>
                      <a:pt x="7250" y="5952"/>
                    </a:cubicBezTo>
                    <a:cubicBezTo>
                      <a:pt x="7005" y="6498"/>
                      <a:pt x="6968" y="6980"/>
                      <a:pt x="6968" y="7570"/>
                    </a:cubicBezTo>
                    <a:cubicBezTo>
                      <a:pt x="6968" y="7743"/>
                      <a:pt x="6965" y="7912"/>
                      <a:pt x="6965" y="8090"/>
                    </a:cubicBezTo>
                    <a:cubicBezTo>
                      <a:pt x="6965" y="8272"/>
                      <a:pt x="6968" y="8457"/>
                      <a:pt x="6968" y="8645"/>
                    </a:cubicBezTo>
                    <a:cubicBezTo>
                      <a:pt x="6968" y="8835"/>
                      <a:pt x="6968" y="9025"/>
                      <a:pt x="6965" y="9222"/>
                    </a:cubicBezTo>
                    <a:cubicBezTo>
                      <a:pt x="6965" y="9625"/>
                      <a:pt x="6968" y="10027"/>
                      <a:pt x="6968" y="10430"/>
                    </a:cubicBezTo>
                    <a:cubicBezTo>
                      <a:pt x="6968" y="11043"/>
                      <a:pt x="6968" y="11655"/>
                      <a:pt x="6965" y="12270"/>
                    </a:cubicBezTo>
                    <a:cubicBezTo>
                      <a:pt x="6965" y="12660"/>
                      <a:pt x="6968" y="13053"/>
                      <a:pt x="6968" y="13442"/>
                    </a:cubicBezTo>
                    <a:cubicBezTo>
                      <a:pt x="6968" y="13625"/>
                      <a:pt x="6965" y="13808"/>
                      <a:pt x="6965" y="13995"/>
                    </a:cubicBezTo>
                    <a:cubicBezTo>
                      <a:pt x="6970" y="14935"/>
                      <a:pt x="7025" y="15790"/>
                      <a:pt x="7250" y="16702"/>
                    </a:cubicBezTo>
                    <a:cubicBezTo>
                      <a:pt x="7415" y="16702"/>
                      <a:pt x="7580" y="16702"/>
                      <a:pt x="7750" y="16702"/>
                    </a:cubicBezTo>
                    <a:cubicBezTo>
                      <a:pt x="7832" y="16950"/>
                      <a:pt x="7915" y="17197"/>
                      <a:pt x="8000" y="17452"/>
                    </a:cubicBezTo>
                    <a:cubicBezTo>
                      <a:pt x="7750" y="17702"/>
                      <a:pt x="7750" y="17702"/>
                      <a:pt x="7032" y="17730"/>
                    </a:cubicBezTo>
                    <a:cubicBezTo>
                      <a:pt x="6718" y="17730"/>
                      <a:pt x="6400" y="17730"/>
                      <a:pt x="6085" y="17727"/>
                    </a:cubicBezTo>
                    <a:cubicBezTo>
                      <a:pt x="6002" y="17727"/>
                      <a:pt x="6002" y="17727"/>
                      <a:pt x="5582" y="17725"/>
                    </a:cubicBezTo>
                    <a:cubicBezTo>
                      <a:pt x="5050" y="17725"/>
                      <a:pt x="4517" y="17722"/>
                      <a:pt x="3985" y="17717"/>
                    </a:cubicBezTo>
                    <a:cubicBezTo>
                      <a:pt x="3625" y="17717"/>
                      <a:pt x="3265" y="17715"/>
                      <a:pt x="2905" y="17715"/>
                    </a:cubicBezTo>
                    <a:cubicBezTo>
                      <a:pt x="2020" y="17712"/>
                      <a:pt x="1135" y="17707"/>
                      <a:pt x="250" y="17702"/>
                    </a:cubicBezTo>
                    <a:cubicBezTo>
                      <a:pt x="365" y="17168"/>
                      <a:pt x="485" y="16730"/>
                      <a:pt x="755" y="16250"/>
                    </a:cubicBezTo>
                    <a:cubicBezTo>
                      <a:pt x="1050" y="15590"/>
                      <a:pt x="1067" y="15105"/>
                      <a:pt x="1072" y="14385"/>
                    </a:cubicBezTo>
                    <a:cubicBezTo>
                      <a:pt x="1075" y="14257"/>
                      <a:pt x="1075" y="14127"/>
                      <a:pt x="1078" y="13995"/>
                    </a:cubicBezTo>
                    <a:cubicBezTo>
                      <a:pt x="1082" y="13575"/>
                      <a:pt x="1082" y="13155"/>
                      <a:pt x="1085" y="12732"/>
                    </a:cubicBezTo>
                    <a:cubicBezTo>
                      <a:pt x="1085" y="12440"/>
                      <a:pt x="1088" y="12145"/>
                      <a:pt x="1090" y="11850"/>
                    </a:cubicBezTo>
                    <a:cubicBezTo>
                      <a:pt x="1093" y="11237"/>
                      <a:pt x="1093" y="10623"/>
                      <a:pt x="1093" y="10007"/>
                    </a:cubicBezTo>
                    <a:cubicBezTo>
                      <a:pt x="1093" y="9220"/>
                      <a:pt x="1100" y="8433"/>
                      <a:pt x="1108" y="7645"/>
                    </a:cubicBezTo>
                    <a:cubicBezTo>
                      <a:pt x="1112" y="7037"/>
                      <a:pt x="1115" y="6433"/>
                      <a:pt x="1115" y="5825"/>
                    </a:cubicBezTo>
                    <a:cubicBezTo>
                      <a:pt x="1115" y="5535"/>
                      <a:pt x="1118" y="5245"/>
                      <a:pt x="1120" y="4955"/>
                    </a:cubicBezTo>
                    <a:cubicBezTo>
                      <a:pt x="1125" y="4550"/>
                      <a:pt x="1125" y="4145"/>
                      <a:pt x="1123" y="3737"/>
                    </a:cubicBezTo>
                    <a:cubicBezTo>
                      <a:pt x="1123" y="3623"/>
                      <a:pt x="1123" y="3623"/>
                      <a:pt x="1123" y="3040"/>
                    </a:cubicBezTo>
                    <a:cubicBezTo>
                      <a:pt x="963" y="2272"/>
                      <a:pt x="635" y="2123"/>
                      <a:pt x="0" y="1702"/>
                    </a:cubicBezTo>
                    <a:cubicBezTo>
                      <a:pt x="0" y="1537"/>
                      <a:pt x="0" y="1373"/>
                      <a:pt x="0" y="1202"/>
                    </a:cubicBezTo>
                    <a:cubicBezTo>
                      <a:pt x="713" y="1032"/>
                      <a:pt x="1428" y="868"/>
                      <a:pt x="2140" y="702"/>
                    </a:cubicBezTo>
                    <a:cubicBezTo>
                      <a:pt x="2340" y="655"/>
                      <a:pt x="2540" y="607"/>
                      <a:pt x="2748" y="558"/>
                    </a:cubicBezTo>
                    <a:cubicBezTo>
                      <a:pt x="5188" y="0"/>
                      <a:pt x="5188" y="0"/>
                      <a:pt x="6250" y="202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55" name="guardian vector"/>
              <p:cNvSpPr/>
              <p:nvPr/>
            </p:nvSpPr>
            <p:spPr>
              <a:xfrm>
                <a:off x="1287010" y="2738490"/>
                <a:ext cx="96012" cy="167015"/>
              </a:xfrm>
              <a:custGeom>
                <a:avLst/>
                <a:gdLst/>
                <a:ahLst/>
                <a:cxnLst/>
                <a:rect l="0" t="0" r="r" b="b"/>
                <a:pathLst>
                  <a:path w="10500" h="18265" fill="norm" stroke="0">
                    <a:moveTo>
                      <a:pt x="7910" y="832"/>
                    </a:moveTo>
                    <a:cubicBezTo>
                      <a:pt x="9055" y="1820"/>
                      <a:pt x="9305" y="2657"/>
                      <a:pt x="9455" y="4123"/>
                    </a:cubicBezTo>
                    <a:cubicBezTo>
                      <a:pt x="9532" y="5192"/>
                      <a:pt x="9512" y="6257"/>
                      <a:pt x="9490" y="7330"/>
                    </a:cubicBezTo>
                    <a:cubicBezTo>
                      <a:pt x="9485" y="7815"/>
                      <a:pt x="9480" y="8303"/>
                      <a:pt x="9475" y="8787"/>
                    </a:cubicBezTo>
                    <a:cubicBezTo>
                      <a:pt x="9465" y="9545"/>
                      <a:pt x="9455" y="10300"/>
                      <a:pt x="9440" y="11058"/>
                    </a:cubicBezTo>
                    <a:cubicBezTo>
                      <a:pt x="9425" y="11792"/>
                      <a:pt x="9417" y="12530"/>
                      <a:pt x="9412" y="13267"/>
                    </a:cubicBezTo>
                    <a:cubicBezTo>
                      <a:pt x="9405" y="13492"/>
                      <a:pt x="9400" y="13715"/>
                      <a:pt x="9395" y="13947"/>
                    </a:cubicBezTo>
                    <a:cubicBezTo>
                      <a:pt x="9387" y="15240"/>
                      <a:pt x="9535" y="16077"/>
                      <a:pt x="10285" y="17147"/>
                    </a:cubicBezTo>
                    <a:cubicBezTo>
                      <a:pt x="10500" y="17515"/>
                      <a:pt x="10500" y="17515"/>
                      <a:pt x="10500" y="18265"/>
                    </a:cubicBezTo>
                    <a:cubicBezTo>
                      <a:pt x="7942" y="18265"/>
                      <a:pt x="5385" y="18265"/>
                      <a:pt x="2750" y="18265"/>
                    </a:cubicBezTo>
                    <a:cubicBezTo>
                      <a:pt x="3000" y="17265"/>
                      <a:pt x="3000" y="17265"/>
                      <a:pt x="3385" y="16775"/>
                    </a:cubicBezTo>
                    <a:cubicBezTo>
                      <a:pt x="3825" y="16162"/>
                      <a:pt x="3845" y="15842"/>
                      <a:pt x="3847" y="15097"/>
                    </a:cubicBezTo>
                    <a:cubicBezTo>
                      <a:pt x="3850" y="14867"/>
                      <a:pt x="3852" y="14635"/>
                      <a:pt x="3855" y="14400"/>
                    </a:cubicBezTo>
                    <a:cubicBezTo>
                      <a:pt x="3852" y="14152"/>
                      <a:pt x="3852" y="13905"/>
                      <a:pt x="3850" y="13650"/>
                    </a:cubicBezTo>
                    <a:cubicBezTo>
                      <a:pt x="3850" y="13392"/>
                      <a:pt x="3852" y="13132"/>
                      <a:pt x="3852" y="12875"/>
                    </a:cubicBezTo>
                    <a:cubicBezTo>
                      <a:pt x="3852" y="12332"/>
                      <a:pt x="3852" y="11792"/>
                      <a:pt x="3847" y="11252"/>
                    </a:cubicBezTo>
                    <a:cubicBezTo>
                      <a:pt x="3845" y="10562"/>
                      <a:pt x="3847" y="9873"/>
                      <a:pt x="3852" y="9183"/>
                    </a:cubicBezTo>
                    <a:cubicBezTo>
                      <a:pt x="3855" y="8650"/>
                      <a:pt x="3852" y="8115"/>
                      <a:pt x="3850" y="7582"/>
                    </a:cubicBezTo>
                    <a:cubicBezTo>
                      <a:pt x="3850" y="7205"/>
                      <a:pt x="3852" y="6827"/>
                      <a:pt x="3855" y="6450"/>
                    </a:cubicBezTo>
                    <a:cubicBezTo>
                      <a:pt x="3843" y="5107"/>
                      <a:pt x="3778" y="4135"/>
                      <a:pt x="3000" y="3015"/>
                    </a:cubicBezTo>
                    <a:cubicBezTo>
                      <a:pt x="2485" y="2787"/>
                      <a:pt x="2012" y="2717"/>
                      <a:pt x="1455" y="2672"/>
                    </a:cubicBezTo>
                    <a:cubicBezTo>
                      <a:pt x="1315" y="2655"/>
                      <a:pt x="1175" y="2637"/>
                      <a:pt x="1030" y="2620"/>
                    </a:cubicBezTo>
                    <a:cubicBezTo>
                      <a:pt x="688" y="2577"/>
                      <a:pt x="345" y="2545"/>
                      <a:pt x="0" y="2515"/>
                    </a:cubicBezTo>
                    <a:cubicBezTo>
                      <a:pt x="110" y="2005"/>
                      <a:pt x="200" y="1803"/>
                      <a:pt x="623" y="1482"/>
                    </a:cubicBezTo>
                    <a:cubicBezTo>
                      <a:pt x="773" y="1400"/>
                      <a:pt x="925" y="1317"/>
                      <a:pt x="1080" y="1235"/>
                    </a:cubicBezTo>
                    <a:cubicBezTo>
                      <a:pt x="1227" y="1150"/>
                      <a:pt x="1375" y="1067"/>
                      <a:pt x="1530" y="982"/>
                    </a:cubicBezTo>
                    <a:cubicBezTo>
                      <a:pt x="3267" y="183"/>
                      <a:pt x="6183" y="0"/>
                      <a:pt x="7910" y="832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56" name="guardian vector"/>
              <p:cNvSpPr/>
              <p:nvPr/>
            </p:nvSpPr>
            <p:spPr>
              <a:xfrm>
                <a:off x="376809" y="2518270"/>
                <a:ext cx="190675" cy="209832"/>
              </a:xfrm>
              <a:custGeom>
                <a:avLst/>
                <a:gdLst/>
                <a:ahLst/>
                <a:cxnLst/>
                <a:rect l="0" t="0" r="r" b="b"/>
                <a:pathLst>
                  <a:path w="20852" h="22947" fill="norm" stroke="0">
                    <a:moveTo>
                      <a:pt x="3320" y="30"/>
                    </a:moveTo>
                    <a:cubicBezTo>
                      <a:pt x="3495" y="27"/>
                      <a:pt x="3667" y="27"/>
                      <a:pt x="3848" y="25"/>
                    </a:cubicBezTo>
                    <a:cubicBezTo>
                      <a:pt x="4420" y="22"/>
                      <a:pt x="4992" y="22"/>
                      <a:pt x="5565" y="22"/>
                    </a:cubicBezTo>
                    <a:cubicBezTo>
                      <a:pt x="5965" y="22"/>
                      <a:pt x="6365" y="22"/>
                      <a:pt x="6765" y="20"/>
                    </a:cubicBezTo>
                    <a:cubicBezTo>
                      <a:pt x="7600" y="17"/>
                      <a:pt x="8435" y="17"/>
                      <a:pt x="9272" y="20"/>
                    </a:cubicBezTo>
                    <a:cubicBezTo>
                      <a:pt x="10343" y="20"/>
                      <a:pt x="11413" y="17"/>
                      <a:pt x="12483" y="10"/>
                    </a:cubicBezTo>
                    <a:cubicBezTo>
                      <a:pt x="13307" y="7"/>
                      <a:pt x="14132" y="7"/>
                      <a:pt x="14955" y="7"/>
                    </a:cubicBezTo>
                    <a:cubicBezTo>
                      <a:pt x="15350" y="7"/>
                      <a:pt x="15745" y="7"/>
                      <a:pt x="16140" y="5"/>
                    </a:cubicBezTo>
                    <a:cubicBezTo>
                      <a:pt x="16693" y="0"/>
                      <a:pt x="17245" y="2"/>
                      <a:pt x="17795" y="5"/>
                    </a:cubicBezTo>
                    <a:cubicBezTo>
                      <a:pt x="17958" y="2"/>
                      <a:pt x="18120" y="2"/>
                      <a:pt x="18290" y="0"/>
                    </a:cubicBezTo>
                    <a:cubicBezTo>
                      <a:pt x="19265" y="10"/>
                      <a:pt x="19815" y="130"/>
                      <a:pt x="20542" y="847"/>
                    </a:cubicBezTo>
                    <a:cubicBezTo>
                      <a:pt x="20678" y="1265"/>
                      <a:pt x="20678" y="1265"/>
                      <a:pt x="20695" y="1717"/>
                    </a:cubicBezTo>
                    <a:cubicBezTo>
                      <a:pt x="20697" y="1800"/>
                      <a:pt x="20697" y="1800"/>
                      <a:pt x="20718" y="2222"/>
                    </a:cubicBezTo>
                    <a:cubicBezTo>
                      <a:pt x="20723" y="2397"/>
                      <a:pt x="20725" y="2575"/>
                      <a:pt x="20730" y="2755"/>
                    </a:cubicBezTo>
                    <a:cubicBezTo>
                      <a:pt x="20735" y="2935"/>
                      <a:pt x="20742" y="3112"/>
                      <a:pt x="20750" y="3297"/>
                    </a:cubicBezTo>
                    <a:cubicBezTo>
                      <a:pt x="20768" y="3815"/>
                      <a:pt x="20780" y="4332"/>
                      <a:pt x="20792" y="4847"/>
                    </a:cubicBezTo>
                    <a:cubicBezTo>
                      <a:pt x="20798" y="4972"/>
                      <a:pt x="20798" y="4972"/>
                      <a:pt x="20822" y="5595"/>
                    </a:cubicBezTo>
                    <a:cubicBezTo>
                      <a:pt x="20852" y="6680"/>
                      <a:pt x="20852" y="6680"/>
                      <a:pt x="20792" y="7097"/>
                    </a:cubicBezTo>
                    <a:cubicBezTo>
                      <a:pt x="20292" y="7597"/>
                      <a:pt x="20292" y="7597"/>
                      <a:pt x="19732" y="7625"/>
                    </a:cubicBezTo>
                    <a:cubicBezTo>
                      <a:pt x="18650" y="7192"/>
                      <a:pt x="18158" y="6342"/>
                      <a:pt x="17495" y="5410"/>
                    </a:cubicBezTo>
                    <a:cubicBezTo>
                      <a:pt x="17363" y="5232"/>
                      <a:pt x="17228" y="5052"/>
                      <a:pt x="17090" y="4867"/>
                    </a:cubicBezTo>
                    <a:cubicBezTo>
                      <a:pt x="16438" y="3975"/>
                      <a:pt x="15880" y="3155"/>
                      <a:pt x="15542" y="2097"/>
                    </a:cubicBezTo>
                    <a:cubicBezTo>
                      <a:pt x="15130" y="2180"/>
                      <a:pt x="14718" y="2262"/>
                      <a:pt x="14292" y="2347"/>
                    </a:cubicBezTo>
                    <a:cubicBezTo>
                      <a:pt x="14292" y="8122"/>
                      <a:pt x="14292" y="13897"/>
                      <a:pt x="14292" y="19847"/>
                    </a:cubicBezTo>
                    <a:cubicBezTo>
                      <a:pt x="14870" y="20177"/>
                      <a:pt x="15447" y="20507"/>
                      <a:pt x="16042" y="20847"/>
                    </a:cubicBezTo>
                    <a:cubicBezTo>
                      <a:pt x="16307" y="21490"/>
                      <a:pt x="16307" y="21490"/>
                      <a:pt x="16292" y="22097"/>
                    </a:cubicBezTo>
                    <a:cubicBezTo>
                      <a:pt x="16105" y="22505"/>
                      <a:pt x="16105" y="22505"/>
                      <a:pt x="15792" y="22847"/>
                    </a:cubicBezTo>
                    <a:cubicBezTo>
                      <a:pt x="15328" y="22942"/>
                      <a:pt x="15328" y="22942"/>
                      <a:pt x="14755" y="22942"/>
                    </a:cubicBezTo>
                    <a:cubicBezTo>
                      <a:pt x="14542" y="22942"/>
                      <a:pt x="14330" y="22945"/>
                      <a:pt x="14110" y="22947"/>
                    </a:cubicBezTo>
                    <a:cubicBezTo>
                      <a:pt x="13992" y="22945"/>
                      <a:pt x="13992" y="22945"/>
                      <a:pt x="13410" y="22940"/>
                    </a:cubicBezTo>
                    <a:cubicBezTo>
                      <a:pt x="13290" y="22940"/>
                      <a:pt x="13290" y="22940"/>
                      <a:pt x="12693" y="22940"/>
                    </a:cubicBezTo>
                    <a:cubicBezTo>
                      <a:pt x="12190" y="22940"/>
                      <a:pt x="11690" y="22938"/>
                      <a:pt x="11188" y="22932"/>
                    </a:cubicBezTo>
                    <a:cubicBezTo>
                      <a:pt x="10545" y="22927"/>
                      <a:pt x="9905" y="22927"/>
                      <a:pt x="9263" y="22927"/>
                    </a:cubicBezTo>
                    <a:cubicBezTo>
                      <a:pt x="8650" y="22930"/>
                      <a:pt x="8038" y="22927"/>
                      <a:pt x="7425" y="22925"/>
                    </a:cubicBezTo>
                    <a:cubicBezTo>
                      <a:pt x="7193" y="22925"/>
                      <a:pt x="6962" y="22925"/>
                      <a:pt x="6725" y="22925"/>
                    </a:cubicBezTo>
                    <a:cubicBezTo>
                      <a:pt x="6510" y="22922"/>
                      <a:pt x="6297" y="22920"/>
                      <a:pt x="6078" y="22917"/>
                    </a:cubicBezTo>
                    <a:cubicBezTo>
                      <a:pt x="5983" y="22917"/>
                      <a:pt x="5983" y="22917"/>
                      <a:pt x="5508" y="22915"/>
                    </a:cubicBezTo>
                    <a:cubicBezTo>
                      <a:pt x="5042" y="22847"/>
                      <a:pt x="5042" y="22847"/>
                      <a:pt x="4542" y="22347"/>
                    </a:cubicBezTo>
                    <a:cubicBezTo>
                      <a:pt x="4622" y="21695"/>
                      <a:pt x="4747" y="21188"/>
                      <a:pt x="5042" y="20597"/>
                    </a:cubicBezTo>
                    <a:cubicBezTo>
                      <a:pt x="5538" y="20350"/>
                      <a:pt x="6032" y="20102"/>
                      <a:pt x="6542" y="19847"/>
                    </a:cubicBezTo>
                    <a:cubicBezTo>
                      <a:pt x="6542" y="14072"/>
                      <a:pt x="6542" y="8297"/>
                      <a:pt x="6542" y="2347"/>
                    </a:cubicBezTo>
                    <a:cubicBezTo>
                      <a:pt x="5542" y="2347"/>
                      <a:pt x="5542" y="2347"/>
                      <a:pt x="5145" y="2722"/>
                    </a:cubicBezTo>
                    <a:cubicBezTo>
                      <a:pt x="5083" y="2810"/>
                      <a:pt x="5083" y="2810"/>
                      <a:pt x="4768" y="3242"/>
                    </a:cubicBezTo>
                    <a:cubicBezTo>
                      <a:pt x="4630" y="3430"/>
                      <a:pt x="4490" y="3617"/>
                      <a:pt x="4348" y="3810"/>
                    </a:cubicBezTo>
                    <a:cubicBezTo>
                      <a:pt x="4205" y="4010"/>
                      <a:pt x="4062" y="4207"/>
                      <a:pt x="3917" y="4410"/>
                    </a:cubicBezTo>
                    <a:cubicBezTo>
                      <a:pt x="3633" y="4797"/>
                      <a:pt x="3350" y="5185"/>
                      <a:pt x="3065" y="5572"/>
                    </a:cubicBezTo>
                    <a:cubicBezTo>
                      <a:pt x="2932" y="5752"/>
                      <a:pt x="2800" y="5932"/>
                      <a:pt x="2663" y="6117"/>
                    </a:cubicBezTo>
                    <a:cubicBezTo>
                      <a:pt x="2240" y="6665"/>
                      <a:pt x="1800" y="7135"/>
                      <a:pt x="1292" y="7597"/>
                    </a:cubicBezTo>
                    <a:cubicBezTo>
                      <a:pt x="1085" y="7515"/>
                      <a:pt x="1085" y="7515"/>
                      <a:pt x="42" y="7097"/>
                    </a:cubicBezTo>
                    <a:cubicBezTo>
                      <a:pt x="15" y="4915"/>
                      <a:pt x="0" y="2765"/>
                      <a:pt x="292" y="597"/>
                    </a:cubicBezTo>
                    <a:cubicBezTo>
                      <a:pt x="1328" y="102"/>
                      <a:pt x="2180" y="25"/>
                      <a:pt x="3320" y="30"/>
                    </a:cubicBezTo>
                    <a:close/>
                    <a:moveTo>
                      <a:pt x="6792" y="847"/>
                    </a:moveTo>
                    <a:cubicBezTo>
                      <a:pt x="6792" y="1095"/>
                      <a:pt x="6792" y="1342"/>
                      <a:pt x="6792" y="1597"/>
                    </a:cubicBezTo>
                    <a:cubicBezTo>
                      <a:pt x="6958" y="1762"/>
                      <a:pt x="7123" y="1927"/>
                      <a:pt x="7292" y="2097"/>
                    </a:cubicBezTo>
                    <a:cubicBezTo>
                      <a:pt x="7345" y="2665"/>
                      <a:pt x="7368" y="3200"/>
                      <a:pt x="7368" y="3765"/>
                    </a:cubicBezTo>
                    <a:cubicBezTo>
                      <a:pt x="7370" y="3850"/>
                      <a:pt x="7370" y="3850"/>
                      <a:pt x="7375" y="4282"/>
                    </a:cubicBezTo>
                    <a:cubicBezTo>
                      <a:pt x="7380" y="4852"/>
                      <a:pt x="7382" y="5420"/>
                      <a:pt x="7385" y="5987"/>
                    </a:cubicBezTo>
                    <a:cubicBezTo>
                      <a:pt x="7388" y="6380"/>
                      <a:pt x="7390" y="6775"/>
                      <a:pt x="7390" y="7170"/>
                    </a:cubicBezTo>
                    <a:cubicBezTo>
                      <a:pt x="7395" y="7997"/>
                      <a:pt x="7398" y="8825"/>
                      <a:pt x="7398" y="9652"/>
                    </a:cubicBezTo>
                    <a:cubicBezTo>
                      <a:pt x="7400" y="10710"/>
                      <a:pt x="7410" y="11770"/>
                      <a:pt x="7420" y="12830"/>
                    </a:cubicBezTo>
                    <a:cubicBezTo>
                      <a:pt x="7428" y="13645"/>
                      <a:pt x="7430" y="14457"/>
                      <a:pt x="7430" y="15272"/>
                    </a:cubicBezTo>
                    <a:cubicBezTo>
                      <a:pt x="7430" y="15662"/>
                      <a:pt x="7435" y="16055"/>
                      <a:pt x="7440" y="16445"/>
                    </a:cubicBezTo>
                    <a:cubicBezTo>
                      <a:pt x="7445" y="16992"/>
                      <a:pt x="7445" y="17537"/>
                      <a:pt x="7443" y="18085"/>
                    </a:cubicBezTo>
                    <a:cubicBezTo>
                      <a:pt x="7443" y="18165"/>
                      <a:pt x="7443" y="18165"/>
                      <a:pt x="7453" y="18572"/>
                    </a:cubicBezTo>
                    <a:cubicBezTo>
                      <a:pt x="7443" y="19235"/>
                      <a:pt x="7435" y="19675"/>
                      <a:pt x="7002" y="20200"/>
                    </a:cubicBezTo>
                    <a:cubicBezTo>
                      <a:pt x="6657" y="20522"/>
                      <a:pt x="6657" y="20522"/>
                      <a:pt x="6310" y="20790"/>
                    </a:cubicBezTo>
                    <a:cubicBezTo>
                      <a:pt x="6042" y="21097"/>
                      <a:pt x="6042" y="21097"/>
                      <a:pt x="6042" y="22097"/>
                    </a:cubicBezTo>
                    <a:cubicBezTo>
                      <a:pt x="9013" y="22097"/>
                      <a:pt x="11983" y="22097"/>
                      <a:pt x="15042" y="22097"/>
                    </a:cubicBezTo>
                    <a:cubicBezTo>
                      <a:pt x="15125" y="21932"/>
                      <a:pt x="15208" y="21767"/>
                      <a:pt x="15292" y="21597"/>
                    </a:cubicBezTo>
                    <a:cubicBezTo>
                      <a:pt x="14355" y="20630"/>
                      <a:pt x="14355" y="20630"/>
                      <a:pt x="13792" y="20347"/>
                    </a:cubicBezTo>
                    <a:cubicBezTo>
                      <a:pt x="13780" y="17950"/>
                      <a:pt x="13770" y="15550"/>
                      <a:pt x="13765" y="13150"/>
                    </a:cubicBezTo>
                    <a:cubicBezTo>
                      <a:pt x="13763" y="12037"/>
                      <a:pt x="13760" y="10922"/>
                      <a:pt x="13755" y="9810"/>
                    </a:cubicBezTo>
                    <a:cubicBezTo>
                      <a:pt x="13748" y="8735"/>
                      <a:pt x="13745" y="7660"/>
                      <a:pt x="13745" y="6585"/>
                    </a:cubicBezTo>
                    <a:cubicBezTo>
                      <a:pt x="13742" y="6175"/>
                      <a:pt x="13742" y="5765"/>
                      <a:pt x="13740" y="5355"/>
                    </a:cubicBezTo>
                    <a:cubicBezTo>
                      <a:pt x="13735" y="4780"/>
                      <a:pt x="13735" y="4205"/>
                      <a:pt x="13735" y="3632"/>
                    </a:cubicBezTo>
                    <a:cubicBezTo>
                      <a:pt x="13733" y="3462"/>
                      <a:pt x="13733" y="3292"/>
                      <a:pt x="13730" y="3115"/>
                    </a:cubicBezTo>
                    <a:cubicBezTo>
                      <a:pt x="13735" y="1692"/>
                      <a:pt x="13735" y="1692"/>
                      <a:pt x="14292" y="1097"/>
                    </a:cubicBezTo>
                    <a:cubicBezTo>
                      <a:pt x="13057" y="605"/>
                      <a:pt x="12002" y="530"/>
                      <a:pt x="10682" y="552"/>
                    </a:cubicBezTo>
                    <a:cubicBezTo>
                      <a:pt x="10500" y="552"/>
                      <a:pt x="10320" y="552"/>
                      <a:pt x="10132" y="552"/>
                    </a:cubicBezTo>
                    <a:cubicBezTo>
                      <a:pt x="9000" y="562"/>
                      <a:pt x="7907" y="655"/>
                      <a:pt x="6792" y="847"/>
                    </a:cubicBezTo>
                    <a:close/>
                  </a:path>
                </a:pathLst>
              </a:custGeom>
              <a:solidFill>
                <a:srgbClr val="BBBBBB"/>
              </a:solidFill>
              <a:ln w="0">
                <a:noFill/>
              </a:ln>
            </p:spPr>
          </p:sp>
          <p:sp>
            <p:nvSpPr>
              <p:cNvPr id="157" name="guardian vector"/>
              <p:cNvSpPr/>
              <p:nvPr/>
            </p:nvSpPr>
            <p:spPr>
              <a:xfrm>
                <a:off x="1213866" y="2743063"/>
                <a:ext cx="75438" cy="162695"/>
              </a:xfrm>
              <a:custGeom>
                <a:avLst/>
                <a:gdLst/>
                <a:ahLst/>
                <a:cxnLst/>
                <a:rect l="0" t="0" r="r" b="b"/>
                <a:pathLst>
                  <a:path w="8250" h="17793" fill="norm" stroke="0">
                    <a:moveTo>
                      <a:pt x="6750" y="15"/>
                    </a:moveTo>
                    <a:cubicBezTo>
                      <a:pt x="7115" y="678"/>
                      <a:pt x="7250" y="988"/>
                      <a:pt x="7250" y="1765"/>
                    </a:cubicBezTo>
                    <a:cubicBezTo>
                      <a:pt x="7498" y="1847"/>
                      <a:pt x="7745" y="1930"/>
                      <a:pt x="8000" y="2015"/>
                    </a:cubicBezTo>
                    <a:cubicBezTo>
                      <a:pt x="7940" y="2110"/>
                      <a:pt x="7940" y="2110"/>
                      <a:pt x="7630" y="2595"/>
                    </a:cubicBezTo>
                    <a:cubicBezTo>
                      <a:pt x="7055" y="3755"/>
                      <a:pt x="7153" y="4975"/>
                      <a:pt x="7168" y="6243"/>
                    </a:cubicBezTo>
                    <a:cubicBezTo>
                      <a:pt x="7168" y="6507"/>
                      <a:pt x="7170" y="6770"/>
                      <a:pt x="7170" y="7035"/>
                    </a:cubicBezTo>
                    <a:cubicBezTo>
                      <a:pt x="7170" y="7585"/>
                      <a:pt x="7175" y="8135"/>
                      <a:pt x="7180" y="8688"/>
                    </a:cubicBezTo>
                    <a:cubicBezTo>
                      <a:pt x="7188" y="9390"/>
                      <a:pt x="7190" y="10092"/>
                      <a:pt x="7190" y="10795"/>
                    </a:cubicBezTo>
                    <a:cubicBezTo>
                      <a:pt x="7192" y="11470"/>
                      <a:pt x="7195" y="12145"/>
                      <a:pt x="7200" y="12820"/>
                    </a:cubicBezTo>
                    <a:cubicBezTo>
                      <a:pt x="7200" y="12947"/>
                      <a:pt x="7200" y="13075"/>
                      <a:pt x="7200" y="13207"/>
                    </a:cubicBezTo>
                    <a:cubicBezTo>
                      <a:pt x="7202" y="13570"/>
                      <a:pt x="7205" y="13933"/>
                      <a:pt x="7210" y="14295"/>
                    </a:cubicBezTo>
                    <a:cubicBezTo>
                      <a:pt x="7210" y="14397"/>
                      <a:pt x="7210" y="14397"/>
                      <a:pt x="7215" y="14920"/>
                    </a:cubicBezTo>
                    <a:cubicBezTo>
                      <a:pt x="7252" y="15553"/>
                      <a:pt x="7363" y="16145"/>
                      <a:pt x="7500" y="16765"/>
                    </a:cubicBezTo>
                    <a:cubicBezTo>
                      <a:pt x="7665" y="16765"/>
                      <a:pt x="7830" y="16765"/>
                      <a:pt x="8000" y="16765"/>
                    </a:cubicBezTo>
                    <a:cubicBezTo>
                      <a:pt x="8082" y="17012"/>
                      <a:pt x="8165" y="17260"/>
                      <a:pt x="8250" y="17515"/>
                    </a:cubicBezTo>
                    <a:cubicBezTo>
                      <a:pt x="8000" y="17765"/>
                      <a:pt x="8000" y="17765"/>
                      <a:pt x="7282" y="17793"/>
                    </a:cubicBezTo>
                    <a:cubicBezTo>
                      <a:pt x="6968" y="17793"/>
                      <a:pt x="6650" y="17793"/>
                      <a:pt x="6335" y="17790"/>
                    </a:cubicBezTo>
                    <a:cubicBezTo>
                      <a:pt x="6252" y="17790"/>
                      <a:pt x="6252" y="17790"/>
                      <a:pt x="5832" y="17787"/>
                    </a:cubicBezTo>
                    <a:cubicBezTo>
                      <a:pt x="5300" y="17787"/>
                      <a:pt x="4767" y="17785"/>
                      <a:pt x="4235" y="17780"/>
                    </a:cubicBezTo>
                    <a:cubicBezTo>
                      <a:pt x="3875" y="17780"/>
                      <a:pt x="3515" y="17777"/>
                      <a:pt x="3155" y="17777"/>
                    </a:cubicBezTo>
                    <a:cubicBezTo>
                      <a:pt x="2270" y="17775"/>
                      <a:pt x="1385" y="17770"/>
                      <a:pt x="500" y="17765"/>
                    </a:cubicBezTo>
                    <a:cubicBezTo>
                      <a:pt x="615" y="17230"/>
                      <a:pt x="735" y="16793"/>
                      <a:pt x="1005" y="16315"/>
                    </a:cubicBezTo>
                    <a:cubicBezTo>
                      <a:pt x="1305" y="15642"/>
                      <a:pt x="1310" y="15147"/>
                      <a:pt x="1308" y="14412"/>
                    </a:cubicBezTo>
                    <a:cubicBezTo>
                      <a:pt x="1308" y="14347"/>
                      <a:pt x="1308" y="14347"/>
                      <a:pt x="1308" y="14012"/>
                    </a:cubicBezTo>
                    <a:cubicBezTo>
                      <a:pt x="1308" y="13580"/>
                      <a:pt x="1303" y="13147"/>
                      <a:pt x="1300" y="12715"/>
                    </a:cubicBezTo>
                    <a:cubicBezTo>
                      <a:pt x="1298" y="12412"/>
                      <a:pt x="1298" y="12112"/>
                      <a:pt x="1298" y="11810"/>
                    </a:cubicBezTo>
                    <a:cubicBezTo>
                      <a:pt x="1295" y="11020"/>
                      <a:pt x="1290" y="10230"/>
                      <a:pt x="1285" y="9438"/>
                    </a:cubicBezTo>
                    <a:cubicBezTo>
                      <a:pt x="1280" y="8630"/>
                      <a:pt x="1278" y="7822"/>
                      <a:pt x="1275" y="7015"/>
                    </a:cubicBezTo>
                    <a:cubicBezTo>
                      <a:pt x="1270" y="5433"/>
                      <a:pt x="1260" y="3847"/>
                      <a:pt x="1250" y="2265"/>
                    </a:cubicBezTo>
                    <a:cubicBezTo>
                      <a:pt x="1045" y="2183"/>
                      <a:pt x="1045" y="2183"/>
                      <a:pt x="0" y="1765"/>
                    </a:cubicBezTo>
                    <a:cubicBezTo>
                      <a:pt x="82" y="1517"/>
                      <a:pt x="165" y="1270"/>
                      <a:pt x="250" y="1015"/>
                    </a:cubicBezTo>
                    <a:cubicBezTo>
                      <a:pt x="975" y="870"/>
                      <a:pt x="1700" y="727"/>
                      <a:pt x="2425" y="587"/>
                    </a:cubicBezTo>
                    <a:cubicBezTo>
                      <a:pt x="2790" y="515"/>
                      <a:pt x="3157" y="442"/>
                      <a:pt x="3525" y="370"/>
                    </a:cubicBezTo>
                    <a:cubicBezTo>
                      <a:pt x="3757" y="325"/>
                      <a:pt x="3990" y="280"/>
                      <a:pt x="4230" y="235"/>
                    </a:cubicBezTo>
                    <a:cubicBezTo>
                      <a:pt x="4335" y="212"/>
                      <a:pt x="4335" y="212"/>
                      <a:pt x="4875" y="107"/>
                    </a:cubicBezTo>
                    <a:cubicBezTo>
                      <a:pt x="5510" y="12"/>
                      <a:pt x="6110" y="0"/>
                      <a:pt x="6750" y="15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58" name="guardian vector"/>
              <p:cNvSpPr/>
              <p:nvPr/>
            </p:nvSpPr>
            <p:spPr>
              <a:xfrm>
                <a:off x="973836" y="2743657"/>
                <a:ext cx="73152" cy="161849"/>
              </a:xfrm>
              <a:custGeom>
                <a:avLst/>
                <a:gdLst/>
                <a:ahLst/>
                <a:cxnLst/>
                <a:rect l="0" t="0" r="r" b="b"/>
                <a:pathLst>
                  <a:path w="8000" h="17700" fill="norm" stroke="0">
                    <a:moveTo>
                      <a:pt x="6750" y="200"/>
                    </a:moveTo>
                    <a:cubicBezTo>
                      <a:pt x="7347" y="850"/>
                      <a:pt x="7315" y="1510"/>
                      <a:pt x="7295" y="2347"/>
                    </a:cubicBezTo>
                    <a:cubicBezTo>
                      <a:pt x="7293" y="2485"/>
                      <a:pt x="7293" y="2625"/>
                      <a:pt x="7293" y="2770"/>
                    </a:cubicBezTo>
                    <a:cubicBezTo>
                      <a:pt x="7287" y="3072"/>
                      <a:pt x="7285" y="3375"/>
                      <a:pt x="7280" y="3678"/>
                    </a:cubicBezTo>
                    <a:cubicBezTo>
                      <a:pt x="7272" y="4155"/>
                      <a:pt x="7267" y="4635"/>
                      <a:pt x="7265" y="5115"/>
                    </a:cubicBezTo>
                    <a:cubicBezTo>
                      <a:pt x="7255" y="6478"/>
                      <a:pt x="7237" y="7840"/>
                      <a:pt x="7220" y="9202"/>
                    </a:cubicBezTo>
                    <a:cubicBezTo>
                      <a:pt x="7210" y="10035"/>
                      <a:pt x="7203" y="10870"/>
                      <a:pt x="7198" y="11705"/>
                    </a:cubicBezTo>
                    <a:cubicBezTo>
                      <a:pt x="7195" y="12020"/>
                      <a:pt x="7192" y="12337"/>
                      <a:pt x="7185" y="12655"/>
                    </a:cubicBezTo>
                    <a:cubicBezTo>
                      <a:pt x="7177" y="13100"/>
                      <a:pt x="7175" y="13545"/>
                      <a:pt x="7172" y="13990"/>
                    </a:cubicBezTo>
                    <a:cubicBezTo>
                      <a:pt x="7170" y="14055"/>
                      <a:pt x="7170" y="14055"/>
                      <a:pt x="7162" y="14382"/>
                    </a:cubicBezTo>
                    <a:cubicBezTo>
                      <a:pt x="7165" y="15072"/>
                      <a:pt x="7260" y="15532"/>
                      <a:pt x="7630" y="16105"/>
                    </a:cubicBezTo>
                    <a:cubicBezTo>
                      <a:pt x="8000" y="16700"/>
                      <a:pt x="8000" y="16700"/>
                      <a:pt x="8000" y="17700"/>
                    </a:cubicBezTo>
                    <a:cubicBezTo>
                      <a:pt x="5608" y="17700"/>
                      <a:pt x="3215" y="17700"/>
                      <a:pt x="750" y="17700"/>
                    </a:cubicBezTo>
                    <a:cubicBezTo>
                      <a:pt x="750" y="16700"/>
                      <a:pt x="750" y="16700"/>
                      <a:pt x="995" y="16342"/>
                    </a:cubicBezTo>
                    <a:cubicBezTo>
                      <a:pt x="1360" y="15782"/>
                      <a:pt x="1320" y="15332"/>
                      <a:pt x="1328" y="14667"/>
                    </a:cubicBezTo>
                    <a:cubicBezTo>
                      <a:pt x="1328" y="14540"/>
                      <a:pt x="1330" y="14412"/>
                      <a:pt x="1332" y="14282"/>
                    </a:cubicBezTo>
                    <a:cubicBezTo>
                      <a:pt x="1340" y="13863"/>
                      <a:pt x="1340" y="13442"/>
                      <a:pt x="1343" y="13022"/>
                    </a:cubicBezTo>
                    <a:cubicBezTo>
                      <a:pt x="1345" y="12730"/>
                      <a:pt x="1347" y="12438"/>
                      <a:pt x="1350" y="12142"/>
                    </a:cubicBezTo>
                    <a:cubicBezTo>
                      <a:pt x="1353" y="11530"/>
                      <a:pt x="1355" y="10915"/>
                      <a:pt x="1358" y="10300"/>
                    </a:cubicBezTo>
                    <a:cubicBezTo>
                      <a:pt x="1358" y="9515"/>
                      <a:pt x="1368" y="8733"/>
                      <a:pt x="1377" y="7947"/>
                    </a:cubicBezTo>
                    <a:cubicBezTo>
                      <a:pt x="1385" y="7342"/>
                      <a:pt x="1388" y="6735"/>
                      <a:pt x="1388" y="6130"/>
                    </a:cubicBezTo>
                    <a:cubicBezTo>
                      <a:pt x="1390" y="5842"/>
                      <a:pt x="1392" y="5553"/>
                      <a:pt x="1397" y="5262"/>
                    </a:cubicBezTo>
                    <a:cubicBezTo>
                      <a:pt x="1435" y="2998"/>
                      <a:pt x="1435" y="2998"/>
                      <a:pt x="963" y="2238"/>
                    </a:cubicBezTo>
                    <a:cubicBezTo>
                      <a:pt x="657" y="1928"/>
                      <a:pt x="368" y="1680"/>
                      <a:pt x="0" y="1450"/>
                    </a:cubicBezTo>
                    <a:cubicBezTo>
                      <a:pt x="558" y="1032"/>
                      <a:pt x="1007" y="858"/>
                      <a:pt x="1692" y="738"/>
                    </a:cubicBezTo>
                    <a:cubicBezTo>
                      <a:pt x="1873" y="705"/>
                      <a:pt x="2055" y="673"/>
                      <a:pt x="2240" y="640"/>
                    </a:cubicBezTo>
                    <a:cubicBezTo>
                      <a:pt x="2335" y="623"/>
                      <a:pt x="2335" y="623"/>
                      <a:pt x="2812" y="545"/>
                    </a:cubicBezTo>
                    <a:cubicBezTo>
                      <a:pt x="2998" y="510"/>
                      <a:pt x="3183" y="477"/>
                      <a:pt x="3373" y="442"/>
                    </a:cubicBezTo>
                    <a:cubicBezTo>
                      <a:pt x="5922" y="0"/>
                      <a:pt x="5922" y="0"/>
                      <a:pt x="6750" y="200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59" name="guardian vector"/>
              <p:cNvSpPr/>
              <p:nvPr/>
            </p:nvSpPr>
            <p:spPr>
              <a:xfrm>
                <a:off x="338334" y="2745252"/>
                <a:ext cx="93726" cy="163358"/>
              </a:xfrm>
              <a:custGeom>
                <a:avLst/>
                <a:gdLst/>
                <a:ahLst/>
                <a:cxnLst/>
                <a:rect l="0" t="0" r="r" b="b"/>
                <a:pathLst>
                  <a:path w="10250" h="17865" fill="norm" stroke="0">
                    <a:moveTo>
                      <a:pt x="5953" y="10"/>
                    </a:moveTo>
                    <a:cubicBezTo>
                      <a:pt x="6102" y="12"/>
                      <a:pt x="6255" y="15"/>
                      <a:pt x="6410" y="17"/>
                    </a:cubicBezTo>
                    <a:cubicBezTo>
                      <a:pt x="6523" y="20"/>
                      <a:pt x="6635" y="22"/>
                      <a:pt x="6750" y="25"/>
                    </a:cubicBezTo>
                    <a:cubicBezTo>
                      <a:pt x="7062" y="652"/>
                      <a:pt x="7035" y="1192"/>
                      <a:pt x="7035" y="1875"/>
                    </a:cubicBezTo>
                    <a:cubicBezTo>
                      <a:pt x="7035" y="1942"/>
                      <a:pt x="7035" y="1942"/>
                      <a:pt x="7038" y="2290"/>
                    </a:cubicBezTo>
                    <a:cubicBezTo>
                      <a:pt x="7040" y="2590"/>
                      <a:pt x="7040" y="2887"/>
                      <a:pt x="7043" y="3188"/>
                    </a:cubicBezTo>
                    <a:cubicBezTo>
                      <a:pt x="7043" y="3660"/>
                      <a:pt x="7047" y="4132"/>
                      <a:pt x="7053" y="4605"/>
                    </a:cubicBezTo>
                    <a:cubicBezTo>
                      <a:pt x="7065" y="5950"/>
                      <a:pt x="7078" y="7295"/>
                      <a:pt x="7080" y="8640"/>
                    </a:cubicBezTo>
                    <a:cubicBezTo>
                      <a:pt x="7082" y="9462"/>
                      <a:pt x="7090" y="10285"/>
                      <a:pt x="7100" y="11107"/>
                    </a:cubicBezTo>
                    <a:cubicBezTo>
                      <a:pt x="7105" y="11420"/>
                      <a:pt x="7105" y="11732"/>
                      <a:pt x="7105" y="12045"/>
                    </a:cubicBezTo>
                    <a:cubicBezTo>
                      <a:pt x="7105" y="12485"/>
                      <a:pt x="7110" y="12923"/>
                      <a:pt x="7118" y="13363"/>
                    </a:cubicBezTo>
                    <a:cubicBezTo>
                      <a:pt x="7115" y="13490"/>
                      <a:pt x="7112" y="13620"/>
                      <a:pt x="7112" y="13752"/>
                    </a:cubicBezTo>
                    <a:cubicBezTo>
                      <a:pt x="7130" y="14493"/>
                      <a:pt x="7248" y="14775"/>
                      <a:pt x="7725" y="15355"/>
                    </a:cubicBezTo>
                    <a:cubicBezTo>
                      <a:pt x="8298" y="15815"/>
                      <a:pt x="8590" y="15915"/>
                      <a:pt x="9312" y="15962"/>
                    </a:cubicBezTo>
                    <a:cubicBezTo>
                      <a:pt x="9400" y="15970"/>
                      <a:pt x="9400" y="15970"/>
                      <a:pt x="9848" y="16005"/>
                    </a:cubicBezTo>
                    <a:cubicBezTo>
                      <a:pt x="9913" y="16010"/>
                      <a:pt x="9913" y="16010"/>
                      <a:pt x="10250" y="16025"/>
                    </a:cubicBezTo>
                    <a:cubicBezTo>
                      <a:pt x="10083" y="16683"/>
                      <a:pt x="10015" y="16765"/>
                      <a:pt x="9422" y="17183"/>
                    </a:cubicBezTo>
                    <a:cubicBezTo>
                      <a:pt x="8385" y="17790"/>
                      <a:pt x="7310" y="17827"/>
                      <a:pt x="6140" y="17837"/>
                    </a:cubicBezTo>
                    <a:cubicBezTo>
                      <a:pt x="6000" y="17842"/>
                      <a:pt x="5860" y="17847"/>
                      <a:pt x="5715" y="17855"/>
                    </a:cubicBezTo>
                    <a:cubicBezTo>
                      <a:pt x="4390" y="17865"/>
                      <a:pt x="3545" y="17375"/>
                      <a:pt x="2578" y="16462"/>
                    </a:cubicBezTo>
                    <a:cubicBezTo>
                      <a:pt x="1297" y="15077"/>
                      <a:pt x="1433" y="13220"/>
                      <a:pt x="1440" y="11438"/>
                    </a:cubicBezTo>
                    <a:cubicBezTo>
                      <a:pt x="1438" y="11065"/>
                      <a:pt x="1435" y="10692"/>
                      <a:pt x="1430" y="10317"/>
                    </a:cubicBezTo>
                    <a:cubicBezTo>
                      <a:pt x="1422" y="9405"/>
                      <a:pt x="1420" y="8493"/>
                      <a:pt x="1422" y="7580"/>
                    </a:cubicBezTo>
                    <a:cubicBezTo>
                      <a:pt x="1425" y="7065"/>
                      <a:pt x="1422" y="6550"/>
                      <a:pt x="1418" y="6035"/>
                    </a:cubicBezTo>
                    <a:cubicBezTo>
                      <a:pt x="1413" y="5553"/>
                      <a:pt x="1410" y="5070"/>
                      <a:pt x="1418" y="4587"/>
                    </a:cubicBezTo>
                    <a:cubicBezTo>
                      <a:pt x="1392" y="2982"/>
                      <a:pt x="1392" y="2982"/>
                      <a:pt x="960" y="2360"/>
                    </a:cubicBezTo>
                    <a:cubicBezTo>
                      <a:pt x="615" y="2025"/>
                      <a:pt x="615" y="2025"/>
                      <a:pt x="267" y="1760"/>
                    </a:cubicBezTo>
                    <a:cubicBezTo>
                      <a:pt x="180" y="1683"/>
                      <a:pt x="90" y="1605"/>
                      <a:pt x="0" y="1525"/>
                    </a:cubicBezTo>
                    <a:cubicBezTo>
                      <a:pt x="0" y="1360"/>
                      <a:pt x="0" y="1195"/>
                      <a:pt x="0" y="1025"/>
                    </a:cubicBezTo>
                    <a:cubicBezTo>
                      <a:pt x="668" y="692"/>
                      <a:pt x="1347" y="630"/>
                      <a:pt x="2078" y="525"/>
                    </a:cubicBezTo>
                    <a:cubicBezTo>
                      <a:pt x="2362" y="485"/>
                      <a:pt x="2648" y="442"/>
                      <a:pt x="2935" y="400"/>
                    </a:cubicBezTo>
                    <a:cubicBezTo>
                      <a:pt x="3073" y="380"/>
                      <a:pt x="3210" y="360"/>
                      <a:pt x="3352" y="340"/>
                    </a:cubicBezTo>
                    <a:cubicBezTo>
                      <a:pt x="3710" y="282"/>
                      <a:pt x="4065" y="210"/>
                      <a:pt x="4420" y="135"/>
                    </a:cubicBezTo>
                    <a:cubicBezTo>
                      <a:pt x="4948" y="35"/>
                      <a:pt x="5415" y="0"/>
                      <a:pt x="5953" y="10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60" name="guardian vector"/>
              <p:cNvSpPr/>
              <p:nvPr/>
            </p:nvSpPr>
            <p:spPr>
              <a:xfrm>
                <a:off x="582926" y="2738617"/>
                <a:ext cx="75438" cy="172044"/>
              </a:xfrm>
              <a:custGeom>
                <a:avLst/>
                <a:gdLst/>
                <a:ahLst/>
                <a:cxnLst/>
                <a:rect l="0" t="0" r="r" b="b"/>
                <a:pathLst>
                  <a:path w="8250" h="18815" fill="norm" stroke="0">
                    <a:moveTo>
                      <a:pt x="5475" y="1635"/>
                    </a:moveTo>
                    <a:cubicBezTo>
                      <a:pt x="6433" y="2303"/>
                      <a:pt x="6945" y="3137"/>
                      <a:pt x="7250" y="4250"/>
                    </a:cubicBezTo>
                    <a:cubicBezTo>
                      <a:pt x="7280" y="4670"/>
                      <a:pt x="7295" y="5087"/>
                      <a:pt x="7303" y="5507"/>
                    </a:cubicBezTo>
                    <a:cubicBezTo>
                      <a:pt x="7305" y="5630"/>
                      <a:pt x="7308" y="5755"/>
                      <a:pt x="7310" y="5885"/>
                    </a:cubicBezTo>
                    <a:cubicBezTo>
                      <a:pt x="7318" y="6295"/>
                      <a:pt x="7322" y="6702"/>
                      <a:pt x="7330" y="7113"/>
                    </a:cubicBezTo>
                    <a:cubicBezTo>
                      <a:pt x="7335" y="7397"/>
                      <a:pt x="7340" y="7683"/>
                      <a:pt x="7345" y="7967"/>
                    </a:cubicBezTo>
                    <a:cubicBezTo>
                      <a:pt x="7360" y="8717"/>
                      <a:pt x="7373" y="9465"/>
                      <a:pt x="7382" y="10212"/>
                    </a:cubicBezTo>
                    <a:cubicBezTo>
                      <a:pt x="7395" y="10977"/>
                      <a:pt x="7410" y="11743"/>
                      <a:pt x="7422" y="12505"/>
                    </a:cubicBezTo>
                    <a:cubicBezTo>
                      <a:pt x="7450" y="14005"/>
                      <a:pt x="7475" y="15502"/>
                      <a:pt x="7500" y="17000"/>
                    </a:cubicBezTo>
                    <a:cubicBezTo>
                      <a:pt x="7625" y="17043"/>
                      <a:pt x="7625" y="17043"/>
                      <a:pt x="8250" y="17250"/>
                    </a:cubicBezTo>
                    <a:cubicBezTo>
                      <a:pt x="8172" y="17735"/>
                      <a:pt x="8172" y="17735"/>
                      <a:pt x="8000" y="18250"/>
                    </a:cubicBezTo>
                    <a:cubicBezTo>
                      <a:pt x="6915" y="18815"/>
                      <a:pt x="4910" y="18683"/>
                      <a:pt x="3765" y="18368"/>
                    </a:cubicBezTo>
                    <a:cubicBezTo>
                      <a:pt x="3395" y="18190"/>
                      <a:pt x="3083" y="17990"/>
                      <a:pt x="2750" y="17750"/>
                    </a:cubicBezTo>
                    <a:cubicBezTo>
                      <a:pt x="2628" y="17688"/>
                      <a:pt x="2503" y="17623"/>
                      <a:pt x="2375" y="17558"/>
                    </a:cubicBezTo>
                    <a:cubicBezTo>
                      <a:pt x="1977" y="17322"/>
                      <a:pt x="1750" y="17142"/>
                      <a:pt x="1500" y="16750"/>
                    </a:cubicBezTo>
                    <a:cubicBezTo>
                      <a:pt x="1473" y="16227"/>
                      <a:pt x="1560" y="15760"/>
                      <a:pt x="1650" y="15243"/>
                    </a:cubicBezTo>
                    <a:cubicBezTo>
                      <a:pt x="1783" y="14275"/>
                      <a:pt x="1792" y="13322"/>
                      <a:pt x="1797" y="12345"/>
                    </a:cubicBezTo>
                    <a:cubicBezTo>
                      <a:pt x="1800" y="12255"/>
                      <a:pt x="1800" y="12255"/>
                      <a:pt x="1808" y="11803"/>
                    </a:cubicBezTo>
                    <a:cubicBezTo>
                      <a:pt x="1810" y="10745"/>
                      <a:pt x="1665" y="9890"/>
                      <a:pt x="1345" y="8887"/>
                    </a:cubicBezTo>
                    <a:cubicBezTo>
                      <a:pt x="1208" y="8320"/>
                      <a:pt x="1327" y="7910"/>
                      <a:pt x="1500" y="7360"/>
                    </a:cubicBezTo>
                    <a:cubicBezTo>
                      <a:pt x="1917" y="5580"/>
                      <a:pt x="1780" y="3535"/>
                      <a:pt x="938" y="1890"/>
                    </a:cubicBezTo>
                    <a:cubicBezTo>
                      <a:pt x="645" y="1480"/>
                      <a:pt x="352" y="1110"/>
                      <a:pt x="0" y="750"/>
                    </a:cubicBezTo>
                    <a:cubicBezTo>
                      <a:pt x="1753" y="0"/>
                      <a:pt x="3913" y="780"/>
                      <a:pt x="5475" y="1635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61" name="guardian vector"/>
              <p:cNvSpPr/>
              <p:nvPr/>
            </p:nvSpPr>
            <p:spPr>
              <a:xfrm>
                <a:off x="1122426" y="2744046"/>
                <a:ext cx="73426" cy="166489"/>
              </a:xfrm>
              <a:custGeom>
                <a:avLst/>
                <a:gdLst/>
                <a:ahLst/>
                <a:cxnLst/>
                <a:rect l="0" t="0" r="r" b="b"/>
                <a:pathLst>
                  <a:path w="8030" h="18208" fill="norm" stroke="0">
                    <a:moveTo>
                      <a:pt x="0" y="158"/>
                    </a:moveTo>
                    <a:cubicBezTo>
                      <a:pt x="2222" y="0"/>
                      <a:pt x="3865" y="75"/>
                      <a:pt x="5750" y="1408"/>
                    </a:cubicBezTo>
                    <a:cubicBezTo>
                      <a:pt x="6392" y="2010"/>
                      <a:pt x="6963" y="2710"/>
                      <a:pt x="7037" y="3610"/>
                    </a:cubicBezTo>
                    <a:cubicBezTo>
                      <a:pt x="7040" y="3793"/>
                      <a:pt x="7045" y="3978"/>
                      <a:pt x="7048" y="4165"/>
                    </a:cubicBezTo>
                    <a:cubicBezTo>
                      <a:pt x="7053" y="4373"/>
                      <a:pt x="7055" y="4580"/>
                      <a:pt x="7060" y="4795"/>
                    </a:cubicBezTo>
                    <a:cubicBezTo>
                      <a:pt x="7062" y="5020"/>
                      <a:pt x="7067" y="5248"/>
                      <a:pt x="7070" y="5480"/>
                    </a:cubicBezTo>
                    <a:cubicBezTo>
                      <a:pt x="7072" y="5595"/>
                      <a:pt x="7072" y="5595"/>
                      <a:pt x="7085" y="6183"/>
                    </a:cubicBezTo>
                    <a:cubicBezTo>
                      <a:pt x="7100" y="6930"/>
                      <a:pt x="7113" y="7678"/>
                      <a:pt x="7125" y="8423"/>
                    </a:cubicBezTo>
                    <a:cubicBezTo>
                      <a:pt x="7137" y="9163"/>
                      <a:pt x="7150" y="9903"/>
                      <a:pt x="7165" y="10645"/>
                    </a:cubicBezTo>
                    <a:cubicBezTo>
                      <a:pt x="7175" y="11105"/>
                      <a:pt x="7183" y="11565"/>
                      <a:pt x="7190" y="12028"/>
                    </a:cubicBezTo>
                    <a:cubicBezTo>
                      <a:pt x="7267" y="15925"/>
                      <a:pt x="7267" y="15925"/>
                      <a:pt x="8000" y="16658"/>
                    </a:cubicBezTo>
                    <a:cubicBezTo>
                      <a:pt x="8030" y="17188"/>
                      <a:pt x="8030" y="17188"/>
                      <a:pt x="8000" y="17658"/>
                    </a:cubicBezTo>
                    <a:cubicBezTo>
                      <a:pt x="6730" y="18208"/>
                      <a:pt x="4733" y="18163"/>
                      <a:pt x="3433" y="17710"/>
                    </a:cubicBezTo>
                    <a:cubicBezTo>
                      <a:pt x="3007" y="17468"/>
                      <a:pt x="2632" y="17213"/>
                      <a:pt x="2250" y="16908"/>
                    </a:cubicBezTo>
                    <a:cubicBezTo>
                      <a:pt x="2067" y="16793"/>
                      <a:pt x="1888" y="16680"/>
                      <a:pt x="1700" y="16562"/>
                    </a:cubicBezTo>
                    <a:cubicBezTo>
                      <a:pt x="1250" y="16158"/>
                      <a:pt x="1250" y="16158"/>
                      <a:pt x="1207" y="15688"/>
                    </a:cubicBezTo>
                    <a:cubicBezTo>
                      <a:pt x="1225" y="15595"/>
                      <a:pt x="1225" y="15595"/>
                      <a:pt x="1312" y="15128"/>
                    </a:cubicBezTo>
                    <a:cubicBezTo>
                      <a:pt x="1487" y="13910"/>
                      <a:pt x="1532" y="12730"/>
                      <a:pt x="1530" y="11503"/>
                    </a:cubicBezTo>
                    <a:cubicBezTo>
                      <a:pt x="1532" y="11325"/>
                      <a:pt x="1532" y="11150"/>
                      <a:pt x="1535" y="10968"/>
                    </a:cubicBezTo>
                    <a:cubicBezTo>
                      <a:pt x="1532" y="10080"/>
                      <a:pt x="1487" y="9225"/>
                      <a:pt x="1365" y="8345"/>
                    </a:cubicBezTo>
                    <a:cubicBezTo>
                      <a:pt x="1267" y="7638"/>
                      <a:pt x="1250" y="7038"/>
                      <a:pt x="1375" y="6330"/>
                    </a:cubicBezTo>
                    <a:cubicBezTo>
                      <a:pt x="1612" y="4525"/>
                      <a:pt x="1630" y="2650"/>
                      <a:pt x="500" y="1158"/>
                    </a:cubicBezTo>
                    <a:cubicBezTo>
                      <a:pt x="330" y="828"/>
                      <a:pt x="162" y="493"/>
                      <a:pt x="0" y="158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62" name="guardian vector"/>
              <p:cNvSpPr/>
              <p:nvPr/>
            </p:nvSpPr>
            <p:spPr>
              <a:xfrm>
                <a:off x="432054" y="2744366"/>
                <a:ext cx="73152" cy="163815"/>
              </a:xfrm>
              <a:custGeom>
                <a:avLst/>
                <a:gdLst/>
                <a:ahLst/>
                <a:cxnLst/>
                <a:rect l="0" t="0" r="r" b="b"/>
                <a:pathLst>
                  <a:path w="8000" h="17915" fill="norm" stroke="0">
                    <a:moveTo>
                      <a:pt x="6500" y="123"/>
                    </a:moveTo>
                    <a:cubicBezTo>
                      <a:pt x="6865" y="488"/>
                      <a:pt x="6782" y="832"/>
                      <a:pt x="6785" y="1325"/>
                    </a:cubicBezTo>
                    <a:cubicBezTo>
                      <a:pt x="6785" y="1460"/>
                      <a:pt x="6785" y="1595"/>
                      <a:pt x="6785" y="1735"/>
                    </a:cubicBezTo>
                    <a:cubicBezTo>
                      <a:pt x="6785" y="1805"/>
                      <a:pt x="6785" y="1805"/>
                      <a:pt x="6788" y="2165"/>
                    </a:cubicBezTo>
                    <a:cubicBezTo>
                      <a:pt x="6790" y="2475"/>
                      <a:pt x="6792" y="2783"/>
                      <a:pt x="6792" y="3093"/>
                    </a:cubicBezTo>
                    <a:cubicBezTo>
                      <a:pt x="6795" y="3582"/>
                      <a:pt x="6797" y="4072"/>
                      <a:pt x="6803" y="4562"/>
                    </a:cubicBezTo>
                    <a:cubicBezTo>
                      <a:pt x="6815" y="5955"/>
                      <a:pt x="6828" y="7348"/>
                      <a:pt x="6833" y="8740"/>
                    </a:cubicBezTo>
                    <a:cubicBezTo>
                      <a:pt x="6835" y="9593"/>
                      <a:pt x="6843" y="10442"/>
                      <a:pt x="6852" y="11295"/>
                    </a:cubicBezTo>
                    <a:cubicBezTo>
                      <a:pt x="6855" y="11618"/>
                      <a:pt x="6855" y="11942"/>
                      <a:pt x="6855" y="12267"/>
                    </a:cubicBezTo>
                    <a:cubicBezTo>
                      <a:pt x="6855" y="12720"/>
                      <a:pt x="6860" y="13175"/>
                      <a:pt x="6868" y="13630"/>
                    </a:cubicBezTo>
                    <a:cubicBezTo>
                      <a:pt x="6865" y="13762"/>
                      <a:pt x="6865" y="13897"/>
                      <a:pt x="6862" y="14032"/>
                    </a:cubicBezTo>
                    <a:cubicBezTo>
                      <a:pt x="6882" y="14805"/>
                      <a:pt x="7030" y="15225"/>
                      <a:pt x="7525" y="15795"/>
                    </a:cubicBezTo>
                    <a:cubicBezTo>
                      <a:pt x="7680" y="15985"/>
                      <a:pt x="7837" y="16175"/>
                      <a:pt x="8000" y="16373"/>
                    </a:cubicBezTo>
                    <a:cubicBezTo>
                      <a:pt x="7925" y="16772"/>
                      <a:pt x="7925" y="16772"/>
                      <a:pt x="7750" y="17123"/>
                    </a:cubicBezTo>
                    <a:cubicBezTo>
                      <a:pt x="6597" y="17730"/>
                      <a:pt x="5060" y="17710"/>
                      <a:pt x="3780" y="17810"/>
                    </a:cubicBezTo>
                    <a:cubicBezTo>
                      <a:pt x="3615" y="17825"/>
                      <a:pt x="3447" y="17838"/>
                      <a:pt x="3275" y="17853"/>
                    </a:cubicBezTo>
                    <a:cubicBezTo>
                      <a:pt x="3197" y="17858"/>
                      <a:pt x="3197" y="17858"/>
                      <a:pt x="2800" y="17885"/>
                    </a:cubicBezTo>
                    <a:cubicBezTo>
                      <a:pt x="2727" y="17890"/>
                      <a:pt x="2727" y="17890"/>
                      <a:pt x="2370" y="17915"/>
                    </a:cubicBezTo>
                    <a:cubicBezTo>
                      <a:pt x="2000" y="17873"/>
                      <a:pt x="2000" y="17873"/>
                      <a:pt x="1500" y="17373"/>
                    </a:cubicBezTo>
                    <a:cubicBezTo>
                      <a:pt x="1332" y="16913"/>
                      <a:pt x="1332" y="16913"/>
                      <a:pt x="1203" y="16387"/>
                    </a:cubicBezTo>
                    <a:cubicBezTo>
                      <a:pt x="1157" y="16215"/>
                      <a:pt x="1112" y="16043"/>
                      <a:pt x="1068" y="15865"/>
                    </a:cubicBezTo>
                    <a:cubicBezTo>
                      <a:pt x="1000" y="15373"/>
                      <a:pt x="1000" y="15373"/>
                      <a:pt x="1117" y="15038"/>
                    </a:cubicBezTo>
                    <a:cubicBezTo>
                      <a:pt x="1288" y="14507"/>
                      <a:pt x="1290" y="14035"/>
                      <a:pt x="1297" y="13478"/>
                    </a:cubicBezTo>
                    <a:cubicBezTo>
                      <a:pt x="1303" y="13248"/>
                      <a:pt x="1305" y="13017"/>
                      <a:pt x="1310" y="12777"/>
                    </a:cubicBezTo>
                    <a:cubicBezTo>
                      <a:pt x="1312" y="12527"/>
                      <a:pt x="1315" y="12275"/>
                      <a:pt x="1318" y="12022"/>
                    </a:cubicBezTo>
                    <a:cubicBezTo>
                      <a:pt x="1320" y="11960"/>
                      <a:pt x="1320" y="11960"/>
                      <a:pt x="1322" y="11637"/>
                    </a:cubicBezTo>
                    <a:cubicBezTo>
                      <a:pt x="1330" y="10963"/>
                      <a:pt x="1335" y="10288"/>
                      <a:pt x="1337" y="9615"/>
                    </a:cubicBezTo>
                    <a:cubicBezTo>
                      <a:pt x="1340" y="9058"/>
                      <a:pt x="1347" y="8502"/>
                      <a:pt x="1358" y="7945"/>
                    </a:cubicBezTo>
                    <a:cubicBezTo>
                      <a:pt x="1370" y="7272"/>
                      <a:pt x="1377" y="6598"/>
                      <a:pt x="1377" y="5925"/>
                    </a:cubicBezTo>
                    <a:cubicBezTo>
                      <a:pt x="1380" y="5670"/>
                      <a:pt x="1385" y="5413"/>
                      <a:pt x="1390" y="5157"/>
                    </a:cubicBezTo>
                    <a:cubicBezTo>
                      <a:pt x="1435" y="3145"/>
                      <a:pt x="1435" y="3145"/>
                      <a:pt x="962" y="2447"/>
                    </a:cubicBezTo>
                    <a:cubicBezTo>
                      <a:pt x="617" y="2113"/>
                      <a:pt x="617" y="2113"/>
                      <a:pt x="270" y="1850"/>
                    </a:cubicBezTo>
                    <a:cubicBezTo>
                      <a:pt x="180" y="1775"/>
                      <a:pt x="93" y="1700"/>
                      <a:pt x="0" y="1623"/>
                    </a:cubicBezTo>
                    <a:cubicBezTo>
                      <a:pt x="0" y="1457"/>
                      <a:pt x="0" y="1293"/>
                      <a:pt x="0" y="1123"/>
                    </a:cubicBezTo>
                    <a:cubicBezTo>
                      <a:pt x="155" y="1093"/>
                      <a:pt x="307" y="1062"/>
                      <a:pt x="468" y="1030"/>
                    </a:cubicBezTo>
                    <a:cubicBezTo>
                      <a:pt x="572" y="1010"/>
                      <a:pt x="572" y="1010"/>
                      <a:pt x="1110" y="902"/>
                    </a:cubicBezTo>
                    <a:cubicBezTo>
                      <a:pt x="1222" y="880"/>
                      <a:pt x="1222" y="880"/>
                      <a:pt x="1800" y="767"/>
                    </a:cubicBezTo>
                    <a:cubicBezTo>
                      <a:pt x="2428" y="637"/>
                      <a:pt x="3050" y="493"/>
                      <a:pt x="3672" y="343"/>
                    </a:cubicBezTo>
                    <a:cubicBezTo>
                      <a:pt x="4612" y="130"/>
                      <a:pt x="5538" y="0"/>
                      <a:pt x="6500" y="123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63" name="guardian vector"/>
              <p:cNvSpPr/>
              <p:nvPr/>
            </p:nvSpPr>
            <p:spPr>
              <a:xfrm>
                <a:off x="728548" y="2569258"/>
                <a:ext cx="133274" cy="159860"/>
              </a:xfrm>
              <a:custGeom>
                <a:avLst/>
                <a:gdLst/>
                <a:ahLst/>
                <a:cxnLst/>
                <a:rect l="0" t="0" r="r" b="b"/>
                <a:pathLst>
                  <a:path w="14575" h="17482" fill="norm" stroke="0">
                    <a:moveTo>
                      <a:pt x="7575" y="22"/>
                    </a:moveTo>
                    <a:cubicBezTo>
                      <a:pt x="7575" y="270"/>
                      <a:pt x="7575" y="517"/>
                      <a:pt x="7575" y="772"/>
                    </a:cubicBezTo>
                    <a:cubicBezTo>
                      <a:pt x="7520" y="827"/>
                      <a:pt x="7520" y="827"/>
                      <a:pt x="7235" y="1102"/>
                    </a:cubicBezTo>
                    <a:cubicBezTo>
                      <a:pt x="6693" y="1660"/>
                      <a:pt x="6500" y="2265"/>
                      <a:pt x="6278" y="2993"/>
                    </a:cubicBezTo>
                    <a:cubicBezTo>
                      <a:pt x="6235" y="3132"/>
                      <a:pt x="6190" y="3272"/>
                      <a:pt x="6145" y="3417"/>
                    </a:cubicBezTo>
                    <a:cubicBezTo>
                      <a:pt x="5713" y="4952"/>
                      <a:pt x="5733" y="6442"/>
                      <a:pt x="5825" y="8022"/>
                    </a:cubicBezTo>
                    <a:cubicBezTo>
                      <a:pt x="5950" y="8062"/>
                      <a:pt x="5950" y="8062"/>
                      <a:pt x="6575" y="8272"/>
                    </a:cubicBezTo>
                    <a:cubicBezTo>
                      <a:pt x="6493" y="8438"/>
                      <a:pt x="6410" y="8602"/>
                      <a:pt x="6325" y="8772"/>
                    </a:cubicBezTo>
                    <a:cubicBezTo>
                      <a:pt x="6160" y="8772"/>
                      <a:pt x="5995" y="8772"/>
                      <a:pt x="5825" y="8772"/>
                    </a:cubicBezTo>
                    <a:cubicBezTo>
                      <a:pt x="5657" y="10360"/>
                      <a:pt x="6198" y="11887"/>
                      <a:pt x="7118" y="13185"/>
                    </a:cubicBezTo>
                    <a:cubicBezTo>
                      <a:pt x="7418" y="13505"/>
                      <a:pt x="7718" y="13765"/>
                      <a:pt x="8075" y="14022"/>
                    </a:cubicBezTo>
                    <a:cubicBezTo>
                      <a:pt x="8127" y="14062"/>
                      <a:pt x="8127" y="14062"/>
                      <a:pt x="8392" y="14262"/>
                    </a:cubicBezTo>
                    <a:cubicBezTo>
                      <a:pt x="9568" y="15000"/>
                      <a:pt x="10985" y="14922"/>
                      <a:pt x="12325" y="14772"/>
                    </a:cubicBezTo>
                    <a:cubicBezTo>
                      <a:pt x="12745" y="14615"/>
                      <a:pt x="13163" y="14450"/>
                      <a:pt x="13575" y="14272"/>
                    </a:cubicBezTo>
                    <a:cubicBezTo>
                      <a:pt x="14153" y="14243"/>
                      <a:pt x="14153" y="14243"/>
                      <a:pt x="14575" y="14272"/>
                    </a:cubicBezTo>
                    <a:cubicBezTo>
                      <a:pt x="14060" y="15495"/>
                      <a:pt x="13228" y="15942"/>
                      <a:pt x="12075" y="16522"/>
                    </a:cubicBezTo>
                    <a:cubicBezTo>
                      <a:pt x="9700" y="17482"/>
                      <a:pt x="6898" y="17235"/>
                      <a:pt x="4575" y="16272"/>
                    </a:cubicBezTo>
                    <a:cubicBezTo>
                      <a:pt x="2970" y="15512"/>
                      <a:pt x="1578" y="13995"/>
                      <a:pt x="855" y="12382"/>
                    </a:cubicBezTo>
                    <a:cubicBezTo>
                      <a:pt x="0" y="9688"/>
                      <a:pt x="93" y="6540"/>
                      <a:pt x="1263" y="3975"/>
                    </a:cubicBezTo>
                    <a:cubicBezTo>
                      <a:pt x="2285" y="2107"/>
                      <a:pt x="3578" y="817"/>
                      <a:pt x="5590" y="85"/>
                    </a:cubicBezTo>
                    <a:cubicBezTo>
                      <a:pt x="6258" y="0"/>
                      <a:pt x="6903" y="7"/>
                      <a:pt x="7575" y="22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64" name="guardian vector"/>
              <p:cNvSpPr/>
              <p:nvPr/>
            </p:nvSpPr>
            <p:spPr>
              <a:xfrm>
                <a:off x="512910" y="2818638"/>
                <a:ext cx="81450" cy="89977"/>
              </a:xfrm>
              <a:custGeom>
                <a:avLst/>
                <a:gdLst/>
                <a:ahLst/>
                <a:cxnLst/>
                <a:rect l="0" t="0" r="r" b="b"/>
                <a:pathLst>
                  <a:path w="8907" h="9840" fill="norm" stroke="0">
                    <a:moveTo>
                      <a:pt x="6657" y="0"/>
                    </a:moveTo>
                    <a:cubicBezTo>
                      <a:pt x="6535" y="553"/>
                      <a:pt x="6392" y="1030"/>
                      <a:pt x="6152" y="1545"/>
                    </a:cubicBezTo>
                    <a:cubicBezTo>
                      <a:pt x="5845" y="2428"/>
                      <a:pt x="5825" y="3197"/>
                      <a:pt x="5830" y="4125"/>
                    </a:cubicBezTo>
                    <a:cubicBezTo>
                      <a:pt x="5825" y="4288"/>
                      <a:pt x="5822" y="4450"/>
                      <a:pt x="5817" y="4618"/>
                    </a:cubicBezTo>
                    <a:cubicBezTo>
                      <a:pt x="5815" y="5720"/>
                      <a:pt x="5947" y="6390"/>
                      <a:pt x="6657" y="7250"/>
                    </a:cubicBezTo>
                    <a:cubicBezTo>
                      <a:pt x="7222" y="7535"/>
                      <a:pt x="7222" y="7535"/>
                      <a:pt x="7830" y="7702"/>
                    </a:cubicBezTo>
                    <a:cubicBezTo>
                      <a:pt x="8032" y="7762"/>
                      <a:pt x="8233" y="7820"/>
                      <a:pt x="8442" y="7880"/>
                    </a:cubicBezTo>
                    <a:cubicBezTo>
                      <a:pt x="8517" y="7900"/>
                      <a:pt x="8517" y="7900"/>
                      <a:pt x="8907" y="8000"/>
                    </a:cubicBezTo>
                    <a:cubicBezTo>
                      <a:pt x="8727" y="8200"/>
                      <a:pt x="8545" y="8397"/>
                      <a:pt x="8360" y="8595"/>
                    </a:cubicBezTo>
                    <a:cubicBezTo>
                      <a:pt x="8310" y="8650"/>
                      <a:pt x="8310" y="8650"/>
                      <a:pt x="8053" y="8928"/>
                    </a:cubicBezTo>
                    <a:cubicBezTo>
                      <a:pt x="7115" y="9690"/>
                      <a:pt x="6100" y="9840"/>
                      <a:pt x="4922" y="9827"/>
                    </a:cubicBezTo>
                    <a:cubicBezTo>
                      <a:pt x="4790" y="9827"/>
                      <a:pt x="4660" y="9825"/>
                      <a:pt x="4523" y="9825"/>
                    </a:cubicBezTo>
                    <a:cubicBezTo>
                      <a:pt x="3137" y="9785"/>
                      <a:pt x="2410" y="9403"/>
                      <a:pt x="1360" y="8562"/>
                    </a:cubicBezTo>
                    <a:cubicBezTo>
                      <a:pt x="510" y="7507"/>
                      <a:pt x="0" y="6345"/>
                      <a:pt x="70" y="4972"/>
                    </a:cubicBezTo>
                    <a:cubicBezTo>
                      <a:pt x="332" y="3545"/>
                      <a:pt x="960" y="2145"/>
                      <a:pt x="2145" y="1265"/>
                    </a:cubicBezTo>
                    <a:cubicBezTo>
                      <a:pt x="3492" y="565"/>
                      <a:pt x="5135" y="0"/>
                      <a:pt x="6657" y="0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65" name="guardian vector"/>
              <p:cNvSpPr/>
              <p:nvPr/>
            </p:nvSpPr>
            <p:spPr>
              <a:xfrm>
                <a:off x="846437" y="2752961"/>
                <a:ext cx="44051" cy="131971"/>
              </a:xfrm>
              <a:custGeom>
                <a:avLst/>
                <a:gdLst/>
                <a:ahLst/>
                <a:cxnLst/>
                <a:rect l="0" t="0" r="r" b="b"/>
                <a:pathLst>
                  <a:path w="4818" h="14433" fill="norm" stroke="0">
                    <a:moveTo>
                      <a:pt x="4183" y="183"/>
                    </a:moveTo>
                    <a:cubicBezTo>
                      <a:pt x="4818" y="817"/>
                      <a:pt x="4748" y="1043"/>
                      <a:pt x="4750" y="1920"/>
                    </a:cubicBezTo>
                    <a:cubicBezTo>
                      <a:pt x="4752" y="1983"/>
                      <a:pt x="4752" y="1983"/>
                      <a:pt x="4755" y="2303"/>
                    </a:cubicBezTo>
                    <a:cubicBezTo>
                      <a:pt x="4758" y="2717"/>
                      <a:pt x="4758" y="3132"/>
                      <a:pt x="4758" y="3548"/>
                    </a:cubicBezTo>
                    <a:cubicBezTo>
                      <a:pt x="4758" y="3837"/>
                      <a:pt x="4760" y="4127"/>
                      <a:pt x="4760" y="4415"/>
                    </a:cubicBezTo>
                    <a:cubicBezTo>
                      <a:pt x="4763" y="5023"/>
                      <a:pt x="4763" y="5627"/>
                      <a:pt x="4763" y="6233"/>
                    </a:cubicBezTo>
                    <a:cubicBezTo>
                      <a:pt x="4760" y="7010"/>
                      <a:pt x="4765" y="7785"/>
                      <a:pt x="4770" y="8562"/>
                    </a:cubicBezTo>
                    <a:cubicBezTo>
                      <a:pt x="4773" y="9158"/>
                      <a:pt x="4775" y="9755"/>
                      <a:pt x="4773" y="10353"/>
                    </a:cubicBezTo>
                    <a:cubicBezTo>
                      <a:pt x="4773" y="10637"/>
                      <a:pt x="4775" y="10925"/>
                      <a:pt x="4778" y="11210"/>
                    </a:cubicBezTo>
                    <a:cubicBezTo>
                      <a:pt x="4780" y="11613"/>
                      <a:pt x="4778" y="12012"/>
                      <a:pt x="4775" y="12413"/>
                    </a:cubicBezTo>
                    <a:cubicBezTo>
                      <a:pt x="4775" y="12640"/>
                      <a:pt x="4775" y="12868"/>
                      <a:pt x="4775" y="13103"/>
                    </a:cubicBezTo>
                    <a:cubicBezTo>
                      <a:pt x="4683" y="13683"/>
                      <a:pt x="4683" y="13683"/>
                      <a:pt x="4348" y="14137"/>
                    </a:cubicBezTo>
                    <a:cubicBezTo>
                      <a:pt x="3933" y="14433"/>
                      <a:pt x="3933" y="14433"/>
                      <a:pt x="3198" y="14418"/>
                    </a:cubicBezTo>
                    <a:cubicBezTo>
                      <a:pt x="2368" y="14220"/>
                      <a:pt x="1945" y="13877"/>
                      <a:pt x="1433" y="13183"/>
                    </a:cubicBezTo>
                    <a:cubicBezTo>
                      <a:pt x="0" y="9955"/>
                      <a:pt x="413" y="5035"/>
                      <a:pt x="1528" y="1745"/>
                    </a:cubicBezTo>
                    <a:cubicBezTo>
                      <a:pt x="2070" y="495"/>
                      <a:pt x="2800" y="0"/>
                      <a:pt x="4183" y="1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66" name="guardian vector"/>
              <p:cNvSpPr/>
              <p:nvPr/>
            </p:nvSpPr>
            <p:spPr>
              <a:xfrm>
                <a:off x="1052200" y="2815758"/>
                <a:ext cx="79370" cy="95143"/>
              </a:xfrm>
              <a:custGeom>
                <a:avLst/>
                <a:gdLst/>
                <a:ahLst/>
                <a:cxnLst/>
                <a:rect l="0" t="0" r="r" b="b"/>
                <a:pathLst>
                  <a:path w="8680" h="10405" fill="norm" stroke="0">
                    <a:moveTo>
                      <a:pt x="6680" y="565"/>
                    </a:moveTo>
                    <a:cubicBezTo>
                      <a:pt x="6630" y="662"/>
                      <a:pt x="6578" y="757"/>
                      <a:pt x="6525" y="858"/>
                    </a:cubicBezTo>
                    <a:cubicBezTo>
                      <a:pt x="6458" y="988"/>
                      <a:pt x="6390" y="1118"/>
                      <a:pt x="6320" y="1252"/>
                    </a:cubicBezTo>
                    <a:cubicBezTo>
                      <a:pt x="6255" y="1380"/>
                      <a:pt x="6188" y="1507"/>
                      <a:pt x="6118" y="1640"/>
                    </a:cubicBezTo>
                    <a:cubicBezTo>
                      <a:pt x="5433" y="3190"/>
                      <a:pt x="5403" y="5207"/>
                      <a:pt x="5915" y="6815"/>
                    </a:cubicBezTo>
                    <a:cubicBezTo>
                      <a:pt x="6198" y="7395"/>
                      <a:pt x="6395" y="7548"/>
                      <a:pt x="6980" y="7837"/>
                    </a:cubicBezTo>
                    <a:cubicBezTo>
                      <a:pt x="7545" y="8030"/>
                      <a:pt x="8100" y="8188"/>
                      <a:pt x="8680" y="8315"/>
                    </a:cubicBezTo>
                    <a:cubicBezTo>
                      <a:pt x="8115" y="9140"/>
                      <a:pt x="7683" y="9730"/>
                      <a:pt x="6670" y="9993"/>
                    </a:cubicBezTo>
                    <a:cubicBezTo>
                      <a:pt x="5035" y="10230"/>
                      <a:pt x="3210" y="10405"/>
                      <a:pt x="1798" y="9410"/>
                    </a:cubicBezTo>
                    <a:cubicBezTo>
                      <a:pt x="735" y="8412"/>
                      <a:pt x="140" y="7435"/>
                      <a:pt x="33" y="5955"/>
                    </a:cubicBezTo>
                    <a:cubicBezTo>
                      <a:pt x="0" y="4407"/>
                      <a:pt x="343" y="3205"/>
                      <a:pt x="1430" y="2065"/>
                    </a:cubicBezTo>
                    <a:cubicBezTo>
                      <a:pt x="2750" y="978"/>
                      <a:pt x="5010" y="0"/>
                      <a:pt x="6680" y="565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67" name="guardian vector"/>
              <p:cNvSpPr/>
              <p:nvPr/>
            </p:nvSpPr>
            <p:spPr>
              <a:xfrm>
                <a:off x="800100" y="2568732"/>
                <a:ext cx="71232" cy="78707"/>
              </a:xfrm>
              <a:custGeom>
                <a:avLst/>
                <a:gdLst/>
                <a:ahLst/>
                <a:cxnLst/>
                <a:rect l="0" t="0" r="r" b="b"/>
                <a:pathLst>
                  <a:path w="7790" h="8607" fill="norm" stroke="0">
                    <a:moveTo>
                      <a:pt x="1250" y="80"/>
                    </a:moveTo>
                    <a:cubicBezTo>
                      <a:pt x="2445" y="27"/>
                      <a:pt x="3422" y="0"/>
                      <a:pt x="4500" y="580"/>
                    </a:cubicBezTo>
                    <a:cubicBezTo>
                      <a:pt x="4640" y="655"/>
                      <a:pt x="4778" y="727"/>
                      <a:pt x="4920" y="803"/>
                    </a:cubicBezTo>
                    <a:cubicBezTo>
                      <a:pt x="6427" y="1720"/>
                      <a:pt x="7100" y="3092"/>
                      <a:pt x="7632" y="4738"/>
                    </a:cubicBezTo>
                    <a:cubicBezTo>
                      <a:pt x="7710" y="5110"/>
                      <a:pt x="7737" y="5450"/>
                      <a:pt x="7750" y="5830"/>
                    </a:cubicBezTo>
                    <a:cubicBezTo>
                      <a:pt x="7757" y="6040"/>
                      <a:pt x="7763" y="6250"/>
                      <a:pt x="7770" y="6467"/>
                    </a:cubicBezTo>
                    <a:cubicBezTo>
                      <a:pt x="7790" y="7707"/>
                      <a:pt x="7790" y="7707"/>
                      <a:pt x="7750" y="8330"/>
                    </a:cubicBezTo>
                    <a:cubicBezTo>
                      <a:pt x="7500" y="8580"/>
                      <a:pt x="7500" y="8580"/>
                      <a:pt x="6782" y="8607"/>
                    </a:cubicBezTo>
                    <a:cubicBezTo>
                      <a:pt x="6468" y="8607"/>
                      <a:pt x="6150" y="8607"/>
                      <a:pt x="5835" y="8605"/>
                    </a:cubicBezTo>
                    <a:cubicBezTo>
                      <a:pt x="5752" y="8605"/>
                      <a:pt x="5752" y="8605"/>
                      <a:pt x="5332" y="8602"/>
                    </a:cubicBezTo>
                    <a:cubicBezTo>
                      <a:pt x="4800" y="8602"/>
                      <a:pt x="4267" y="8600"/>
                      <a:pt x="3735" y="8595"/>
                    </a:cubicBezTo>
                    <a:cubicBezTo>
                      <a:pt x="3375" y="8595"/>
                      <a:pt x="3015" y="8592"/>
                      <a:pt x="2655" y="8592"/>
                    </a:cubicBezTo>
                    <a:cubicBezTo>
                      <a:pt x="1770" y="8590"/>
                      <a:pt x="885" y="8585"/>
                      <a:pt x="0" y="8580"/>
                    </a:cubicBezTo>
                    <a:cubicBezTo>
                      <a:pt x="868" y="8135"/>
                      <a:pt x="1540" y="7960"/>
                      <a:pt x="2500" y="7830"/>
                    </a:cubicBezTo>
                    <a:cubicBezTo>
                      <a:pt x="2770" y="6447"/>
                      <a:pt x="2755" y="5155"/>
                      <a:pt x="2578" y="3767"/>
                    </a:cubicBezTo>
                    <a:cubicBezTo>
                      <a:pt x="2562" y="3620"/>
                      <a:pt x="2545" y="3472"/>
                      <a:pt x="2528" y="3320"/>
                    </a:cubicBezTo>
                    <a:cubicBezTo>
                      <a:pt x="2412" y="2525"/>
                      <a:pt x="2255" y="2015"/>
                      <a:pt x="1730" y="1397"/>
                    </a:cubicBezTo>
                    <a:cubicBezTo>
                      <a:pt x="1250" y="830"/>
                      <a:pt x="1250" y="830"/>
                      <a:pt x="1250" y="80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68" name="guardian vector"/>
              <p:cNvSpPr/>
              <p:nvPr/>
            </p:nvSpPr>
            <p:spPr>
              <a:xfrm>
                <a:off x="984443" y="2675214"/>
                <a:ext cx="55687" cy="55253"/>
              </a:xfrm>
              <a:custGeom>
                <a:avLst/>
                <a:gdLst/>
                <a:ahLst/>
                <a:cxnLst/>
                <a:rect l="0" t="0" r="r" b="b"/>
                <a:pathLst>
                  <a:path w="6090" h="6043" fill="norm" stroke="0">
                    <a:moveTo>
                      <a:pt x="5090" y="685"/>
                    </a:moveTo>
                    <a:cubicBezTo>
                      <a:pt x="5685" y="1470"/>
                      <a:pt x="6068" y="2195"/>
                      <a:pt x="6090" y="3185"/>
                    </a:cubicBezTo>
                    <a:cubicBezTo>
                      <a:pt x="5818" y="4103"/>
                      <a:pt x="5465" y="4905"/>
                      <a:pt x="4685" y="5488"/>
                    </a:cubicBezTo>
                    <a:cubicBezTo>
                      <a:pt x="3843" y="5895"/>
                      <a:pt x="3108" y="6043"/>
                      <a:pt x="2193" y="5810"/>
                    </a:cubicBezTo>
                    <a:cubicBezTo>
                      <a:pt x="1458" y="5548"/>
                      <a:pt x="818" y="5305"/>
                      <a:pt x="392" y="4613"/>
                    </a:cubicBezTo>
                    <a:cubicBezTo>
                      <a:pt x="0" y="3632"/>
                      <a:pt x="15" y="2685"/>
                      <a:pt x="340" y="1685"/>
                    </a:cubicBezTo>
                    <a:cubicBezTo>
                      <a:pt x="685" y="1072"/>
                      <a:pt x="1040" y="565"/>
                      <a:pt x="1695" y="280"/>
                    </a:cubicBezTo>
                    <a:cubicBezTo>
                      <a:pt x="2858" y="0"/>
                      <a:pt x="4050" y="80"/>
                      <a:pt x="5090" y="685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69" name="guardian vector"/>
              <p:cNvSpPr/>
              <p:nvPr/>
            </p:nvSpPr>
            <p:spPr>
              <a:xfrm>
                <a:off x="786070" y="2579751"/>
                <a:ext cx="34610" cy="55138"/>
              </a:xfrm>
              <a:custGeom>
                <a:avLst/>
                <a:gdLst/>
                <a:ahLst/>
                <a:cxnLst/>
                <a:rect l="0" t="0" r="r" b="b"/>
                <a:pathLst>
                  <a:path w="3785" h="6030" fill="norm" stroke="0">
                    <a:moveTo>
                      <a:pt x="2237" y="0"/>
                    </a:moveTo>
                    <a:cubicBezTo>
                      <a:pt x="2418" y="40"/>
                      <a:pt x="2597" y="82"/>
                      <a:pt x="2785" y="125"/>
                    </a:cubicBezTo>
                    <a:cubicBezTo>
                      <a:pt x="3328" y="1447"/>
                      <a:pt x="3615" y="2707"/>
                      <a:pt x="3722" y="4125"/>
                    </a:cubicBezTo>
                    <a:cubicBezTo>
                      <a:pt x="3733" y="4270"/>
                      <a:pt x="3745" y="4413"/>
                      <a:pt x="3755" y="4560"/>
                    </a:cubicBezTo>
                    <a:cubicBezTo>
                      <a:pt x="3778" y="4915"/>
                      <a:pt x="3782" y="5270"/>
                      <a:pt x="3785" y="5625"/>
                    </a:cubicBezTo>
                    <a:cubicBezTo>
                      <a:pt x="3380" y="6030"/>
                      <a:pt x="2910" y="5908"/>
                      <a:pt x="2370" y="5910"/>
                    </a:cubicBezTo>
                    <a:cubicBezTo>
                      <a:pt x="2218" y="5908"/>
                      <a:pt x="2065" y="5908"/>
                      <a:pt x="1910" y="5905"/>
                    </a:cubicBezTo>
                    <a:cubicBezTo>
                      <a:pt x="1757" y="5908"/>
                      <a:pt x="1605" y="5908"/>
                      <a:pt x="1450" y="5910"/>
                    </a:cubicBezTo>
                    <a:cubicBezTo>
                      <a:pt x="315" y="5908"/>
                      <a:pt x="315" y="5908"/>
                      <a:pt x="35" y="5625"/>
                    </a:cubicBezTo>
                    <a:cubicBezTo>
                      <a:pt x="0" y="3765"/>
                      <a:pt x="50" y="1998"/>
                      <a:pt x="1182" y="447"/>
                    </a:cubicBezTo>
                    <a:cubicBezTo>
                      <a:pt x="1535" y="125"/>
                      <a:pt x="1535" y="125"/>
                      <a:pt x="22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70" name="guardian vector"/>
              <p:cNvSpPr/>
              <p:nvPr/>
            </p:nvSpPr>
            <p:spPr>
              <a:xfrm>
                <a:off x="269748" y="2686919"/>
                <a:ext cx="48006" cy="58796"/>
              </a:xfrm>
              <a:custGeom>
                <a:avLst/>
                <a:gdLst/>
                <a:ahLst/>
                <a:cxnLst/>
                <a:rect l="0" t="0" r="r" b="b"/>
                <a:pathLst>
                  <a:path w="5250" h="6430" fill="norm" stroke="0">
                    <a:moveTo>
                      <a:pt x="0" y="155"/>
                    </a:moveTo>
                    <a:cubicBezTo>
                      <a:pt x="1492" y="82"/>
                      <a:pt x="3420" y="0"/>
                      <a:pt x="4648" y="967"/>
                    </a:cubicBezTo>
                    <a:cubicBezTo>
                      <a:pt x="5100" y="1527"/>
                      <a:pt x="5105" y="1860"/>
                      <a:pt x="5127" y="2572"/>
                    </a:cubicBezTo>
                    <a:cubicBezTo>
                      <a:pt x="5132" y="2682"/>
                      <a:pt x="5132" y="2682"/>
                      <a:pt x="5155" y="3247"/>
                    </a:cubicBezTo>
                    <a:cubicBezTo>
                      <a:pt x="5160" y="3480"/>
                      <a:pt x="5165" y="3712"/>
                      <a:pt x="5172" y="3952"/>
                    </a:cubicBezTo>
                    <a:cubicBezTo>
                      <a:pt x="5175" y="4070"/>
                      <a:pt x="5175" y="4070"/>
                      <a:pt x="5197" y="4665"/>
                    </a:cubicBezTo>
                    <a:cubicBezTo>
                      <a:pt x="5218" y="5245"/>
                      <a:pt x="5235" y="5825"/>
                      <a:pt x="5250" y="6405"/>
                    </a:cubicBezTo>
                    <a:cubicBezTo>
                      <a:pt x="4773" y="6430"/>
                      <a:pt x="4773" y="6430"/>
                      <a:pt x="4250" y="6405"/>
                    </a:cubicBezTo>
                    <a:cubicBezTo>
                      <a:pt x="3885" y="6010"/>
                      <a:pt x="3885" y="6010"/>
                      <a:pt x="3547" y="5452"/>
                    </a:cubicBezTo>
                    <a:cubicBezTo>
                      <a:pt x="3420" y="5247"/>
                      <a:pt x="3293" y="5045"/>
                      <a:pt x="3160" y="4835"/>
                    </a:cubicBezTo>
                    <a:cubicBezTo>
                      <a:pt x="3025" y="4610"/>
                      <a:pt x="2888" y="4382"/>
                      <a:pt x="2750" y="4155"/>
                    </a:cubicBezTo>
                    <a:cubicBezTo>
                      <a:pt x="2525" y="3785"/>
                      <a:pt x="2297" y="3417"/>
                      <a:pt x="2070" y="3050"/>
                    </a:cubicBezTo>
                    <a:cubicBezTo>
                      <a:pt x="1922" y="2812"/>
                      <a:pt x="1777" y="2575"/>
                      <a:pt x="1635" y="2335"/>
                    </a:cubicBezTo>
                    <a:cubicBezTo>
                      <a:pt x="1177" y="1595"/>
                      <a:pt x="695" y="1162"/>
                      <a:pt x="0" y="655"/>
                    </a:cubicBezTo>
                    <a:cubicBezTo>
                      <a:pt x="0" y="490"/>
                      <a:pt x="0" y="325"/>
                      <a:pt x="0" y="155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71" name="guardian vector"/>
              <p:cNvSpPr/>
              <p:nvPr/>
            </p:nvSpPr>
            <p:spPr>
              <a:xfrm>
                <a:off x="514361" y="2523413"/>
                <a:ext cx="46612" cy="52898"/>
              </a:xfrm>
              <a:custGeom>
                <a:avLst/>
                <a:gdLst/>
                <a:ahLst/>
                <a:cxnLst/>
                <a:rect l="0" t="0" r="r" b="b"/>
                <a:pathLst>
                  <a:path w="5098" h="5785" fill="norm" stroke="0">
                    <a:moveTo>
                      <a:pt x="2655" y="5"/>
                    </a:moveTo>
                    <a:cubicBezTo>
                      <a:pt x="2727" y="5"/>
                      <a:pt x="2727" y="5"/>
                      <a:pt x="3098" y="2"/>
                    </a:cubicBezTo>
                    <a:cubicBezTo>
                      <a:pt x="4185" y="5"/>
                      <a:pt x="4185" y="5"/>
                      <a:pt x="4750" y="285"/>
                    </a:cubicBezTo>
                    <a:cubicBezTo>
                      <a:pt x="5098" y="2072"/>
                      <a:pt x="5030" y="3972"/>
                      <a:pt x="5000" y="5785"/>
                    </a:cubicBezTo>
                    <a:cubicBezTo>
                      <a:pt x="4428" y="5743"/>
                      <a:pt x="4428" y="5743"/>
                      <a:pt x="3750" y="5535"/>
                    </a:cubicBezTo>
                    <a:cubicBezTo>
                      <a:pt x="3403" y="5103"/>
                      <a:pt x="3153" y="4733"/>
                      <a:pt x="2890" y="4255"/>
                    </a:cubicBezTo>
                    <a:cubicBezTo>
                      <a:pt x="2742" y="4005"/>
                      <a:pt x="2593" y="3755"/>
                      <a:pt x="2443" y="3505"/>
                    </a:cubicBezTo>
                    <a:cubicBezTo>
                      <a:pt x="2367" y="3382"/>
                      <a:pt x="2295" y="3260"/>
                      <a:pt x="2220" y="3135"/>
                    </a:cubicBezTo>
                    <a:cubicBezTo>
                      <a:pt x="1650" y="2238"/>
                      <a:pt x="960" y="1267"/>
                      <a:pt x="0" y="785"/>
                    </a:cubicBezTo>
                    <a:cubicBezTo>
                      <a:pt x="0" y="620"/>
                      <a:pt x="0" y="455"/>
                      <a:pt x="0" y="285"/>
                    </a:cubicBezTo>
                    <a:cubicBezTo>
                      <a:pt x="892" y="7"/>
                      <a:pt x="1727" y="0"/>
                      <a:pt x="2655" y="5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72" name="guardian vector"/>
              <p:cNvSpPr/>
              <p:nvPr/>
            </p:nvSpPr>
            <p:spPr>
              <a:xfrm>
                <a:off x="384007" y="2523180"/>
                <a:ext cx="45766" cy="55436"/>
              </a:xfrm>
              <a:custGeom>
                <a:avLst/>
                <a:gdLst/>
                <a:ahLst/>
                <a:cxnLst/>
                <a:rect l="0" t="0" r="r" b="b"/>
                <a:pathLst>
                  <a:path w="5005" h="6062" fill="norm" stroke="0">
                    <a:moveTo>
                      <a:pt x="2172" y="67"/>
                    </a:moveTo>
                    <a:cubicBezTo>
                      <a:pt x="2255" y="75"/>
                      <a:pt x="2255" y="75"/>
                      <a:pt x="2675" y="108"/>
                    </a:cubicBezTo>
                    <a:cubicBezTo>
                      <a:pt x="2845" y="123"/>
                      <a:pt x="3017" y="140"/>
                      <a:pt x="3192" y="155"/>
                    </a:cubicBezTo>
                    <a:cubicBezTo>
                      <a:pt x="3367" y="170"/>
                      <a:pt x="3540" y="183"/>
                      <a:pt x="3720" y="197"/>
                    </a:cubicBezTo>
                    <a:cubicBezTo>
                      <a:pt x="4148" y="233"/>
                      <a:pt x="4578" y="272"/>
                      <a:pt x="5005" y="312"/>
                    </a:cubicBezTo>
                    <a:cubicBezTo>
                      <a:pt x="4847" y="910"/>
                      <a:pt x="4652" y="1210"/>
                      <a:pt x="4195" y="1620"/>
                    </a:cubicBezTo>
                    <a:cubicBezTo>
                      <a:pt x="3275" y="2502"/>
                      <a:pt x="2608" y="3555"/>
                      <a:pt x="1898" y="4608"/>
                    </a:cubicBezTo>
                    <a:cubicBezTo>
                      <a:pt x="1793" y="4757"/>
                      <a:pt x="1688" y="4910"/>
                      <a:pt x="1580" y="5065"/>
                    </a:cubicBezTo>
                    <a:cubicBezTo>
                      <a:pt x="1487" y="5202"/>
                      <a:pt x="1395" y="5340"/>
                      <a:pt x="1300" y="5483"/>
                    </a:cubicBezTo>
                    <a:cubicBezTo>
                      <a:pt x="968" y="5853"/>
                      <a:pt x="735" y="5950"/>
                      <a:pt x="255" y="6062"/>
                    </a:cubicBezTo>
                    <a:cubicBezTo>
                      <a:pt x="5" y="5812"/>
                      <a:pt x="5" y="5812"/>
                      <a:pt x="0" y="5303"/>
                    </a:cubicBezTo>
                    <a:cubicBezTo>
                      <a:pt x="10" y="5082"/>
                      <a:pt x="23" y="4865"/>
                      <a:pt x="35" y="4640"/>
                    </a:cubicBezTo>
                    <a:cubicBezTo>
                      <a:pt x="40" y="4520"/>
                      <a:pt x="40" y="4520"/>
                      <a:pt x="72" y="3923"/>
                    </a:cubicBezTo>
                    <a:cubicBezTo>
                      <a:pt x="85" y="3673"/>
                      <a:pt x="100" y="3423"/>
                      <a:pt x="115" y="3170"/>
                    </a:cubicBezTo>
                    <a:cubicBezTo>
                      <a:pt x="127" y="2920"/>
                      <a:pt x="140" y="2668"/>
                      <a:pt x="153" y="2415"/>
                    </a:cubicBezTo>
                    <a:cubicBezTo>
                      <a:pt x="185" y="1798"/>
                      <a:pt x="220" y="1180"/>
                      <a:pt x="255" y="562"/>
                    </a:cubicBezTo>
                    <a:cubicBezTo>
                      <a:pt x="938" y="175"/>
                      <a:pt x="1388" y="0"/>
                      <a:pt x="2172" y="67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73" name="guardian vector"/>
              <p:cNvSpPr/>
              <p:nvPr/>
            </p:nvSpPr>
            <p:spPr>
              <a:xfrm>
                <a:off x="1106768" y="2826809"/>
                <a:ext cx="25375" cy="58133"/>
              </a:xfrm>
              <a:custGeom>
                <a:avLst/>
                <a:gdLst/>
                <a:ahLst/>
                <a:cxnLst/>
                <a:rect l="0" t="0" r="r" b="b"/>
                <a:pathLst>
                  <a:path w="2775" h="6358" fill="norm" stroke="0">
                    <a:moveTo>
                      <a:pt x="1355" y="0"/>
                    </a:moveTo>
                    <a:cubicBezTo>
                      <a:pt x="2435" y="77"/>
                      <a:pt x="2435" y="77"/>
                      <a:pt x="2713" y="358"/>
                    </a:cubicBezTo>
                    <a:cubicBezTo>
                      <a:pt x="2775" y="1220"/>
                      <a:pt x="2758" y="2085"/>
                      <a:pt x="2760" y="2950"/>
                    </a:cubicBezTo>
                    <a:cubicBezTo>
                      <a:pt x="2763" y="3192"/>
                      <a:pt x="2765" y="3435"/>
                      <a:pt x="2767" y="3688"/>
                    </a:cubicBezTo>
                    <a:cubicBezTo>
                      <a:pt x="2770" y="3803"/>
                      <a:pt x="2770" y="3803"/>
                      <a:pt x="2770" y="4392"/>
                    </a:cubicBezTo>
                    <a:cubicBezTo>
                      <a:pt x="2770" y="4608"/>
                      <a:pt x="2773" y="4822"/>
                      <a:pt x="2773" y="5043"/>
                    </a:cubicBezTo>
                    <a:cubicBezTo>
                      <a:pt x="2710" y="5632"/>
                      <a:pt x="2585" y="5905"/>
                      <a:pt x="2213" y="6358"/>
                    </a:cubicBezTo>
                    <a:cubicBezTo>
                      <a:pt x="1590" y="6272"/>
                      <a:pt x="1090" y="6185"/>
                      <a:pt x="553" y="5853"/>
                    </a:cubicBezTo>
                    <a:cubicBezTo>
                      <a:pt x="0" y="5045"/>
                      <a:pt x="105" y="4202"/>
                      <a:pt x="118" y="3248"/>
                    </a:cubicBezTo>
                    <a:cubicBezTo>
                      <a:pt x="115" y="3055"/>
                      <a:pt x="112" y="2865"/>
                      <a:pt x="110" y="2668"/>
                    </a:cubicBezTo>
                    <a:cubicBezTo>
                      <a:pt x="115" y="1810"/>
                      <a:pt x="140" y="1245"/>
                      <a:pt x="545" y="478"/>
                    </a:cubicBezTo>
                    <a:cubicBezTo>
                      <a:pt x="963" y="108"/>
                      <a:pt x="963" y="108"/>
                      <a:pt x="13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74" name="guardian vector"/>
              <p:cNvSpPr/>
              <p:nvPr/>
            </p:nvSpPr>
            <p:spPr>
              <a:xfrm>
                <a:off x="568140" y="2827782"/>
                <a:ext cx="23934" cy="57150"/>
              </a:xfrm>
              <a:custGeom>
                <a:avLst/>
                <a:gdLst/>
                <a:ahLst/>
                <a:cxnLst/>
                <a:rect l="0" t="0" r="r" b="b"/>
                <a:pathLst>
                  <a:path w="2617" h="6250" fill="norm" stroke="0">
                    <a:moveTo>
                      <a:pt x="2617" y="0"/>
                    </a:moveTo>
                    <a:cubicBezTo>
                      <a:pt x="2617" y="1980"/>
                      <a:pt x="2617" y="3960"/>
                      <a:pt x="2617" y="6000"/>
                    </a:cubicBezTo>
                    <a:cubicBezTo>
                      <a:pt x="1367" y="6250"/>
                      <a:pt x="1367" y="6250"/>
                      <a:pt x="805" y="5938"/>
                    </a:cubicBezTo>
                    <a:cubicBezTo>
                      <a:pt x="0" y="5132"/>
                      <a:pt x="65" y="4248"/>
                      <a:pt x="55" y="3155"/>
                    </a:cubicBezTo>
                    <a:cubicBezTo>
                      <a:pt x="50" y="3015"/>
                      <a:pt x="45" y="2875"/>
                      <a:pt x="40" y="2728"/>
                    </a:cubicBezTo>
                    <a:cubicBezTo>
                      <a:pt x="30" y="1680"/>
                      <a:pt x="237" y="1092"/>
                      <a:pt x="867" y="250"/>
                    </a:cubicBezTo>
                    <a:cubicBezTo>
                      <a:pt x="1367" y="0"/>
                      <a:pt x="1367" y="0"/>
                      <a:pt x="26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75" name="guardian vector"/>
              <p:cNvSpPr/>
              <p:nvPr/>
            </p:nvSpPr>
            <p:spPr>
              <a:xfrm>
                <a:off x="976897" y="2667877"/>
                <a:ext cx="69243" cy="67186"/>
              </a:xfrm>
              <a:custGeom>
                <a:avLst/>
                <a:gdLst/>
                <a:ahLst/>
                <a:cxnLst/>
                <a:rect l="0" t="0" r="r" b="b"/>
                <a:pathLst>
                  <a:path w="7573" h="7348" fill="norm" stroke="0">
                    <a:moveTo>
                      <a:pt x="5340" y="420"/>
                    </a:moveTo>
                    <a:cubicBezTo>
                      <a:pt x="5735" y="665"/>
                      <a:pt x="6070" y="928"/>
                      <a:pt x="6415" y="1238"/>
                    </a:cubicBezTo>
                    <a:cubicBezTo>
                      <a:pt x="6520" y="1322"/>
                      <a:pt x="6623" y="1408"/>
                      <a:pt x="6730" y="1495"/>
                    </a:cubicBezTo>
                    <a:cubicBezTo>
                      <a:pt x="7395" y="2148"/>
                      <a:pt x="7510" y="2788"/>
                      <a:pt x="7573" y="3705"/>
                    </a:cubicBezTo>
                    <a:cubicBezTo>
                      <a:pt x="7525" y="4910"/>
                      <a:pt x="7160" y="5535"/>
                      <a:pt x="6340" y="6393"/>
                    </a:cubicBezTo>
                    <a:cubicBezTo>
                      <a:pt x="5335" y="7205"/>
                      <a:pt x="4495" y="7348"/>
                      <a:pt x="3228" y="7317"/>
                    </a:cubicBezTo>
                    <a:cubicBezTo>
                      <a:pt x="2065" y="7153"/>
                      <a:pt x="1418" y="6558"/>
                      <a:pt x="713" y="5660"/>
                    </a:cubicBezTo>
                    <a:cubicBezTo>
                      <a:pt x="260" y="4635"/>
                      <a:pt x="0" y="3820"/>
                      <a:pt x="312" y="2715"/>
                    </a:cubicBezTo>
                    <a:cubicBezTo>
                      <a:pt x="790" y="1615"/>
                      <a:pt x="1345" y="915"/>
                      <a:pt x="2435" y="393"/>
                    </a:cubicBezTo>
                    <a:cubicBezTo>
                      <a:pt x="3428" y="70"/>
                      <a:pt x="4365" y="0"/>
                      <a:pt x="5340" y="420"/>
                    </a:cubicBezTo>
                    <a:close/>
                    <a:moveTo>
                      <a:pt x="1413" y="2050"/>
                    </a:moveTo>
                    <a:cubicBezTo>
                      <a:pt x="865" y="2958"/>
                      <a:pt x="838" y="3750"/>
                      <a:pt x="1023" y="4780"/>
                    </a:cubicBezTo>
                    <a:cubicBezTo>
                      <a:pt x="1312" y="5708"/>
                      <a:pt x="1922" y="6085"/>
                      <a:pt x="2713" y="6580"/>
                    </a:cubicBezTo>
                    <a:cubicBezTo>
                      <a:pt x="3773" y="6817"/>
                      <a:pt x="4670" y="6665"/>
                      <a:pt x="5665" y="6238"/>
                    </a:cubicBezTo>
                    <a:cubicBezTo>
                      <a:pt x="6142" y="5793"/>
                      <a:pt x="6407" y="5333"/>
                      <a:pt x="6665" y="4738"/>
                    </a:cubicBezTo>
                    <a:cubicBezTo>
                      <a:pt x="6705" y="4658"/>
                      <a:pt x="6705" y="4658"/>
                      <a:pt x="6900" y="4252"/>
                    </a:cubicBezTo>
                    <a:cubicBezTo>
                      <a:pt x="6930" y="3228"/>
                      <a:pt x="6420" y="2305"/>
                      <a:pt x="5790" y="1518"/>
                    </a:cubicBezTo>
                    <a:cubicBezTo>
                      <a:pt x="4448" y="510"/>
                      <a:pt x="2460" y="748"/>
                      <a:pt x="1413" y="2050"/>
                    </a:cubicBezTo>
                    <a:close/>
                  </a:path>
                </a:pathLst>
              </a:custGeom>
              <a:solidFill>
                <a:srgbClr val="BBBBBB"/>
              </a:solidFill>
              <a:ln w="0">
                <a:noFill/>
              </a:ln>
            </p:spPr>
          </p:sp>
          <p:sp>
            <p:nvSpPr>
              <p:cNvPr id="176" name="guardian vector"/>
              <p:cNvSpPr/>
              <p:nvPr/>
            </p:nvSpPr>
            <p:spPr>
              <a:xfrm>
                <a:off x="1065276" y="2745349"/>
                <a:ext cx="34290" cy="43571"/>
              </a:xfrm>
              <a:custGeom>
                <a:avLst/>
                <a:gdLst/>
                <a:ahLst/>
                <a:cxnLst/>
                <a:rect l="0" t="0" r="r" b="b"/>
                <a:pathLst>
                  <a:path w="3750" h="4765" fill="norm" stroke="0">
                    <a:moveTo>
                      <a:pt x="3750" y="265"/>
                    </a:moveTo>
                    <a:cubicBezTo>
                      <a:pt x="3445" y="1587"/>
                      <a:pt x="2757" y="2467"/>
                      <a:pt x="1915" y="3502"/>
                    </a:cubicBezTo>
                    <a:cubicBezTo>
                      <a:pt x="1500" y="4015"/>
                      <a:pt x="1500" y="4015"/>
                      <a:pt x="1257" y="4457"/>
                    </a:cubicBezTo>
                    <a:cubicBezTo>
                      <a:pt x="1215" y="4507"/>
                      <a:pt x="1215" y="4507"/>
                      <a:pt x="1000" y="4765"/>
                    </a:cubicBezTo>
                    <a:cubicBezTo>
                      <a:pt x="670" y="4765"/>
                      <a:pt x="340" y="4765"/>
                      <a:pt x="0" y="4765"/>
                    </a:cubicBezTo>
                    <a:cubicBezTo>
                      <a:pt x="0" y="3527"/>
                      <a:pt x="0" y="2290"/>
                      <a:pt x="0" y="1015"/>
                    </a:cubicBezTo>
                    <a:cubicBezTo>
                      <a:pt x="480" y="845"/>
                      <a:pt x="960" y="675"/>
                      <a:pt x="1453" y="500"/>
                    </a:cubicBezTo>
                    <a:cubicBezTo>
                      <a:pt x="1603" y="445"/>
                      <a:pt x="1752" y="390"/>
                      <a:pt x="1907" y="335"/>
                    </a:cubicBezTo>
                    <a:cubicBezTo>
                      <a:pt x="2028" y="292"/>
                      <a:pt x="2147" y="252"/>
                      <a:pt x="2270" y="210"/>
                    </a:cubicBezTo>
                    <a:cubicBezTo>
                      <a:pt x="2332" y="188"/>
                      <a:pt x="2332" y="188"/>
                      <a:pt x="2640" y="77"/>
                    </a:cubicBezTo>
                    <a:cubicBezTo>
                      <a:pt x="3080" y="0"/>
                      <a:pt x="3343" y="95"/>
                      <a:pt x="3750" y="265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  <p:sp>
            <p:nvSpPr>
              <p:cNvPr id="177" name="guardian vector"/>
              <p:cNvSpPr/>
              <p:nvPr/>
            </p:nvSpPr>
            <p:spPr>
              <a:xfrm>
                <a:off x="527037" y="2745463"/>
                <a:ext cx="35319" cy="44348"/>
              </a:xfrm>
              <a:custGeom>
                <a:avLst/>
                <a:gdLst/>
                <a:ahLst/>
                <a:cxnLst/>
                <a:rect l="0" t="0" r="r" b="b"/>
                <a:pathLst>
                  <a:path w="3862" h="4850" fill="norm" stroke="0">
                    <a:moveTo>
                      <a:pt x="3862" y="252"/>
                    </a:moveTo>
                    <a:cubicBezTo>
                      <a:pt x="3480" y="1348"/>
                      <a:pt x="2920" y="2250"/>
                      <a:pt x="2267" y="3205"/>
                    </a:cubicBezTo>
                    <a:cubicBezTo>
                      <a:pt x="2172" y="3355"/>
                      <a:pt x="2075" y="3505"/>
                      <a:pt x="1975" y="3657"/>
                    </a:cubicBezTo>
                    <a:cubicBezTo>
                      <a:pt x="1707" y="4055"/>
                      <a:pt x="1453" y="4415"/>
                      <a:pt x="1112" y="4752"/>
                    </a:cubicBezTo>
                    <a:cubicBezTo>
                      <a:pt x="540" y="4850"/>
                      <a:pt x="540" y="4850"/>
                      <a:pt x="112" y="4752"/>
                    </a:cubicBezTo>
                    <a:cubicBezTo>
                      <a:pt x="85" y="4185"/>
                      <a:pt x="65" y="3618"/>
                      <a:pt x="50" y="3050"/>
                    </a:cubicBezTo>
                    <a:cubicBezTo>
                      <a:pt x="42" y="2887"/>
                      <a:pt x="32" y="2728"/>
                      <a:pt x="25" y="2562"/>
                    </a:cubicBezTo>
                    <a:cubicBezTo>
                      <a:pt x="0" y="1373"/>
                      <a:pt x="0" y="1373"/>
                      <a:pt x="552" y="785"/>
                    </a:cubicBezTo>
                    <a:cubicBezTo>
                      <a:pt x="1082" y="517"/>
                      <a:pt x="1552" y="327"/>
                      <a:pt x="2127" y="190"/>
                    </a:cubicBezTo>
                    <a:cubicBezTo>
                      <a:pt x="2295" y="147"/>
                      <a:pt x="2465" y="105"/>
                      <a:pt x="2637" y="60"/>
                    </a:cubicBezTo>
                    <a:cubicBezTo>
                      <a:pt x="3135" y="0"/>
                      <a:pt x="3407" y="55"/>
                      <a:pt x="3862" y="252"/>
                    </a:cubicBezTo>
                    <a:close/>
                  </a:path>
                </a:pathLst>
              </a:custGeom>
              <a:solidFill>
                <a:srgbClr val="181818"/>
              </a:solidFill>
              <a:ln w="0">
                <a:noFill/>
              </a:ln>
            </p:spPr>
          </p:sp>
        </p:grpSp>
        <p:grpSp>
          <p:nvGrpSpPr>
            <p:cNvPr id="185" name="Vector icon - nyt"/>
            <p:cNvGrpSpPr/>
            <p:nvPr/>
          </p:nvGrpSpPr>
          <p:grpSpPr>
            <a:xfrm>
              <a:off x="1556697" y="2491831"/>
              <a:ext cx="343654" cy="480837"/>
              <a:chOff x="1556697" y="2491831"/>
              <a:chExt cx="343654" cy="480837"/>
            </a:xfrm>
          </p:grpSpPr>
          <p:sp>
            <p:nvSpPr>
              <p:cNvPr id="179" name="nyt vector"/>
              <p:cNvSpPr/>
              <p:nvPr/>
            </p:nvSpPr>
            <p:spPr>
              <a:xfrm>
                <a:off x="1556697" y="2491831"/>
                <a:ext cx="343654" cy="480837"/>
              </a:xfrm>
              <a:custGeom>
                <a:avLst/>
                <a:gdLst/>
                <a:ahLst/>
                <a:cxnLst/>
                <a:rect l="0" t="0" r="r" b="b"/>
                <a:pathLst>
                  <a:path w="37582" h="52585" fill="norm" stroke="0">
                    <a:moveTo>
                      <a:pt x="31757" y="240"/>
                    </a:moveTo>
                    <a:cubicBezTo>
                      <a:pt x="32660" y="555"/>
                      <a:pt x="33445" y="988"/>
                      <a:pt x="34257" y="1490"/>
                    </a:cubicBezTo>
                    <a:cubicBezTo>
                      <a:pt x="34425" y="1590"/>
                      <a:pt x="34595" y="1688"/>
                      <a:pt x="34767" y="1790"/>
                    </a:cubicBezTo>
                    <a:cubicBezTo>
                      <a:pt x="36190" y="2702"/>
                      <a:pt x="36852" y="3863"/>
                      <a:pt x="37335" y="5460"/>
                    </a:cubicBezTo>
                    <a:cubicBezTo>
                      <a:pt x="37582" y="6590"/>
                      <a:pt x="37465" y="7610"/>
                      <a:pt x="37257" y="8740"/>
                    </a:cubicBezTo>
                    <a:cubicBezTo>
                      <a:pt x="37243" y="8825"/>
                      <a:pt x="37243" y="8825"/>
                      <a:pt x="37172" y="9257"/>
                    </a:cubicBezTo>
                    <a:cubicBezTo>
                      <a:pt x="36740" y="11382"/>
                      <a:pt x="35688" y="12723"/>
                      <a:pt x="33942" y="13925"/>
                    </a:cubicBezTo>
                    <a:cubicBezTo>
                      <a:pt x="32965" y="14565"/>
                      <a:pt x="31957" y="14940"/>
                      <a:pt x="30842" y="15255"/>
                    </a:cubicBezTo>
                    <a:cubicBezTo>
                      <a:pt x="30685" y="15300"/>
                      <a:pt x="30528" y="15343"/>
                      <a:pt x="30368" y="15390"/>
                    </a:cubicBezTo>
                    <a:cubicBezTo>
                      <a:pt x="30248" y="15423"/>
                      <a:pt x="30130" y="15455"/>
                      <a:pt x="30007" y="15490"/>
                    </a:cubicBezTo>
                    <a:cubicBezTo>
                      <a:pt x="29977" y="16570"/>
                      <a:pt x="29955" y="17653"/>
                      <a:pt x="29940" y="18733"/>
                    </a:cubicBezTo>
                    <a:cubicBezTo>
                      <a:pt x="29933" y="19100"/>
                      <a:pt x="29925" y="19468"/>
                      <a:pt x="29912" y="19835"/>
                    </a:cubicBezTo>
                    <a:cubicBezTo>
                      <a:pt x="29897" y="20365"/>
                      <a:pt x="29890" y="20892"/>
                      <a:pt x="29885" y="21423"/>
                    </a:cubicBezTo>
                    <a:cubicBezTo>
                      <a:pt x="29880" y="21585"/>
                      <a:pt x="29873" y="21750"/>
                      <a:pt x="29865" y="21918"/>
                    </a:cubicBezTo>
                    <a:cubicBezTo>
                      <a:pt x="29865" y="22815"/>
                      <a:pt x="29962" y="23298"/>
                      <a:pt x="30605" y="23950"/>
                    </a:cubicBezTo>
                    <a:cubicBezTo>
                      <a:pt x="30817" y="24135"/>
                      <a:pt x="31035" y="24315"/>
                      <a:pt x="31257" y="24490"/>
                    </a:cubicBezTo>
                    <a:cubicBezTo>
                      <a:pt x="31442" y="24642"/>
                      <a:pt x="31627" y="24795"/>
                      <a:pt x="31817" y="24950"/>
                    </a:cubicBezTo>
                    <a:cubicBezTo>
                      <a:pt x="32165" y="25228"/>
                      <a:pt x="32512" y="25505"/>
                      <a:pt x="32865" y="25780"/>
                    </a:cubicBezTo>
                    <a:cubicBezTo>
                      <a:pt x="33257" y="26240"/>
                      <a:pt x="33257" y="26240"/>
                      <a:pt x="33400" y="26845"/>
                    </a:cubicBezTo>
                    <a:cubicBezTo>
                      <a:pt x="33192" y="27785"/>
                      <a:pt x="32662" y="28130"/>
                      <a:pt x="31912" y="28692"/>
                    </a:cubicBezTo>
                    <a:cubicBezTo>
                      <a:pt x="31787" y="28795"/>
                      <a:pt x="31660" y="28898"/>
                      <a:pt x="31530" y="29000"/>
                    </a:cubicBezTo>
                    <a:cubicBezTo>
                      <a:pt x="30585" y="29740"/>
                      <a:pt x="30585" y="29740"/>
                      <a:pt x="30007" y="29740"/>
                    </a:cubicBezTo>
                    <a:cubicBezTo>
                      <a:pt x="30007" y="33288"/>
                      <a:pt x="30007" y="36835"/>
                      <a:pt x="30007" y="40490"/>
                    </a:cubicBezTo>
                    <a:cubicBezTo>
                      <a:pt x="31042" y="39870"/>
                      <a:pt x="31612" y="39455"/>
                      <a:pt x="32368" y="38600"/>
                    </a:cubicBezTo>
                    <a:cubicBezTo>
                      <a:pt x="32415" y="38545"/>
                      <a:pt x="32415" y="38545"/>
                      <a:pt x="32660" y="38270"/>
                    </a:cubicBezTo>
                    <a:cubicBezTo>
                      <a:pt x="33462" y="37348"/>
                      <a:pt x="34077" y="36370"/>
                      <a:pt x="34660" y="35298"/>
                    </a:cubicBezTo>
                    <a:cubicBezTo>
                      <a:pt x="35053" y="34670"/>
                      <a:pt x="35470" y="34243"/>
                      <a:pt x="36007" y="33740"/>
                    </a:cubicBezTo>
                    <a:cubicBezTo>
                      <a:pt x="36255" y="33822"/>
                      <a:pt x="36502" y="33905"/>
                      <a:pt x="36757" y="33990"/>
                    </a:cubicBezTo>
                    <a:cubicBezTo>
                      <a:pt x="37115" y="38113"/>
                      <a:pt x="35395" y="42188"/>
                      <a:pt x="33017" y="45480"/>
                    </a:cubicBezTo>
                    <a:cubicBezTo>
                      <a:pt x="32757" y="45740"/>
                      <a:pt x="32757" y="45740"/>
                      <a:pt x="32257" y="45740"/>
                    </a:cubicBezTo>
                    <a:cubicBezTo>
                      <a:pt x="32190" y="45887"/>
                      <a:pt x="32125" y="46038"/>
                      <a:pt x="32058" y="46190"/>
                    </a:cubicBezTo>
                    <a:cubicBezTo>
                      <a:pt x="30550" y="48965"/>
                      <a:pt x="26462" y="50358"/>
                      <a:pt x="23632" y="51240"/>
                    </a:cubicBezTo>
                    <a:cubicBezTo>
                      <a:pt x="18897" y="52585"/>
                      <a:pt x="14112" y="51523"/>
                      <a:pt x="9847" y="49240"/>
                    </a:cubicBezTo>
                    <a:cubicBezTo>
                      <a:pt x="9082" y="48805"/>
                      <a:pt x="8428" y="48310"/>
                      <a:pt x="7757" y="47740"/>
                    </a:cubicBezTo>
                    <a:cubicBezTo>
                      <a:pt x="7600" y="47613"/>
                      <a:pt x="7440" y="47488"/>
                      <a:pt x="7278" y="47355"/>
                    </a:cubicBezTo>
                    <a:cubicBezTo>
                      <a:pt x="3637" y="44315"/>
                      <a:pt x="1077" y="39988"/>
                      <a:pt x="507" y="35240"/>
                    </a:cubicBezTo>
                    <a:cubicBezTo>
                      <a:pt x="0" y="29260"/>
                      <a:pt x="1312" y="24285"/>
                      <a:pt x="5227" y="19645"/>
                    </a:cubicBezTo>
                    <a:cubicBezTo>
                      <a:pt x="7415" y="17153"/>
                      <a:pt x="9845" y="15550"/>
                      <a:pt x="12757" y="13990"/>
                    </a:cubicBezTo>
                    <a:cubicBezTo>
                      <a:pt x="12938" y="13890"/>
                      <a:pt x="13118" y="13790"/>
                      <a:pt x="13303" y="13685"/>
                    </a:cubicBezTo>
                    <a:cubicBezTo>
                      <a:pt x="13805" y="13470"/>
                      <a:pt x="14150" y="13438"/>
                      <a:pt x="14695" y="13460"/>
                    </a:cubicBezTo>
                    <a:cubicBezTo>
                      <a:pt x="14847" y="13463"/>
                      <a:pt x="15002" y="13468"/>
                      <a:pt x="15160" y="13473"/>
                    </a:cubicBezTo>
                    <a:cubicBezTo>
                      <a:pt x="15275" y="13478"/>
                      <a:pt x="15390" y="13485"/>
                      <a:pt x="15507" y="13490"/>
                    </a:cubicBezTo>
                    <a:cubicBezTo>
                      <a:pt x="15602" y="13913"/>
                      <a:pt x="15602" y="13913"/>
                      <a:pt x="15507" y="14490"/>
                    </a:cubicBezTo>
                    <a:cubicBezTo>
                      <a:pt x="15060" y="14970"/>
                      <a:pt x="14530" y="15348"/>
                      <a:pt x="14007" y="15740"/>
                    </a:cubicBezTo>
                    <a:cubicBezTo>
                      <a:pt x="12498" y="16895"/>
                      <a:pt x="11025" y="18348"/>
                      <a:pt x="10507" y="20240"/>
                    </a:cubicBezTo>
                    <a:cubicBezTo>
                      <a:pt x="10690" y="20168"/>
                      <a:pt x="10873" y="20093"/>
                      <a:pt x="11060" y="20017"/>
                    </a:cubicBezTo>
                    <a:cubicBezTo>
                      <a:pt x="11485" y="19848"/>
                      <a:pt x="11910" y="19680"/>
                      <a:pt x="12337" y="19517"/>
                    </a:cubicBezTo>
                    <a:cubicBezTo>
                      <a:pt x="13385" y="19110"/>
                      <a:pt x="14400" y="18680"/>
                      <a:pt x="15397" y="18163"/>
                    </a:cubicBezTo>
                    <a:cubicBezTo>
                      <a:pt x="16748" y="17468"/>
                      <a:pt x="18147" y="16905"/>
                      <a:pt x="19558" y="16343"/>
                    </a:cubicBezTo>
                    <a:cubicBezTo>
                      <a:pt x="19735" y="16273"/>
                      <a:pt x="19910" y="16200"/>
                      <a:pt x="20092" y="16127"/>
                    </a:cubicBezTo>
                    <a:cubicBezTo>
                      <a:pt x="20250" y="16065"/>
                      <a:pt x="20410" y="16002"/>
                      <a:pt x="20572" y="15938"/>
                    </a:cubicBezTo>
                    <a:cubicBezTo>
                      <a:pt x="21007" y="15740"/>
                      <a:pt x="21007" y="15740"/>
                      <a:pt x="21408" y="15460"/>
                    </a:cubicBezTo>
                    <a:cubicBezTo>
                      <a:pt x="21757" y="15240"/>
                      <a:pt x="21757" y="15240"/>
                      <a:pt x="22287" y="15317"/>
                    </a:cubicBezTo>
                    <a:cubicBezTo>
                      <a:pt x="22757" y="15490"/>
                      <a:pt x="22757" y="15490"/>
                      <a:pt x="23007" y="15740"/>
                    </a:cubicBezTo>
                    <a:cubicBezTo>
                      <a:pt x="23035" y="16308"/>
                      <a:pt x="23045" y="16865"/>
                      <a:pt x="23045" y="17433"/>
                    </a:cubicBezTo>
                    <a:cubicBezTo>
                      <a:pt x="23045" y="17608"/>
                      <a:pt x="23045" y="17785"/>
                      <a:pt x="23047" y="17968"/>
                    </a:cubicBezTo>
                    <a:cubicBezTo>
                      <a:pt x="23047" y="18555"/>
                      <a:pt x="23050" y="19142"/>
                      <a:pt x="23050" y="19730"/>
                    </a:cubicBezTo>
                    <a:cubicBezTo>
                      <a:pt x="23050" y="20137"/>
                      <a:pt x="23050" y="20545"/>
                      <a:pt x="23053" y="20952"/>
                    </a:cubicBezTo>
                    <a:cubicBezTo>
                      <a:pt x="23053" y="21805"/>
                      <a:pt x="23055" y="22660"/>
                      <a:pt x="23055" y="23515"/>
                    </a:cubicBezTo>
                    <a:cubicBezTo>
                      <a:pt x="23055" y="24610"/>
                      <a:pt x="23058" y="25707"/>
                      <a:pt x="23062" y="26803"/>
                    </a:cubicBezTo>
                    <a:cubicBezTo>
                      <a:pt x="23065" y="27645"/>
                      <a:pt x="23065" y="28485"/>
                      <a:pt x="23065" y="29327"/>
                    </a:cubicBezTo>
                    <a:cubicBezTo>
                      <a:pt x="23065" y="29730"/>
                      <a:pt x="23065" y="30135"/>
                      <a:pt x="23067" y="30538"/>
                    </a:cubicBezTo>
                    <a:cubicBezTo>
                      <a:pt x="23070" y="31103"/>
                      <a:pt x="23070" y="31668"/>
                      <a:pt x="23067" y="32233"/>
                    </a:cubicBezTo>
                    <a:cubicBezTo>
                      <a:pt x="23070" y="32400"/>
                      <a:pt x="23070" y="32567"/>
                      <a:pt x="23072" y="32743"/>
                    </a:cubicBezTo>
                    <a:cubicBezTo>
                      <a:pt x="23062" y="34175"/>
                      <a:pt x="23062" y="34175"/>
                      <a:pt x="22507" y="34740"/>
                    </a:cubicBezTo>
                    <a:cubicBezTo>
                      <a:pt x="22077" y="34995"/>
                      <a:pt x="21662" y="35215"/>
                      <a:pt x="21210" y="35428"/>
                    </a:cubicBezTo>
                    <a:cubicBezTo>
                      <a:pt x="21080" y="35490"/>
                      <a:pt x="20950" y="35555"/>
                      <a:pt x="20815" y="35620"/>
                    </a:cubicBezTo>
                    <a:cubicBezTo>
                      <a:pt x="19585" y="36212"/>
                      <a:pt x="18345" y="36783"/>
                      <a:pt x="17105" y="37353"/>
                    </a:cubicBezTo>
                    <a:cubicBezTo>
                      <a:pt x="16007" y="37860"/>
                      <a:pt x="14957" y="38413"/>
                      <a:pt x="13917" y="39028"/>
                    </a:cubicBezTo>
                    <a:cubicBezTo>
                      <a:pt x="13507" y="39240"/>
                      <a:pt x="13507" y="39240"/>
                      <a:pt x="13007" y="39240"/>
                    </a:cubicBezTo>
                    <a:cubicBezTo>
                      <a:pt x="13095" y="39945"/>
                      <a:pt x="13215" y="40200"/>
                      <a:pt x="13750" y="40685"/>
                    </a:cubicBezTo>
                    <a:cubicBezTo>
                      <a:pt x="13957" y="40832"/>
                      <a:pt x="14170" y="40975"/>
                      <a:pt x="14382" y="41115"/>
                    </a:cubicBezTo>
                    <a:cubicBezTo>
                      <a:pt x="14440" y="41153"/>
                      <a:pt x="14440" y="41153"/>
                      <a:pt x="14727" y="41343"/>
                    </a:cubicBezTo>
                    <a:cubicBezTo>
                      <a:pt x="15067" y="41565"/>
                      <a:pt x="15410" y="41778"/>
                      <a:pt x="15757" y="41990"/>
                    </a:cubicBezTo>
                    <a:cubicBezTo>
                      <a:pt x="15843" y="42043"/>
                      <a:pt x="15843" y="42043"/>
                      <a:pt x="16275" y="42308"/>
                    </a:cubicBezTo>
                    <a:cubicBezTo>
                      <a:pt x="18575" y="43510"/>
                      <a:pt x="21577" y="43675"/>
                      <a:pt x="24118" y="43350"/>
                    </a:cubicBezTo>
                    <a:cubicBezTo>
                      <a:pt x="24248" y="43335"/>
                      <a:pt x="24375" y="43320"/>
                      <a:pt x="24510" y="43303"/>
                    </a:cubicBezTo>
                    <a:cubicBezTo>
                      <a:pt x="25870" y="43077"/>
                      <a:pt x="27055" y="42382"/>
                      <a:pt x="28257" y="41740"/>
                    </a:cubicBezTo>
                    <a:cubicBezTo>
                      <a:pt x="28310" y="40340"/>
                      <a:pt x="28350" y="38940"/>
                      <a:pt x="28375" y="37540"/>
                    </a:cubicBezTo>
                    <a:cubicBezTo>
                      <a:pt x="28385" y="36890"/>
                      <a:pt x="28403" y="36240"/>
                      <a:pt x="28428" y="35590"/>
                    </a:cubicBezTo>
                    <a:cubicBezTo>
                      <a:pt x="28602" y="31038"/>
                      <a:pt x="28602" y="31038"/>
                      <a:pt x="27782" y="29973"/>
                    </a:cubicBezTo>
                    <a:cubicBezTo>
                      <a:pt x="27255" y="29447"/>
                      <a:pt x="26655" y="29100"/>
                      <a:pt x="26007" y="28740"/>
                    </a:cubicBezTo>
                    <a:cubicBezTo>
                      <a:pt x="25662" y="28455"/>
                      <a:pt x="25322" y="28165"/>
                      <a:pt x="24993" y="27865"/>
                    </a:cubicBezTo>
                    <a:cubicBezTo>
                      <a:pt x="24748" y="27658"/>
                      <a:pt x="24502" y="27447"/>
                      <a:pt x="24257" y="27240"/>
                    </a:cubicBezTo>
                    <a:cubicBezTo>
                      <a:pt x="24610" y="25910"/>
                      <a:pt x="25480" y="25285"/>
                      <a:pt x="26522" y="24442"/>
                    </a:cubicBezTo>
                    <a:cubicBezTo>
                      <a:pt x="26845" y="24180"/>
                      <a:pt x="27165" y="23915"/>
                      <a:pt x="27485" y="23650"/>
                    </a:cubicBezTo>
                    <a:cubicBezTo>
                      <a:pt x="27627" y="23535"/>
                      <a:pt x="27770" y="23420"/>
                      <a:pt x="27915" y="23303"/>
                    </a:cubicBezTo>
                    <a:cubicBezTo>
                      <a:pt x="28257" y="22990"/>
                      <a:pt x="28257" y="22990"/>
                      <a:pt x="28507" y="22490"/>
                    </a:cubicBezTo>
                    <a:cubicBezTo>
                      <a:pt x="28512" y="21960"/>
                      <a:pt x="28500" y="21440"/>
                      <a:pt x="28477" y="20910"/>
                    </a:cubicBezTo>
                    <a:cubicBezTo>
                      <a:pt x="28472" y="20755"/>
                      <a:pt x="28465" y="20600"/>
                      <a:pt x="28460" y="20440"/>
                    </a:cubicBezTo>
                    <a:cubicBezTo>
                      <a:pt x="28440" y="19947"/>
                      <a:pt x="28420" y="19452"/>
                      <a:pt x="28397" y="18960"/>
                    </a:cubicBezTo>
                    <a:cubicBezTo>
                      <a:pt x="28385" y="18625"/>
                      <a:pt x="28373" y="18290"/>
                      <a:pt x="28357" y="17955"/>
                    </a:cubicBezTo>
                    <a:cubicBezTo>
                      <a:pt x="28327" y="17132"/>
                      <a:pt x="28292" y="16310"/>
                      <a:pt x="28257" y="15490"/>
                    </a:cubicBezTo>
                    <a:cubicBezTo>
                      <a:pt x="28115" y="15455"/>
                      <a:pt x="27970" y="15423"/>
                      <a:pt x="27822" y="15387"/>
                    </a:cubicBezTo>
                    <a:cubicBezTo>
                      <a:pt x="22785" y="14192"/>
                      <a:pt x="22785" y="14192"/>
                      <a:pt x="20387" y="13585"/>
                    </a:cubicBezTo>
                    <a:cubicBezTo>
                      <a:pt x="19955" y="13478"/>
                      <a:pt x="19522" y="13373"/>
                      <a:pt x="19087" y="13267"/>
                    </a:cubicBezTo>
                    <a:cubicBezTo>
                      <a:pt x="13817" y="11983"/>
                      <a:pt x="13817" y="11983"/>
                      <a:pt x="11375" y="11103"/>
                    </a:cubicBezTo>
                    <a:cubicBezTo>
                      <a:pt x="10735" y="10908"/>
                      <a:pt x="10077" y="10923"/>
                      <a:pt x="9412" y="10913"/>
                    </a:cubicBezTo>
                    <a:cubicBezTo>
                      <a:pt x="9272" y="10905"/>
                      <a:pt x="9132" y="10898"/>
                      <a:pt x="8985" y="10890"/>
                    </a:cubicBezTo>
                    <a:cubicBezTo>
                      <a:pt x="8007" y="10875"/>
                      <a:pt x="7482" y="11077"/>
                      <a:pt x="6748" y="11725"/>
                    </a:cubicBezTo>
                    <a:cubicBezTo>
                      <a:pt x="5955" y="12600"/>
                      <a:pt x="6212" y="13887"/>
                      <a:pt x="6257" y="14990"/>
                    </a:cubicBezTo>
                    <a:cubicBezTo>
                      <a:pt x="6315" y="15502"/>
                      <a:pt x="6403" y="15985"/>
                      <a:pt x="6507" y="16490"/>
                    </a:cubicBezTo>
                    <a:cubicBezTo>
                      <a:pt x="5390" y="16358"/>
                      <a:pt x="4562" y="16017"/>
                      <a:pt x="3757" y="15240"/>
                    </a:cubicBezTo>
                    <a:cubicBezTo>
                      <a:pt x="2332" y="13163"/>
                      <a:pt x="2047" y="11202"/>
                      <a:pt x="2257" y="8740"/>
                    </a:cubicBezTo>
                    <a:cubicBezTo>
                      <a:pt x="2702" y="6510"/>
                      <a:pt x="4178" y="4555"/>
                      <a:pt x="6025" y="3293"/>
                    </a:cubicBezTo>
                    <a:cubicBezTo>
                      <a:pt x="6185" y="3192"/>
                      <a:pt x="6345" y="3093"/>
                      <a:pt x="6507" y="2990"/>
                    </a:cubicBezTo>
                    <a:cubicBezTo>
                      <a:pt x="6567" y="2952"/>
                      <a:pt x="6567" y="2952"/>
                      <a:pt x="6873" y="2757"/>
                    </a:cubicBezTo>
                    <a:cubicBezTo>
                      <a:pt x="9632" y="1207"/>
                      <a:pt x="12360" y="1308"/>
                      <a:pt x="15320" y="2053"/>
                    </a:cubicBezTo>
                    <a:cubicBezTo>
                      <a:pt x="15553" y="2110"/>
                      <a:pt x="15785" y="2168"/>
                      <a:pt x="16025" y="2225"/>
                    </a:cubicBezTo>
                    <a:cubicBezTo>
                      <a:pt x="17590" y="2615"/>
                      <a:pt x="19115" y="3058"/>
                      <a:pt x="20630" y="3605"/>
                    </a:cubicBezTo>
                    <a:cubicBezTo>
                      <a:pt x="23440" y="4613"/>
                      <a:pt x="26105" y="5517"/>
                      <a:pt x="29118" y="5553"/>
                    </a:cubicBezTo>
                    <a:cubicBezTo>
                      <a:pt x="29267" y="5555"/>
                      <a:pt x="29420" y="5558"/>
                      <a:pt x="29575" y="5560"/>
                    </a:cubicBezTo>
                    <a:cubicBezTo>
                      <a:pt x="30190" y="5555"/>
                      <a:pt x="30650" y="5538"/>
                      <a:pt x="31220" y="5288"/>
                    </a:cubicBezTo>
                    <a:cubicBezTo>
                      <a:pt x="31690" y="4803"/>
                      <a:pt x="31740" y="4350"/>
                      <a:pt x="31803" y="3692"/>
                    </a:cubicBezTo>
                    <a:cubicBezTo>
                      <a:pt x="31732" y="3000"/>
                      <a:pt x="31445" y="2700"/>
                      <a:pt x="30928" y="2257"/>
                    </a:cubicBezTo>
                    <a:cubicBezTo>
                      <a:pt x="30175" y="1778"/>
                      <a:pt x="29357" y="1500"/>
                      <a:pt x="28507" y="1240"/>
                    </a:cubicBezTo>
                    <a:cubicBezTo>
                      <a:pt x="28507" y="993"/>
                      <a:pt x="28507" y="745"/>
                      <a:pt x="28507" y="490"/>
                    </a:cubicBezTo>
                    <a:cubicBezTo>
                      <a:pt x="29485" y="0"/>
                      <a:pt x="30690" y="75"/>
                      <a:pt x="31757" y="240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180" name="nyt vector"/>
              <p:cNvSpPr/>
              <p:nvPr/>
            </p:nvSpPr>
            <p:spPr>
              <a:xfrm>
                <a:off x="1563487" y="2626614"/>
                <a:ext cx="323058" cy="338374"/>
              </a:xfrm>
              <a:custGeom>
                <a:avLst/>
                <a:gdLst/>
                <a:ahLst/>
                <a:cxnLst/>
                <a:rect l="0" t="0" r="r" b="b"/>
                <a:pathLst>
                  <a:path w="35330" h="37005" fill="norm" stroke="0">
                    <a:moveTo>
                      <a:pt x="12765" y="0"/>
                    </a:moveTo>
                    <a:cubicBezTo>
                      <a:pt x="12682" y="248"/>
                      <a:pt x="12600" y="495"/>
                      <a:pt x="12515" y="750"/>
                    </a:cubicBezTo>
                    <a:cubicBezTo>
                      <a:pt x="12350" y="750"/>
                      <a:pt x="12185" y="750"/>
                      <a:pt x="12015" y="750"/>
                    </a:cubicBezTo>
                    <a:cubicBezTo>
                      <a:pt x="11952" y="890"/>
                      <a:pt x="11890" y="1033"/>
                      <a:pt x="11827" y="1178"/>
                    </a:cubicBezTo>
                    <a:cubicBezTo>
                      <a:pt x="11532" y="1715"/>
                      <a:pt x="11200" y="2140"/>
                      <a:pt x="10797" y="2600"/>
                    </a:cubicBezTo>
                    <a:cubicBezTo>
                      <a:pt x="9815" y="3728"/>
                      <a:pt x="9282" y="4683"/>
                      <a:pt x="8925" y="6155"/>
                    </a:cubicBezTo>
                    <a:cubicBezTo>
                      <a:pt x="8720" y="6913"/>
                      <a:pt x="8387" y="7550"/>
                      <a:pt x="8005" y="8230"/>
                    </a:cubicBezTo>
                    <a:cubicBezTo>
                      <a:pt x="7215" y="9938"/>
                      <a:pt x="7155" y="11645"/>
                      <a:pt x="7155" y="13500"/>
                    </a:cubicBezTo>
                    <a:cubicBezTo>
                      <a:pt x="7155" y="13637"/>
                      <a:pt x="7155" y="13777"/>
                      <a:pt x="7155" y="13920"/>
                    </a:cubicBezTo>
                    <a:cubicBezTo>
                      <a:pt x="7162" y="16315"/>
                      <a:pt x="7510" y="18308"/>
                      <a:pt x="8515" y="20500"/>
                    </a:cubicBezTo>
                    <a:cubicBezTo>
                      <a:pt x="8622" y="20762"/>
                      <a:pt x="8730" y="21025"/>
                      <a:pt x="8835" y="21288"/>
                    </a:cubicBezTo>
                    <a:cubicBezTo>
                      <a:pt x="10105" y="24255"/>
                      <a:pt x="12375" y="26590"/>
                      <a:pt x="15265" y="28000"/>
                    </a:cubicBezTo>
                    <a:cubicBezTo>
                      <a:pt x="15455" y="28097"/>
                      <a:pt x="15645" y="28192"/>
                      <a:pt x="15842" y="28293"/>
                    </a:cubicBezTo>
                    <a:cubicBezTo>
                      <a:pt x="18935" y="29772"/>
                      <a:pt x="22065" y="29842"/>
                      <a:pt x="25322" y="28825"/>
                    </a:cubicBezTo>
                    <a:cubicBezTo>
                      <a:pt x="26452" y="28423"/>
                      <a:pt x="27547" y="27988"/>
                      <a:pt x="28390" y="27110"/>
                    </a:cubicBezTo>
                    <a:cubicBezTo>
                      <a:pt x="28765" y="26750"/>
                      <a:pt x="28765" y="26750"/>
                      <a:pt x="29342" y="26548"/>
                    </a:cubicBezTo>
                    <a:cubicBezTo>
                      <a:pt x="30152" y="26190"/>
                      <a:pt x="30592" y="25710"/>
                      <a:pt x="31183" y="25060"/>
                    </a:cubicBezTo>
                    <a:cubicBezTo>
                      <a:pt x="31515" y="24750"/>
                      <a:pt x="31515" y="24750"/>
                      <a:pt x="32015" y="24750"/>
                    </a:cubicBezTo>
                    <a:cubicBezTo>
                      <a:pt x="32077" y="24615"/>
                      <a:pt x="32140" y="24480"/>
                      <a:pt x="32202" y="24340"/>
                    </a:cubicBezTo>
                    <a:cubicBezTo>
                      <a:pt x="32585" y="23618"/>
                      <a:pt x="33037" y="22972"/>
                      <a:pt x="33515" y="22312"/>
                    </a:cubicBezTo>
                    <a:cubicBezTo>
                      <a:pt x="33605" y="22185"/>
                      <a:pt x="33692" y="22060"/>
                      <a:pt x="33785" y="21928"/>
                    </a:cubicBezTo>
                    <a:cubicBezTo>
                      <a:pt x="34015" y="21610"/>
                      <a:pt x="34265" y="21303"/>
                      <a:pt x="34515" y="21000"/>
                    </a:cubicBezTo>
                    <a:cubicBezTo>
                      <a:pt x="34680" y="21000"/>
                      <a:pt x="34845" y="21000"/>
                      <a:pt x="35015" y="21000"/>
                    </a:cubicBezTo>
                    <a:cubicBezTo>
                      <a:pt x="35330" y="23895"/>
                      <a:pt x="33945" y="27355"/>
                      <a:pt x="32215" y="29647"/>
                    </a:cubicBezTo>
                    <a:cubicBezTo>
                      <a:pt x="30857" y="31315"/>
                      <a:pt x="29405" y="32707"/>
                      <a:pt x="27515" y="33750"/>
                    </a:cubicBezTo>
                    <a:cubicBezTo>
                      <a:pt x="27352" y="33840"/>
                      <a:pt x="27188" y="33933"/>
                      <a:pt x="27020" y="34025"/>
                    </a:cubicBezTo>
                    <a:cubicBezTo>
                      <a:pt x="22697" y="36290"/>
                      <a:pt x="18250" y="37005"/>
                      <a:pt x="13527" y="35595"/>
                    </a:cubicBezTo>
                    <a:cubicBezTo>
                      <a:pt x="10245" y="34517"/>
                      <a:pt x="7607" y="33050"/>
                      <a:pt x="5265" y="30500"/>
                    </a:cubicBezTo>
                    <a:cubicBezTo>
                      <a:pt x="5217" y="30450"/>
                      <a:pt x="5217" y="30450"/>
                      <a:pt x="4972" y="30190"/>
                    </a:cubicBezTo>
                    <a:cubicBezTo>
                      <a:pt x="1790" y="26740"/>
                      <a:pt x="0" y="21608"/>
                      <a:pt x="135" y="16923"/>
                    </a:cubicBezTo>
                    <a:cubicBezTo>
                      <a:pt x="492" y="11980"/>
                      <a:pt x="2605" y="7777"/>
                      <a:pt x="6015" y="4250"/>
                    </a:cubicBezTo>
                    <a:cubicBezTo>
                      <a:pt x="6117" y="4142"/>
                      <a:pt x="6220" y="4035"/>
                      <a:pt x="6325" y="3925"/>
                    </a:cubicBezTo>
                    <a:cubicBezTo>
                      <a:pt x="7875" y="2335"/>
                      <a:pt x="10462" y="0"/>
                      <a:pt x="12765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0">
                <a:noFill/>
              </a:ln>
            </p:spPr>
          </p:sp>
          <p:sp>
            <p:nvSpPr>
              <p:cNvPr id="181" name="nyt vector"/>
              <p:cNvSpPr/>
              <p:nvPr/>
            </p:nvSpPr>
            <p:spPr>
              <a:xfrm>
                <a:off x="1580449" y="2504107"/>
                <a:ext cx="313754" cy="127079"/>
              </a:xfrm>
              <a:custGeom>
                <a:avLst/>
                <a:gdLst/>
                <a:ahLst/>
                <a:cxnLst/>
                <a:rect l="0" t="0" r="r" b="b"/>
                <a:pathLst>
                  <a:path w="34312" h="13897" fill="norm" stroke="0">
                    <a:moveTo>
                      <a:pt x="28910" y="147"/>
                    </a:moveTo>
                    <a:cubicBezTo>
                      <a:pt x="30075" y="62"/>
                      <a:pt x="30745" y="212"/>
                      <a:pt x="31690" y="927"/>
                    </a:cubicBezTo>
                    <a:cubicBezTo>
                      <a:pt x="31800" y="1007"/>
                      <a:pt x="31908" y="1087"/>
                      <a:pt x="32020" y="1170"/>
                    </a:cubicBezTo>
                    <a:cubicBezTo>
                      <a:pt x="33062" y="1962"/>
                      <a:pt x="33685" y="2725"/>
                      <a:pt x="34098" y="3960"/>
                    </a:cubicBezTo>
                    <a:cubicBezTo>
                      <a:pt x="34312" y="6315"/>
                      <a:pt x="34190" y="8565"/>
                      <a:pt x="32748" y="10545"/>
                    </a:cubicBezTo>
                    <a:cubicBezTo>
                      <a:pt x="31537" y="11805"/>
                      <a:pt x="29855" y="12732"/>
                      <a:pt x="28160" y="13147"/>
                    </a:cubicBezTo>
                    <a:cubicBezTo>
                      <a:pt x="28035" y="13180"/>
                      <a:pt x="27910" y="13212"/>
                      <a:pt x="27780" y="13245"/>
                    </a:cubicBezTo>
                    <a:cubicBezTo>
                      <a:pt x="26153" y="13562"/>
                      <a:pt x="24637" y="13167"/>
                      <a:pt x="23050" y="12817"/>
                    </a:cubicBezTo>
                    <a:cubicBezTo>
                      <a:pt x="22570" y="12710"/>
                      <a:pt x="22090" y="12610"/>
                      <a:pt x="21610" y="12510"/>
                    </a:cubicBezTo>
                    <a:cubicBezTo>
                      <a:pt x="20067" y="12183"/>
                      <a:pt x="18552" y="11815"/>
                      <a:pt x="17047" y="11342"/>
                    </a:cubicBezTo>
                    <a:cubicBezTo>
                      <a:pt x="15877" y="10985"/>
                      <a:pt x="14695" y="10675"/>
                      <a:pt x="13512" y="10357"/>
                    </a:cubicBezTo>
                    <a:cubicBezTo>
                      <a:pt x="13077" y="10240"/>
                      <a:pt x="12643" y="10123"/>
                      <a:pt x="12208" y="10005"/>
                    </a:cubicBezTo>
                    <a:cubicBezTo>
                      <a:pt x="11927" y="9930"/>
                      <a:pt x="11648" y="9855"/>
                      <a:pt x="11365" y="9777"/>
                    </a:cubicBezTo>
                    <a:cubicBezTo>
                      <a:pt x="11302" y="9760"/>
                      <a:pt x="11302" y="9760"/>
                      <a:pt x="10977" y="9672"/>
                    </a:cubicBezTo>
                    <a:cubicBezTo>
                      <a:pt x="9552" y="9292"/>
                      <a:pt x="8240" y="9097"/>
                      <a:pt x="6770" y="9085"/>
                    </a:cubicBezTo>
                    <a:cubicBezTo>
                      <a:pt x="6605" y="9080"/>
                      <a:pt x="6440" y="9075"/>
                      <a:pt x="6270" y="9070"/>
                    </a:cubicBezTo>
                    <a:cubicBezTo>
                      <a:pt x="5225" y="9060"/>
                      <a:pt x="4715" y="9177"/>
                      <a:pt x="3910" y="9897"/>
                    </a:cubicBezTo>
                    <a:cubicBezTo>
                      <a:pt x="3745" y="9897"/>
                      <a:pt x="3580" y="9897"/>
                      <a:pt x="3410" y="9897"/>
                    </a:cubicBezTo>
                    <a:cubicBezTo>
                      <a:pt x="2890" y="11212"/>
                      <a:pt x="2765" y="12493"/>
                      <a:pt x="2660" y="13897"/>
                    </a:cubicBezTo>
                    <a:cubicBezTo>
                      <a:pt x="1600" y="13447"/>
                      <a:pt x="1183" y="12912"/>
                      <a:pt x="657" y="11902"/>
                    </a:cubicBezTo>
                    <a:cubicBezTo>
                      <a:pt x="0" y="10197"/>
                      <a:pt x="67" y="7868"/>
                      <a:pt x="615" y="6137"/>
                    </a:cubicBezTo>
                    <a:cubicBezTo>
                      <a:pt x="1627" y="3857"/>
                      <a:pt x="3650" y="2262"/>
                      <a:pt x="5940" y="1375"/>
                    </a:cubicBezTo>
                    <a:cubicBezTo>
                      <a:pt x="9975" y="0"/>
                      <a:pt x="14213" y="1662"/>
                      <a:pt x="18032" y="2940"/>
                    </a:cubicBezTo>
                    <a:cubicBezTo>
                      <a:pt x="18970" y="3250"/>
                      <a:pt x="19912" y="3540"/>
                      <a:pt x="20857" y="3827"/>
                    </a:cubicBezTo>
                    <a:cubicBezTo>
                      <a:pt x="21427" y="3998"/>
                      <a:pt x="21993" y="4175"/>
                      <a:pt x="22555" y="4365"/>
                    </a:cubicBezTo>
                    <a:cubicBezTo>
                      <a:pt x="24520" y="5012"/>
                      <a:pt x="26720" y="5567"/>
                      <a:pt x="28660" y="4647"/>
                    </a:cubicBezTo>
                    <a:cubicBezTo>
                      <a:pt x="28845" y="4577"/>
                      <a:pt x="29032" y="4505"/>
                      <a:pt x="29222" y="4433"/>
                    </a:cubicBezTo>
                    <a:cubicBezTo>
                      <a:pt x="29660" y="4147"/>
                      <a:pt x="29660" y="4147"/>
                      <a:pt x="29847" y="3667"/>
                    </a:cubicBezTo>
                    <a:cubicBezTo>
                      <a:pt x="30010" y="2197"/>
                      <a:pt x="29800" y="1335"/>
                      <a:pt x="28910" y="147"/>
                    </a:cubicBezTo>
                    <a:close/>
                  </a:path>
                </a:pathLst>
              </a:custGeom>
              <a:solidFill>
                <a:srgbClr val="010101"/>
              </a:solidFill>
              <a:ln w="0">
                <a:noFill/>
              </a:ln>
            </p:spPr>
          </p:sp>
          <p:sp>
            <p:nvSpPr>
              <p:cNvPr id="182" name="nyt vector"/>
              <p:cNvSpPr/>
              <p:nvPr/>
            </p:nvSpPr>
            <p:spPr>
              <a:xfrm>
                <a:off x="1690794" y="2637747"/>
                <a:ext cx="72855" cy="196893"/>
              </a:xfrm>
              <a:custGeom>
                <a:avLst/>
                <a:gdLst/>
                <a:ahLst/>
                <a:cxnLst/>
                <a:rect l="0" t="0" r="r" b="b"/>
                <a:pathLst>
                  <a:path w="7968" h="21533" fill="norm" stroke="0">
                    <a:moveTo>
                      <a:pt x="7843" y="283"/>
                    </a:moveTo>
                    <a:cubicBezTo>
                      <a:pt x="7865" y="2550"/>
                      <a:pt x="7882" y="4820"/>
                      <a:pt x="7895" y="7090"/>
                    </a:cubicBezTo>
                    <a:cubicBezTo>
                      <a:pt x="7900" y="8143"/>
                      <a:pt x="7907" y="9195"/>
                      <a:pt x="7917" y="10250"/>
                    </a:cubicBezTo>
                    <a:cubicBezTo>
                      <a:pt x="7930" y="11265"/>
                      <a:pt x="7935" y="12283"/>
                      <a:pt x="7938" y="13298"/>
                    </a:cubicBezTo>
                    <a:cubicBezTo>
                      <a:pt x="7940" y="13685"/>
                      <a:pt x="7942" y="14075"/>
                      <a:pt x="7947" y="14463"/>
                    </a:cubicBezTo>
                    <a:cubicBezTo>
                      <a:pt x="7955" y="15005"/>
                      <a:pt x="7958" y="15548"/>
                      <a:pt x="7955" y="16090"/>
                    </a:cubicBezTo>
                    <a:cubicBezTo>
                      <a:pt x="7958" y="16173"/>
                      <a:pt x="7958" y="16173"/>
                      <a:pt x="7968" y="16578"/>
                    </a:cubicBezTo>
                    <a:cubicBezTo>
                      <a:pt x="7963" y="17003"/>
                      <a:pt x="7950" y="17373"/>
                      <a:pt x="7843" y="17783"/>
                    </a:cubicBezTo>
                    <a:cubicBezTo>
                      <a:pt x="7222" y="18388"/>
                      <a:pt x="6525" y="18715"/>
                      <a:pt x="5740" y="19073"/>
                    </a:cubicBezTo>
                    <a:cubicBezTo>
                      <a:pt x="5535" y="19168"/>
                      <a:pt x="5328" y="19263"/>
                      <a:pt x="5115" y="19363"/>
                    </a:cubicBezTo>
                    <a:cubicBezTo>
                      <a:pt x="4683" y="19560"/>
                      <a:pt x="4252" y="19755"/>
                      <a:pt x="3820" y="19953"/>
                    </a:cubicBezTo>
                    <a:cubicBezTo>
                      <a:pt x="3613" y="20050"/>
                      <a:pt x="3407" y="20145"/>
                      <a:pt x="3195" y="20243"/>
                    </a:cubicBezTo>
                    <a:cubicBezTo>
                      <a:pt x="3007" y="20330"/>
                      <a:pt x="2820" y="20415"/>
                      <a:pt x="2625" y="20503"/>
                    </a:cubicBezTo>
                    <a:cubicBezTo>
                      <a:pt x="2093" y="20783"/>
                      <a:pt x="2093" y="20783"/>
                      <a:pt x="1585" y="21208"/>
                    </a:cubicBezTo>
                    <a:cubicBezTo>
                      <a:pt x="1093" y="21533"/>
                      <a:pt x="1093" y="21533"/>
                      <a:pt x="562" y="21428"/>
                    </a:cubicBezTo>
                    <a:cubicBezTo>
                      <a:pt x="407" y="21380"/>
                      <a:pt x="252" y="21333"/>
                      <a:pt x="93" y="21283"/>
                    </a:cubicBezTo>
                    <a:cubicBezTo>
                      <a:pt x="75" y="18980"/>
                      <a:pt x="62" y="16680"/>
                      <a:pt x="53" y="14378"/>
                    </a:cubicBezTo>
                    <a:cubicBezTo>
                      <a:pt x="50" y="13310"/>
                      <a:pt x="45" y="12243"/>
                      <a:pt x="35" y="11173"/>
                    </a:cubicBezTo>
                    <a:cubicBezTo>
                      <a:pt x="28" y="10143"/>
                      <a:pt x="23" y="9110"/>
                      <a:pt x="23" y="8080"/>
                    </a:cubicBezTo>
                    <a:cubicBezTo>
                      <a:pt x="20" y="7688"/>
                      <a:pt x="18" y="7293"/>
                      <a:pt x="13" y="6900"/>
                    </a:cubicBezTo>
                    <a:cubicBezTo>
                      <a:pt x="7" y="6348"/>
                      <a:pt x="7" y="5798"/>
                      <a:pt x="7" y="5248"/>
                    </a:cubicBezTo>
                    <a:cubicBezTo>
                      <a:pt x="5" y="5085"/>
                      <a:pt x="2" y="4920"/>
                      <a:pt x="0" y="4753"/>
                    </a:cubicBezTo>
                    <a:cubicBezTo>
                      <a:pt x="7" y="3645"/>
                      <a:pt x="7" y="3645"/>
                      <a:pt x="445" y="3065"/>
                    </a:cubicBezTo>
                    <a:cubicBezTo>
                      <a:pt x="877" y="2758"/>
                      <a:pt x="1280" y="2555"/>
                      <a:pt x="1775" y="2363"/>
                    </a:cubicBezTo>
                    <a:cubicBezTo>
                      <a:pt x="1955" y="2290"/>
                      <a:pt x="2135" y="2218"/>
                      <a:pt x="2322" y="2143"/>
                    </a:cubicBezTo>
                    <a:cubicBezTo>
                      <a:pt x="2510" y="2070"/>
                      <a:pt x="2697" y="1998"/>
                      <a:pt x="2890" y="1923"/>
                    </a:cubicBezTo>
                    <a:cubicBezTo>
                      <a:pt x="3257" y="1778"/>
                      <a:pt x="3625" y="1633"/>
                      <a:pt x="3995" y="1488"/>
                    </a:cubicBezTo>
                    <a:cubicBezTo>
                      <a:pt x="4175" y="1415"/>
                      <a:pt x="4357" y="1343"/>
                      <a:pt x="4545" y="1268"/>
                    </a:cubicBezTo>
                    <a:cubicBezTo>
                      <a:pt x="5273" y="955"/>
                      <a:pt x="5965" y="583"/>
                      <a:pt x="6660" y="195"/>
                    </a:cubicBezTo>
                    <a:cubicBezTo>
                      <a:pt x="7180" y="0"/>
                      <a:pt x="7340" y="88"/>
                      <a:pt x="7843" y="283"/>
                    </a:cubicBezTo>
                    <a:close/>
                  </a:path>
                </a:pathLst>
              </a:custGeom>
              <a:solidFill>
                <a:srgbClr val="010101"/>
              </a:solidFill>
              <a:ln w="0">
                <a:noFill/>
              </a:ln>
            </p:spPr>
          </p:sp>
          <p:sp>
            <p:nvSpPr>
              <p:cNvPr id="183" name="nyt vector"/>
              <p:cNvSpPr/>
              <p:nvPr/>
            </p:nvSpPr>
            <p:spPr>
              <a:xfrm>
                <a:off x="1633598" y="2678758"/>
                <a:ext cx="55481" cy="164020"/>
              </a:xfrm>
              <a:custGeom>
                <a:avLst/>
                <a:gdLst/>
                <a:ahLst/>
                <a:cxnLst/>
                <a:rect l="0" t="0" r="r" b="b"/>
                <a:pathLst>
                  <a:path w="6067" h="17938" fill="norm" stroke="0">
                    <a:moveTo>
                      <a:pt x="5597" y="298"/>
                    </a:moveTo>
                    <a:cubicBezTo>
                      <a:pt x="5810" y="1220"/>
                      <a:pt x="5890" y="2105"/>
                      <a:pt x="5900" y="3048"/>
                    </a:cubicBezTo>
                    <a:cubicBezTo>
                      <a:pt x="5900" y="3120"/>
                      <a:pt x="5900" y="3120"/>
                      <a:pt x="5907" y="3485"/>
                    </a:cubicBezTo>
                    <a:cubicBezTo>
                      <a:pt x="5915" y="3958"/>
                      <a:pt x="5920" y="4433"/>
                      <a:pt x="5925" y="4908"/>
                    </a:cubicBezTo>
                    <a:cubicBezTo>
                      <a:pt x="5927" y="5070"/>
                      <a:pt x="5927" y="5233"/>
                      <a:pt x="5930" y="5400"/>
                    </a:cubicBezTo>
                    <a:cubicBezTo>
                      <a:pt x="5938" y="6260"/>
                      <a:pt x="5945" y="7123"/>
                      <a:pt x="5950" y="7983"/>
                    </a:cubicBezTo>
                    <a:cubicBezTo>
                      <a:pt x="5952" y="8692"/>
                      <a:pt x="5963" y="9403"/>
                      <a:pt x="5975" y="10113"/>
                    </a:cubicBezTo>
                    <a:cubicBezTo>
                      <a:pt x="5990" y="10975"/>
                      <a:pt x="5998" y="11835"/>
                      <a:pt x="6000" y="12695"/>
                    </a:cubicBezTo>
                    <a:cubicBezTo>
                      <a:pt x="6002" y="13023"/>
                      <a:pt x="6007" y="13348"/>
                      <a:pt x="6012" y="13675"/>
                    </a:cubicBezTo>
                    <a:cubicBezTo>
                      <a:pt x="6067" y="16218"/>
                      <a:pt x="6067" y="16218"/>
                      <a:pt x="5528" y="17028"/>
                    </a:cubicBezTo>
                    <a:cubicBezTo>
                      <a:pt x="4917" y="17558"/>
                      <a:pt x="4470" y="17773"/>
                      <a:pt x="3678" y="17938"/>
                    </a:cubicBezTo>
                    <a:cubicBezTo>
                      <a:pt x="2903" y="17750"/>
                      <a:pt x="2745" y="17485"/>
                      <a:pt x="2333" y="16812"/>
                    </a:cubicBezTo>
                    <a:cubicBezTo>
                      <a:pt x="630" y="14013"/>
                      <a:pt x="0" y="11365"/>
                      <a:pt x="20" y="8095"/>
                    </a:cubicBezTo>
                    <a:cubicBezTo>
                      <a:pt x="20" y="7975"/>
                      <a:pt x="20" y="7975"/>
                      <a:pt x="23" y="7370"/>
                    </a:cubicBezTo>
                    <a:cubicBezTo>
                      <a:pt x="100" y="2928"/>
                      <a:pt x="100" y="2928"/>
                      <a:pt x="1188" y="1648"/>
                    </a:cubicBezTo>
                    <a:cubicBezTo>
                      <a:pt x="1567" y="1375"/>
                      <a:pt x="1907" y="1208"/>
                      <a:pt x="2347" y="1048"/>
                    </a:cubicBezTo>
                    <a:cubicBezTo>
                      <a:pt x="2455" y="1000"/>
                      <a:pt x="2455" y="1000"/>
                      <a:pt x="3002" y="768"/>
                    </a:cubicBezTo>
                    <a:cubicBezTo>
                      <a:pt x="3200" y="695"/>
                      <a:pt x="3395" y="623"/>
                      <a:pt x="3597" y="548"/>
                    </a:cubicBezTo>
                    <a:cubicBezTo>
                      <a:pt x="3767" y="450"/>
                      <a:pt x="3938" y="353"/>
                      <a:pt x="4112" y="250"/>
                    </a:cubicBezTo>
                    <a:cubicBezTo>
                      <a:pt x="4710" y="0"/>
                      <a:pt x="4998" y="83"/>
                      <a:pt x="5597" y="2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84" name="nyt vector"/>
              <p:cNvSpPr/>
              <p:nvPr/>
            </p:nvSpPr>
            <p:spPr>
              <a:xfrm>
                <a:off x="1787651" y="2708901"/>
                <a:ext cx="66294" cy="57150"/>
              </a:xfrm>
              <a:custGeom>
                <a:avLst/>
                <a:gdLst/>
                <a:ahLst/>
                <a:cxnLst/>
                <a:rect l="0" t="0" r="r" b="b"/>
                <a:pathLst>
                  <a:path w="7250" h="6250" fill="norm" stroke="0">
                    <a:moveTo>
                      <a:pt x="3715" y="0"/>
                    </a:moveTo>
                    <a:cubicBezTo>
                      <a:pt x="4520" y="377"/>
                      <a:pt x="5145" y="935"/>
                      <a:pt x="5812" y="1517"/>
                    </a:cubicBezTo>
                    <a:cubicBezTo>
                      <a:pt x="5950" y="1635"/>
                      <a:pt x="6090" y="1752"/>
                      <a:pt x="6232" y="1875"/>
                    </a:cubicBezTo>
                    <a:cubicBezTo>
                      <a:pt x="6573" y="2165"/>
                      <a:pt x="6912" y="2457"/>
                      <a:pt x="7250" y="2750"/>
                    </a:cubicBezTo>
                    <a:cubicBezTo>
                      <a:pt x="7192" y="3545"/>
                      <a:pt x="6898" y="3895"/>
                      <a:pt x="6320" y="4395"/>
                    </a:cubicBezTo>
                    <a:cubicBezTo>
                      <a:pt x="6042" y="4620"/>
                      <a:pt x="5765" y="4842"/>
                      <a:pt x="5485" y="5062"/>
                    </a:cubicBezTo>
                    <a:cubicBezTo>
                      <a:pt x="5343" y="5178"/>
                      <a:pt x="5200" y="5293"/>
                      <a:pt x="5055" y="5410"/>
                    </a:cubicBezTo>
                    <a:cubicBezTo>
                      <a:pt x="4705" y="5692"/>
                      <a:pt x="4352" y="5972"/>
                      <a:pt x="4000" y="6250"/>
                    </a:cubicBezTo>
                    <a:cubicBezTo>
                      <a:pt x="3002" y="5903"/>
                      <a:pt x="2257" y="5442"/>
                      <a:pt x="1438" y="4783"/>
                    </a:cubicBezTo>
                    <a:cubicBezTo>
                      <a:pt x="1325" y="4697"/>
                      <a:pt x="1215" y="4613"/>
                      <a:pt x="1100" y="4525"/>
                    </a:cubicBezTo>
                    <a:cubicBezTo>
                      <a:pt x="430" y="3990"/>
                      <a:pt x="100" y="3613"/>
                      <a:pt x="0" y="2750"/>
                    </a:cubicBezTo>
                    <a:cubicBezTo>
                      <a:pt x="355" y="2433"/>
                      <a:pt x="708" y="2115"/>
                      <a:pt x="1062" y="1798"/>
                    </a:cubicBezTo>
                    <a:cubicBezTo>
                      <a:pt x="1113" y="1752"/>
                      <a:pt x="1113" y="1752"/>
                      <a:pt x="1363" y="1527"/>
                    </a:cubicBezTo>
                    <a:cubicBezTo>
                      <a:pt x="1655" y="1265"/>
                      <a:pt x="1953" y="1007"/>
                      <a:pt x="2250" y="750"/>
                    </a:cubicBezTo>
                    <a:cubicBezTo>
                      <a:pt x="2420" y="600"/>
                      <a:pt x="2588" y="450"/>
                      <a:pt x="2763" y="295"/>
                    </a:cubicBezTo>
                    <a:cubicBezTo>
                      <a:pt x="3250" y="0"/>
                      <a:pt x="3250" y="0"/>
                      <a:pt x="3715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0">
                <a:noFill/>
              </a:ln>
            </p:spPr>
          </p:sp>
        </p:grpSp>
      </p:grpSp>
      <p:sp>
        <p:nvSpPr>
          <p:cNvPr id="187" name="Chevron to filtering"/>
          <p:cNvSpPr/>
          <p:nvPr/>
        </p:nvSpPr>
        <p:spPr>
          <a:xfrm>
            <a:off x="3282696" y="1517904"/>
            <a:ext cx="73152" cy="905256"/>
          </a:xfrm>
          <a:custGeom>
            <a:avLst/>
            <a:gdLst/>
            <a:ahLst/>
            <a:cxnLst/>
            <a:rect l="0" t="0" r="r" b="b"/>
            <a:pathLst>
              <a:path w="8000" h="99000" fill="none" stroke="1">
                <a:moveTo>
                  <a:pt x="0" y="0"/>
                </a:moveTo>
                <a:lnTo>
                  <a:pt x="8000" y="49000"/>
                </a:lnTo>
                <a:lnTo>
                  <a:pt x="0" y="99000"/>
                </a:lnTo>
              </a:path>
            </a:pathLst>
          </a:custGeom>
          <a:noFill/>
          <a:ln w="64008">
            <a:solidFill>
              <a:srgbClr val="808080"/>
            </a:solidFill>
            <a:round/>
          </a:ln>
        </p:spPr>
      </p:sp>
      <p:grpSp>
        <p:nvGrpSpPr>
          <p:cNvPr id="222" name="Data filtering"/>
          <p:cNvGrpSpPr/>
          <p:nvPr/>
        </p:nvGrpSpPr>
        <p:grpSpPr>
          <a:xfrm>
            <a:off x="3456432" y="786384"/>
            <a:ext cx="3017520" cy="2267712"/>
            <a:chOff x="3456432" y="786384"/>
            <a:chExt cx="3017520" cy="2267712"/>
          </a:xfrm>
        </p:grpSpPr>
        <p:sp>
          <p:nvSpPr>
            <p:cNvPr id="188" name="Rectangle"/>
            <p:cNvSpPr/>
            <p:nvPr/>
          </p:nvSpPr>
          <p:spPr>
            <a:xfrm>
              <a:off x="3456432" y="786384"/>
              <a:ext cx="3017520" cy="2267712"/>
            </a:xfrm>
            <a:prstGeom prst="roundRect">
              <a:avLst>
                <a:gd name="adj" fmla="val 4838"/>
              </a:avLst>
            </a:prstGeom>
            <a:solidFill>
              <a:srgbClr val="FFFFF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17" name="Vector icon - database_filter"/>
            <p:cNvGrpSpPr/>
            <p:nvPr/>
          </p:nvGrpSpPr>
          <p:grpSpPr>
            <a:xfrm>
              <a:off x="3612106" y="883560"/>
              <a:ext cx="486383" cy="564611"/>
              <a:chOff x="3612106" y="883560"/>
              <a:chExt cx="486383" cy="564611"/>
            </a:xfrm>
          </p:grpSpPr>
          <p:sp>
            <p:nvSpPr>
              <p:cNvPr id="189" name="database_filter vector"/>
              <p:cNvSpPr/>
              <p:nvPr/>
            </p:nvSpPr>
            <p:spPr>
              <a:xfrm>
                <a:off x="3612106" y="883560"/>
                <a:ext cx="459097" cy="520454"/>
              </a:xfrm>
              <a:custGeom>
                <a:avLst/>
                <a:gdLst/>
                <a:ahLst/>
                <a:cxnLst/>
                <a:rect l="0" t="0" r="r" b="b"/>
                <a:pathLst>
                  <a:path w="50207" h="56918" fill="norm" stroke="0">
                    <a:moveTo>
                      <a:pt x="24070" y="58"/>
                    </a:moveTo>
                    <a:cubicBezTo>
                      <a:pt x="24825" y="60"/>
                      <a:pt x="25577" y="58"/>
                      <a:pt x="26332" y="55"/>
                    </a:cubicBezTo>
                    <a:cubicBezTo>
                      <a:pt x="29407" y="45"/>
                      <a:pt x="32440" y="55"/>
                      <a:pt x="35475" y="623"/>
                    </a:cubicBezTo>
                    <a:cubicBezTo>
                      <a:pt x="35587" y="642"/>
                      <a:pt x="35587" y="642"/>
                      <a:pt x="36155" y="743"/>
                    </a:cubicBezTo>
                    <a:cubicBezTo>
                      <a:pt x="36738" y="848"/>
                      <a:pt x="37317" y="965"/>
                      <a:pt x="37897" y="1093"/>
                    </a:cubicBezTo>
                    <a:cubicBezTo>
                      <a:pt x="38098" y="1135"/>
                      <a:pt x="38298" y="1178"/>
                      <a:pt x="38502" y="1223"/>
                    </a:cubicBezTo>
                    <a:cubicBezTo>
                      <a:pt x="40125" y="1580"/>
                      <a:pt x="41675" y="2025"/>
                      <a:pt x="43225" y="2623"/>
                    </a:cubicBezTo>
                    <a:cubicBezTo>
                      <a:pt x="43322" y="2657"/>
                      <a:pt x="43322" y="2657"/>
                      <a:pt x="43810" y="2838"/>
                    </a:cubicBezTo>
                    <a:cubicBezTo>
                      <a:pt x="44928" y="3285"/>
                      <a:pt x="45902" y="3870"/>
                      <a:pt x="46882" y="4560"/>
                    </a:cubicBezTo>
                    <a:cubicBezTo>
                      <a:pt x="46935" y="4598"/>
                      <a:pt x="46935" y="4598"/>
                      <a:pt x="47207" y="4788"/>
                    </a:cubicBezTo>
                    <a:cubicBezTo>
                      <a:pt x="47565" y="5047"/>
                      <a:pt x="47890" y="5335"/>
                      <a:pt x="48225" y="5623"/>
                    </a:cubicBezTo>
                    <a:cubicBezTo>
                      <a:pt x="48298" y="5678"/>
                      <a:pt x="48298" y="5678"/>
                      <a:pt x="48667" y="5955"/>
                    </a:cubicBezTo>
                    <a:cubicBezTo>
                      <a:pt x="49752" y="6930"/>
                      <a:pt x="50077" y="7705"/>
                      <a:pt x="50175" y="9133"/>
                    </a:cubicBezTo>
                    <a:cubicBezTo>
                      <a:pt x="50207" y="10175"/>
                      <a:pt x="50202" y="11215"/>
                      <a:pt x="50190" y="12258"/>
                    </a:cubicBezTo>
                    <a:cubicBezTo>
                      <a:pt x="50190" y="12713"/>
                      <a:pt x="50190" y="13165"/>
                      <a:pt x="50192" y="13620"/>
                    </a:cubicBezTo>
                    <a:cubicBezTo>
                      <a:pt x="50192" y="14567"/>
                      <a:pt x="50185" y="15515"/>
                      <a:pt x="50175" y="16463"/>
                    </a:cubicBezTo>
                    <a:cubicBezTo>
                      <a:pt x="50162" y="17678"/>
                      <a:pt x="50162" y="18890"/>
                      <a:pt x="50167" y="20105"/>
                    </a:cubicBezTo>
                    <a:cubicBezTo>
                      <a:pt x="50170" y="21040"/>
                      <a:pt x="50167" y="21978"/>
                      <a:pt x="50162" y="22913"/>
                    </a:cubicBezTo>
                    <a:cubicBezTo>
                      <a:pt x="50160" y="23360"/>
                      <a:pt x="50160" y="23808"/>
                      <a:pt x="50160" y="24255"/>
                    </a:cubicBezTo>
                    <a:cubicBezTo>
                      <a:pt x="50162" y="24880"/>
                      <a:pt x="50155" y="25505"/>
                      <a:pt x="50145" y="26130"/>
                    </a:cubicBezTo>
                    <a:cubicBezTo>
                      <a:pt x="50147" y="26315"/>
                      <a:pt x="50147" y="26500"/>
                      <a:pt x="50150" y="26688"/>
                    </a:cubicBezTo>
                    <a:cubicBezTo>
                      <a:pt x="50128" y="27630"/>
                      <a:pt x="50037" y="28172"/>
                      <a:pt x="49370" y="28863"/>
                    </a:cubicBezTo>
                    <a:cubicBezTo>
                      <a:pt x="48875" y="29298"/>
                      <a:pt x="48515" y="29545"/>
                      <a:pt x="47835" y="29530"/>
                    </a:cubicBezTo>
                    <a:cubicBezTo>
                      <a:pt x="47695" y="29532"/>
                      <a:pt x="47555" y="29535"/>
                      <a:pt x="47412" y="29538"/>
                    </a:cubicBezTo>
                    <a:cubicBezTo>
                      <a:pt x="46690" y="29265"/>
                      <a:pt x="46305" y="28798"/>
                      <a:pt x="45975" y="28123"/>
                    </a:cubicBezTo>
                    <a:cubicBezTo>
                      <a:pt x="45822" y="27347"/>
                      <a:pt x="45803" y="26583"/>
                      <a:pt x="45787" y="25795"/>
                    </a:cubicBezTo>
                    <a:cubicBezTo>
                      <a:pt x="45780" y="25585"/>
                      <a:pt x="45772" y="25377"/>
                      <a:pt x="45765" y="25163"/>
                    </a:cubicBezTo>
                    <a:cubicBezTo>
                      <a:pt x="45748" y="24648"/>
                      <a:pt x="45735" y="24135"/>
                      <a:pt x="45725" y="23623"/>
                    </a:cubicBezTo>
                    <a:cubicBezTo>
                      <a:pt x="44887" y="23748"/>
                      <a:pt x="44132" y="23870"/>
                      <a:pt x="43350" y="24200"/>
                    </a:cubicBezTo>
                    <a:cubicBezTo>
                      <a:pt x="41983" y="24735"/>
                      <a:pt x="40577" y="25123"/>
                      <a:pt x="39162" y="25505"/>
                    </a:cubicBezTo>
                    <a:cubicBezTo>
                      <a:pt x="38775" y="25610"/>
                      <a:pt x="38390" y="25718"/>
                      <a:pt x="38005" y="25828"/>
                    </a:cubicBezTo>
                    <a:cubicBezTo>
                      <a:pt x="36103" y="26320"/>
                      <a:pt x="34175" y="26555"/>
                      <a:pt x="32225" y="26780"/>
                    </a:cubicBezTo>
                    <a:cubicBezTo>
                      <a:pt x="32090" y="26795"/>
                      <a:pt x="31952" y="26810"/>
                      <a:pt x="31812" y="26828"/>
                    </a:cubicBezTo>
                    <a:cubicBezTo>
                      <a:pt x="30868" y="26933"/>
                      <a:pt x="29923" y="27032"/>
                      <a:pt x="28975" y="27123"/>
                    </a:cubicBezTo>
                    <a:cubicBezTo>
                      <a:pt x="28840" y="27135"/>
                      <a:pt x="28705" y="27150"/>
                      <a:pt x="28565" y="27163"/>
                    </a:cubicBezTo>
                    <a:cubicBezTo>
                      <a:pt x="26625" y="27347"/>
                      <a:pt x="24720" y="27400"/>
                      <a:pt x="22772" y="27310"/>
                    </a:cubicBezTo>
                    <a:cubicBezTo>
                      <a:pt x="22640" y="27305"/>
                      <a:pt x="22510" y="27300"/>
                      <a:pt x="22375" y="27293"/>
                    </a:cubicBezTo>
                    <a:cubicBezTo>
                      <a:pt x="20325" y="27202"/>
                      <a:pt x="18293" y="27028"/>
                      <a:pt x="16257" y="26780"/>
                    </a:cubicBezTo>
                    <a:cubicBezTo>
                      <a:pt x="16017" y="26750"/>
                      <a:pt x="15780" y="26722"/>
                      <a:pt x="15532" y="26693"/>
                    </a:cubicBezTo>
                    <a:cubicBezTo>
                      <a:pt x="14087" y="26502"/>
                      <a:pt x="12722" y="26200"/>
                      <a:pt x="11325" y="25795"/>
                    </a:cubicBezTo>
                    <a:cubicBezTo>
                      <a:pt x="10800" y="25645"/>
                      <a:pt x="10275" y="25510"/>
                      <a:pt x="9740" y="25388"/>
                    </a:cubicBezTo>
                    <a:cubicBezTo>
                      <a:pt x="8873" y="25175"/>
                      <a:pt x="8027" y="24905"/>
                      <a:pt x="7178" y="24623"/>
                    </a:cubicBezTo>
                    <a:cubicBezTo>
                      <a:pt x="7053" y="24580"/>
                      <a:pt x="6928" y="24540"/>
                      <a:pt x="6800" y="24498"/>
                    </a:cubicBezTo>
                    <a:cubicBezTo>
                      <a:pt x="6012" y="24230"/>
                      <a:pt x="5243" y="23938"/>
                      <a:pt x="4475" y="23623"/>
                    </a:cubicBezTo>
                    <a:cubicBezTo>
                      <a:pt x="4282" y="24310"/>
                      <a:pt x="4190" y="24928"/>
                      <a:pt x="4180" y="25638"/>
                    </a:cubicBezTo>
                    <a:cubicBezTo>
                      <a:pt x="4178" y="25835"/>
                      <a:pt x="4175" y="26032"/>
                      <a:pt x="4173" y="26235"/>
                    </a:cubicBezTo>
                    <a:cubicBezTo>
                      <a:pt x="4170" y="26445"/>
                      <a:pt x="4168" y="26655"/>
                      <a:pt x="4165" y="26873"/>
                    </a:cubicBezTo>
                    <a:cubicBezTo>
                      <a:pt x="4162" y="27090"/>
                      <a:pt x="4162" y="27310"/>
                      <a:pt x="4160" y="27535"/>
                    </a:cubicBezTo>
                    <a:cubicBezTo>
                      <a:pt x="4155" y="27995"/>
                      <a:pt x="4152" y="28455"/>
                      <a:pt x="4152" y="28915"/>
                    </a:cubicBezTo>
                    <a:cubicBezTo>
                      <a:pt x="4147" y="29620"/>
                      <a:pt x="4135" y="30325"/>
                      <a:pt x="4125" y="31030"/>
                    </a:cubicBezTo>
                    <a:cubicBezTo>
                      <a:pt x="4123" y="31478"/>
                      <a:pt x="4120" y="31925"/>
                      <a:pt x="4120" y="32373"/>
                    </a:cubicBezTo>
                    <a:cubicBezTo>
                      <a:pt x="4115" y="32583"/>
                      <a:pt x="4110" y="32793"/>
                      <a:pt x="4105" y="33010"/>
                    </a:cubicBezTo>
                    <a:cubicBezTo>
                      <a:pt x="4113" y="34637"/>
                      <a:pt x="4113" y="34637"/>
                      <a:pt x="4705" y="35248"/>
                    </a:cubicBezTo>
                    <a:cubicBezTo>
                      <a:pt x="5502" y="35822"/>
                      <a:pt x="6332" y="36210"/>
                      <a:pt x="7225" y="36622"/>
                    </a:cubicBezTo>
                    <a:cubicBezTo>
                      <a:pt x="7428" y="36728"/>
                      <a:pt x="7627" y="36830"/>
                      <a:pt x="7835" y="36938"/>
                    </a:cubicBezTo>
                    <a:cubicBezTo>
                      <a:pt x="9608" y="37820"/>
                      <a:pt x="11363" y="38225"/>
                      <a:pt x="13310" y="38545"/>
                    </a:cubicBezTo>
                    <a:cubicBezTo>
                      <a:pt x="13725" y="38622"/>
                      <a:pt x="13725" y="38622"/>
                      <a:pt x="14168" y="38750"/>
                    </a:cubicBezTo>
                    <a:cubicBezTo>
                      <a:pt x="14938" y="38920"/>
                      <a:pt x="15697" y="38935"/>
                      <a:pt x="16483" y="38963"/>
                    </a:cubicBezTo>
                    <a:cubicBezTo>
                      <a:pt x="16827" y="38978"/>
                      <a:pt x="17175" y="38995"/>
                      <a:pt x="17520" y="39012"/>
                    </a:cubicBezTo>
                    <a:cubicBezTo>
                      <a:pt x="18060" y="39037"/>
                      <a:pt x="18603" y="39060"/>
                      <a:pt x="19142" y="39078"/>
                    </a:cubicBezTo>
                    <a:cubicBezTo>
                      <a:pt x="19668" y="39098"/>
                      <a:pt x="20192" y="39122"/>
                      <a:pt x="20717" y="39150"/>
                    </a:cubicBezTo>
                    <a:cubicBezTo>
                      <a:pt x="20877" y="39152"/>
                      <a:pt x="21040" y="39158"/>
                      <a:pt x="21205" y="39160"/>
                    </a:cubicBezTo>
                    <a:cubicBezTo>
                      <a:pt x="22303" y="39228"/>
                      <a:pt x="22303" y="39228"/>
                      <a:pt x="22803" y="39648"/>
                    </a:cubicBezTo>
                    <a:cubicBezTo>
                      <a:pt x="23205" y="40132"/>
                      <a:pt x="23450" y="40475"/>
                      <a:pt x="23553" y="41100"/>
                    </a:cubicBezTo>
                    <a:cubicBezTo>
                      <a:pt x="23418" y="41845"/>
                      <a:pt x="23320" y="42268"/>
                      <a:pt x="22803" y="42842"/>
                    </a:cubicBezTo>
                    <a:cubicBezTo>
                      <a:pt x="21252" y="43595"/>
                      <a:pt x="19670" y="43333"/>
                      <a:pt x="18007" y="43170"/>
                    </a:cubicBezTo>
                    <a:cubicBezTo>
                      <a:pt x="17748" y="43145"/>
                      <a:pt x="17490" y="43120"/>
                      <a:pt x="17233" y="43095"/>
                    </a:cubicBezTo>
                    <a:cubicBezTo>
                      <a:pt x="16717" y="43048"/>
                      <a:pt x="16202" y="42995"/>
                      <a:pt x="15688" y="42945"/>
                    </a:cubicBezTo>
                    <a:cubicBezTo>
                      <a:pt x="15072" y="42882"/>
                      <a:pt x="14457" y="42825"/>
                      <a:pt x="13840" y="42770"/>
                    </a:cubicBezTo>
                    <a:cubicBezTo>
                      <a:pt x="10955" y="42490"/>
                      <a:pt x="8173" y="41750"/>
                      <a:pt x="5627" y="40322"/>
                    </a:cubicBezTo>
                    <a:cubicBezTo>
                      <a:pt x="5225" y="40122"/>
                      <a:pt x="5225" y="40122"/>
                      <a:pt x="4225" y="39872"/>
                    </a:cubicBezTo>
                    <a:cubicBezTo>
                      <a:pt x="4308" y="43173"/>
                      <a:pt x="4390" y="46472"/>
                      <a:pt x="4475" y="49872"/>
                    </a:cubicBezTo>
                    <a:cubicBezTo>
                      <a:pt x="7315" y="51293"/>
                      <a:pt x="9735" y="51955"/>
                      <a:pt x="12835" y="52262"/>
                    </a:cubicBezTo>
                    <a:cubicBezTo>
                      <a:pt x="12980" y="52280"/>
                      <a:pt x="13125" y="52295"/>
                      <a:pt x="13272" y="52310"/>
                    </a:cubicBezTo>
                    <a:cubicBezTo>
                      <a:pt x="15228" y="52520"/>
                      <a:pt x="17178" y="52655"/>
                      <a:pt x="19140" y="52738"/>
                    </a:cubicBezTo>
                    <a:cubicBezTo>
                      <a:pt x="19342" y="52745"/>
                      <a:pt x="19545" y="52755"/>
                      <a:pt x="19755" y="52765"/>
                    </a:cubicBezTo>
                    <a:cubicBezTo>
                      <a:pt x="20760" y="52810"/>
                      <a:pt x="21765" y="52848"/>
                      <a:pt x="22770" y="52872"/>
                    </a:cubicBezTo>
                    <a:cubicBezTo>
                      <a:pt x="23140" y="52887"/>
                      <a:pt x="23510" y="52902"/>
                      <a:pt x="23880" y="52918"/>
                    </a:cubicBezTo>
                    <a:cubicBezTo>
                      <a:pt x="24048" y="52920"/>
                      <a:pt x="24217" y="52923"/>
                      <a:pt x="24390" y="52925"/>
                    </a:cubicBezTo>
                    <a:cubicBezTo>
                      <a:pt x="25293" y="52968"/>
                      <a:pt x="25798" y="53092"/>
                      <a:pt x="26457" y="53730"/>
                    </a:cubicBezTo>
                    <a:cubicBezTo>
                      <a:pt x="26817" y="54128"/>
                      <a:pt x="26962" y="54325"/>
                      <a:pt x="27095" y="54850"/>
                    </a:cubicBezTo>
                    <a:cubicBezTo>
                      <a:pt x="26950" y="55695"/>
                      <a:pt x="26830" y="56032"/>
                      <a:pt x="26162" y="56608"/>
                    </a:cubicBezTo>
                    <a:cubicBezTo>
                      <a:pt x="25370" y="56918"/>
                      <a:pt x="24590" y="56908"/>
                      <a:pt x="23752" y="56895"/>
                    </a:cubicBezTo>
                    <a:cubicBezTo>
                      <a:pt x="23610" y="56895"/>
                      <a:pt x="23467" y="56895"/>
                      <a:pt x="23320" y="56893"/>
                    </a:cubicBezTo>
                    <a:cubicBezTo>
                      <a:pt x="21752" y="56878"/>
                      <a:pt x="20183" y="56825"/>
                      <a:pt x="18615" y="56762"/>
                    </a:cubicBezTo>
                    <a:cubicBezTo>
                      <a:pt x="18467" y="56757"/>
                      <a:pt x="18320" y="56752"/>
                      <a:pt x="18168" y="56745"/>
                    </a:cubicBezTo>
                    <a:cubicBezTo>
                      <a:pt x="17438" y="56718"/>
                      <a:pt x="16710" y="56685"/>
                      <a:pt x="15980" y="56655"/>
                    </a:cubicBezTo>
                    <a:cubicBezTo>
                      <a:pt x="15537" y="56635"/>
                      <a:pt x="15097" y="56618"/>
                      <a:pt x="14657" y="56603"/>
                    </a:cubicBezTo>
                    <a:cubicBezTo>
                      <a:pt x="10350" y="56447"/>
                      <a:pt x="5465" y="55720"/>
                      <a:pt x="1920" y="53103"/>
                    </a:cubicBezTo>
                    <a:cubicBezTo>
                      <a:pt x="0" y="51032"/>
                      <a:pt x="48" y="49192"/>
                      <a:pt x="67" y="46495"/>
                    </a:cubicBezTo>
                    <a:cubicBezTo>
                      <a:pt x="65" y="46075"/>
                      <a:pt x="65" y="45658"/>
                      <a:pt x="62" y="45238"/>
                    </a:cubicBezTo>
                    <a:cubicBezTo>
                      <a:pt x="58" y="44105"/>
                      <a:pt x="60" y="42970"/>
                      <a:pt x="65" y="41838"/>
                    </a:cubicBezTo>
                    <a:cubicBezTo>
                      <a:pt x="70" y="40648"/>
                      <a:pt x="67" y="39460"/>
                      <a:pt x="65" y="38273"/>
                    </a:cubicBezTo>
                    <a:cubicBezTo>
                      <a:pt x="65" y="36278"/>
                      <a:pt x="70" y="34285"/>
                      <a:pt x="75" y="32290"/>
                    </a:cubicBezTo>
                    <a:cubicBezTo>
                      <a:pt x="82" y="30240"/>
                      <a:pt x="85" y="28190"/>
                      <a:pt x="80" y="26140"/>
                    </a:cubicBezTo>
                    <a:cubicBezTo>
                      <a:pt x="77" y="23668"/>
                      <a:pt x="77" y="21193"/>
                      <a:pt x="82" y="18718"/>
                    </a:cubicBezTo>
                    <a:cubicBezTo>
                      <a:pt x="82" y="17775"/>
                      <a:pt x="82" y="16830"/>
                      <a:pt x="82" y="15888"/>
                    </a:cubicBezTo>
                    <a:cubicBezTo>
                      <a:pt x="80" y="14778"/>
                      <a:pt x="82" y="13665"/>
                      <a:pt x="90" y="12555"/>
                    </a:cubicBezTo>
                    <a:cubicBezTo>
                      <a:pt x="90" y="12148"/>
                      <a:pt x="90" y="11740"/>
                      <a:pt x="90" y="11333"/>
                    </a:cubicBezTo>
                    <a:cubicBezTo>
                      <a:pt x="87" y="10775"/>
                      <a:pt x="90" y="10220"/>
                      <a:pt x="97" y="9663"/>
                    </a:cubicBezTo>
                    <a:cubicBezTo>
                      <a:pt x="95" y="9502"/>
                      <a:pt x="92" y="9343"/>
                      <a:pt x="90" y="9175"/>
                    </a:cubicBezTo>
                    <a:cubicBezTo>
                      <a:pt x="110" y="8050"/>
                      <a:pt x="418" y="7188"/>
                      <a:pt x="1225" y="6373"/>
                    </a:cubicBezTo>
                    <a:cubicBezTo>
                      <a:pt x="1390" y="6373"/>
                      <a:pt x="1555" y="6373"/>
                      <a:pt x="1725" y="6373"/>
                    </a:cubicBezTo>
                    <a:cubicBezTo>
                      <a:pt x="1777" y="6233"/>
                      <a:pt x="1827" y="6095"/>
                      <a:pt x="1882" y="5950"/>
                    </a:cubicBezTo>
                    <a:cubicBezTo>
                      <a:pt x="3168" y="3790"/>
                      <a:pt x="6005" y="2963"/>
                      <a:pt x="8225" y="2123"/>
                    </a:cubicBezTo>
                    <a:cubicBezTo>
                      <a:pt x="8397" y="2055"/>
                      <a:pt x="8567" y="1988"/>
                      <a:pt x="8745" y="1920"/>
                    </a:cubicBezTo>
                    <a:cubicBezTo>
                      <a:pt x="9935" y="1485"/>
                      <a:pt x="11140" y="1218"/>
                      <a:pt x="12382" y="983"/>
                    </a:cubicBezTo>
                    <a:cubicBezTo>
                      <a:pt x="12532" y="953"/>
                      <a:pt x="12683" y="925"/>
                      <a:pt x="12837" y="895"/>
                    </a:cubicBezTo>
                    <a:cubicBezTo>
                      <a:pt x="13382" y="797"/>
                      <a:pt x="13928" y="710"/>
                      <a:pt x="14475" y="623"/>
                    </a:cubicBezTo>
                    <a:cubicBezTo>
                      <a:pt x="14595" y="600"/>
                      <a:pt x="14595" y="600"/>
                      <a:pt x="15205" y="490"/>
                    </a:cubicBezTo>
                    <a:cubicBezTo>
                      <a:pt x="18142" y="0"/>
                      <a:pt x="21103" y="45"/>
                      <a:pt x="24070" y="58"/>
                    </a:cubicBezTo>
                    <a:close/>
                  </a:path>
                </a:pathLst>
              </a:custGeom>
              <a:solidFill>
                <a:srgbClr val="616161"/>
              </a:solidFill>
              <a:ln w="0">
                <a:noFill/>
              </a:ln>
            </p:spPr>
          </p:sp>
          <p:sp>
            <p:nvSpPr>
              <p:cNvPr id="190" name="database_filter vector"/>
              <p:cNvSpPr/>
              <p:nvPr/>
            </p:nvSpPr>
            <p:spPr>
              <a:xfrm>
                <a:off x="3817402" y="1162672"/>
                <a:ext cx="281087" cy="285499"/>
              </a:xfrm>
              <a:custGeom>
                <a:avLst/>
                <a:gdLst/>
                <a:ahLst/>
                <a:cxnLst/>
                <a:rect l="0" t="0" r="r" b="b"/>
                <a:pathLst>
                  <a:path w="30740" h="31222" fill="norm" stroke="0">
                    <a:moveTo>
                      <a:pt x="5160" y="30"/>
                    </a:moveTo>
                    <a:cubicBezTo>
                      <a:pt x="5280" y="30"/>
                      <a:pt x="5280" y="30"/>
                      <a:pt x="5882" y="25"/>
                    </a:cubicBezTo>
                    <a:cubicBezTo>
                      <a:pt x="6535" y="23"/>
                      <a:pt x="7188" y="23"/>
                      <a:pt x="7840" y="23"/>
                    </a:cubicBezTo>
                    <a:cubicBezTo>
                      <a:pt x="8388" y="23"/>
                      <a:pt x="8933" y="23"/>
                      <a:pt x="9480" y="20"/>
                    </a:cubicBezTo>
                    <a:cubicBezTo>
                      <a:pt x="10768" y="17"/>
                      <a:pt x="12058" y="17"/>
                      <a:pt x="13348" y="20"/>
                    </a:cubicBezTo>
                    <a:cubicBezTo>
                      <a:pt x="14673" y="23"/>
                      <a:pt x="16000" y="17"/>
                      <a:pt x="17325" y="13"/>
                    </a:cubicBezTo>
                    <a:cubicBezTo>
                      <a:pt x="18468" y="7"/>
                      <a:pt x="19610" y="7"/>
                      <a:pt x="20752" y="7"/>
                    </a:cubicBezTo>
                    <a:cubicBezTo>
                      <a:pt x="21433" y="7"/>
                      <a:pt x="22113" y="7"/>
                      <a:pt x="22793" y="5"/>
                    </a:cubicBezTo>
                    <a:cubicBezTo>
                      <a:pt x="23553" y="0"/>
                      <a:pt x="24313" y="2"/>
                      <a:pt x="25073" y="5"/>
                    </a:cubicBezTo>
                    <a:cubicBezTo>
                      <a:pt x="25298" y="2"/>
                      <a:pt x="25520" y="2"/>
                      <a:pt x="25750" y="0"/>
                    </a:cubicBezTo>
                    <a:cubicBezTo>
                      <a:pt x="27257" y="13"/>
                      <a:pt x="28570" y="208"/>
                      <a:pt x="29718" y="1252"/>
                    </a:cubicBezTo>
                    <a:cubicBezTo>
                      <a:pt x="30740" y="2748"/>
                      <a:pt x="30740" y="2748"/>
                      <a:pt x="30623" y="3695"/>
                    </a:cubicBezTo>
                    <a:cubicBezTo>
                      <a:pt x="30248" y="5237"/>
                      <a:pt x="29215" y="6218"/>
                      <a:pt x="27978" y="7115"/>
                    </a:cubicBezTo>
                    <a:cubicBezTo>
                      <a:pt x="27665" y="7350"/>
                      <a:pt x="27355" y="7585"/>
                      <a:pt x="27045" y="7820"/>
                    </a:cubicBezTo>
                    <a:cubicBezTo>
                      <a:pt x="26880" y="7945"/>
                      <a:pt x="26718" y="8067"/>
                      <a:pt x="26548" y="8198"/>
                    </a:cubicBezTo>
                    <a:cubicBezTo>
                      <a:pt x="25600" y="8925"/>
                      <a:pt x="24680" y="9683"/>
                      <a:pt x="23757" y="10442"/>
                    </a:cubicBezTo>
                    <a:cubicBezTo>
                      <a:pt x="23580" y="10588"/>
                      <a:pt x="23403" y="10735"/>
                      <a:pt x="23218" y="10885"/>
                    </a:cubicBezTo>
                    <a:cubicBezTo>
                      <a:pt x="23048" y="11023"/>
                      <a:pt x="22877" y="11162"/>
                      <a:pt x="22703" y="11308"/>
                    </a:cubicBezTo>
                    <a:cubicBezTo>
                      <a:pt x="22553" y="11430"/>
                      <a:pt x="22405" y="11553"/>
                      <a:pt x="22250" y="11680"/>
                    </a:cubicBezTo>
                    <a:cubicBezTo>
                      <a:pt x="22093" y="11817"/>
                      <a:pt x="21935" y="11955"/>
                      <a:pt x="21775" y="12097"/>
                    </a:cubicBezTo>
                    <a:cubicBezTo>
                      <a:pt x="21665" y="12167"/>
                      <a:pt x="21555" y="12235"/>
                      <a:pt x="21443" y="12308"/>
                    </a:cubicBezTo>
                    <a:cubicBezTo>
                      <a:pt x="20765" y="12810"/>
                      <a:pt x="20548" y="13192"/>
                      <a:pt x="20415" y="14035"/>
                    </a:cubicBezTo>
                    <a:cubicBezTo>
                      <a:pt x="20370" y="14773"/>
                      <a:pt x="20373" y="15507"/>
                      <a:pt x="20382" y="16245"/>
                    </a:cubicBezTo>
                    <a:cubicBezTo>
                      <a:pt x="20390" y="16743"/>
                      <a:pt x="20390" y="17243"/>
                      <a:pt x="20388" y="17743"/>
                    </a:cubicBezTo>
                    <a:cubicBezTo>
                      <a:pt x="20385" y="18982"/>
                      <a:pt x="20395" y="20225"/>
                      <a:pt x="20403" y="21465"/>
                    </a:cubicBezTo>
                    <a:cubicBezTo>
                      <a:pt x="20410" y="22515"/>
                      <a:pt x="20413" y="23562"/>
                      <a:pt x="20408" y="24612"/>
                    </a:cubicBezTo>
                    <a:cubicBezTo>
                      <a:pt x="20408" y="25100"/>
                      <a:pt x="20415" y="25590"/>
                      <a:pt x="20423" y="26080"/>
                    </a:cubicBezTo>
                    <a:cubicBezTo>
                      <a:pt x="20428" y="27690"/>
                      <a:pt x="20343" y="28868"/>
                      <a:pt x="19390" y="30235"/>
                    </a:cubicBezTo>
                    <a:cubicBezTo>
                      <a:pt x="18748" y="30873"/>
                      <a:pt x="18033" y="31178"/>
                      <a:pt x="17132" y="31222"/>
                    </a:cubicBezTo>
                    <a:cubicBezTo>
                      <a:pt x="15663" y="31188"/>
                      <a:pt x="14488" y="30345"/>
                      <a:pt x="13275" y="29597"/>
                    </a:cubicBezTo>
                    <a:cubicBezTo>
                      <a:pt x="13080" y="29485"/>
                      <a:pt x="12888" y="29373"/>
                      <a:pt x="12690" y="29255"/>
                    </a:cubicBezTo>
                    <a:cubicBezTo>
                      <a:pt x="10463" y="27925"/>
                      <a:pt x="10463" y="27925"/>
                      <a:pt x="10127" y="26900"/>
                    </a:cubicBezTo>
                    <a:cubicBezTo>
                      <a:pt x="10010" y="26275"/>
                      <a:pt x="9993" y="25695"/>
                      <a:pt x="9993" y="25062"/>
                    </a:cubicBezTo>
                    <a:cubicBezTo>
                      <a:pt x="9993" y="24938"/>
                      <a:pt x="9993" y="24812"/>
                      <a:pt x="9990" y="24683"/>
                    </a:cubicBezTo>
                    <a:cubicBezTo>
                      <a:pt x="9990" y="24412"/>
                      <a:pt x="9990" y="24143"/>
                      <a:pt x="9990" y="23873"/>
                    </a:cubicBezTo>
                    <a:cubicBezTo>
                      <a:pt x="9988" y="23297"/>
                      <a:pt x="9983" y="22722"/>
                      <a:pt x="9978" y="22148"/>
                    </a:cubicBezTo>
                    <a:cubicBezTo>
                      <a:pt x="9968" y="21080"/>
                      <a:pt x="9960" y="20010"/>
                      <a:pt x="9963" y="18942"/>
                    </a:cubicBezTo>
                    <a:cubicBezTo>
                      <a:pt x="9963" y="18198"/>
                      <a:pt x="9955" y="17453"/>
                      <a:pt x="9945" y="16708"/>
                    </a:cubicBezTo>
                    <a:cubicBezTo>
                      <a:pt x="9943" y="16422"/>
                      <a:pt x="9943" y="16140"/>
                      <a:pt x="9945" y="15857"/>
                    </a:cubicBezTo>
                    <a:cubicBezTo>
                      <a:pt x="9960" y="13370"/>
                      <a:pt x="9960" y="13370"/>
                      <a:pt x="9185" y="12583"/>
                    </a:cubicBezTo>
                    <a:cubicBezTo>
                      <a:pt x="8970" y="12415"/>
                      <a:pt x="8750" y="12252"/>
                      <a:pt x="8525" y="12097"/>
                    </a:cubicBezTo>
                    <a:cubicBezTo>
                      <a:pt x="8390" y="11975"/>
                      <a:pt x="8255" y="11852"/>
                      <a:pt x="8115" y="11725"/>
                    </a:cubicBezTo>
                    <a:cubicBezTo>
                      <a:pt x="7718" y="11380"/>
                      <a:pt x="7315" y="11035"/>
                      <a:pt x="6915" y="10692"/>
                    </a:cubicBezTo>
                    <a:cubicBezTo>
                      <a:pt x="6765" y="10562"/>
                      <a:pt x="6613" y="10435"/>
                      <a:pt x="6458" y="10300"/>
                    </a:cubicBezTo>
                    <a:cubicBezTo>
                      <a:pt x="5238" y="9260"/>
                      <a:pt x="3985" y="8268"/>
                      <a:pt x="2700" y="7305"/>
                    </a:cubicBezTo>
                    <a:cubicBezTo>
                      <a:pt x="1625" y="6482"/>
                      <a:pt x="638" y="5575"/>
                      <a:pt x="25" y="4347"/>
                    </a:cubicBezTo>
                    <a:cubicBezTo>
                      <a:pt x="0" y="3352"/>
                      <a:pt x="8" y="2297"/>
                      <a:pt x="525" y="1425"/>
                    </a:cubicBezTo>
                    <a:cubicBezTo>
                      <a:pt x="1855" y="32"/>
                      <a:pt x="3338" y="25"/>
                      <a:pt x="5160" y="30"/>
                    </a:cubicBezTo>
                    <a:close/>
                  </a:path>
                </a:pathLst>
              </a:custGeom>
              <a:solidFill>
                <a:srgbClr val="626262"/>
              </a:solidFill>
              <a:ln w="0">
                <a:noFill/>
              </a:ln>
            </p:spPr>
          </p:sp>
          <p:sp>
            <p:nvSpPr>
              <p:cNvPr id="191" name="database_filter vector"/>
              <p:cNvSpPr/>
              <p:nvPr/>
            </p:nvSpPr>
            <p:spPr>
              <a:xfrm>
                <a:off x="3646216" y="996696"/>
                <a:ext cx="388917" cy="101338"/>
              </a:xfrm>
              <a:custGeom>
                <a:avLst/>
                <a:gdLst/>
                <a:ahLst/>
                <a:cxnLst/>
                <a:rect l="0" t="0" r="r" b="b"/>
                <a:pathLst>
                  <a:path w="42533" h="11082" fill="norm" stroke="0">
                    <a:moveTo>
                      <a:pt x="745" y="0"/>
                    </a:moveTo>
                    <a:cubicBezTo>
                      <a:pt x="835" y="58"/>
                      <a:pt x="835" y="58"/>
                      <a:pt x="1290" y="345"/>
                    </a:cubicBezTo>
                    <a:cubicBezTo>
                      <a:pt x="6858" y="3675"/>
                      <a:pt x="15017" y="3898"/>
                      <a:pt x="21260" y="3860"/>
                    </a:cubicBezTo>
                    <a:cubicBezTo>
                      <a:pt x="21517" y="3858"/>
                      <a:pt x="21775" y="3858"/>
                      <a:pt x="22035" y="3858"/>
                    </a:cubicBezTo>
                    <a:cubicBezTo>
                      <a:pt x="28403" y="3835"/>
                      <a:pt x="34590" y="3252"/>
                      <a:pt x="40500" y="700"/>
                    </a:cubicBezTo>
                    <a:cubicBezTo>
                      <a:pt x="40998" y="500"/>
                      <a:pt x="41467" y="345"/>
                      <a:pt x="41995" y="250"/>
                    </a:cubicBezTo>
                    <a:cubicBezTo>
                      <a:pt x="42533" y="787"/>
                      <a:pt x="42288" y="1890"/>
                      <a:pt x="42293" y="2630"/>
                    </a:cubicBezTo>
                    <a:cubicBezTo>
                      <a:pt x="42293" y="2770"/>
                      <a:pt x="42293" y="2910"/>
                      <a:pt x="42293" y="3055"/>
                    </a:cubicBezTo>
                    <a:cubicBezTo>
                      <a:pt x="42293" y="3483"/>
                      <a:pt x="42298" y="3907"/>
                      <a:pt x="42300" y="4335"/>
                    </a:cubicBezTo>
                    <a:cubicBezTo>
                      <a:pt x="42303" y="4605"/>
                      <a:pt x="42303" y="4877"/>
                      <a:pt x="42303" y="5148"/>
                    </a:cubicBezTo>
                    <a:cubicBezTo>
                      <a:pt x="42303" y="5395"/>
                      <a:pt x="42305" y="5642"/>
                      <a:pt x="42305" y="5898"/>
                    </a:cubicBezTo>
                    <a:cubicBezTo>
                      <a:pt x="42245" y="6500"/>
                      <a:pt x="42245" y="6500"/>
                      <a:pt x="41745" y="7000"/>
                    </a:cubicBezTo>
                    <a:cubicBezTo>
                      <a:pt x="41358" y="7178"/>
                      <a:pt x="41358" y="7178"/>
                      <a:pt x="40898" y="7343"/>
                    </a:cubicBezTo>
                    <a:cubicBezTo>
                      <a:pt x="40728" y="7403"/>
                      <a:pt x="40558" y="7465"/>
                      <a:pt x="40380" y="7528"/>
                    </a:cubicBezTo>
                    <a:cubicBezTo>
                      <a:pt x="40197" y="7590"/>
                      <a:pt x="40012" y="7653"/>
                      <a:pt x="39822" y="7720"/>
                    </a:cubicBezTo>
                    <a:cubicBezTo>
                      <a:pt x="39635" y="7785"/>
                      <a:pt x="39445" y="7850"/>
                      <a:pt x="39250" y="7918"/>
                    </a:cubicBezTo>
                    <a:cubicBezTo>
                      <a:pt x="37438" y="8540"/>
                      <a:pt x="35605" y="9048"/>
                      <a:pt x="33745" y="9500"/>
                    </a:cubicBezTo>
                    <a:cubicBezTo>
                      <a:pt x="33553" y="9548"/>
                      <a:pt x="33360" y="9595"/>
                      <a:pt x="33160" y="9645"/>
                    </a:cubicBezTo>
                    <a:cubicBezTo>
                      <a:pt x="32608" y="9775"/>
                      <a:pt x="32053" y="9890"/>
                      <a:pt x="31495" y="10000"/>
                    </a:cubicBezTo>
                    <a:cubicBezTo>
                      <a:pt x="31348" y="10030"/>
                      <a:pt x="31200" y="10058"/>
                      <a:pt x="31048" y="10090"/>
                    </a:cubicBezTo>
                    <a:cubicBezTo>
                      <a:pt x="26770" y="10930"/>
                      <a:pt x="22600" y="11082"/>
                      <a:pt x="18245" y="11000"/>
                    </a:cubicBezTo>
                    <a:cubicBezTo>
                      <a:pt x="18163" y="10998"/>
                      <a:pt x="18163" y="10998"/>
                      <a:pt x="17743" y="10990"/>
                    </a:cubicBezTo>
                    <a:cubicBezTo>
                      <a:pt x="15610" y="10935"/>
                      <a:pt x="13517" y="10623"/>
                      <a:pt x="11418" y="10280"/>
                    </a:cubicBezTo>
                    <a:cubicBezTo>
                      <a:pt x="11290" y="10260"/>
                      <a:pt x="11163" y="10240"/>
                      <a:pt x="11033" y="10220"/>
                    </a:cubicBezTo>
                    <a:cubicBezTo>
                      <a:pt x="9305" y="9940"/>
                      <a:pt x="7658" y="9540"/>
                      <a:pt x="5995" y="9000"/>
                    </a:cubicBezTo>
                    <a:cubicBezTo>
                      <a:pt x="5855" y="8957"/>
                      <a:pt x="5715" y="8912"/>
                      <a:pt x="5572" y="8868"/>
                    </a:cubicBezTo>
                    <a:cubicBezTo>
                      <a:pt x="3845" y="8328"/>
                      <a:pt x="2055" y="7670"/>
                      <a:pt x="495" y="6750"/>
                    </a:cubicBezTo>
                    <a:cubicBezTo>
                      <a:pt x="0" y="5755"/>
                      <a:pt x="200" y="4455"/>
                      <a:pt x="197" y="3375"/>
                    </a:cubicBezTo>
                    <a:cubicBezTo>
                      <a:pt x="195" y="3135"/>
                      <a:pt x="192" y="2892"/>
                      <a:pt x="190" y="2645"/>
                    </a:cubicBezTo>
                    <a:cubicBezTo>
                      <a:pt x="188" y="2415"/>
                      <a:pt x="188" y="2183"/>
                      <a:pt x="188" y="1945"/>
                    </a:cubicBezTo>
                    <a:cubicBezTo>
                      <a:pt x="188" y="1735"/>
                      <a:pt x="185" y="1523"/>
                      <a:pt x="185" y="1305"/>
                    </a:cubicBezTo>
                    <a:cubicBezTo>
                      <a:pt x="248" y="720"/>
                      <a:pt x="375" y="450"/>
                      <a:pt x="7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92" name="database_filter vector"/>
              <p:cNvSpPr/>
              <p:nvPr/>
            </p:nvSpPr>
            <p:spPr>
              <a:xfrm>
                <a:off x="3659880" y="915480"/>
                <a:ext cx="363474" cy="82250"/>
              </a:xfrm>
              <a:custGeom>
                <a:avLst/>
                <a:gdLst/>
                <a:ahLst/>
                <a:cxnLst/>
                <a:rect l="0" t="0" r="r" b="b"/>
                <a:pathLst>
                  <a:path w="39750" h="8995" fill="norm" stroke="0">
                    <a:moveTo>
                      <a:pt x="27110" y="710"/>
                    </a:moveTo>
                    <a:cubicBezTo>
                      <a:pt x="27273" y="725"/>
                      <a:pt x="27435" y="740"/>
                      <a:pt x="27603" y="755"/>
                    </a:cubicBezTo>
                    <a:cubicBezTo>
                      <a:pt x="29648" y="945"/>
                      <a:pt x="31535" y="1290"/>
                      <a:pt x="33500" y="1882"/>
                    </a:cubicBezTo>
                    <a:cubicBezTo>
                      <a:pt x="33832" y="1962"/>
                      <a:pt x="34168" y="2042"/>
                      <a:pt x="34500" y="2115"/>
                    </a:cubicBezTo>
                    <a:cubicBezTo>
                      <a:pt x="36388" y="2585"/>
                      <a:pt x="38190" y="3200"/>
                      <a:pt x="39750" y="4382"/>
                    </a:cubicBezTo>
                    <a:cubicBezTo>
                      <a:pt x="39163" y="5705"/>
                      <a:pt x="38300" y="6080"/>
                      <a:pt x="37000" y="6632"/>
                    </a:cubicBezTo>
                    <a:cubicBezTo>
                      <a:pt x="36295" y="6880"/>
                      <a:pt x="35582" y="7082"/>
                      <a:pt x="34860" y="7272"/>
                    </a:cubicBezTo>
                    <a:cubicBezTo>
                      <a:pt x="34665" y="7325"/>
                      <a:pt x="34470" y="7377"/>
                      <a:pt x="34270" y="7432"/>
                    </a:cubicBezTo>
                    <a:cubicBezTo>
                      <a:pt x="33020" y="7762"/>
                      <a:pt x="31768" y="8060"/>
                      <a:pt x="30500" y="8320"/>
                    </a:cubicBezTo>
                    <a:cubicBezTo>
                      <a:pt x="30360" y="8347"/>
                      <a:pt x="30220" y="8377"/>
                      <a:pt x="30075" y="8407"/>
                    </a:cubicBezTo>
                    <a:cubicBezTo>
                      <a:pt x="27913" y="8822"/>
                      <a:pt x="25738" y="8922"/>
                      <a:pt x="23540" y="8925"/>
                    </a:cubicBezTo>
                    <a:cubicBezTo>
                      <a:pt x="23285" y="8925"/>
                      <a:pt x="23030" y="8925"/>
                      <a:pt x="22775" y="8927"/>
                    </a:cubicBezTo>
                    <a:cubicBezTo>
                      <a:pt x="22245" y="8927"/>
                      <a:pt x="21713" y="8927"/>
                      <a:pt x="21183" y="8927"/>
                    </a:cubicBezTo>
                    <a:cubicBezTo>
                      <a:pt x="20648" y="8927"/>
                      <a:pt x="20115" y="8930"/>
                      <a:pt x="19580" y="8932"/>
                    </a:cubicBezTo>
                    <a:cubicBezTo>
                      <a:pt x="14382" y="8965"/>
                      <a:pt x="8598" y="8995"/>
                      <a:pt x="3750" y="6882"/>
                    </a:cubicBezTo>
                    <a:cubicBezTo>
                      <a:pt x="3543" y="6805"/>
                      <a:pt x="3335" y="6727"/>
                      <a:pt x="3120" y="6647"/>
                    </a:cubicBezTo>
                    <a:cubicBezTo>
                      <a:pt x="1913" y="6195"/>
                      <a:pt x="947" y="5765"/>
                      <a:pt x="0" y="4882"/>
                    </a:cubicBezTo>
                    <a:cubicBezTo>
                      <a:pt x="90" y="4527"/>
                      <a:pt x="90" y="4527"/>
                      <a:pt x="250" y="4132"/>
                    </a:cubicBezTo>
                    <a:cubicBezTo>
                      <a:pt x="748" y="3835"/>
                      <a:pt x="1220" y="3610"/>
                      <a:pt x="1750" y="3382"/>
                    </a:cubicBezTo>
                    <a:cubicBezTo>
                      <a:pt x="1963" y="3282"/>
                      <a:pt x="2175" y="3185"/>
                      <a:pt x="2395" y="3082"/>
                    </a:cubicBezTo>
                    <a:cubicBezTo>
                      <a:pt x="4148" y="2290"/>
                      <a:pt x="5885" y="1820"/>
                      <a:pt x="7775" y="1472"/>
                    </a:cubicBezTo>
                    <a:cubicBezTo>
                      <a:pt x="8125" y="1405"/>
                      <a:pt x="8475" y="1335"/>
                      <a:pt x="8822" y="1260"/>
                    </a:cubicBezTo>
                    <a:cubicBezTo>
                      <a:pt x="14795" y="0"/>
                      <a:pt x="21065" y="145"/>
                      <a:pt x="27110" y="7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93" name="database_filter vector"/>
              <p:cNvSpPr/>
              <p:nvPr/>
            </p:nvSpPr>
            <p:spPr>
              <a:xfrm>
                <a:off x="3632194" y="908889"/>
                <a:ext cx="416555" cy="195910"/>
              </a:xfrm>
              <a:custGeom>
                <a:avLst/>
                <a:gdLst/>
                <a:ahLst/>
                <a:cxnLst/>
                <a:rect l="0" t="0" r="r" b="b"/>
                <a:pathLst>
                  <a:path w="45555" h="21425" fill="norm" stroke="0">
                    <a:moveTo>
                      <a:pt x="16918" y="17"/>
                    </a:moveTo>
                    <a:cubicBezTo>
                      <a:pt x="17075" y="17"/>
                      <a:pt x="17230" y="17"/>
                      <a:pt x="17390" y="17"/>
                    </a:cubicBezTo>
                    <a:cubicBezTo>
                      <a:pt x="17903" y="17"/>
                      <a:pt x="18413" y="22"/>
                      <a:pt x="18925" y="30"/>
                    </a:cubicBezTo>
                    <a:cubicBezTo>
                      <a:pt x="19283" y="30"/>
                      <a:pt x="19638" y="32"/>
                      <a:pt x="19995" y="32"/>
                    </a:cubicBezTo>
                    <a:cubicBezTo>
                      <a:pt x="20930" y="35"/>
                      <a:pt x="21865" y="43"/>
                      <a:pt x="22798" y="50"/>
                    </a:cubicBezTo>
                    <a:cubicBezTo>
                      <a:pt x="23752" y="60"/>
                      <a:pt x="24710" y="62"/>
                      <a:pt x="25665" y="65"/>
                    </a:cubicBezTo>
                    <a:cubicBezTo>
                      <a:pt x="27535" y="75"/>
                      <a:pt x="29408" y="87"/>
                      <a:pt x="31278" y="102"/>
                    </a:cubicBezTo>
                    <a:cubicBezTo>
                      <a:pt x="31278" y="267"/>
                      <a:pt x="31278" y="433"/>
                      <a:pt x="31278" y="602"/>
                    </a:cubicBezTo>
                    <a:cubicBezTo>
                      <a:pt x="32365" y="987"/>
                      <a:pt x="33445" y="1350"/>
                      <a:pt x="34575" y="1587"/>
                    </a:cubicBezTo>
                    <a:cubicBezTo>
                      <a:pt x="41973" y="3153"/>
                      <a:pt x="41973" y="3153"/>
                      <a:pt x="43278" y="4948"/>
                    </a:cubicBezTo>
                    <a:cubicBezTo>
                      <a:pt x="43278" y="5623"/>
                      <a:pt x="42960" y="6108"/>
                      <a:pt x="42528" y="6603"/>
                    </a:cubicBezTo>
                    <a:cubicBezTo>
                      <a:pt x="41965" y="6968"/>
                      <a:pt x="41365" y="7228"/>
                      <a:pt x="40748" y="7492"/>
                    </a:cubicBezTo>
                    <a:cubicBezTo>
                      <a:pt x="40428" y="7630"/>
                      <a:pt x="40110" y="7772"/>
                      <a:pt x="39793" y="7915"/>
                    </a:cubicBezTo>
                    <a:cubicBezTo>
                      <a:pt x="39653" y="7975"/>
                      <a:pt x="39510" y="8037"/>
                      <a:pt x="39365" y="8097"/>
                    </a:cubicBezTo>
                    <a:cubicBezTo>
                      <a:pt x="39028" y="8353"/>
                      <a:pt x="39028" y="8353"/>
                      <a:pt x="38778" y="9353"/>
                    </a:cubicBezTo>
                    <a:cubicBezTo>
                      <a:pt x="37705" y="9353"/>
                      <a:pt x="36633" y="9353"/>
                      <a:pt x="35528" y="9353"/>
                    </a:cubicBezTo>
                    <a:cubicBezTo>
                      <a:pt x="35528" y="9517"/>
                      <a:pt x="35528" y="9682"/>
                      <a:pt x="35528" y="9853"/>
                    </a:cubicBezTo>
                    <a:cubicBezTo>
                      <a:pt x="35692" y="10017"/>
                      <a:pt x="35858" y="10182"/>
                      <a:pt x="36028" y="10353"/>
                    </a:cubicBezTo>
                    <a:cubicBezTo>
                      <a:pt x="35970" y="10343"/>
                      <a:pt x="35970" y="10343"/>
                      <a:pt x="35675" y="10295"/>
                    </a:cubicBezTo>
                    <a:cubicBezTo>
                      <a:pt x="34322" y="10100"/>
                      <a:pt x="33030" y="10093"/>
                      <a:pt x="31670" y="10165"/>
                    </a:cubicBezTo>
                    <a:cubicBezTo>
                      <a:pt x="31470" y="10172"/>
                      <a:pt x="31273" y="10177"/>
                      <a:pt x="31067" y="10185"/>
                    </a:cubicBezTo>
                    <a:cubicBezTo>
                      <a:pt x="30048" y="10237"/>
                      <a:pt x="29205" y="10355"/>
                      <a:pt x="28255" y="10733"/>
                    </a:cubicBezTo>
                    <a:cubicBezTo>
                      <a:pt x="26728" y="11287"/>
                      <a:pt x="25155" y="11215"/>
                      <a:pt x="23550" y="11200"/>
                    </a:cubicBezTo>
                    <a:cubicBezTo>
                      <a:pt x="23013" y="11198"/>
                      <a:pt x="22475" y="11200"/>
                      <a:pt x="21938" y="11205"/>
                    </a:cubicBezTo>
                    <a:cubicBezTo>
                      <a:pt x="20343" y="11207"/>
                      <a:pt x="19002" y="11202"/>
                      <a:pt x="17535" y="10525"/>
                    </a:cubicBezTo>
                    <a:cubicBezTo>
                      <a:pt x="16250" y="10090"/>
                      <a:pt x="14743" y="10233"/>
                      <a:pt x="13395" y="10225"/>
                    </a:cubicBezTo>
                    <a:cubicBezTo>
                      <a:pt x="12980" y="10220"/>
                      <a:pt x="12565" y="10212"/>
                      <a:pt x="12148" y="10205"/>
                    </a:cubicBezTo>
                    <a:cubicBezTo>
                      <a:pt x="12025" y="10202"/>
                      <a:pt x="12025" y="10202"/>
                      <a:pt x="11405" y="10200"/>
                    </a:cubicBezTo>
                    <a:cubicBezTo>
                      <a:pt x="10670" y="10085"/>
                      <a:pt x="10515" y="9885"/>
                      <a:pt x="10028" y="9353"/>
                    </a:cubicBezTo>
                    <a:cubicBezTo>
                      <a:pt x="9623" y="9267"/>
                      <a:pt x="9623" y="9267"/>
                      <a:pt x="9190" y="9280"/>
                    </a:cubicBezTo>
                    <a:cubicBezTo>
                      <a:pt x="9035" y="9282"/>
                      <a:pt x="8877" y="9285"/>
                      <a:pt x="8718" y="9287"/>
                    </a:cubicBezTo>
                    <a:cubicBezTo>
                      <a:pt x="8558" y="9293"/>
                      <a:pt x="8398" y="9300"/>
                      <a:pt x="8233" y="9305"/>
                    </a:cubicBezTo>
                    <a:cubicBezTo>
                      <a:pt x="8067" y="9310"/>
                      <a:pt x="7905" y="9312"/>
                      <a:pt x="7735" y="9315"/>
                    </a:cubicBezTo>
                    <a:cubicBezTo>
                      <a:pt x="7333" y="9325"/>
                      <a:pt x="6930" y="9337"/>
                      <a:pt x="6528" y="9353"/>
                    </a:cubicBezTo>
                    <a:cubicBezTo>
                      <a:pt x="6610" y="9105"/>
                      <a:pt x="6692" y="8858"/>
                      <a:pt x="6778" y="8603"/>
                    </a:cubicBezTo>
                    <a:cubicBezTo>
                      <a:pt x="6405" y="8228"/>
                      <a:pt x="6033" y="8270"/>
                      <a:pt x="5513" y="8212"/>
                    </a:cubicBezTo>
                    <a:cubicBezTo>
                      <a:pt x="5330" y="8190"/>
                      <a:pt x="5145" y="8170"/>
                      <a:pt x="4958" y="8147"/>
                    </a:cubicBezTo>
                    <a:cubicBezTo>
                      <a:pt x="4888" y="8140"/>
                      <a:pt x="4888" y="8140"/>
                      <a:pt x="4528" y="8103"/>
                    </a:cubicBezTo>
                    <a:cubicBezTo>
                      <a:pt x="4528" y="7855"/>
                      <a:pt x="4528" y="7608"/>
                      <a:pt x="4528" y="7353"/>
                    </a:cubicBezTo>
                    <a:cubicBezTo>
                      <a:pt x="4390" y="7335"/>
                      <a:pt x="4252" y="7315"/>
                      <a:pt x="4108" y="7295"/>
                    </a:cubicBezTo>
                    <a:cubicBezTo>
                      <a:pt x="2658" y="7032"/>
                      <a:pt x="2658" y="7032"/>
                      <a:pt x="2285" y="6513"/>
                    </a:cubicBezTo>
                    <a:cubicBezTo>
                      <a:pt x="2062" y="5847"/>
                      <a:pt x="2028" y="5307"/>
                      <a:pt x="2028" y="4603"/>
                    </a:cubicBezTo>
                    <a:cubicBezTo>
                      <a:pt x="1780" y="4603"/>
                      <a:pt x="1533" y="4603"/>
                      <a:pt x="1278" y="4603"/>
                    </a:cubicBezTo>
                    <a:cubicBezTo>
                      <a:pt x="1278" y="5263"/>
                      <a:pt x="1278" y="5922"/>
                      <a:pt x="1278" y="6603"/>
                    </a:cubicBezTo>
                    <a:cubicBezTo>
                      <a:pt x="1525" y="6685"/>
                      <a:pt x="1773" y="6767"/>
                      <a:pt x="2028" y="6853"/>
                    </a:cubicBezTo>
                    <a:cubicBezTo>
                      <a:pt x="2028" y="7182"/>
                      <a:pt x="2028" y="7513"/>
                      <a:pt x="2028" y="7853"/>
                    </a:cubicBezTo>
                    <a:cubicBezTo>
                      <a:pt x="1615" y="7853"/>
                      <a:pt x="1203" y="7853"/>
                      <a:pt x="778" y="7853"/>
                    </a:cubicBezTo>
                    <a:cubicBezTo>
                      <a:pt x="942" y="8212"/>
                      <a:pt x="942" y="8212"/>
                      <a:pt x="1278" y="8603"/>
                    </a:cubicBezTo>
                    <a:cubicBezTo>
                      <a:pt x="1903" y="8760"/>
                      <a:pt x="1903" y="8760"/>
                      <a:pt x="2638" y="8853"/>
                    </a:cubicBezTo>
                    <a:cubicBezTo>
                      <a:pt x="3660" y="8983"/>
                      <a:pt x="4085" y="9105"/>
                      <a:pt x="4778" y="9853"/>
                    </a:cubicBezTo>
                    <a:cubicBezTo>
                      <a:pt x="5190" y="9955"/>
                      <a:pt x="5190" y="9955"/>
                      <a:pt x="5623" y="9978"/>
                    </a:cubicBezTo>
                    <a:cubicBezTo>
                      <a:pt x="6278" y="10013"/>
                      <a:pt x="6548" y="10115"/>
                      <a:pt x="7118" y="10478"/>
                    </a:cubicBezTo>
                    <a:cubicBezTo>
                      <a:pt x="7808" y="10918"/>
                      <a:pt x="8473" y="10962"/>
                      <a:pt x="9278" y="10978"/>
                    </a:cubicBezTo>
                    <a:cubicBezTo>
                      <a:pt x="10070" y="10992"/>
                      <a:pt x="10645" y="11010"/>
                      <a:pt x="11320" y="11475"/>
                    </a:cubicBezTo>
                    <a:cubicBezTo>
                      <a:pt x="12195" y="12020"/>
                      <a:pt x="13093" y="11978"/>
                      <a:pt x="14098" y="11990"/>
                    </a:cubicBezTo>
                    <a:cubicBezTo>
                      <a:pt x="14303" y="11995"/>
                      <a:pt x="14510" y="12000"/>
                      <a:pt x="14723" y="12005"/>
                    </a:cubicBezTo>
                    <a:cubicBezTo>
                      <a:pt x="15403" y="12020"/>
                      <a:pt x="16083" y="12030"/>
                      <a:pt x="16763" y="12040"/>
                    </a:cubicBezTo>
                    <a:cubicBezTo>
                      <a:pt x="17238" y="12050"/>
                      <a:pt x="17713" y="12057"/>
                      <a:pt x="18185" y="12067"/>
                    </a:cubicBezTo>
                    <a:cubicBezTo>
                      <a:pt x="23553" y="12157"/>
                      <a:pt x="28915" y="12017"/>
                      <a:pt x="34278" y="11853"/>
                    </a:cubicBezTo>
                    <a:cubicBezTo>
                      <a:pt x="34278" y="11688"/>
                      <a:pt x="34278" y="11522"/>
                      <a:pt x="34278" y="11353"/>
                    </a:cubicBezTo>
                    <a:cubicBezTo>
                      <a:pt x="33947" y="11188"/>
                      <a:pt x="33618" y="11022"/>
                      <a:pt x="33278" y="10853"/>
                    </a:cubicBezTo>
                    <a:cubicBezTo>
                      <a:pt x="35093" y="10853"/>
                      <a:pt x="36908" y="10853"/>
                      <a:pt x="38778" y="10853"/>
                    </a:cubicBezTo>
                    <a:cubicBezTo>
                      <a:pt x="38778" y="10688"/>
                      <a:pt x="38778" y="10522"/>
                      <a:pt x="38778" y="10353"/>
                    </a:cubicBezTo>
                    <a:cubicBezTo>
                      <a:pt x="38952" y="10325"/>
                      <a:pt x="39128" y="10298"/>
                      <a:pt x="39308" y="10270"/>
                    </a:cubicBezTo>
                    <a:cubicBezTo>
                      <a:pt x="39535" y="10230"/>
                      <a:pt x="39763" y="10190"/>
                      <a:pt x="39998" y="10150"/>
                    </a:cubicBezTo>
                    <a:cubicBezTo>
                      <a:pt x="40223" y="10112"/>
                      <a:pt x="40450" y="10075"/>
                      <a:pt x="40683" y="10035"/>
                    </a:cubicBezTo>
                    <a:cubicBezTo>
                      <a:pt x="41372" y="9823"/>
                      <a:pt x="41410" y="9680"/>
                      <a:pt x="41778" y="9103"/>
                    </a:cubicBezTo>
                    <a:cubicBezTo>
                      <a:pt x="42275" y="8948"/>
                      <a:pt x="42275" y="8948"/>
                      <a:pt x="42858" y="8853"/>
                    </a:cubicBezTo>
                    <a:cubicBezTo>
                      <a:pt x="43827" y="8668"/>
                      <a:pt x="44478" y="8422"/>
                      <a:pt x="45278" y="7853"/>
                    </a:cubicBezTo>
                    <a:cubicBezTo>
                      <a:pt x="45555" y="8845"/>
                      <a:pt x="45478" y="9207"/>
                      <a:pt x="45028" y="10103"/>
                    </a:cubicBezTo>
                    <a:cubicBezTo>
                      <a:pt x="45160" y="11235"/>
                      <a:pt x="45160" y="11235"/>
                      <a:pt x="45528" y="11603"/>
                    </a:cubicBezTo>
                    <a:cubicBezTo>
                      <a:pt x="45538" y="11972"/>
                      <a:pt x="45538" y="11972"/>
                      <a:pt x="45508" y="12438"/>
                    </a:cubicBezTo>
                    <a:cubicBezTo>
                      <a:pt x="45502" y="12522"/>
                      <a:pt x="45502" y="12522"/>
                      <a:pt x="45475" y="12945"/>
                    </a:cubicBezTo>
                    <a:cubicBezTo>
                      <a:pt x="45460" y="13120"/>
                      <a:pt x="45447" y="13298"/>
                      <a:pt x="45435" y="13478"/>
                    </a:cubicBezTo>
                    <a:cubicBezTo>
                      <a:pt x="45430" y="13565"/>
                      <a:pt x="45430" y="13565"/>
                      <a:pt x="45403" y="14010"/>
                    </a:cubicBezTo>
                    <a:cubicBezTo>
                      <a:pt x="45310" y="15320"/>
                      <a:pt x="45310" y="15320"/>
                      <a:pt x="45028" y="15603"/>
                    </a:cubicBezTo>
                    <a:cubicBezTo>
                      <a:pt x="44998" y="16228"/>
                      <a:pt x="44998" y="16228"/>
                      <a:pt x="45028" y="16853"/>
                    </a:cubicBezTo>
                    <a:cubicBezTo>
                      <a:pt x="45110" y="16935"/>
                      <a:pt x="45192" y="17018"/>
                      <a:pt x="45278" y="17103"/>
                    </a:cubicBezTo>
                    <a:cubicBezTo>
                      <a:pt x="45312" y="17605"/>
                      <a:pt x="45290" y="18100"/>
                      <a:pt x="45278" y="18603"/>
                    </a:cubicBezTo>
                    <a:cubicBezTo>
                      <a:pt x="45113" y="18603"/>
                      <a:pt x="44947" y="18603"/>
                      <a:pt x="44778" y="18603"/>
                    </a:cubicBezTo>
                    <a:cubicBezTo>
                      <a:pt x="44695" y="18108"/>
                      <a:pt x="44613" y="17612"/>
                      <a:pt x="44528" y="17103"/>
                    </a:cubicBezTo>
                    <a:cubicBezTo>
                      <a:pt x="44280" y="17145"/>
                      <a:pt x="44280" y="17145"/>
                      <a:pt x="43028" y="17353"/>
                    </a:cubicBezTo>
                    <a:cubicBezTo>
                      <a:pt x="42945" y="17600"/>
                      <a:pt x="42863" y="17847"/>
                      <a:pt x="42778" y="18103"/>
                    </a:cubicBezTo>
                    <a:cubicBezTo>
                      <a:pt x="42365" y="18145"/>
                      <a:pt x="42365" y="18145"/>
                      <a:pt x="40278" y="18353"/>
                    </a:cubicBezTo>
                    <a:cubicBezTo>
                      <a:pt x="40278" y="18600"/>
                      <a:pt x="40278" y="18847"/>
                      <a:pt x="40278" y="19103"/>
                    </a:cubicBezTo>
                    <a:cubicBezTo>
                      <a:pt x="40690" y="19103"/>
                      <a:pt x="41103" y="19103"/>
                      <a:pt x="41528" y="19103"/>
                    </a:cubicBezTo>
                    <a:cubicBezTo>
                      <a:pt x="41028" y="19603"/>
                      <a:pt x="41028" y="19603"/>
                      <a:pt x="40498" y="19635"/>
                    </a:cubicBezTo>
                    <a:cubicBezTo>
                      <a:pt x="40343" y="19623"/>
                      <a:pt x="40188" y="19612"/>
                      <a:pt x="40028" y="19603"/>
                    </a:cubicBezTo>
                    <a:cubicBezTo>
                      <a:pt x="40028" y="19438"/>
                      <a:pt x="40028" y="19272"/>
                      <a:pt x="40028" y="19103"/>
                    </a:cubicBezTo>
                    <a:cubicBezTo>
                      <a:pt x="39533" y="19145"/>
                      <a:pt x="39533" y="19145"/>
                      <a:pt x="37028" y="19353"/>
                    </a:cubicBezTo>
                    <a:cubicBezTo>
                      <a:pt x="36945" y="19600"/>
                      <a:pt x="36863" y="19847"/>
                      <a:pt x="36778" y="20103"/>
                    </a:cubicBezTo>
                    <a:cubicBezTo>
                      <a:pt x="36555" y="20112"/>
                      <a:pt x="36333" y="20123"/>
                      <a:pt x="36103" y="20130"/>
                    </a:cubicBezTo>
                    <a:cubicBezTo>
                      <a:pt x="35808" y="20147"/>
                      <a:pt x="35513" y="20165"/>
                      <a:pt x="35215" y="20180"/>
                    </a:cubicBezTo>
                    <a:cubicBezTo>
                      <a:pt x="35070" y="20188"/>
                      <a:pt x="34923" y="20192"/>
                      <a:pt x="34773" y="20198"/>
                    </a:cubicBezTo>
                    <a:cubicBezTo>
                      <a:pt x="34628" y="20207"/>
                      <a:pt x="34485" y="20215"/>
                      <a:pt x="34338" y="20225"/>
                    </a:cubicBezTo>
                    <a:cubicBezTo>
                      <a:pt x="34273" y="20228"/>
                      <a:pt x="34273" y="20228"/>
                      <a:pt x="33940" y="20245"/>
                    </a:cubicBezTo>
                    <a:cubicBezTo>
                      <a:pt x="33528" y="20353"/>
                      <a:pt x="33528" y="20353"/>
                      <a:pt x="33070" y="20728"/>
                    </a:cubicBezTo>
                    <a:cubicBezTo>
                      <a:pt x="32398" y="21195"/>
                      <a:pt x="31848" y="21220"/>
                      <a:pt x="31055" y="21230"/>
                    </a:cubicBezTo>
                    <a:cubicBezTo>
                      <a:pt x="30913" y="21235"/>
                      <a:pt x="30770" y="21240"/>
                      <a:pt x="30623" y="21245"/>
                    </a:cubicBezTo>
                    <a:cubicBezTo>
                      <a:pt x="30153" y="21257"/>
                      <a:pt x="29685" y="21268"/>
                      <a:pt x="29215" y="21275"/>
                    </a:cubicBezTo>
                    <a:cubicBezTo>
                      <a:pt x="28888" y="21282"/>
                      <a:pt x="28558" y="21290"/>
                      <a:pt x="28228" y="21300"/>
                    </a:cubicBezTo>
                    <a:cubicBezTo>
                      <a:pt x="27245" y="21323"/>
                      <a:pt x="26263" y="21340"/>
                      <a:pt x="25278" y="21353"/>
                    </a:cubicBezTo>
                    <a:cubicBezTo>
                      <a:pt x="25140" y="21355"/>
                      <a:pt x="25002" y="21358"/>
                      <a:pt x="24860" y="21360"/>
                    </a:cubicBezTo>
                    <a:cubicBezTo>
                      <a:pt x="20578" y="21425"/>
                      <a:pt x="16305" y="21275"/>
                      <a:pt x="12028" y="21103"/>
                    </a:cubicBezTo>
                    <a:cubicBezTo>
                      <a:pt x="12028" y="20855"/>
                      <a:pt x="12028" y="20608"/>
                      <a:pt x="12028" y="20353"/>
                    </a:cubicBezTo>
                    <a:cubicBezTo>
                      <a:pt x="11780" y="20353"/>
                      <a:pt x="11533" y="20353"/>
                      <a:pt x="11278" y="20353"/>
                    </a:cubicBezTo>
                    <a:cubicBezTo>
                      <a:pt x="11278" y="20188"/>
                      <a:pt x="11278" y="20022"/>
                      <a:pt x="11278" y="19853"/>
                    </a:cubicBezTo>
                    <a:cubicBezTo>
                      <a:pt x="11195" y="19847"/>
                      <a:pt x="11195" y="19847"/>
                      <a:pt x="10775" y="19815"/>
                    </a:cubicBezTo>
                    <a:cubicBezTo>
                      <a:pt x="8908" y="19658"/>
                      <a:pt x="8908" y="19658"/>
                      <a:pt x="8153" y="19337"/>
                    </a:cubicBezTo>
                    <a:cubicBezTo>
                      <a:pt x="7293" y="19015"/>
                      <a:pt x="6515" y="19103"/>
                      <a:pt x="5605" y="19158"/>
                    </a:cubicBezTo>
                    <a:cubicBezTo>
                      <a:pt x="4888" y="19090"/>
                      <a:pt x="4750" y="18873"/>
                      <a:pt x="4278" y="18353"/>
                    </a:cubicBezTo>
                    <a:cubicBezTo>
                      <a:pt x="3830" y="18188"/>
                      <a:pt x="3830" y="18188"/>
                      <a:pt x="3373" y="18087"/>
                    </a:cubicBezTo>
                    <a:cubicBezTo>
                      <a:pt x="2910" y="17985"/>
                      <a:pt x="2910" y="17985"/>
                      <a:pt x="2528" y="17853"/>
                    </a:cubicBezTo>
                    <a:cubicBezTo>
                      <a:pt x="2445" y="17688"/>
                      <a:pt x="2363" y="17522"/>
                      <a:pt x="2278" y="17353"/>
                    </a:cubicBezTo>
                    <a:cubicBezTo>
                      <a:pt x="1947" y="17188"/>
                      <a:pt x="1618" y="17022"/>
                      <a:pt x="1278" y="16853"/>
                    </a:cubicBezTo>
                    <a:cubicBezTo>
                      <a:pt x="1278" y="14295"/>
                      <a:pt x="1278" y="11737"/>
                      <a:pt x="1278" y="9103"/>
                    </a:cubicBezTo>
                    <a:cubicBezTo>
                      <a:pt x="1113" y="9145"/>
                      <a:pt x="1113" y="9145"/>
                      <a:pt x="278" y="9353"/>
                    </a:cubicBezTo>
                    <a:cubicBezTo>
                      <a:pt x="0" y="4858"/>
                      <a:pt x="0" y="4858"/>
                      <a:pt x="950" y="3728"/>
                    </a:cubicBezTo>
                    <a:cubicBezTo>
                      <a:pt x="1583" y="3172"/>
                      <a:pt x="2225" y="2862"/>
                      <a:pt x="3028" y="2602"/>
                    </a:cubicBezTo>
                    <a:cubicBezTo>
                      <a:pt x="3153" y="2468"/>
                      <a:pt x="3275" y="2335"/>
                      <a:pt x="3403" y="2198"/>
                    </a:cubicBezTo>
                    <a:cubicBezTo>
                      <a:pt x="3778" y="1852"/>
                      <a:pt x="3778" y="1852"/>
                      <a:pt x="4450" y="1805"/>
                    </a:cubicBezTo>
                    <a:cubicBezTo>
                      <a:pt x="4640" y="1820"/>
                      <a:pt x="4833" y="1837"/>
                      <a:pt x="5028" y="1852"/>
                    </a:cubicBezTo>
                    <a:cubicBezTo>
                      <a:pt x="4288" y="2935"/>
                      <a:pt x="3800" y="3285"/>
                      <a:pt x="2528" y="3602"/>
                    </a:cubicBezTo>
                    <a:cubicBezTo>
                      <a:pt x="2528" y="3767"/>
                      <a:pt x="2528" y="3932"/>
                      <a:pt x="2528" y="4103"/>
                    </a:cubicBezTo>
                    <a:cubicBezTo>
                      <a:pt x="3257" y="3835"/>
                      <a:pt x="3723" y="3657"/>
                      <a:pt x="4278" y="3102"/>
                    </a:cubicBezTo>
                    <a:cubicBezTo>
                      <a:pt x="4775" y="2965"/>
                      <a:pt x="5265" y="2920"/>
                      <a:pt x="5778" y="2852"/>
                    </a:cubicBezTo>
                    <a:cubicBezTo>
                      <a:pt x="5695" y="2440"/>
                      <a:pt x="5613" y="2028"/>
                      <a:pt x="5528" y="1602"/>
                    </a:cubicBezTo>
                    <a:cubicBezTo>
                      <a:pt x="5940" y="1438"/>
                      <a:pt x="6353" y="1272"/>
                      <a:pt x="6778" y="1102"/>
                    </a:cubicBezTo>
                    <a:cubicBezTo>
                      <a:pt x="6778" y="1350"/>
                      <a:pt x="6778" y="1597"/>
                      <a:pt x="6778" y="1852"/>
                    </a:cubicBezTo>
                    <a:cubicBezTo>
                      <a:pt x="7603" y="1852"/>
                      <a:pt x="8428" y="1852"/>
                      <a:pt x="9278" y="1852"/>
                    </a:cubicBezTo>
                    <a:cubicBezTo>
                      <a:pt x="9278" y="1688"/>
                      <a:pt x="9278" y="1522"/>
                      <a:pt x="9278" y="1352"/>
                    </a:cubicBezTo>
                    <a:cubicBezTo>
                      <a:pt x="8783" y="1270"/>
                      <a:pt x="8288" y="1188"/>
                      <a:pt x="7778" y="1102"/>
                    </a:cubicBezTo>
                    <a:cubicBezTo>
                      <a:pt x="8075" y="837"/>
                      <a:pt x="8075" y="837"/>
                      <a:pt x="8528" y="602"/>
                    </a:cubicBezTo>
                    <a:cubicBezTo>
                      <a:pt x="8703" y="638"/>
                      <a:pt x="8877" y="672"/>
                      <a:pt x="9058" y="710"/>
                    </a:cubicBezTo>
                    <a:cubicBezTo>
                      <a:pt x="9968" y="890"/>
                      <a:pt x="10838" y="907"/>
                      <a:pt x="11763" y="915"/>
                    </a:cubicBezTo>
                    <a:cubicBezTo>
                      <a:pt x="11850" y="918"/>
                      <a:pt x="11850" y="918"/>
                      <a:pt x="12285" y="930"/>
                    </a:cubicBezTo>
                    <a:cubicBezTo>
                      <a:pt x="12455" y="933"/>
                      <a:pt x="12625" y="933"/>
                      <a:pt x="12800" y="935"/>
                    </a:cubicBezTo>
                    <a:cubicBezTo>
                      <a:pt x="12877" y="935"/>
                      <a:pt x="12877" y="935"/>
                      <a:pt x="13260" y="942"/>
                    </a:cubicBezTo>
                    <a:cubicBezTo>
                      <a:pt x="13770" y="855"/>
                      <a:pt x="14020" y="730"/>
                      <a:pt x="14458" y="477"/>
                    </a:cubicBezTo>
                    <a:cubicBezTo>
                      <a:pt x="15298" y="50"/>
                      <a:pt x="15988" y="0"/>
                      <a:pt x="16918" y="17"/>
                    </a:cubicBezTo>
                    <a:close/>
                    <a:moveTo>
                      <a:pt x="15560" y="1430"/>
                    </a:moveTo>
                    <a:cubicBezTo>
                      <a:pt x="15405" y="1445"/>
                      <a:pt x="15248" y="1460"/>
                      <a:pt x="15088" y="1475"/>
                    </a:cubicBezTo>
                    <a:cubicBezTo>
                      <a:pt x="13010" y="1677"/>
                      <a:pt x="11040" y="2043"/>
                      <a:pt x="9028" y="2602"/>
                    </a:cubicBezTo>
                    <a:cubicBezTo>
                      <a:pt x="8865" y="2645"/>
                      <a:pt x="8703" y="2688"/>
                      <a:pt x="8535" y="2733"/>
                    </a:cubicBezTo>
                    <a:cubicBezTo>
                      <a:pt x="6535" y="3263"/>
                      <a:pt x="4800" y="4037"/>
                      <a:pt x="3028" y="5103"/>
                    </a:cubicBezTo>
                    <a:cubicBezTo>
                      <a:pt x="3560" y="6405"/>
                      <a:pt x="4545" y="6795"/>
                      <a:pt x="5778" y="7353"/>
                    </a:cubicBezTo>
                    <a:cubicBezTo>
                      <a:pt x="6603" y="7645"/>
                      <a:pt x="7433" y="7880"/>
                      <a:pt x="8278" y="8103"/>
                    </a:cubicBezTo>
                    <a:cubicBezTo>
                      <a:pt x="8555" y="8185"/>
                      <a:pt x="8833" y="8267"/>
                      <a:pt x="9110" y="8347"/>
                    </a:cubicBezTo>
                    <a:cubicBezTo>
                      <a:pt x="10043" y="8615"/>
                      <a:pt x="10983" y="8812"/>
                      <a:pt x="11935" y="8992"/>
                    </a:cubicBezTo>
                    <a:cubicBezTo>
                      <a:pt x="12090" y="9025"/>
                      <a:pt x="12245" y="9055"/>
                      <a:pt x="12408" y="9087"/>
                    </a:cubicBezTo>
                    <a:cubicBezTo>
                      <a:pt x="15720" y="9718"/>
                      <a:pt x="19100" y="9650"/>
                      <a:pt x="22458" y="9650"/>
                    </a:cubicBezTo>
                    <a:cubicBezTo>
                      <a:pt x="22995" y="9650"/>
                      <a:pt x="23530" y="9650"/>
                      <a:pt x="24065" y="9655"/>
                    </a:cubicBezTo>
                    <a:cubicBezTo>
                      <a:pt x="27005" y="9672"/>
                      <a:pt x="29880" y="9650"/>
                      <a:pt x="32778" y="9103"/>
                    </a:cubicBezTo>
                    <a:cubicBezTo>
                      <a:pt x="33145" y="9043"/>
                      <a:pt x="33513" y="8985"/>
                      <a:pt x="33880" y="8925"/>
                    </a:cubicBezTo>
                    <a:cubicBezTo>
                      <a:pt x="40090" y="7825"/>
                      <a:pt x="40090" y="7825"/>
                      <a:pt x="42278" y="6103"/>
                    </a:cubicBezTo>
                    <a:cubicBezTo>
                      <a:pt x="42588" y="5562"/>
                      <a:pt x="42588" y="5562"/>
                      <a:pt x="42778" y="5103"/>
                    </a:cubicBezTo>
                    <a:cubicBezTo>
                      <a:pt x="40390" y="3433"/>
                      <a:pt x="37825" y="2737"/>
                      <a:pt x="35008" y="2198"/>
                    </a:cubicBezTo>
                    <a:cubicBezTo>
                      <a:pt x="34658" y="2127"/>
                      <a:pt x="34310" y="2055"/>
                      <a:pt x="33960" y="1980"/>
                    </a:cubicBezTo>
                    <a:cubicBezTo>
                      <a:pt x="27978" y="710"/>
                      <a:pt x="21615" y="843"/>
                      <a:pt x="15560" y="1430"/>
                    </a:cubicBezTo>
                    <a:close/>
                    <a:moveTo>
                      <a:pt x="2278" y="9603"/>
                    </a:moveTo>
                    <a:cubicBezTo>
                      <a:pt x="1635" y="10823"/>
                      <a:pt x="1705" y="12030"/>
                      <a:pt x="1715" y="13385"/>
                    </a:cubicBezTo>
                    <a:cubicBezTo>
                      <a:pt x="1715" y="13610"/>
                      <a:pt x="1713" y="13837"/>
                      <a:pt x="1710" y="14070"/>
                    </a:cubicBezTo>
                    <a:cubicBezTo>
                      <a:pt x="1710" y="14287"/>
                      <a:pt x="1713" y="14505"/>
                      <a:pt x="1713" y="14730"/>
                    </a:cubicBezTo>
                    <a:cubicBezTo>
                      <a:pt x="1713" y="14927"/>
                      <a:pt x="1713" y="15125"/>
                      <a:pt x="1715" y="15328"/>
                    </a:cubicBezTo>
                    <a:cubicBezTo>
                      <a:pt x="1785" y="15902"/>
                      <a:pt x="1905" y="16168"/>
                      <a:pt x="2278" y="16603"/>
                    </a:cubicBezTo>
                    <a:cubicBezTo>
                      <a:pt x="2757" y="16867"/>
                      <a:pt x="2757" y="16867"/>
                      <a:pt x="3325" y="17103"/>
                    </a:cubicBezTo>
                    <a:cubicBezTo>
                      <a:pt x="3528" y="17188"/>
                      <a:pt x="3733" y="17272"/>
                      <a:pt x="3940" y="17360"/>
                    </a:cubicBezTo>
                    <a:cubicBezTo>
                      <a:pt x="4135" y="17440"/>
                      <a:pt x="4328" y="17520"/>
                      <a:pt x="4528" y="17603"/>
                    </a:cubicBezTo>
                    <a:cubicBezTo>
                      <a:pt x="4670" y="17670"/>
                      <a:pt x="4812" y="17737"/>
                      <a:pt x="4960" y="17807"/>
                    </a:cubicBezTo>
                    <a:cubicBezTo>
                      <a:pt x="7315" y="18915"/>
                      <a:pt x="9993" y="19250"/>
                      <a:pt x="12538" y="19680"/>
                    </a:cubicBezTo>
                    <a:cubicBezTo>
                      <a:pt x="13300" y="19810"/>
                      <a:pt x="14055" y="19965"/>
                      <a:pt x="14810" y="20135"/>
                    </a:cubicBezTo>
                    <a:cubicBezTo>
                      <a:pt x="18143" y="20805"/>
                      <a:pt x="21650" y="20668"/>
                      <a:pt x="25028" y="20603"/>
                    </a:cubicBezTo>
                    <a:cubicBezTo>
                      <a:pt x="25195" y="20600"/>
                      <a:pt x="25360" y="20597"/>
                      <a:pt x="25533" y="20592"/>
                    </a:cubicBezTo>
                    <a:cubicBezTo>
                      <a:pt x="27690" y="20537"/>
                      <a:pt x="29808" y="20218"/>
                      <a:pt x="31935" y="19867"/>
                    </a:cubicBezTo>
                    <a:cubicBezTo>
                      <a:pt x="32067" y="19847"/>
                      <a:pt x="32197" y="19825"/>
                      <a:pt x="32335" y="19802"/>
                    </a:cubicBezTo>
                    <a:cubicBezTo>
                      <a:pt x="32715" y="19742"/>
                      <a:pt x="33095" y="19677"/>
                      <a:pt x="33475" y="19612"/>
                    </a:cubicBezTo>
                    <a:cubicBezTo>
                      <a:pt x="33697" y="19573"/>
                      <a:pt x="33918" y="19535"/>
                      <a:pt x="34145" y="19498"/>
                    </a:cubicBezTo>
                    <a:cubicBezTo>
                      <a:pt x="34810" y="19345"/>
                      <a:pt x="35400" y="19115"/>
                      <a:pt x="36028" y="18853"/>
                    </a:cubicBezTo>
                    <a:cubicBezTo>
                      <a:pt x="36490" y="18730"/>
                      <a:pt x="36955" y="18617"/>
                      <a:pt x="37420" y="18510"/>
                    </a:cubicBezTo>
                    <a:cubicBezTo>
                      <a:pt x="42625" y="17257"/>
                      <a:pt x="42625" y="17257"/>
                      <a:pt x="43778" y="16103"/>
                    </a:cubicBezTo>
                    <a:cubicBezTo>
                      <a:pt x="43800" y="15652"/>
                      <a:pt x="43808" y="15215"/>
                      <a:pt x="43803" y="14765"/>
                    </a:cubicBezTo>
                    <a:cubicBezTo>
                      <a:pt x="43803" y="14633"/>
                      <a:pt x="43803" y="14500"/>
                      <a:pt x="43803" y="14362"/>
                    </a:cubicBezTo>
                    <a:cubicBezTo>
                      <a:pt x="43800" y="13938"/>
                      <a:pt x="43798" y="13513"/>
                      <a:pt x="43795" y="13087"/>
                    </a:cubicBezTo>
                    <a:cubicBezTo>
                      <a:pt x="43793" y="12800"/>
                      <a:pt x="43793" y="12510"/>
                      <a:pt x="43790" y="12222"/>
                    </a:cubicBezTo>
                    <a:cubicBezTo>
                      <a:pt x="43788" y="11517"/>
                      <a:pt x="43783" y="10810"/>
                      <a:pt x="43778" y="10103"/>
                    </a:cubicBezTo>
                    <a:cubicBezTo>
                      <a:pt x="43310" y="9948"/>
                      <a:pt x="43310" y="9948"/>
                      <a:pt x="42778" y="9853"/>
                    </a:cubicBezTo>
                    <a:cubicBezTo>
                      <a:pt x="42613" y="10017"/>
                      <a:pt x="42447" y="10182"/>
                      <a:pt x="42278" y="10353"/>
                    </a:cubicBezTo>
                    <a:cubicBezTo>
                      <a:pt x="41388" y="10752"/>
                      <a:pt x="40458" y="11050"/>
                      <a:pt x="39528" y="11353"/>
                    </a:cubicBezTo>
                    <a:cubicBezTo>
                      <a:pt x="39465" y="11373"/>
                      <a:pt x="39465" y="11373"/>
                      <a:pt x="39145" y="11480"/>
                    </a:cubicBezTo>
                    <a:cubicBezTo>
                      <a:pt x="29705" y="14530"/>
                      <a:pt x="16970" y="14677"/>
                      <a:pt x="7528" y="11603"/>
                    </a:cubicBezTo>
                    <a:cubicBezTo>
                      <a:pt x="7325" y="11537"/>
                      <a:pt x="7123" y="11472"/>
                      <a:pt x="6913" y="11405"/>
                    </a:cubicBezTo>
                    <a:cubicBezTo>
                      <a:pt x="3627" y="10332"/>
                      <a:pt x="3627" y="10332"/>
                      <a:pt x="2278" y="9603"/>
                    </a:cubicBezTo>
                    <a:close/>
                  </a:path>
                </a:pathLst>
              </a:custGeom>
              <a:solidFill>
                <a:srgbClr val="626262"/>
              </a:solidFill>
              <a:ln w="0">
                <a:noFill/>
              </a:ln>
            </p:spPr>
          </p:sp>
          <p:sp>
            <p:nvSpPr>
              <p:cNvPr id="194" name="database_filter vector"/>
              <p:cNvSpPr/>
              <p:nvPr/>
            </p:nvSpPr>
            <p:spPr>
              <a:xfrm>
                <a:off x="3623203" y="888823"/>
                <a:ext cx="340728" cy="506166"/>
              </a:xfrm>
              <a:custGeom>
                <a:avLst/>
                <a:gdLst/>
                <a:ahLst/>
                <a:cxnLst/>
                <a:rect l="0" t="0" r="r" b="b"/>
                <a:pathLst>
                  <a:path w="37262" h="55355" fill="norm" stroke="0">
                    <a:moveTo>
                      <a:pt x="20353" y="198"/>
                    </a:moveTo>
                    <a:cubicBezTo>
                      <a:pt x="20632" y="198"/>
                      <a:pt x="20910" y="198"/>
                      <a:pt x="21190" y="195"/>
                    </a:cubicBezTo>
                    <a:cubicBezTo>
                      <a:pt x="21775" y="195"/>
                      <a:pt x="22360" y="195"/>
                      <a:pt x="22942" y="200"/>
                    </a:cubicBezTo>
                    <a:cubicBezTo>
                      <a:pt x="23688" y="203"/>
                      <a:pt x="24430" y="200"/>
                      <a:pt x="25175" y="198"/>
                    </a:cubicBezTo>
                    <a:cubicBezTo>
                      <a:pt x="25752" y="195"/>
                      <a:pt x="26328" y="195"/>
                      <a:pt x="26905" y="198"/>
                    </a:cubicBezTo>
                    <a:cubicBezTo>
                      <a:pt x="27180" y="198"/>
                      <a:pt x="27453" y="198"/>
                      <a:pt x="27728" y="195"/>
                    </a:cubicBezTo>
                    <a:cubicBezTo>
                      <a:pt x="29208" y="188"/>
                      <a:pt x="30470" y="282"/>
                      <a:pt x="31848" y="875"/>
                    </a:cubicBezTo>
                    <a:cubicBezTo>
                      <a:pt x="32377" y="1095"/>
                      <a:pt x="32853" y="1150"/>
                      <a:pt x="33425" y="1168"/>
                    </a:cubicBezTo>
                    <a:cubicBezTo>
                      <a:pt x="33618" y="1175"/>
                      <a:pt x="33812" y="1183"/>
                      <a:pt x="34012" y="1190"/>
                    </a:cubicBezTo>
                    <a:cubicBezTo>
                      <a:pt x="34110" y="1193"/>
                      <a:pt x="34110" y="1193"/>
                      <a:pt x="34605" y="1203"/>
                    </a:cubicBezTo>
                    <a:cubicBezTo>
                      <a:pt x="35002" y="1215"/>
                      <a:pt x="35400" y="1230"/>
                      <a:pt x="35800" y="1245"/>
                    </a:cubicBezTo>
                    <a:cubicBezTo>
                      <a:pt x="35973" y="1250"/>
                      <a:pt x="36145" y="1253"/>
                      <a:pt x="36323" y="1258"/>
                    </a:cubicBezTo>
                    <a:cubicBezTo>
                      <a:pt x="36762" y="1297"/>
                      <a:pt x="36762" y="1297"/>
                      <a:pt x="37262" y="1547"/>
                    </a:cubicBezTo>
                    <a:cubicBezTo>
                      <a:pt x="37168" y="1907"/>
                      <a:pt x="37168" y="1907"/>
                      <a:pt x="37012" y="2297"/>
                    </a:cubicBezTo>
                    <a:cubicBezTo>
                      <a:pt x="36848" y="2380"/>
                      <a:pt x="36683" y="2463"/>
                      <a:pt x="36512" y="2547"/>
                    </a:cubicBezTo>
                    <a:cubicBezTo>
                      <a:pt x="36595" y="2588"/>
                      <a:pt x="36595" y="2588"/>
                      <a:pt x="37012" y="2797"/>
                    </a:cubicBezTo>
                    <a:cubicBezTo>
                      <a:pt x="37012" y="2963"/>
                      <a:pt x="37012" y="3128"/>
                      <a:pt x="37012" y="3297"/>
                    </a:cubicBezTo>
                    <a:cubicBezTo>
                      <a:pt x="36365" y="3312"/>
                      <a:pt x="35720" y="3320"/>
                      <a:pt x="35075" y="3328"/>
                    </a:cubicBezTo>
                    <a:cubicBezTo>
                      <a:pt x="34893" y="3333"/>
                      <a:pt x="34710" y="3338"/>
                      <a:pt x="34523" y="3340"/>
                    </a:cubicBezTo>
                    <a:cubicBezTo>
                      <a:pt x="33560" y="3350"/>
                      <a:pt x="32840" y="3353"/>
                      <a:pt x="32012" y="2797"/>
                    </a:cubicBezTo>
                    <a:cubicBezTo>
                      <a:pt x="32012" y="2715"/>
                      <a:pt x="32012" y="2633"/>
                      <a:pt x="32012" y="2547"/>
                    </a:cubicBezTo>
                    <a:cubicBezTo>
                      <a:pt x="29985" y="2530"/>
                      <a:pt x="27958" y="2517"/>
                      <a:pt x="25930" y="2508"/>
                    </a:cubicBezTo>
                    <a:cubicBezTo>
                      <a:pt x="24988" y="2505"/>
                      <a:pt x="24045" y="2500"/>
                      <a:pt x="23105" y="2490"/>
                    </a:cubicBezTo>
                    <a:cubicBezTo>
                      <a:pt x="22195" y="2483"/>
                      <a:pt x="21285" y="2478"/>
                      <a:pt x="20375" y="2475"/>
                    </a:cubicBezTo>
                    <a:cubicBezTo>
                      <a:pt x="20030" y="2475"/>
                      <a:pt x="19683" y="2473"/>
                      <a:pt x="19338" y="2468"/>
                    </a:cubicBezTo>
                    <a:cubicBezTo>
                      <a:pt x="18850" y="2463"/>
                      <a:pt x="18365" y="2463"/>
                      <a:pt x="17877" y="2463"/>
                    </a:cubicBezTo>
                    <a:cubicBezTo>
                      <a:pt x="17735" y="2460"/>
                      <a:pt x="17595" y="2458"/>
                      <a:pt x="17448" y="2455"/>
                    </a:cubicBezTo>
                    <a:cubicBezTo>
                      <a:pt x="16520" y="2460"/>
                      <a:pt x="15890" y="2668"/>
                      <a:pt x="15085" y="3128"/>
                    </a:cubicBezTo>
                    <a:cubicBezTo>
                      <a:pt x="14640" y="3360"/>
                      <a:pt x="14273" y="3383"/>
                      <a:pt x="13775" y="3370"/>
                    </a:cubicBezTo>
                    <a:cubicBezTo>
                      <a:pt x="13605" y="3368"/>
                      <a:pt x="13433" y="3365"/>
                      <a:pt x="13257" y="3363"/>
                    </a:cubicBezTo>
                    <a:cubicBezTo>
                      <a:pt x="13083" y="3358"/>
                      <a:pt x="12910" y="3350"/>
                      <a:pt x="12730" y="3345"/>
                    </a:cubicBezTo>
                    <a:cubicBezTo>
                      <a:pt x="12555" y="3340"/>
                      <a:pt x="12380" y="3338"/>
                      <a:pt x="12198" y="3333"/>
                    </a:cubicBezTo>
                    <a:cubicBezTo>
                      <a:pt x="11865" y="3328"/>
                      <a:pt x="11530" y="3320"/>
                      <a:pt x="11195" y="3310"/>
                    </a:cubicBezTo>
                    <a:cubicBezTo>
                      <a:pt x="10718" y="3295"/>
                      <a:pt x="10240" y="3293"/>
                      <a:pt x="9763" y="3297"/>
                    </a:cubicBezTo>
                    <a:cubicBezTo>
                      <a:pt x="9928" y="3380"/>
                      <a:pt x="10093" y="3463"/>
                      <a:pt x="10263" y="3547"/>
                    </a:cubicBezTo>
                    <a:cubicBezTo>
                      <a:pt x="10263" y="3713"/>
                      <a:pt x="10263" y="3878"/>
                      <a:pt x="10263" y="4047"/>
                    </a:cubicBezTo>
                    <a:cubicBezTo>
                      <a:pt x="9690" y="4333"/>
                      <a:pt x="9363" y="4323"/>
                      <a:pt x="8730" y="4312"/>
                    </a:cubicBezTo>
                    <a:cubicBezTo>
                      <a:pt x="8640" y="4312"/>
                      <a:pt x="8640" y="4312"/>
                      <a:pt x="8183" y="4305"/>
                    </a:cubicBezTo>
                    <a:cubicBezTo>
                      <a:pt x="8043" y="4303"/>
                      <a:pt x="7905" y="4300"/>
                      <a:pt x="7763" y="4297"/>
                    </a:cubicBezTo>
                    <a:cubicBezTo>
                      <a:pt x="7680" y="4050"/>
                      <a:pt x="7598" y="3803"/>
                      <a:pt x="7513" y="3547"/>
                    </a:cubicBezTo>
                    <a:cubicBezTo>
                      <a:pt x="7265" y="3630"/>
                      <a:pt x="7018" y="3713"/>
                      <a:pt x="6763" y="3797"/>
                    </a:cubicBezTo>
                    <a:cubicBezTo>
                      <a:pt x="6845" y="4210"/>
                      <a:pt x="6928" y="4623"/>
                      <a:pt x="7013" y="5047"/>
                    </a:cubicBezTo>
                    <a:cubicBezTo>
                      <a:pt x="6873" y="5095"/>
                      <a:pt x="6735" y="5145"/>
                      <a:pt x="6593" y="5193"/>
                    </a:cubicBezTo>
                    <a:cubicBezTo>
                      <a:pt x="6500" y="5225"/>
                      <a:pt x="6500" y="5225"/>
                      <a:pt x="6043" y="5390"/>
                    </a:cubicBezTo>
                    <a:cubicBezTo>
                      <a:pt x="5863" y="5455"/>
                      <a:pt x="5683" y="5517"/>
                      <a:pt x="5498" y="5585"/>
                    </a:cubicBezTo>
                    <a:cubicBezTo>
                      <a:pt x="5013" y="5797"/>
                      <a:pt x="5013" y="5797"/>
                      <a:pt x="4513" y="6297"/>
                    </a:cubicBezTo>
                    <a:cubicBezTo>
                      <a:pt x="3855" y="6453"/>
                      <a:pt x="3855" y="6453"/>
                      <a:pt x="3263" y="6547"/>
                    </a:cubicBezTo>
                    <a:cubicBezTo>
                      <a:pt x="3278" y="6095"/>
                      <a:pt x="3278" y="6095"/>
                      <a:pt x="3513" y="5547"/>
                    </a:cubicBezTo>
                    <a:cubicBezTo>
                      <a:pt x="3942" y="5308"/>
                      <a:pt x="4375" y="5140"/>
                      <a:pt x="4840" y="4975"/>
                    </a:cubicBezTo>
                    <a:cubicBezTo>
                      <a:pt x="5263" y="4797"/>
                      <a:pt x="5263" y="4797"/>
                      <a:pt x="5763" y="4297"/>
                    </a:cubicBezTo>
                    <a:cubicBezTo>
                      <a:pt x="5268" y="4297"/>
                      <a:pt x="4773" y="4297"/>
                      <a:pt x="4263" y="4297"/>
                    </a:cubicBezTo>
                    <a:cubicBezTo>
                      <a:pt x="4245" y="4410"/>
                      <a:pt x="4230" y="4525"/>
                      <a:pt x="4215" y="4640"/>
                    </a:cubicBezTo>
                    <a:cubicBezTo>
                      <a:pt x="4013" y="5047"/>
                      <a:pt x="4013" y="5047"/>
                      <a:pt x="3450" y="5250"/>
                    </a:cubicBezTo>
                    <a:cubicBezTo>
                      <a:pt x="2523" y="5650"/>
                      <a:pt x="2005" y="6168"/>
                      <a:pt x="1513" y="7047"/>
                    </a:cubicBezTo>
                    <a:cubicBezTo>
                      <a:pt x="1368" y="7795"/>
                      <a:pt x="1393" y="8508"/>
                      <a:pt x="1433" y="9265"/>
                    </a:cubicBezTo>
                    <a:cubicBezTo>
                      <a:pt x="1440" y="9463"/>
                      <a:pt x="1445" y="9658"/>
                      <a:pt x="1450" y="9860"/>
                    </a:cubicBezTo>
                    <a:cubicBezTo>
                      <a:pt x="1465" y="10340"/>
                      <a:pt x="1485" y="10818"/>
                      <a:pt x="1513" y="11298"/>
                    </a:cubicBezTo>
                    <a:cubicBezTo>
                      <a:pt x="1760" y="11298"/>
                      <a:pt x="2007" y="11298"/>
                      <a:pt x="2263" y="11298"/>
                    </a:cubicBezTo>
                    <a:cubicBezTo>
                      <a:pt x="2345" y="13855"/>
                      <a:pt x="2428" y="16413"/>
                      <a:pt x="2513" y="19048"/>
                    </a:cubicBezTo>
                    <a:cubicBezTo>
                      <a:pt x="2843" y="19213"/>
                      <a:pt x="3173" y="19378"/>
                      <a:pt x="3513" y="19548"/>
                    </a:cubicBezTo>
                    <a:cubicBezTo>
                      <a:pt x="3595" y="19713"/>
                      <a:pt x="3678" y="19878"/>
                      <a:pt x="3763" y="20048"/>
                    </a:cubicBezTo>
                    <a:cubicBezTo>
                      <a:pt x="4273" y="20195"/>
                      <a:pt x="4785" y="20285"/>
                      <a:pt x="5308" y="20383"/>
                    </a:cubicBezTo>
                    <a:cubicBezTo>
                      <a:pt x="5382" y="20410"/>
                      <a:pt x="5382" y="20410"/>
                      <a:pt x="5763" y="20548"/>
                    </a:cubicBezTo>
                    <a:cubicBezTo>
                      <a:pt x="5845" y="20795"/>
                      <a:pt x="5928" y="21043"/>
                      <a:pt x="6013" y="21298"/>
                    </a:cubicBezTo>
                    <a:cubicBezTo>
                      <a:pt x="6838" y="21298"/>
                      <a:pt x="7663" y="21298"/>
                      <a:pt x="8513" y="21298"/>
                    </a:cubicBezTo>
                    <a:cubicBezTo>
                      <a:pt x="8513" y="21628"/>
                      <a:pt x="8513" y="21958"/>
                      <a:pt x="8513" y="22298"/>
                    </a:cubicBezTo>
                    <a:cubicBezTo>
                      <a:pt x="8348" y="22298"/>
                      <a:pt x="8183" y="22298"/>
                      <a:pt x="8013" y="22298"/>
                    </a:cubicBezTo>
                    <a:cubicBezTo>
                      <a:pt x="8095" y="22545"/>
                      <a:pt x="8178" y="22793"/>
                      <a:pt x="8263" y="23048"/>
                    </a:cubicBezTo>
                    <a:cubicBezTo>
                      <a:pt x="8013" y="23298"/>
                      <a:pt x="8013" y="23298"/>
                      <a:pt x="7623" y="23330"/>
                    </a:cubicBezTo>
                    <a:cubicBezTo>
                      <a:pt x="7468" y="23330"/>
                      <a:pt x="7312" y="23330"/>
                      <a:pt x="7153" y="23328"/>
                    </a:cubicBezTo>
                    <a:cubicBezTo>
                      <a:pt x="7075" y="23328"/>
                      <a:pt x="7075" y="23328"/>
                      <a:pt x="6685" y="23330"/>
                    </a:cubicBezTo>
                    <a:cubicBezTo>
                      <a:pt x="6263" y="23298"/>
                      <a:pt x="6263" y="23298"/>
                      <a:pt x="5763" y="23048"/>
                    </a:cubicBezTo>
                    <a:cubicBezTo>
                      <a:pt x="5763" y="22800"/>
                      <a:pt x="5763" y="22553"/>
                      <a:pt x="5763" y="22298"/>
                    </a:cubicBezTo>
                    <a:cubicBezTo>
                      <a:pt x="5333" y="22298"/>
                      <a:pt x="4905" y="22310"/>
                      <a:pt x="4478" y="22323"/>
                    </a:cubicBezTo>
                    <a:cubicBezTo>
                      <a:pt x="3817" y="22288"/>
                      <a:pt x="3165" y="22155"/>
                      <a:pt x="2513" y="22048"/>
                    </a:cubicBezTo>
                    <a:cubicBezTo>
                      <a:pt x="2430" y="26338"/>
                      <a:pt x="2348" y="30628"/>
                      <a:pt x="2263" y="35048"/>
                    </a:cubicBezTo>
                    <a:cubicBezTo>
                      <a:pt x="2015" y="35048"/>
                      <a:pt x="1768" y="35048"/>
                      <a:pt x="1513" y="35048"/>
                    </a:cubicBezTo>
                    <a:cubicBezTo>
                      <a:pt x="1513" y="35215"/>
                      <a:pt x="1513" y="35385"/>
                      <a:pt x="1513" y="35560"/>
                    </a:cubicBezTo>
                    <a:cubicBezTo>
                      <a:pt x="1513" y="36555"/>
                      <a:pt x="1513" y="37550"/>
                      <a:pt x="1513" y="38548"/>
                    </a:cubicBezTo>
                    <a:cubicBezTo>
                      <a:pt x="1760" y="38548"/>
                      <a:pt x="2007" y="38548"/>
                      <a:pt x="2263" y="38548"/>
                    </a:cubicBezTo>
                    <a:cubicBezTo>
                      <a:pt x="2263" y="42343"/>
                      <a:pt x="2263" y="46138"/>
                      <a:pt x="2263" y="50048"/>
                    </a:cubicBezTo>
                    <a:cubicBezTo>
                      <a:pt x="2675" y="50212"/>
                      <a:pt x="3088" y="50378"/>
                      <a:pt x="3513" y="50548"/>
                    </a:cubicBezTo>
                    <a:cubicBezTo>
                      <a:pt x="3678" y="50712"/>
                      <a:pt x="3843" y="50878"/>
                      <a:pt x="4013" y="51048"/>
                    </a:cubicBezTo>
                    <a:cubicBezTo>
                      <a:pt x="4498" y="51205"/>
                      <a:pt x="4498" y="51205"/>
                      <a:pt x="5043" y="51328"/>
                    </a:cubicBezTo>
                    <a:cubicBezTo>
                      <a:pt x="5132" y="51350"/>
                      <a:pt x="5132" y="51350"/>
                      <a:pt x="5593" y="51455"/>
                    </a:cubicBezTo>
                    <a:cubicBezTo>
                      <a:pt x="5730" y="51485"/>
                      <a:pt x="5870" y="51515"/>
                      <a:pt x="6013" y="51548"/>
                    </a:cubicBezTo>
                    <a:cubicBezTo>
                      <a:pt x="6013" y="51712"/>
                      <a:pt x="6013" y="51878"/>
                      <a:pt x="6013" y="52048"/>
                    </a:cubicBezTo>
                    <a:cubicBezTo>
                      <a:pt x="6135" y="52050"/>
                      <a:pt x="6255" y="52055"/>
                      <a:pt x="6382" y="52058"/>
                    </a:cubicBezTo>
                    <a:cubicBezTo>
                      <a:pt x="6940" y="52078"/>
                      <a:pt x="7500" y="52100"/>
                      <a:pt x="8058" y="52125"/>
                    </a:cubicBezTo>
                    <a:cubicBezTo>
                      <a:pt x="8155" y="52128"/>
                      <a:pt x="8155" y="52128"/>
                      <a:pt x="8640" y="52142"/>
                    </a:cubicBezTo>
                    <a:cubicBezTo>
                      <a:pt x="8830" y="52150"/>
                      <a:pt x="9018" y="52160"/>
                      <a:pt x="9210" y="52170"/>
                    </a:cubicBezTo>
                    <a:cubicBezTo>
                      <a:pt x="9295" y="52172"/>
                      <a:pt x="9295" y="52172"/>
                      <a:pt x="9730" y="52190"/>
                    </a:cubicBezTo>
                    <a:cubicBezTo>
                      <a:pt x="10263" y="52298"/>
                      <a:pt x="10263" y="52298"/>
                      <a:pt x="10838" y="52672"/>
                    </a:cubicBezTo>
                    <a:cubicBezTo>
                      <a:pt x="11510" y="53087"/>
                      <a:pt x="12050" y="53145"/>
                      <a:pt x="12848" y="53155"/>
                    </a:cubicBezTo>
                    <a:cubicBezTo>
                      <a:pt x="12975" y="53158"/>
                      <a:pt x="13100" y="53160"/>
                      <a:pt x="13233" y="53163"/>
                    </a:cubicBezTo>
                    <a:cubicBezTo>
                      <a:pt x="13648" y="53170"/>
                      <a:pt x="14062" y="53172"/>
                      <a:pt x="14478" y="53175"/>
                    </a:cubicBezTo>
                    <a:cubicBezTo>
                      <a:pt x="14768" y="53180"/>
                      <a:pt x="15058" y="53185"/>
                      <a:pt x="15348" y="53188"/>
                    </a:cubicBezTo>
                    <a:cubicBezTo>
                      <a:pt x="16105" y="53200"/>
                      <a:pt x="16865" y="53207"/>
                      <a:pt x="17625" y="53215"/>
                    </a:cubicBezTo>
                    <a:cubicBezTo>
                      <a:pt x="18400" y="53223"/>
                      <a:pt x="19175" y="53232"/>
                      <a:pt x="19953" y="53245"/>
                    </a:cubicBezTo>
                    <a:cubicBezTo>
                      <a:pt x="21473" y="53268"/>
                      <a:pt x="22993" y="53283"/>
                      <a:pt x="24513" y="53298"/>
                    </a:cubicBezTo>
                    <a:cubicBezTo>
                      <a:pt x="24465" y="53443"/>
                      <a:pt x="24420" y="53585"/>
                      <a:pt x="24370" y="53735"/>
                    </a:cubicBezTo>
                    <a:cubicBezTo>
                      <a:pt x="24252" y="54350"/>
                      <a:pt x="24323" y="54707"/>
                      <a:pt x="24513" y="55298"/>
                    </a:cubicBezTo>
                    <a:cubicBezTo>
                      <a:pt x="23040" y="55310"/>
                      <a:pt x="21567" y="55318"/>
                      <a:pt x="20095" y="55325"/>
                    </a:cubicBezTo>
                    <a:cubicBezTo>
                      <a:pt x="19593" y="55328"/>
                      <a:pt x="19093" y="55330"/>
                      <a:pt x="18593" y="55335"/>
                    </a:cubicBezTo>
                    <a:cubicBezTo>
                      <a:pt x="17873" y="55340"/>
                      <a:pt x="17150" y="55343"/>
                      <a:pt x="16430" y="55345"/>
                    </a:cubicBezTo>
                    <a:cubicBezTo>
                      <a:pt x="16208" y="55348"/>
                      <a:pt x="15985" y="55350"/>
                      <a:pt x="15755" y="55355"/>
                    </a:cubicBezTo>
                    <a:cubicBezTo>
                      <a:pt x="14632" y="55355"/>
                      <a:pt x="13763" y="55320"/>
                      <a:pt x="12763" y="54798"/>
                    </a:cubicBezTo>
                    <a:cubicBezTo>
                      <a:pt x="12763" y="54715"/>
                      <a:pt x="12763" y="54633"/>
                      <a:pt x="12763" y="54548"/>
                    </a:cubicBezTo>
                    <a:cubicBezTo>
                      <a:pt x="12593" y="54543"/>
                      <a:pt x="12425" y="54538"/>
                      <a:pt x="12250" y="54533"/>
                    </a:cubicBezTo>
                    <a:cubicBezTo>
                      <a:pt x="11620" y="54512"/>
                      <a:pt x="10990" y="54490"/>
                      <a:pt x="10360" y="54468"/>
                    </a:cubicBezTo>
                    <a:cubicBezTo>
                      <a:pt x="10088" y="54457"/>
                      <a:pt x="9815" y="54450"/>
                      <a:pt x="9545" y="54443"/>
                    </a:cubicBezTo>
                    <a:cubicBezTo>
                      <a:pt x="9153" y="54430"/>
                      <a:pt x="8760" y="54415"/>
                      <a:pt x="8368" y="54400"/>
                    </a:cubicBezTo>
                    <a:cubicBezTo>
                      <a:pt x="8132" y="54392"/>
                      <a:pt x="7895" y="54385"/>
                      <a:pt x="7653" y="54378"/>
                    </a:cubicBezTo>
                    <a:cubicBezTo>
                      <a:pt x="7000" y="54295"/>
                      <a:pt x="6575" y="54128"/>
                      <a:pt x="6013" y="53798"/>
                    </a:cubicBezTo>
                    <a:cubicBezTo>
                      <a:pt x="6013" y="53633"/>
                      <a:pt x="6013" y="53468"/>
                      <a:pt x="6013" y="53298"/>
                    </a:cubicBezTo>
                    <a:cubicBezTo>
                      <a:pt x="5860" y="53305"/>
                      <a:pt x="5710" y="53315"/>
                      <a:pt x="5555" y="53323"/>
                    </a:cubicBezTo>
                    <a:cubicBezTo>
                      <a:pt x="3668" y="53388"/>
                      <a:pt x="3668" y="53388"/>
                      <a:pt x="2763" y="52548"/>
                    </a:cubicBezTo>
                    <a:cubicBezTo>
                      <a:pt x="2540" y="52460"/>
                      <a:pt x="2317" y="52373"/>
                      <a:pt x="2090" y="52283"/>
                    </a:cubicBezTo>
                    <a:cubicBezTo>
                      <a:pt x="1513" y="52048"/>
                      <a:pt x="1513" y="52048"/>
                      <a:pt x="1263" y="51548"/>
                    </a:cubicBezTo>
                    <a:cubicBezTo>
                      <a:pt x="745" y="51265"/>
                      <a:pt x="745" y="51265"/>
                      <a:pt x="263" y="51048"/>
                    </a:cubicBezTo>
                    <a:cubicBezTo>
                      <a:pt x="223" y="45475"/>
                      <a:pt x="190" y="39905"/>
                      <a:pt x="173" y="34332"/>
                    </a:cubicBezTo>
                    <a:cubicBezTo>
                      <a:pt x="170" y="33675"/>
                      <a:pt x="168" y="33018"/>
                      <a:pt x="165" y="32358"/>
                    </a:cubicBezTo>
                    <a:cubicBezTo>
                      <a:pt x="165" y="32228"/>
                      <a:pt x="165" y="32095"/>
                      <a:pt x="165" y="31960"/>
                    </a:cubicBezTo>
                    <a:cubicBezTo>
                      <a:pt x="158" y="29842"/>
                      <a:pt x="143" y="27723"/>
                      <a:pt x="127" y="25603"/>
                    </a:cubicBezTo>
                    <a:cubicBezTo>
                      <a:pt x="110" y="23425"/>
                      <a:pt x="100" y="21250"/>
                      <a:pt x="98" y="19073"/>
                    </a:cubicBezTo>
                    <a:cubicBezTo>
                      <a:pt x="95" y="17850"/>
                      <a:pt x="90" y="16630"/>
                      <a:pt x="78" y="15408"/>
                    </a:cubicBezTo>
                    <a:cubicBezTo>
                      <a:pt x="65" y="14258"/>
                      <a:pt x="60" y="13105"/>
                      <a:pt x="62" y="11955"/>
                    </a:cubicBezTo>
                    <a:cubicBezTo>
                      <a:pt x="62" y="11533"/>
                      <a:pt x="60" y="11112"/>
                      <a:pt x="53" y="10690"/>
                    </a:cubicBezTo>
                    <a:cubicBezTo>
                      <a:pt x="0" y="7110"/>
                      <a:pt x="0" y="7110"/>
                      <a:pt x="1118" y="5780"/>
                    </a:cubicBezTo>
                    <a:cubicBezTo>
                      <a:pt x="1890" y="5047"/>
                      <a:pt x="1890" y="5047"/>
                      <a:pt x="2513" y="5047"/>
                    </a:cubicBezTo>
                    <a:cubicBezTo>
                      <a:pt x="2525" y="4990"/>
                      <a:pt x="2525" y="4990"/>
                      <a:pt x="2590" y="4698"/>
                    </a:cubicBezTo>
                    <a:cubicBezTo>
                      <a:pt x="2810" y="4185"/>
                      <a:pt x="3010" y="4110"/>
                      <a:pt x="3513" y="3890"/>
                    </a:cubicBezTo>
                    <a:cubicBezTo>
                      <a:pt x="4248" y="3562"/>
                      <a:pt x="4248" y="3562"/>
                      <a:pt x="4513" y="3297"/>
                    </a:cubicBezTo>
                    <a:cubicBezTo>
                      <a:pt x="4938" y="3238"/>
                      <a:pt x="5363" y="3203"/>
                      <a:pt x="5790" y="3168"/>
                    </a:cubicBezTo>
                    <a:cubicBezTo>
                      <a:pt x="6263" y="3047"/>
                      <a:pt x="6263" y="3047"/>
                      <a:pt x="6740" y="2670"/>
                    </a:cubicBezTo>
                    <a:cubicBezTo>
                      <a:pt x="7515" y="2115"/>
                      <a:pt x="8225" y="2183"/>
                      <a:pt x="9153" y="2148"/>
                    </a:cubicBezTo>
                    <a:cubicBezTo>
                      <a:pt x="9763" y="2047"/>
                      <a:pt x="9763" y="2047"/>
                      <a:pt x="10220" y="1672"/>
                    </a:cubicBezTo>
                    <a:cubicBezTo>
                      <a:pt x="10873" y="1220"/>
                      <a:pt x="11233" y="1203"/>
                      <a:pt x="12018" y="1195"/>
                    </a:cubicBezTo>
                    <a:cubicBezTo>
                      <a:pt x="12138" y="1193"/>
                      <a:pt x="12138" y="1193"/>
                      <a:pt x="12743" y="1180"/>
                    </a:cubicBezTo>
                    <a:cubicBezTo>
                      <a:pt x="12995" y="1175"/>
                      <a:pt x="13245" y="1175"/>
                      <a:pt x="13495" y="1172"/>
                    </a:cubicBezTo>
                    <a:cubicBezTo>
                      <a:pt x="13988" y="1168"/>
                      <a:pt x="14480" y="1160"/>
                      <a:pt x="14973" y="1148"/>
                    </a:cubicBezTo>
                    <a:cubicBezTo>
                      <a:pt x="15080" y="1148"/>
                      <a:pt x="15080" y="1148"/>
                      <a:pt x="15630" y="1142"/>
                    </a:cubicBezTo>
                    <a:cubicBezTo>
                      <a:pt x="16263" y="1047"/>
                      <a:pt x="16263" y="1047"/>
                      <a:pt x="16790" y="672"/>
                    </a:cubicBezTo>
                    <a:cubicBezTo>
                      <a:pt x="17820" y="0"/>
                      <a:pt x="19168" y="190"/>
                      <a:pt x="20353" y="198"/>
                    </a:cubicBezTo>
                    <a:close/>
                  </a:path>
                </a:pathLst>
              </a:custGeom>
              <a:solidFill>
                <a:srgbClr val="535353"/>
              </a:solidFill>
              <a:ln w="0">
                <a:noFill/>
              </a:ln>
            </p:spPr>
          </p:sp>
          <p:sp>
            <p:nvSpPr>
              <p:cNvPr id="195" name="database_filter vector"/>
              <p:cNvSpPr/>
              <p:nvPr/>
            </p:nvSpPr>
            <p:spPr>
              <a:xfrm>
                <a:off x="3826019" y="1174118"/>
                <a:ext cx="257815" cy="267211"/>
              </a:xfrm>
              <a:custGeom>
                <a:avLst/>
                <a:gdLst/>
                <a:ahLst/>
                <a:cxnLst/>
                <a:rect l="0" t="0" r="r" b="b"/>
                <a:pathLst>
                  <a:path w="28195" h="29222" fill="norm" stroke="0">
                    <a:moveTo>
                      <a:pt x="1945" y="5"/>
                    </a:moveTo>
                    <a:cubicBezTo>
                      <a:pt x="2173" y="2"/>
                      <a:pt x="2400" y="2"/>
                      <a:pt x="2635" y="0"/>
                    </a:cubicBezTo>
                    <a:cubicBezTo>
                      <a:pt x="2887" y="2"/>
                      <a:pt x="3140" y="5"/>
                      <a:pt x="3390" y="7"/>
                    </a:cubicBezTo>
                    <a:cubicBezTo>
                      <a:pt x="3657" y="7"/>
                      <a:pt x="3923" y="7"/>
                      <a:pt x="4188" y="5"/>
                    </a:cubicBezTo>
                    <a:cubicBezTo>
                      <a:pt x="4910" y="5"/>
                      <a:pt x="5630" y="7"/>
                      <a:pt x="6353" y="12"/>
                    </a:cubicBezTo>
                    <a:cubicBezTo>
                      <a:pt x="7105" y="17"/>
                      <a:pt x="7860" y="15"/>
                      <a:pt x="8613" y="17"/>
                    </a:cubicBezTo>
                    <a:cubicBezTo>
                      <a:pt x="9880" y="17"/>
                      <a:pt x="11145" y="20"/>
                      <a:pt x="12410" y="28"/>
                    </a:cubicBezTo>
                    <a:cubicBezTo>
                      <a:pt x="14035" y="35"/>
                      <a:pt x="15662" y="37"/>
                      <a:pt x="17287" y="37"/>
                    </a:cubicBezTo>
                    <a:cubicBezTo>
                      <a:pt x="18685" y="37"/>
                      <a:pt x="20082" y="42"/>
                      <a:pt x="21478" y="45"/>
                    </a:cubicBezTo>
                    <a:cubicBezTo>
                      <a:pt x="21928" y="45"/>
                      <a:pt x="22377" y="47"/>
                      <a:pt x="22827" y="47"/>
                    </a:cubicBezTo>
                    <a:cubicBezTo>
                      <a:pt x="23532" y="47"/>
                      <a:pt x="24238" y="53"/>
                      <a:pt x="24945" y="55"/>
                    </a:cubicBezTo>
                    <a:cubicBezTo>
                      <a:pt x="25202" y="55"/>
                      <a:pt x="25462" y="58"/>
                      <a:pt x="25723" y="58"/>
                    </a:cubicBezTo>
                    <a:cubicBezTo>
                      <a:pt x="26075" y="58"/>
                      <a:pt x="26428" y="60"/>
                      <a:pt x="26782" y="62"/>
                    </a:cubicBezTo>
                    <a:cubicBezTo>
                      <a:pt x="26980" y="62"/>
                      <a:pt x="27178" y="62"/>
                      <a:pt x="27380" y="65"/>
                    </a:cubicBezTo>
                    <a:cubicBezTo>
                      <a:pt x="27832" y="97"/>
                      <a:pt x="27832" y="97"/>
                      <a:pt x="28082" y="347"/>
                    </a:cubicBezTo>
                    <a:cubicBezTo>
                      <a:pt x="28157" y="947"/>
                      <a:pt x="28150" y="1555"/>
                      <a:pt x="28160" y="2160"/>
                    </a:cubicBezTo>
                    <a:cubicBezTo>
                      <a:pt x="28162" y="2243"/>
                      <a:pt x="28162" y="2243"/>
                      <a:pt x="28183" y="2665"/>
                    </a:cubicBezTo>
                    <a:cubicBezTo>
                      <a:pt x="28195" y="3683"/>
                      <a:pt x="28095" y="4317"/>
                      <a:pt x="27387" y="5070"/>
                    </a:cubicBezTo>
                    <a:cubicBezTo>
                      <a:pt x="26848" y="5558"/>
                      <a:pt x="26285" y="5993"/>
                      <a:pt x="25690" y="6410"/>
                    </a:cubicBezTo>
                    <a:cubicBezTo>
                      <a:pt x="25570" y="6498"/>
                      <a:pt x="25450" y="6585"/>
                      <a:pt x="25325" y="6675"/>
                    </a:cubicBezTo>
                    <a:cubicBezTo>
                      <a:pt x="24417" y="7325"/>
                      <a:pt x="24417" y="7325"/>
                      <a:pt x="23933" y="7450"/>
                    </a:cubicBezTo>
                    <a:cubicBezTo>
                      <a:pt x="23817" y="7500"/>
                      <a:pt x="23700" y="7548"/>
                      <a:pt x="23582" y="7597"/>
                    </a:cubicBezTo>
                    <a:cubicBezTo>
                      <a:pt x="23493" y="7845"/>
                      <a:pt x="23407" y="8095"/>
                      <a:pt x="23332" y="8347"/>
                    </a:cubicBezTo>
                    <a:cubicBezTo>
                      <a:pt x="23025" y="8650"/>
                      <a:pt x="23025" y="8650"/>
                      <a:pt x="22640" y="8940"/>
                    </a:cubicBezTo>
                    <a:cubicBezTo>
                      <a:pt x="22570" y="8995"/>
                      <a:pt x="22570" y="8995"/>
                      <a:pt x="22215" y="9265"/>
                    </a:cubicBezTo>
                    <a:cubicBezTo>
                      <a:pt x="22067" y="9375"/>
                      <a:pt x="21920" y="9485"/>
                      <a:pt x="21770" y="9597"/>
                    </a:cubicBezTo>
                    <a:cubicBezTo>
                      <a:pt x="21625" y="9707"/>
                      <a:pt x="21483" y="9815"/>
                      <a:pt x="21335" y="9930"/>
                    </a:cubicBezTo>
                    <a:cubicBezTo>
                      <a:pt x="20700" y="10407"/>
                      <a:pt x="20070" y="10868"/>
                      <a:pt x="19382" y="11267"/>
                    </a:cubicBezTo>
                    <a:cubicBezTo>
                      <a:pt x="18832" y="11597"/>
                      <a:pt x="18832" y="11597"/>
                      <a:pt x="18332" y="12097"/>
                    </a:cubicBezTo>
                    <a:cubicBezTo>
                      <a:pt x="18275" y="12565"/>
                      <a:pt x="18250" y="12998"/>
                      <a:pt x="18248" y="13465"/>
                    </a:cubicBezTo>
                    <a:cubicBezTo>
                      <a:pt x="18248" y="13535"/>
                      <a:pt x="18248" y="13535"/>
                      <a:pt x="18240" y="13887"/>
                    </a:cubicBezTo>
                    <a:cubicBezTo>
                      <a:pt x="18230" y="14350"/>
                      <a:pt x="18225" y="14812"/>
                      <a:pt x="18220" y="15272"/>
                    </a:cubicBezTo>
                    <a:cubicBezTo>
                      <a:pt x="18215" y="15595"/>
                      <a:pt x="18207" y="15917"/>
                      <a:pt x="18202" y="16238"/>
                    </a:cubicBezTo>
                    <a:cubicBezTo>
                      <a:pt x="18192" y="16912"/>
                      <a:pt x="18183" y="17587"/>
                      <a:pt x="18173" y="18260"/>
                    </a:cubicBezTo>
                    <a:cubicBezTo>
                      <a:pt x="18162" y="19123"/>
                      <a:pt x="18147" y="19985"/>
                      <a:pt x="18132" y="20847"/>
                    </a:cubicBezTo>
                    <a:cubicBezTo>
                      <a:pt x="18120" y="21512"/>
                      <a:pt x="18110" y="22178"/>
                      <a:pt x="18103" y="22840"/>
                    </a:cubicBezTo>
                    <a:cubicBezTo>
                      <a:pt x="18098" y="23160"/>
                      <a:pt x="18092" y="23477"/>
                      <a:pt x="18085" y="23795"/>
                    </a:cubicBezTo>
                    <a:cubicBezTo>
                      <a:pt x="18077" y="24240"/>
                      <a:pt x="18072" y="24685"/>
                      <a:pt x="18067" y="25132"/>
                    </a:cubicBezTo>
                    <a:cubicBezTo>
                      <a:pt x="18065" y="25262"/>
                      <a:pt x="18062" y="25392"/>
                      <a:pt x="18060" y="25528"/>
                    </a:cubicBezTo>
                    <a:cubicBezTo>
                      <a:pt x="18055" y="26332"/>
                      <a:pt x="18150" y="27065"/>
                      <a:pt x="18332" y="27847"/>
                    </a:cubicBezTo>
                    <a:cubicBezTo>
                      <a:pt x="16985" y="29185"/>
                      <a:pt x="16985" y="29185"/>
                      <a:pt x="16035" y="29222"/>
                    </a:cubicBezTo>
                    <a:cubicBezTo>
                      <a:pt x="15233" y="29080"/>
                      <a:pt x="15113" y="28923"/>
                      <a:pt x="14582" y="28347"/>
                    </a:cubicBezTo>
                    <a:cubicBezTo>
                      <a:pt x="14202" y="28195"/>
                      <a:pt x="13825" y="28085"/>
                      <a:pt x="13433" y="27977"/>
                    </a:cubicBezTo>
                    <a:cubicBezTo>
                      <a:pt x="13082" y="27847"/>
                      <a:pt x="13082" y="27847"/>
                      <a:pt x="12582" y="27347"/>
                    </a:cubicBezTo>
                    <a:cubicBezTo>
                      <a:pt x="12170" y="27170"/>
                      <a:pt x="11752" y="27002"/>
                      <a:pt x="11332" y="26847"/>
                    </a:cubicBezTo>
                    <a:cubicBezTo>
                      <a:pt x="11332" y="26600"/>
                      <a:pt x="11332" y="26352"/>
                      <a:pt x="11332" y="26097"/>
                    </a:cubicBezTo>
                    <a:cubicBezTo>
                      <a:pt x="11745" y="26097"/>
                      <a:pt x="12157" y="26097"/>
                      <a:pt x="12582" y="26097"/>
                    </a:cubicBezTo>
                    <a:cubicBezTo>
                      <a:pt x="12748" y="26428"/>
                      <a:pt x="12912" y="26757"/>
                      <a:pt x="13082" y="27097"/>
                    </a:cubicBezTo>
                    <a:cubicBezTo>
                      <a:pt x="13248" y="27055"/>
                      <a:pt x="13248" y="27055"/>
                      <a:pt x="14082" y="26847"/>
                    </a:cubicBezTo>
                    <a:cubicBezTo>
                      <a:pt x="14082" y="26600"/>
                      <a:pt x="14082" y="26352"/>
                      <a:pt x="14082" y="26097"/>
                    </a:cubicBezTo>
                    <a:cubicBezTo>
                      <a:pt x="14205" y="26048"/>
                      <a:pt x="14327" y="26000"/>
                      <a:pt x="14455" y="25950"/>
                    </a:cubicBezTo>
                    <a:cubicBezTo>
                      <a:pt x="14535" y="25917"/>
                      <a:pt x="14535" y="25917"/>
                      <a:pt x="14940" y="25752"/>
                    </a:cubicBezTo>
                    <a:cubicBezTo>
                      <a:pt x="15100" y="25690"/>
                      <a:pt x="15260" y="25625"/>
                      <a:pt x="15425" y="25560"/>
                    </a:cubicBezTo>
                    <a:cubicBezTo>
                      <a:pt x="15832" y="25347"/>
                      <a:pt x="15832" y="25347"/>
                      <a:pt x="16082" y="24847"/>
                    </a:cubicBezTo>
                    <a:cubicBezTo>
                      <a:pt x="16108" y="24423"/>
                      <a:pt x="16120" y="24000"/>
                      <a:pt x="16125" y="23575"/>
                    </a:cubicBezTo>
                    <a:cubicBezTo>
                      <a:pt x="16125" y="23510"/>
                      <a:pt x="16125" y="23510"/>
                      <a:pt x="16130" y="23183"/>
                    </a:cubicBezTo>
                    <a:cubicBezTo>
                      <a:pt x="16132" y="22903"/>
                      <a:pt x="16137" y="22620"/>
                      <a:pt x="16140" y="22340"/>
                    </a:cubicBezTo>
                    <a:cubicBezTo>
                      <a:pt x="16142" y="21895"/>
                      <a:pt x="16150" y="21447"/>
                      <a:pt x="16155" y="21002"/>
                    </a:cubicBezTo>
                    <a:cubicBezTo>
                      <a:pt x="16173" y="19735"/>
                      <a:pt x="16188" y="18468"/>
                      <a:pt x="16200" y="17200"/>
                    </a:cubicBezTo>
                    <a:cubicBezTo>
                      <a:pt x="16207" y="16425"/>
                      <a:pt x="16220" y="15650"/>
                      <a:pt x="16230" y="14875"/>
                    </a:cubicBezTo>
                    <a:cubicBezTo>
                      <a:pt x="16235" y="14580"/>
                      <a:pt x="16238" y="14285"/>
                      <a:pt x="16240" y="13990"/>
                    </a:cubicBezTo>
                    <a:cubicBezTo>
                      <a:pt x="16265" y="10507"/>
                      <a:pt x="16265" y="10507"/>
                      <a:pt x="17190" y="9428"/>
                    </a:cubicBezTo>
                    <a:cubicBezTo>
                      <a:pt x="17255" y="9377"/>
                      <a:pt x="17255" y="9377"/>
                      <a:pt x="17582" y="9127"/>
                    </a:cubicBezTo>
                    <a:cubicBezTo>
                      <a:pt x="17710" y="9025"/>
                      <a:pt x="17840" y="8923"/>
                      <a:pt x="17973" y="8817"/>
                    </a:cubicBezTo>
                    <a:cubicBezTo>
                      <a:pt x="18332" y="8597"/>
                      <a:pt x="18332" y="8597"/>
                      <a:pt x="18832" y="8597"/>
                    </a:cubicBezTo>
                    <a:cubicBezTo>
                      <a:pt x="18832" y="8433"/>
                      <a:pt x="18832" y="8267"/>
                      <a:pt x="18832" y="8097"/>
                    </a:cubicBezTo>
                    <a:cubicBezTo>
                      <a:pt x="19225" y="7745"/>
                      <a:pt x="19618" y="7420"/>
                      <a:pt x="20035" y="7097"/>
                    </a:cubicBezTo>
                    <a:cubicBezTo>
                      <a:pt x="21087" y="6255"/>
                      <a:pt x="22123" y="5400"/>
                      <a:pt x="23127" y="4502"/>
                    </a:cubicBezTo>
                    <a:cubicBezTo>
                      <a:pt x="23248" y="4400"/>
                      <a:pt x="23370" y="4295"/>
                      <a:pt x="23493" y="4188"/>
                    </a:cubicBezTo>
                    <a:cubicBezTo>
                      <a:pt x="23827" y="3887"/>
                      <a:pt x="23827" y="3887"/>
                      <a:pt x="24332" y="3347"/>
                    </a:cubicBezTo>
                    <a:cubicBezTo>
                      <a:pt x="24332" y="3100"/>
                      <a:pt x="24332" y="2852"/>
                      <a:pt x="24332" y="2597"/>
                    </a:cubicBezTo>
                    <a:cubicBezTo>
                      <a:pt x="23395" y="1998"/>
                      <a:pt x="22560" y="2028"/>
                      <a:pt x="21485" y="2035"/>
                    </a:cubicBezTo>
                    <a:cubicBezTo>
                      <a:pt x="21303" y="2035"/>
                      <a:pt x="21118" y="2035"/>
                      <a:pt x="20928" y="2035"/>
                    </a:cubicBezTo>
                    <a:cubicBezTo>
                      <a:pt x="20320" y="2035"/>
                      <a:pt x="19712" y="2037"/>
                      <a:pt x="19105" y="2040"/>
                    </a:cubicBezTo>
                    <a:cubicBezTo>
                      <a:pt x="18680" y="2040"/>
                      <a:pt x="18257" y="2040"/>
                      <a:pt x="17835" y="2040"/>
                    </a:cubicBezTo>
                    <a:cubicBezTo>
                      <a:pt x="16950" y="2040"/>
                      <a:pt x="16065" y="2042"/>
                      <a:pt x="15180" y="2045"/>
                    </a:cubicBezTo>
                    <a:cubicBezTo>
                      <a:pt x="14045" y="2050"/>
                      <a:pt x="12907" y="2050"/>
                      <a:pt x="11772" y="2050"/>
                    </a:cubicBezTo>
                    <a:cubicBezTo>
                      <a:pt x="10900" y="2050"/>
                      <a:pt x="10027" y="2053"/>
                      <a:pt x="9155" y="2053"/>
                    </a:cubicBezTo>
                    <a:cubicBezTo>
                      <a:pt x="8738" y="2055"/>
                      <a:pt x="8317" y="2055"/>
                      <a:pt x="7900" y="2055"/>
                    </a:cubicBezTo>
                    <a:cubicBezTo>
                      <a:pt x="7315" y="2055"/>
                      <a:pt x="6730" y="2058"/>
                      <a:pt x="6145" y="2060"/>
                    </a:cubicBezTo>
                    <a:cubicBezTo>
                      <a:pt x="5973" y="2060"/>
                      <a:pt x="5798" y="2060"/>
                      <a:pt x="5620" y="2060"/>
                    </a:cubicBezTo>
                    <a:cubicBezTo>
                      <a:pt x="5460" y="2062"/>
                      <a:pt x="5300" y="2062"/>
                      <a:pt x="5135" y="2062"/>
                    </a:cubicBezTo>
                    <a:cubicBezTo>
                      <a:pt x="4998" y="2065"/>
                      <a:pt x="4860" y="2065"/>
                      <a:pt x="4717" y="2065"/>
                    </a:cubicBezTo>
                    <a:cubicBezTo>
                      <a:pt x="4305" y="2100"/>
                      <a:pt x="3967" y="2200"/>
                      <a:pt x="3582" y="2347"/>
                    </a:cubicBezTo>
                    <a:cubicBezTo>
                      <a:pt x="3472" y="2892"/>
                      <a:pt x="3472" y="2892"/>
                      <a:pt x="3582" y="3597"/>
                    </a:cubicBezTo>
                    <a:cubicBezTo>
                      <a:pt x="3988" y="3950"/>
                      <a:pt x="4423" y="4225"/>
                      <a:pt x="4875" y="4515"/>
                    </a:cubicBezTo>
                    <a:cubicBezTo>
                      <a:pt x="5542" y="5000"/>
                      <a:pt x="5980" y="5602"/>
                      <a:pt x="6332" y="6347"/>
                    </a:cubicBezTo>
                    <a:cubicBezTo>
                      <a:pt x="6332" y="6512"/>
                      <a:pt x="6332" y="6678"/>
                      <a:pt x="6332" y="6847"/>
                    </a:cubicBezTo>
                    <a:cubicBezTo>
                      <a:pt x="6470" y="6903"/>
                      <a:pt x="6610" y="6960"/>
                      <a:pt x="6752" y="7017"/>
                    </a:cubicBezTo>
                    <a:cubicBezTo>
                      <a:pt x="7495" y="7440"/>
                      <a:pt x="8000" y="7982"/>
                      <a:pt x="8582" y="8597"/>
                    </a:cubicBezTo>
                    <a:cubicBezTo>
                      <a:pt x="8790" y="8812"/>
                      <a:pt x="8998" y="9025"/>
                      <a:pt x="9207" y="9238"/>
                    </a:cubicBezTo>
                    <a:cubicBezTo>
                      <a:pt x="9298" y="9330"/>
                      <a:pt x="9387" y="9425"/>
                      <a:pt x="9480" y="9520"/>
                    </a:cubicBezTo>
                    <a:cubicBezTo>
                      <a:pt x="9832" y="9847"/>
                      <a:pt x="9832" y="9847"/>
                      <a:pt x="10470" y="10185"/>
                    </a:cubicBezTo>
                    <a:cubicBezTo>
                      <a:pt x="10967" y="10585"/>
                      <a:pt x="11072" y="10798"/>
                      <a:pt x="11190" y="11433"/>
                    </a:cubicBezTo>
                    <a:cubicBezTo>
                      <a:pt x="11220" y="12067"/>
                      <a:pt x="11228" y="12695"/>
                      <a:pt x="11215" y="13330"/>
                    </a:cubicBezTo>
                    <a:cubicBezTo>
                      <a:pt x="11205" y="13757"/>
                      <a:pt x="11205" y="14188"/>
                      <a:pt x="11205" y="14615"/>
                    </a:cubicBezTo>
                    <a:cubicBezTo>
                      <a:pt x="11207" y="15680"/>
                      <a:pt x="11197" y="16745"/>
                      <a:pt x="11185" y="17810"/>
                    </a:cubicBezTo>
                    <a:cubicBezTo>
                      <a:pt x="11175" y="18710"/>
                      <a:pt x="11170" y="19613"/>
                      <a:pt x="11175" y="20512"/>
                    </a:cubicBezTo>
                    <a:cubicBezTo>
                      <a:pt x="11175" y="20935"/>
                      <a:pt x="11165" y="21355"/>
                      <a:pt x="11155" y="21778"/>
                    </a:cubicBezTo>
                    <a:cubicBezTo>
                      <a:pt x="11145" y="23620"/>
                      <a:pt x="11145" y="23620"/>
                      <a:pt x="11650" y="24232"/>
                    </a:cubicBezTo>
                    <a:cubicBezTo>
                      <a:pt x="12037" y="24495"/>
                      <a:pt x="12400" y="24673"/>
                      <a:pt x="12832" y="24847"/>
                    </a:cubicBezTo>
                    <a:cubicBezTo>
                      <a:pt x="13072" y="24990"/>
                      <a:pt x="13312" y="25135"/>
                      <a:pt x="13550" y="25285"/>
                    </a:cubicBezTo>
                    <a:cubicBezTo>
                      <a:pt x="13725" y="25387"/>
                      <a:pt x="13900" y="25490"/>
                      <a:pt x="14082" y="25597"/>
                    </a:cubicBezTo>
                    <a:cubicBezTo>
                      <a:pt x="14000" y="25762"/>
                      <a:pt x="13917" y="25928"/>
                      <a:pt x="13832" y="26097"/>
                    </a:cubicBezTo>
                    <a:cubicBezTo>
                      <a:pt x="12820" y="25988"/>
                      <a:pt x="12820" y="25988"/>
                      <a:pt x="12332" y="25847"/>
                    </a:cubicBezTo>
                    <a:cubicBezTo>
                      <a:pt x="12035" y="25472"/>
                      <a:pt x="12035" y="25472"/>
                      <a:pt x="11832" y="25097"/>
                    </a:cubicBezTo>
                    <a:cubicBezTo>
                      <a:pt x="11425" y="24925"/>
                      <a:pt x="11425" y="24925"/>
                      <a:pt x="11082" y="24847"/>
                    </a:cubicBezTo>
                    <a:cubicBezTo>
                      <a:pt x="11000" y="25260"/>
                      <a:pt x="10917" y="25673"/>
                      <a:pt x="10832" y="26097"/>
                    </a:cubicBezTo>
                    <a:cubicBezTo>
                      <a:pt x="10585" y="26015"/>
                      <a:pt x="10337" y="25933"/>
                      <a:pt x="10082" y="25847"/>
                    </a:cubicBezTo>
                    <a:cubicBezTo>
                      <a:pt x="10082" y="20980"/>
                      <a:pt x="10082" y="16113"/>
                      <a:pt x="10082" y="11097"/>
                    </a:cubicBezTo>
                    <a:cubicBezTo>
                      <a:pt x="9752" y="11015"/>
                      <a:pt x="9423" y="10933"/>
                      <a:pt x="9082" y="10847"/>
                    </a:cubicBezTo>
                    <a:cubicBezTo>
                      <a:pt x="9082" y="10683"/>
                      <a:pt x="9082" y="10517"/>
                      <a:pt x="9082" y="10347"/>
                    </a:cubicBezTo>
                    <a:cubicBezTo>
                      <a:pt x="8670" y="10183"/>
                      <a:pt x="8257" y="10017"/>
                      <a:pt x="7832" y="9847"/>
                    </a:cubicBezTo>
                    <a:cubicBezTo>
                      <a:pt x="7832" y="9683"/>
                      <a:pt x="7832" y="9517"/>
                      <a:pt x="7832" y="9347"/>
                    </a:cubicBezTo>
                    <a:cubicBezTo>
                      <a:pt x="7420" y="9183"/>
                      <a:pt x="7007" y="9017"/>
                      <a:pt x="6582" y="8847"/>
                    </a:cubicBezTo>
                    <a:cubicBezTo>
                      <a:pt x="6582" y="8683"/>
                      <a:pt x="6582" y="8517"/>
                      <a:pt x="6582" y="8347"/>
                    </a:cubicBezTo>
                    <a:cubicBezTo>
                      <a:pt x="6748" y="8347"/>
                      <a:pt x="6912" y="8347"/>
                      <a:pt x="7082" y="8347"/>
                    </a:cubicBezTo>
                    <a:cubicBezTo>
                      <a:pt x="7082" y="8183"/>
                      <a:pt x="7082" y="8017"/>
                      <a:pt x="7082" y="7847"/>
                    </a:cubicBezTo>
                    <a:cubicBezTo>
                      <a:pt x="6587" y="7930"/>
                      <a:pt x="6092" y="8012"/>
                      <a:pt x="5582" y="8097"/>
                    </a:cubicBezTo>
                    <a:cubicBezTo>
                      <a:pt x="5500" y="7933"/>
                      <a:pt x="5417" y="7767"/>
                      <a:pt x="5332" y="7597"/>
                    </a:cubicBezTo>
                    <a:cubicBezTo>
                      <a:pt x="5580" y="7597"/>
                      <a:pt x="5827" y="7597"/>
                      <a:pt x="6082" y="7597"/>
                    </a:cubicBezTo>
                    <a:cubicBezTo>
                      <a:pt x="6082" y="7350"/>
                      <a:pt x="6082" y="7102"/>
                      <a:pt x="6082" y="6847"/>
                    </a:cubicBezTo>
                    <a:cubicBezTo>
                      <a:pt x="5973" y="6877"/>
                      <a:pt x="5863" y="6907"/>
                      <a:pt x="5750" y="6940"/>
                    </a:cubicBezTo>
                    <a:cubicBezTo>
                      <a:pt x="4562" y="7202"/>
                      <a:pt x="4562" y="7202"/>
                      <a:pt x="3930" y="6915"/>
                    </a:cubicBezTo>
                    <a:cubicBezTo>
                      <a:pt x="3545" y="6635"/>
                      <a:pt x="3197" y="6340"/>
                      <a:pt x="2847" y="6017"/>
                    </a:cubicBezTo>
                    <a:cubicBezTo>
                      <a:pt x="2785" y="5968"/>
                      <a:pt x="2785" y="5968"/>
                      <a:pt x="2472" y="5702"/>
                    </a:cubicBezTo>
                    <a:cubicBezTo>
                      <a:pt x="1832" y="5145"/>
                      <a:pt x="1832" y="5145"/>
                      <a:pt x="1582" y="4847"/>
                    </a:cubicBezTo>
                    <a:cubicBezTo>
                      <a:pt x="1582" y="4683"/>
                      <a:pt x="1582" y="4517"/>
                      <a:pt x="1582" y="4347"/>
                    </a:cubicBezTo>
                    <a:cubicBezTo>
                      <a:pt x="1380" y="4275"/>
                      <a:pt x="1180" y="4202"/>
                      <a:pt x="972" y="4127"/>
                    </a:cubicBezTo>
                    <a:cubicBezTo>
                      <a:pt x="332" y="3847"/>
                      <a:pt x="332" y="3847"/>
                      <a:pt x="82" y="3347"/>
                    </a:cubicBezTo>
                    <a:cubicBezTo>
                      <a:pt x="45" y="2938"/>
                      <a:pt x="25" y="2525"/>
                      <a:pt x="20" y="2113"/>
                    </a:cubicBezTo>
                    <a:cubicBezTo>
                      <a:pt x="12" y="1892"/>
                      <a:pt x="5" y="1675"/>
                      <a:pt x="0" y="1450"/>
                    </a:cubicBezTo>
                    <a:cubicBezTo>
                      <a:pt x="160" y="272"/>
                      <a:pt x="837" y="2"/>
                      <a:pt x="1945" y="5"/>
                    </a:cubicBezTo>
                    <a:close/>
                  </a:path>
                </a:pathLst>
              </a:custGeom>
              <a:solidFill>
                <a:srgbClr val="626262"/>
              </a:solidFill>
              <a:ln w="0">
                <a:noFill/>
              </a:ln>
            </p:spPr>
          </p:sp>
          <p:sp>
            <p:nvSpPr>
              <p:cNvPr id="196" name="database_filter vector"/>
              <p:cNvSpPr/>
              <p:nvPr/>
            </p:nvSpPr>
            <p:spPr>
              <a:xfrm>
                <a:off x="3639312" y="946404"/>
                <a:ext cx="419047" cy="198882"/>
              </a:xfrm>
              <a:custGeom>
                <a:avLst/>
                <a:gdLst/>
                <a:ahLst/>
                <a:cxnLst/>
                <a:rect l="0" t="0" r="r" b="b"/>
                <a:pathLst>
                  <a:path w="45827" h="21750" fill="norm" stroke="0">
                    <a:moveTo>
                      <a:pt x="44750" y="0"/>
                    </a:moveTo>
                    <a:cubicBezTo>
                      <a:pt x="44998" y="82"/>
                      <a:pt x="45245" y="165"/>
                      <a:pt x="45500" y="250"/>
                    </a:cubicBezTo>
                    <a:cubicBezTo>
                      <a:pt x="45498" y="317"/>
                      <a:pt x="45498" y="317"/>
                      <a:pt x="45490" y="660"/>
                    </a:cubicBezTo>
                    <a:cubicBezTo>
                      <a:pt x="45490" y="840"/>
                      <a:pt x="45488" y="1020"/>
                      <a:pt x="45485" y="1203"/>
                    </a:cubicBezTo>
                    <a:cubicBezTo>
                      <a:pt x="45483" y="1293"/>
                      <a:pt x="45483" y="1293"/>
                      <a:pt x="45475" y="1740"/>
                    </a:cubicBezTo>
                    <a:cubicBezTo>
                      <a:pt x="45500" y="2250"/>
                      <a:pt x="45500" y="2250"/>
                      <a:pt x="45640" y="2648"/>
                    </a:cubicBezTo>
                    <a:cubicBezTo>
                      <a:pt x="45827" y="3248"/>
                      <a:pt x="45500" y="3705"/>
                      <a:pt x="45250" y="4250"/>
                    </a:cubicBezTo>
                    <a:cubicBezTo>
                      <a:pt x="45332" y="4332"/>
                      <a:pt x="45332" y="4332"/>
                      <a:pt x="45750" y="4750"/>
                    </a:cubicBezTo>
                    <a:cubicBezTo>
                      <a:pt x="45745" y="5118"/>
                      <a:pt x="45745" y="5118"/>
                      <a:pt x="45658" y="5543"/>
                    </a:cubicBezTo>
                    <a:cubicBezTo>
                      <a:pt x="45495" y="6477"/>
                      <a:pt x="45462" y="7375"/>
                      <a:pt x="45467" y="8322"/>
                    </a:cubicBezTo>
                    <a:cubicBezTo>
                      <a:pt x="45467" y="8490"/>
                      <a:pt x="45467" y="8655"/>
                      <a:pt x="45465" y="8828"/>
                    </a:cubicBezTo>
                    <a:cubicBezTo>
                      <a:pt x="45465" y="9175"/>
                      <a:pt x="45467" y="9525"/>
                      <a:pt x="45467" y="9875"/>
                    </a:cubicBezTo>
                    <a:cubicBezTo>
                      <a:pt x="45470" y="10407"/>
                      <a:pt x="45467" y="10938"/>
                      <a:pt x="45465" y="11470"/>
                    </a:cubicBezTo>
                    <a:cubicBezTo>
                      <a:pt x="45465" y="11812"/>
                      <a:pt x="45467" y="12153"/>
                      <a:pt x="45467" y="12495"/>
                    </a:cubicBezTo>
                    <a:cubicBezTo>
                      <a:pt x="45467" y="12572"/>
                      <a:pt x="45467" y="12572"/>
                      <a:pt x="45465" y="12972"/>
                    </a:cubicBezTo>
                    <a:cubicBezTo>
                      <a:pt x="45470" y="13640"/>
                      <a:pt x="45498" y="14235"/>
                      <a:pt x="45630" y="14892"/>
                    </a:cubicBezTo>
                    <a:cubicBezTo>
                      <a:pt x="45770" y="15602"/>
                      <a:pt x="45757" y="16270"/>
                      <a:pt x="45720" y="16990"/>
                    </a:cubicBezTo>
                    <a:cubicBezTo>
                      <a:pt x="45715" y="17125"/>
                      <a:pt x="45707" y="17263"/>
                      <a:pt x="45702" y="17405"/>
                    </a:cubicBezTo>
                    <a:cubicBezTo>
                      <a:pt x="45683" y="17838"/>
                      <a:pt x="45663" y="18270"/>
                      <a:pt x="45640" y="18702"/>
                    </a:cubicBezTo>
                    <a:cubicBezTo>
                      <a:pt x="45628" y="18998"/>
                      <a:pt x="45615" y="19295"/>
                      <a:pt x="45600" y="19590"/>
                    </a:cubicBezTo>
                    <a:cubicBezTo>
                      <a:pt x="45570" y="20310"/>
                      <a:pt x="45535" y="21030"/>
                      <a:pt x="45500" y="21750"/>
                    </a:cubicBezTo>
                    <a:cubicBezTo>
                      <a:pt x="45170" y="21750"/>
                      <a:pt x="44840" y="21750"/>
                      <a:pt x="44500" y="21750"/>
                    </a:cubicBezTo>
                    <a:cubicBezTo>
                      <a:pt x="44505" y="21555"/>
                      <a:pt x="44510" y="21358"/>
                      <a:pt x="44515" y="21155"/>
                    </a:cubicBezTo>
                    <a:cubicBezTo>
                      <a:pt x="44500" y="20500"/>
                      <a:pt x="44500" y="20500"/>
                      <a:pt x="44250" y="20000"/>
                    </a:cubicBezTo>
                    <a:cubicBezTo>
                      <a:pt x="44332" y="19835"/>
                      <a:pt x="44415" y="19670"/>
                      <a:pt x="44500" y="19500"/>
                    </a:cubicBezTo>
                    <a:cubicBezTo>
                      <a:pt x="44587" y="18465"/>
                      <a:pt x="44462" y="17513"/>
                      <a:pt x="44250" y="16500"/>
                    </a:cubicBezTo>
                    <a:cubicBezTo>
                      <a:pt x="44240" y="16082"/>
                      <a:pt x="44238" y="15668"/>
                      <a:pt x="44250" y="15250"/>
                    </a:cubicBezTo>
                    <a:cubicBezTo>
                      <a:pt x="44065" y="15215"/>
                      <a:pt x="43878" y="15178"/>
                      <a:pt x="43688" y="15140"/>
                    </a:cubicBezTo>
                    <a:cubicBezTo>
                      <a:pt x="43120" y="15025"/>
                      <a:pt x="42560" y="14895"/>
                      <a:pt x="42000" y="14750"/>
                    </a:cubicBezTo>
                    <a:cubicBezTo>
                      <a:pt x="41918" y="15162"/>
                      <a:pt x="41835" y="15575"/>
                      <a:pt x="41750" y="16000"/>
                    </a:cubicBezTo>
                    <a:cubicBezTo>
                      <a:pt x="41637" y="16010"/>
                      <a:pt x="41528" y="16017"/>
                      <a:pt x="41410" y="16028"/>
                    </a:cubicBezTo>
                    <a:cubicBezTo>
                      <a:pt x="40475" y="16130"/>
                      <a:pt x="39915" y="16285"/>
                      <a:pt x="39130" y="16828"/>
                    </a:cubicBezTo>
                    <a:cubicBezTo>
                      <a:pt x="38415" y="17153"/>
                      <a:pt x="37622" y="17120"/>
                      <a:pt x="36850" y="17148"/>
                    </a:cubicBezTo>
                    <a:cubicBezTo>
                      <a:pt x="36250" y="17250"/>
                      <a:pt x="36250" y="17250"/>
                      <a:pt x="35795" y="17630"/>
                    </a:cubicBezTo>
                    <a:cubicBezTo>
                      <a:pt x="34988" y="18177"/>
                      <a:pt x="34262" y="18082"/>
                      <a:pt x="33312" y="18048"/>
                    </a:cubicBezTo>
                    <a:cubicBezTo>
                      <a:pt x="33137" y="18043"/>
                      <a:pt x="32965" y="18040"/>
                      <a:pt x="32785" y="18037"/>
                    </a:cubicBezTo>
                    <a:cubicBezTo>
                      <a:pt x="32355" y="18028"/>
                      <a:pt x="31928" y="18015"/>
                      <a:pt x="31500" y="18000"/>
                    </a:cubicBezTo>
                    <a:cubicBezTo>
                      <a:pt x="31480" y="18118"/>
                      <a:pt x="31457" y="18237"/>
                      <a:pt x="31438" y="18360"/>
                    </a:cubicBezTo>
                    <a:cubicBezTo>
                      <a:pt x="31250" y="18750"/>
                      <a:pt x="31250" y="18750"/>
                      <a:pt x="30845" y="18898"/>
                    </a:cubicBezTo>
                    <a:cubicBezTo>
                      <a:pt x="30075" y="19030"/>
                      <a:pt x="29330" y="19040"/>
                      <a:pt x="28550" y="19040"/>
                    </a:cubicBezTo>
                    <a:cubicBezTo>
                      <a:pt x="28465" y="19040"/>
                      <a:pt x="28465" y="19040"/>
                      <a:pt x="28038" y="19045"/>
                    </a:cubicBezTo>
                    <a:cubicBezTo>
                      <a:pt x="27483" y="19048"/>
                      <a:pt x="26925" y="19050"/>
                      <a:pt x="26368" y="19050"/>
                    </a:cubicBezTo>
                    <a:cubicBezTo>
                      <a:pt x="25980" y="19052"/>
                      <a:pt x="25592" y="19052"/>
                      <a:pt x="25205" y="19055"/>
                    </a:cubicBezTo>
                    <a:cubicBezTo>
                      <a:pt x="24392" y="19058"/>
                      <a:pt x="23580" y="19060"/>
                      <a:pt x="22767" y="19060"/>
                    </a:cubicBezTo>
                    <a:cubicBezTo>
                      <a:pt x="21725" y="19062"/>
                      <a:pt x="20685" y="19067"/>
                      <a:pt x="19645" y="19075"/>
                    </a:cubicBezTo>
                    <a:cubicBezTo>
                      <a:pt x="18845" y="19080"/>
                      <a:pt x="18045" y="19080"/>
                      <a:pt x="17243" y="19080"/>
                    </a:cubicBezTo>
                    <a:cubicBezTo>
                      <a:pt x="16860" y="19082"/>
                      <a:pt x="16475" y="19082"/>
                      <a:pt x="16092" y="19088"/>
                    </a:cubicBezTo>
                    <a:cubicBezTo>
                      <a:pt x="15555" y="19090"/>
                      <a:pt x="15020" y="19090"/>
                      <a:pt x="14483" y="19090"/>
                    </a:cubicBezTo>
                    <a:cubicBezTo>
                      <a:pt x="14325" y="19092"/>
                      <a:pt x="14168" y="19092"/>
                      <a:pt x="14005" y="19095"/>
                    </a:cubicBezTo>
                    <a:cubicBezTo>
                      <a:pt x="12942" y="19085"/>
                      <a:pt x="12373" y="18855"/>
                      <a:pt x="11500" y="18250"/>
                    </a:cubicBezTo>
                    <a:cubicBezTo>
                      <a:pt x="11080" y="18150"/>
                      <a:pt x="11080" y="18150"/>
                      <a:pt x="10710" y="18140"/>
                    </a:cubicBezTo>
                    <a:cubicBezTo>
                      <a:pt x="10575" y="18132"/>
                      <a:pt x="10438" y="18127"/>
                      <a:pt x="10295" y="18120"/>
                    </a:cubicBezTo>
                    <a:cubicBezTo>
                      <a:pt x="10228" y="18118"/>
                      <a:pt x="10228" y="18118"/>
                      <a:pt x="9875" y="18110"/>
                    </a:cubicBezTo>
                    <a:cubicBezTo>
                      <a:pt x="8800" y="18075"/>
                      <a:pt x="7983" y="17957"/>
                      <a:pt x="7000" y="17500"/>
                    </a:cubicBezTo>
                    <a:cubicBezTo>
                      <a:pt x="7127" y="16957"/>
                      <a:pt x="7250" y="16500"/>
                      <a:pt x="7500" y="16000"/>
                    </a:cubicBezTo>
                    <a:cubicBezTo>
                      <a:pt x="7985" y="15993"/>
                      <a:pt x="8467" y="15987"/>
                      <a:pt x="8952" y="15985"/>
                    </a:cubicBezTo>
                    <a:cubicBezTo>
                      <a:pt x="9022" y="15983"/>
                      <a:pt x="9022" y="15983"/>
                      <a:pt x="9368" y="15977"/>
                    </a:cubicBezTo>
                    <a:cubicBezTo>
                      <a:pt x="10040" y="15975"/>
                      <a:pt x="10630" y="15972"/>
                      <a:pt x="11250" y="16250"/>
                    </a:cubicBezTo>
                    <a:cubicBezTo>
                      <a:pt x="11250" y="16498"/>
                      <a:pt x="11250" y="16745"/>
                      <a:pt x="11250" y="17000"/>
                    </a:cubicBezTo>
                    <a:cubicBezTo>
                      <a:pt x="24355" y="17048"/>
                      <a:pt x="24355" y="17048"/>
                      <a:pt x="28442" y="16935"/>
                    </a:cubicBezTo>
                    <a:cubicBezTo>
                      <a:pt x="28740" y="16925"/>
                      <a:pt x="29035" y="16920"/>
                      <a:pt x="29332" y="16912"/>
                    </a:cubicBezTo>
                    <a:cubicBezTo>
                      <a:pt x="29733" y="16905"/>
                      <a:pt x="30132" y="16892"/>
                      <a:pt x="30533" y="16877"/>
                    </a:cubicBezTo>
                    <a:cubicBezTo>
                      <a:pt x="30748" y="16873"/>
                      <a:pt x="30960" y="16865"/>
                      <a:pt x="31180" y="16858"/>
                    </a:cubicBezTo>
                    <a:cubicBezTo>
                      <a:pt x="31870" y="16727"/>
                      <a:pt x="32207" y="16430"/>
                      <a:pt x="32750" y="16000"/>
                    </a:cubicBezTo>
                    <a:cubicBezTo>
                      <a:pt x="33150" y="15905"/>
                      <a:pt x="33150" y="15905"/>
                      <a:pt x="33533" y="15898"/>
                    </a:cubicBezTo>
                    <a:cubicBezTo>
                      <a:pt x="33673" y="15892"/>
                      <a:pt x="33812" y="15888"/>
                      <a:pt x="33957" y="15882"/>
                    </a:cubicBezTo>
                    <a:cubicBezTo>
                      <a:pt x="34248" y="15877"/>
                      <a:pt x="34538" y="15873"/>
                      <a:pt x="34827" y="15868"/>
                    </a:cubicBezTo>
                    <a:cubicBezTo>
                      <a:pt x="35785" y="15830"/>
                      <a:pt x="36072" y="15705"/>
                      <a:pt x="36750" y="15000"/>
                    </a:cubicBezTo>
                    <a:cubicBezTo>
                      <a:pt x="37370" y="14928"/>
                      <a:pt x="37370" y="14928"/>
                      <a:pt x="38048" y="14952"/>
                    </a:cubicBezTo>
                    <a:cubicBezTo>
                      <a:pt x="38272" y="14960"/>
                      <a:pt x="38498" y="14968"/>
                      <a:pt x="38730" y="14972"/>
                    </a:cubicBezTo>
                    <a:cubicBezTo>
                      <a:pt x="38815" y="14977"/>
                      <a:pt x="38815" y="14977"/>
                      <a:pt x="39250" y="15000"/>
                    </a:cubicBezTo>
                    <a:cubicBezTo>
                      <a:pt x="39250" y="15165"/>
                      <a:pt x="39250" y="15330"/>
                      <a:pt x="39250" y="15500"/>
                    </a:cubicBezTo>
                    <a:cubicBezTo>
                      <a:pt x="39580" y="15418"/>
                      <a:pt x="39910" y="15335"/>
                      <a:pt x="40250" y="15250"/>
                    </a:cubicBezTo>
                    <a:cubicBezTo>
                      <a:pt x="40002" y="15168"/>
                      <a:pt x="39755" y="15085"/>
                      <a:pt x="39500" y="15000"/>
                    </a:cubicBezTo>
                    <a:cubicBezTo>
                      <a:pt x="39500" y="14752"/>
                      <a:pt x="39500" y="14505"/>
                      <a:pt x="39500" y="14250"/>
                    </a:cubicBezTo>
                    <a:cubicBezTo>
                      <a:pt x="39673" y="14222"/>
                      <a:pt x="39842" y="14195"/>
                      <a:pt x="40020" y="14168"/>
                    </a:cubicBezTo>
                    <a:cubicBezTo>
                      <a:pt x="40245" y="14127"/>
                      <a:pt x="40470" y="14088"/>
                      <a:pt x="40702" y="14048"/>
                    </a:cubicBezTo>
                    <a:cubicBezTo>
                      <a:pt x="40928" y="14010"/>
                      <a:pt x="41150" y="13972"/>
                      <a:pt x="41380" y="13933"/>
                    </a:cubicBezTo>
                    <a:cubicBezTo>
                      <a:pt x="42055" y="13735"/>
                      <a:pt x="42285" y="13507"/>
                      <a:pt x="42750" y="13000"/>
                    </a:cubicBezTo>
                    <a:cubicBezTo>
                      <a:pt x="43298" y="12952"/>
                      <a:pt x="43298" y="12952"/>
                      <a:pt x="43750" y="13000"/>
                    </a:cubicBezTo>
                    <a:cubicBezTo>
                      <a:pt x="43832" y="13495"/>
                      <a:pt x="43915" y="13990"/>
                      <a:pt x="44000" y="14500"/>
                    </a:cubicBezTo>
                    <a:cubicBezTo>
                      <a:pt x="44165" y="14500"/>
                      <a:pt x="44330" y="14500"/>
                      <a:pt x="44500" y="14500"/>
                    </a:cubicBezTo>
                    <a:cubicBezTo>
                      <a:pt x="44483" y="14445"/>
                      <a:pt x="44483" y="14445"/>
                      <a:pt x="44390" y="14160"/>
                    </a:cubicBezTo>
                    <a:cubicBezTo>
                      <a:pt x="44043" y="13030"/>
                      <a:pt x="43878" y="12105"/>
                      <a:pt x="44118" y="10925"/>
                    </a:cubicBezTo>
                    <a:cubicBezTo>
                      <a:pt x="44252" y="10233"/>
                      <a:pt x="44347" y="9548"/>
                      <a:pt x="44423" y="8845"/>
                    </a:cubicBezTo>
                    <a:cubicBezTo>
                      <a:pt x="44447" y="8608"/>
                      <a:pt x="44475" y="8373"/>
                      <a:pt x="44502" y="8130"/>
                    </a:cubicBezTo>
                    <a:cubicBezTo>
                      <a:pt x="44500" y="7450"/>
                      <a:pt x="44397" y="7270"/>
                      <a:pt x="44000" y="6750"/>
                    </a:cubicBezTo>
                    <a:cubicBezTo>
                      <a:pt x="44077" y="6172"/>
                      <a:pt x="44077" y="6172"/>
                      <a:pt x="44250" y="5500"/>
                    </a:cubicBezTo>
                    <a:cubicBezTo>
                      <a:pt x="44300" y="5225"/>
                      <a:pt x="44347" y="4948"/>
                      <a:pt x="44390" y="4672"/>
                    </a:cubicBezTo>
                    <a:cubicBezTo>
                      <a:pt x="44428" y="4450"/>
                      <a:pt x="44462" y="4227"/>
                      <a:pt x="44500" y="4000"/>
                    </a:cubicBezTo>
                    <a:cubicBezTo>
                      <a:pt x="44395" y="4073"/>
                      <a:pt x="44288" y="4145"/>
                      <a:pt x="44178" y="4220"/>
                    </a:cubicBezTo>
                    <a:cubicBezTo>
                      <a:pt x="43082" y="4912"/>
                      <a:pt x="42293" y="5142"/>
                      <a:pt x="41000" y="5000"/>
                    </a:cubicBezTo>
                    <a:cubicBezTo>
                      <a:pt x="40945" y="5160"/>
                      <a:pt x="40887" y="5323"/>
                      <a:pt x="40830" y="5487"/>
                    </a:cubicBezTo>
                    <a:cubicBezTo>
                      <a:pt x="40500" y="6000"/>
                      <a:pt x="40500" y="6000"/>
                      <a:pt x="39905" y="6153"/>
                    </a:cubicBezTo>
                    <a:cubicBezTo>
                      <a:pt x="39790" y="6157"/>
                      <a:pt x="39790" y="6157"/>
                      <a:pt x="39220" y="6188"/>
                    </a:cubicBezTo>
                    <a:cubicBezTo>
                      <a:pt x="38990" y="6203"/>
                      <a:pt x="38762" y="6215"/>
                      <a:pt x="38530" y="6230"/>
                    </a:cubicBezTo>
                    <a:cubicBezTo>
                      <a:pt x="38355" y="6237"/>
                      <a:pt x="38180" y="6243"/>
                      <a:pt x="38000" y="6250"/>
                    </a:cubicBezTo>
                    <a:cubicBezTo>
                      <a:pt x="38000" y="6415"/>
                      <a:pt x="38000" y="6580"/>
                      <a:pt x="38000" y="6750"/>
                    </a:cubicBezTo>
                    <a:cubicBezTo>
                      <a:pt x="37425" y="7037"/>
                      <a:pt x="37105" y="7030"/>
                      <a:pt x="36467" y="7025"/>
                    </a:cubicBezTo>
                    <a:cubicBezTo>
                      <a:pt x="36265" y="7023"/>
                      <a:pt x="36065" y="7023"/>
                      <a:pt x="35858" y="7023"/>
                    </a:cubicBezTo>
                    <a:cubicBezTo>
                      <a:pt x="35645" y="7020"/>
                      <a:pt x="35435" y="7017"/>
                      <a:pt x="35220" y="7015"/>
                    </a:cubicBezTo>
                    <a:cubicBezTo>
                      <a:pt x="35007" y="7015"/>
                      <a:pt x="34795" y="7013"/>
                      <a:pt x="34575" y="7013"/>
                    </a:cubicBezTo>
                    <a:cubicBezTo>
                      <a:pt x="34050" y="7010"/>
                      <a:pt x="33525" y="7005"/>
                      <a:pt x="33000" y="7000"/>
                    </a:cubicBezTo>
                    <a:cubicBezTo>
                      <a:pt x="33165" y="7082"/>
                      <a:pt x="33330" y="7165"/>
                      <a:pt x="33500" y="7250"/>
                    </a:cubicBezTo>
                    <a:cubicBezTo>
                      <a:pt x="33500" y="7415"/>
                      <a:pt x="33500" y="7580"/>
                      <a:pt x="33500" y="7750"/>
                    </a:cubicBezTo>
                    <a:cubicBezTo>
                      <a:pt x="32940" y="8030"/>
                      <a:pt x="32618" y="8040"/>
                      <a:pt x="31998" y="8055"/>
                    </a:cubicBezTo>
                    <a:cubicBezTo>
                      <a:pt x="31788" y="8060"/>
                      <a:pt x="31577" y="8067"/>
                      <a:pt x="31363" y="8072"/>
                    </a:cubicBezTo>
                    <a:cubicBezTo>
                      <a:pt x="31248" y="8075"/>
                      <a:pt x="31248" y="8075"/>
                      <a:pt x="30670" y="8088"/>
                    </a:cubicBezTo>
                    <a:cubicBezTo>
                      <a:pt x="30430" y="8095"/>
                      <a:pt x="30190" y="8100"/>
                      <a:pt x="29942" y="8105"/>
                    </a:cubicBezTo>
                    <a:cubicBezTo>
                      <a:pt x="29155" y="8125"/>
                      <a:pt x="28368" y="8140"/>
                      <a:pt x="27577" y="8155"/>
                    </a:cubicBezTo>
                    <a:cubicBezTo>
                      <a:pt x="27445" y="8160"/>
                      <a:pt x="27310" y="8162"/>
                      <a:pt x="27173" y="8165"/>
                    </a:cubicBezTo>
                    <a:cubicBezTo>
                      <a:pt x="23265" y="8245"/>
                      <a:pt x="19363" y="8270"/>
                      <a:pt x="15452" y="8188"/>
                    </a:cubicBezTo>
                    <a:cubicBezTo>
                      <a:pt x="15350" y="8185"/>
                      <a:pt x="15350" y="8185"/>
                      <a:pt x="14827" y="8178"/>
                    </a:cubicBezTo>
                    <a:cubicBezTo>
                      <a:pt x="14245" y="8168"/>
                      <a:pt x="13665" y="8153"/>
                      <a:pt x="13082" y="8138"/>
                    </a:cubicBezTo>
                    <a:cubicBezTo>
                      <a:pt x="12915" y="8135"/>
                      <a:pt x="12745" y="8132"/>
                      <a:pt x="12572" y="8130"/>
                    </a:cubicBezTo>
                    <a:cubicBezTo>
                      <a:pt x="11485" y="8090"/>
                      <a:pt x="10900" y="7855"/>
                      <a:pt x="10000" y="7250"/>
                    </a:cubicBezTo>
                    <a:cubicBezTo>
                      <a:pt x="9483" y="7177"/>
                      <a:pt x="9017" y="7135"/>
                      <a:pt x="8500" y="7125"/>
                    </a:cubicBezTo>
                    <a:cubicBezTo>
                      <a:pt x="7380" y="7105"/>
                      <a:pt x="6702" y="6852"/>
                      <a:pt x="5750" y="6250"/>
                    </a:cubicBezTo>
                    <a:cubicBezTo>
                      <a:pt x="5158" y="6097"/>
                      <a:pt x="4575" y="6002"/>
                      <a:pt x="3972" y="5905"/>
                    </a:cubicBezTo>
                    <a:cubicBezTo>
                      <a:pt x="3895" y="5880"/>
                      <a:pt x="3895" y="5880"/>
                      <a:pt x="3500" y="5750"/>
                    </a:cubicBezTo>
                    <a:cubicBezTo>
                      <a:pt x="3308" y="5360"/>
                      <a:pt x="3308" y="5360"/>
                      <a:pt x="3250" y="5000"/>
                    </a:cubicBezTo>
                    <a:cubicBezTo>
                      <a:pt x="3153" y="4998"/>
                      <a:pt x="3153" y="4998"/>
                      <a:pt x="2665" y="4980"/>
                    </a:cubicBezTo>
                    <a:cubicBezTo>
                      <a:pt x="2413" y="4968"/>
                      <a:pt x="2160" y="4953"/>
                      <a:pt x="1905" y="4938"/>
                    </a:cubicBezTo>
                    <a:cubicBezTo>
                      <a:pt x="1780" y="4935"/>
                      <a:pt x="1653" y="4930"/>
                      <a:pt x="1522" y="4927"/>
                    </a:cubicBezTo>
                    <a:cubicBezTo>
                      <a:pt x="1150" y="4903"/>
                      <a:pt x="1150" y="4903"/>
                      <a:pt x="500" y="4750"/>
                    </a:cubicBezTo>
                    <a:cubicBezTo>
                      <a:pt x="163" y="4237"/>
                      <a:pt x="163" y="4237"/>
                      <a:pt x="0" y="3750"/>
                    </a:cubicBezTo>
                    <a:cubicBezTo>
                      <a:pt x="413" y="3750"/>
                      <a:pt x="825" y="3750"/>
                      <a:pt x="1250" y="3750"/>
                    </a:cubicBezTo>
                    <a:cubicBezTo>
                      <a:pt x="1142" y="3125"/>
                      <a:pt x="1087" y="2825"/>
                      <a:pt x="595" y="2405"/>
                    </a:cubicBezTo>
                    <a:cubicBezTo>
                      <a:pt x="250" y="2000"/>
                      <a:pt x="250" y="2000"/>
                      <a:pt x="257" y="1620"/>
                    </a:cubicBezTo>
                    <a:cubicBezTo>
                      <a:pt x="320" y="1243"/>
                      <a:pt x="410" y="870"/>
                      <a:pt x="500" y="500"/>
                    </a:cubicBezTo>
                    <a:cubicBezTo>
                      <a:pt x="748" y="500"/>
                      <a:pt x="995" y="500"/>
                      <a:pt x="1250" y="500"/>
                    </a:cubicBezTo>
                    <a:cubicBezTo>
                      <a:pt x="1262" y="635"/>
                      <a:pt x="1275" y="773"/>
                      <a:pt x="1290" y="910"/>
                    </a:cubicBezTo>
                    <a:cubicBezTo>
                      <a:pt x="1382" y="1500"/>
                      <a:pt x="1485" y="1965"/>
                      <a:pt x="1750" y="2500"/>
                    </a:cubicBezTo>
                    <a:cubicBezTo>
                      <a:pt x="2382" y="2898"/>
                      <a:pt x="3022" y="3088"/>
                      <a:pt x="3750" y="3250"/>
                    </a:cubicBezTo>
                    <a:cubicBezTo>
                      <a:pt x="3750" y="3498"/>
                      <a:pt x="3750" y="3745"/>
                      <a:pt x="3750" y="4000"/>
                    </a:cubicBezTo>
                    <a:cubicBezTo>
                      <a:pt x="3887" y="3993"/>
                      <a:pt x="4028" y="3983"/>
                      <a:pt x="4170" y="3972"/>
                    </a:cubicBezTo>
                    <a:cubicBezTo>
                      <a:pt x="4350" y="3968"/>
                      <a:pt x="4533" y="3960"/>
                      <a:pt x="4720" y="3953"/>
                    </a:cubicBezTo>
                    <a:cubicBezTo>
                      <a:pt x="4897" y="3945"/>
                      <a:pt x="5077" y="3935"/>
                      <a:pt x="5262" y="3927"/>
                    </a:cubicBezTo>
                    <a:cubicBezTo>
                      <a:pt x="5750" y="4000"/>
                      <a:pt x="5750" y="4000"/>
                      <a:pt x="6050" y="4362"/>
                    </a:cubicBezTo>
                    <a:cubicBezTo>
                      <a:pt x="6115" y="4490"/>
                      <a:pt x="6183" y="4618"/>
                      <a:pt x="6250" y="4750"/>
                    </a:cubicBezTo>
                    <a:cubicBezTo>
                      <a:pt x="6500" y="5000"/>
                      <a:pt x="6500" y="5000"/>
                      <a:pt x="7100" y="5007"/>
                    </a:cubicBezTo>
                    <a:cubicBezTo>
                      <a:pt x="7595" y="4993"/>
                      <a:pt x="8090" y="4977"/>
                      <a:pt x="8585" y="4960"/>
                    </a:cubicBezTo>
                    <a:cubicBezTo>
                      <a:pt x="9245" y="5000"/>
                      <a:pt x="9530" y="5043"/>
                      <a:pt x="10000" y="5500"/>
                    </a:cubicBezTo>
                    <a:cubicBezTo>
                      <a:pt x="10000" y="5665"/>
                      <a:pt x="10000" y="5830"/>
                      <a:pt x="10000" y="6000"/>
                    </a:cubicBezTo>
                    <a:cubicBezTo>
                      <a:pt x="10180" y="5995"/>
                      <a:pt x="10358" y="5993"/>
                      <a:pt x="10543" y="5987"/>
                    </a:cubicBezTo>
                    <a:cubicBezTo>
                      <a:pt x="11215" y="5975"/>
                      <a:pt x="11887" y="5965"/>
                      <a:pt x="12560" y="5960"/>
                    </a:cubicBezTo>
                    <a:cubicBezTo>
                      <a:pt x="12850" y="5955"/>
                      <a:pt x="13140" y="5950"/>
                      <a:pt x="13430" y="5942"/>
                    </a:cubicBezTo>
                    <a:cubicBezTo>
                      <a:pt x="16145" y="5882"/>
                      <a:pt x="16145" y="5882"/>
                      <a:pt x="17205" y="6373"/>
                    </a:cubicBezTo>
                    <a:cubicBezTo>
                      <a:pt x="18615" y="6998"/>
                      <a:pt x="20180" y="6860"/>
                      <a:pt x="21695" y="6847"/>
                    </a:cubicBezTo>
                    <a:cubicBezTo>
                      <a:pt x="22233" y="6845"/>
                      <a:pt x="22770" y="6847"/>
                      <a:pt x="23305" y="6852"/>
                    </a:cubicBezTo>
                    <a:cubicBezTo>
                      <a:pt x="24978" y="6855"/>
                      <a:pt x="26390" y="6802"/>
                      <a:pt x="27960" y="6175"/>
                    </a:cubicBezTo>
                    <a:cubicBezTo>
                      <a:pt x="29060" y="5817"/>
                      <a:pt x="30228" y="5855"/>
                      <a:pt x="31375" y="5828"/>
                    </a:cubicBezTo>
                    <a:cubicBezTo>
                      <a:pt x="31627" y="5820"/>
                      <a:pt x="31880" y="5810"/>
                      <a:pt x="32132" y="5802"/>
                    </a:cubicBezTo>
                    <a:cubicBezTo>
                      <a:pt x="33702" y="5750"/>
                      <a:pt x="33702" y="5750"/>
                      <a:pt x="34250" y="5750"/>
                    </a:cubicBezTo>
                    <a:cubicBezTo>
                      <a:pt x="34315" y="5627"/>
                      <a:pt x="34380" y="5505"/>
                      <a:pt x="34447" y="5380"/>
                    </a:cubicBezTo>
                    <a:cubicBezTo>
                      <a:pt x="34750" y="5000"/>
                      <a:pt x="34750" y="5000"/>
                      <a:pt x="35255" y="4918"/>
                    </a:cubicBezTo>
                    <a:cubicBezTo>
                      <a:pt x="35353" y="4920"/>
                      <a:pt x="35353" y="4920"/>
                      <a:pt x="35845" y="4938"/>
                    </a:cubicBezTo>
                    <a:cubicBezTo>
                      <a:pt x="35940" y="4940"/>
                      <a:pt x="35940" y="4940"/>
                      <a:pt x="36428" y="4950"/>
                    </a:cubicBezTo>
                    <a:cubicBezTo>
                      <a:pt x="36978" y="4998"/>
                      <a:pt x="37470" y="5100"/>
                      <a:pt x="38000" y="5250"/>
                    </a:cubicBezTo>
                    <a:cubicBezTo>
                      <a:pt x="38082" y="4838"/>
                      <a:pt x="38165" y="4425"/>
                      <a:pt x="38250" y="4000"/>
                    </a:cubicBezTo>
                    <a:cubicBezTo>
                      <a:pt x="38385" y="3990"/>
                      <a:pt x="38522" y="3983"/>
                      <a:pt x="38660" y="3972"/>
                    </a:cubicBezTo>
                    <a:cubicBezTo>
                      <a:pt x="39738" y="3873"/>
                      <a:pt x="40255" y="3815"/>
                      <a:pt x="41000" y="3000"/>
                    </a:cubicBezTo>
                    <a:cubicBezTo>
                      <a:pt x="41673" y="2953"/>
                      <a:pt x="41673" y="2953"/>
                      <a:pt x="42250" y="3000"/>
                    </a:cubicBezTo>
                    <a:cubicBezTo>
                      <a:pt x="42168" y="3248"/>
                      <a:pt x="42085" y="3495"/>
                      <a:pt x="42000" y="3750"/>
                    </a:cubicBezTo>
                    <a:cubicBezTo>
                      <a:pt x="42413" y="3832"/>
                      <a:pt x="42825" y="3915"/>
                      <a:pt x="43250" y="4000"/>
                    </a:cubicBezTo>
                    <a:cubicBezTo>
                      <a:pt x="43183" y="3915"/>
                      <a:pt x="43183" y="3915"/>
                      <a:pt x="42845" y="3485"/>
                    </a:cubicBezTo>
                    <a:cubicBezTo>
                      <a:pt x="42560" y="3023"/>
                      <a:pt x="42490" y="2823"/>
                      <a:pt x="42562" y="2278"/>
                    </a:cubicBezTo>
                    <a:cubicBezTo>
                      <a:pt x="42690" y="1843"/>
                      <a:pt x="42832" y="1420"/>
                      <a:pt x="43000" y="1000"/>
                    </a:cubicBezTo>
                    <a:cubicBezTo>
                      <a:pt x="43728" y="1450"/>
                      <a:pt x="43728" y="1450"/>
                      <a:pt x="43923" y="1905"/>
                    </a:cubicBezTo>
                    <a:cubicBezTo>
                      <a:pt x="43947" y="2020"/>
                      <a:pt x="43972" y="2132"/>
                      <a:pt x="44000" y="2250"/>
                    </a:cubicBezTo>
                    <a:cubicBezTo>
                      <a:pt x="44248" y="2250"/>
                      <a:pt x="44495" y="2250"/>
                      <a:pt x="44750" y="2250"/>
                    </a:cubicBezTo>
                    <a:cubicBezTo>
                      <a:pt x="44730" y="2108"/>
                      <a:pt x="44707" y="1968"/>
                      <a:pt x="44688" y="1823"/>
                    </a:cubicBezTo>
                    <a:cubicBezTo>
                      <a:pt x="44675" y="1730"/>
                      <a:pt x="44675" y="1730"/>
                      <a:pt x="44610" y="1265"/>
                    </a:cubicBezTo>
                    <a:cubicBezTo>
                      <a:pt x="44582" y="1082"/>
                      <a:pt x="44558" y="900"/>
                      <a:pt x="44530" y="713"/>
                    </a:cubicBezTo>
                    <a:cubicBezTo>
                      <a:pt x="44520" y="560"/>
                      <a:pt x="44510" y="407"/>
                      <a:pt x="44500" y="250"/>
                    </a:cubicBezTo>
                    <a:cubicBezTo>
                      <a:pt x="44582" y="168"/>
                      <a:pt x="44665" y="85"/>
                      <a:pt x="44750" y="0"/>
                    </a:cubicBezTo>
                    <a:close/>
                  </a:path>
                </a:pathLst>
              </a:custGeom>
              <a:solidFill>
                <a:srgbClr val="525252"/>
              </a:solidFill>
              <a:ln w="0">
                <a:noFill/>
              </a:ln>
            </p:spPr>
          </p:sp>
          <p:sp>
            <p:nvSpPr>
              <p:cNvPr id="197" name="database_filter vector"/>
              <p:cNvSpPr/>
              <p:nvPr/>
            </p:nvSpPr>
            <p:spPr>
              <a:xfrm>
                <a:off x="3612106" y="883560"/>
                <a:ext cx="459097" cy="520454"/>
              </a:xfrm>
              <a:custGeom>
                <a:avLst/>
                <a:gdLst/>
                <a:ahLst/>
                <a:cxnLst/>
                <a:rect l="0" t="0" r="r" b="b"/>
                <a:pathLst>
                  <a:path w="50207" h="56918" fill="norm" stroke="0">
                    <a:moveTo>
                      <a:pt x="24070" y="58"/>
                    </a:moveTo>
                    <a:cubicBezTo>
                      <a:pt x="24825" y="60"/>
                      <a:pt x="25577" y="58"/>
                      <a:pt x="26332" y="55"/>
                    </a:cubicBezTo>
                    <a:cubicBezTo>
                      <a:pt x="29407" y="45"/>
                      <a:pt x="32440" y="55"/>
                      <a:pt x="35475" y="623"/>
                    </a:cubicBezTo>
                    <a:cubicBezTo>
                      <a:pt x="35587" y="642"/>
                      <a:pt x="35587" y="642"/>
                      <a:pt x="36155" y="743"/>
                    </a:cubicBezTo>
                    <a:cubicBezTo>
                      <a:pt x="36738" y="848"/>
                      <a:pt x="37317" y="965"/>
                      <a:pt x="37897" y="1093"/>
                    </a:cubicBezTo>
                    <a:cubicBezTo>
                      <a:pt x="38098" y="1135"/>
                      <a:pt x="38298" y="1178"/>
                      <a:pt x="38502" y="1223"/>
                    </a:cubicBezTo>
                    <a:cubicBezTo>
                      <a:pt x="40125" y="1580"/>
                      <a:pt x="41675" y="2025"/>
                      <a:pt x="43225" y="2623"/>
                    </a:cubicBezTo>
                    <a:cubicBezTo>
                      <a:pt x="43322" y="2657"/>
                      <a:pt x="43322" y="2657"/>
                      <a:pt x="43810" y="2838"/>
                    </a:cubicBezTo>
                    <a:cubicBezTo>
                      <a:pt x="44928" y="3285"/>
                      <a:pt x="45902" y="3870"/>
                      <a:pt x="46882" y="4560"/>
                    </a:cubicBezTo>
                    <a:cubicBezTo>
                      <a:pt x="46935" y="4598"/>
                      <a:pt x="46935" y="4598"/>
                      <a:pt x="47207" y="4788"/>
                    </a:cubicBezTo>
                    <a:cubicBezTo>
                      <a:pt x="47565" y="5047"/>
                      <a:pt x="47890" y="5335"/>
                      <a:pt x="48225" y="5623"/>
                    </a:cubicBezTo>
                    <a:cubicBezTo>
                      <a:pt x="48298" y="5678"/>
                      <a:pt x="48298" y="5678"/>
                      <a:pt x="48667" y="5955"/>
                    </a:cubicBezTo>
                    <a:cubicBezTo>
                      <a:pt x="49752" y="6930"/>
                      <a:pt x="50077" y="7705"/>
                      <a:pt x="50175" y="9133"/>
                    </a:cubicBezTo>
                    <a:cubicBezTo>
                      <a:pt x="50207" y="10175"/>
                      <a:pt x="50202" y="11215"/>
                      <a:pt x="50190" y="12258"/>
                    </a:cubicBezTo>
                    <a:cubicBezTo>
                      <a:pt x="50190" y="12713"/>
                      <a:pt x="50190" y="13165"/>
                      <a:pt x="50192" y="13620"/>
                    </a:cubicBezTo>
                    <a:cubicBezTo>
                      <a:pt x="50192" y="14567"/>
                      <a:pt x="50185" y="15515"/>
                      <a:pt x="50175" y="16463"/>
                    </a:cubicBezTo>
                    <a:cubicBezTo>
                      <a:pt x="50162" y="17678"/>
                      <a:pt x="50162" y="18890"/>
                      <a:pt x="50167" y="20105"/>
                    </a:cubicBezTo>
                    <a:cubicBezTo>
                      <a:pt x="50170" y="21040"/>
                      <a:pt x="50167" y="21978"/>
                      <a:pt x="50162" y="22913"/>
                    </a:cubicBezTo>
                    <a:cubicBezTo>
                      <a:pt x="50160" y="23360"/>
                      <a:pt x="50160" y="23808"/>
                      <a:pt x="50160" y="24255"/>
                    </a:cubicBezTo>
                    <a:cubicBezTo>
                      <a:pt x="50162" y="24880"/>
                      <a:pt x="50155" y="25505"/>
                      <a:pt x="50145" y="26130"/>
                    </a:cubicBezTo>
                    <a:cubicBezTo>
                      <a:pt x="50147" y="26315"/>
                      <a:pt x="50147" y="26500"/>
                      <a:pt x="50150" y="26688"/>
                    </a:cubicBezTo>
                    <a:cubicBezTo>
                      <a:pt x="50128" y="27630"/>
                      <a:pt x="50037" y="28172"/>
                      <a:pt x="49370" y="28863"/>
                    </a:cubicBezTo>
                    <a:cubicBezTo>
                      <a:pt x="48875" y="29298"/>
                      <a:pt x="48515" y="29545"/>
                      <a:pt x="47835" y="29530"/>
                    </a:cubicBezTo>
                    <a:cubicBezTo>
                      <a:pt x="47695" y="29532"/>
                      <a:pt x="47555" y="29535"/>
                      <a:pt x="47412" y="29538"/>
                    </a:cubicBezTo>
                    <a:cubicBezTo>
                      <a:pt x="46690" y="29265"/>
                      <a:pt x="46305" y="28798"/>
                      <a:pt x="45975" y="28123"/>
                    </a:cubicBezTo>
                    <a:cubicBezTo>
                      <a:pt x="45822" y="27347"/>
                      <a:pt x="45803" y="26583"/>
                      <a:pt x="45787" y="25795"/>
                    </a:cubicBezTo>
                    <a:cubicBezTo>
                      <a:pt x="45780" y="25585"/>
                      <a:pt x="45772" y="25377"/>
                      <a:pt x="45765" y="25163"/>
                    </a:cubicBezTo>
                    <a:cubicBezTo>
                      <a:pt x="45748" y="24648"/>
                      <a:pt x="45735" y="24135"/>
                      <a:pt x="45725" y="23623"/>
                    </a:cubicBezTo>
                    <a:cubicBezTo>
                      <a:pt x="44887" y="23748"/>
                      <a:pt x="44132" y="23870"/>
                      <a:pt x="43350" y="24200"/>
                    </a:cubicBezTo>
                    <a:cubicBezTo>
                      <a:pt x="41983" y="24735"/>
                      <a:pt x="40577" y="25123"/>
                      <a:pt x="39162" y="25505"/>
                    </a:cubicBezTo>
                    <a:cubicBezTo>
                      <a:pt x="38775" y="25610"/>
                      <a:pt x="38390" y="25718"/>
                      <a:pt x="38005" y="25828"/>
                    </a:cubicBezTo>
                    <a:cubicBezTo>
                      <a:pt x="36103" y="26320"/>
                      <a:pt x="34175" y="26555"/>
                      <a:pt x="32225" y="26780"/>
                    </a:cubicBezTo>
                    <a:cubicBezTo>
                      <a:pt x="32090" y="26795"/>
                      <a:pt x="31952" y="26810"/>
                      <a:pt x="31812" y="26828"/>
                    </a:cubicBezTo>
                    <a:cubicBezTo>
                      <a:pt x="30868" y="26933"/>
                      <a:pt x="29923" y="27032"/>
                      <a:pt x="28975" y="27123"/>
                    </a:cubicBezTo>
                    <a:cubicBezTo>
                      <a:pt x="28840" y="27135"/>
                      <a:pt x="28705" y="27150"/>
                      <a:pt x="28565" y="27163"/>
                    </a:cubicBezTo>
                    <a:cubicBezTo>
                      <a:pt x="26625" y="27347"/>
                      <a:pt x="24720" y="27400"/>
                      <a:pt x="22772" y="27310"/>
                    </a:cubicBezTo>
                    <a:cubicBezTo>
                      <a:pt x="22640" y="27305"/>
                      <a:pt x="22510" y="27300"/>
                      <a:pt x="22375" y="27293"/>
                    </a:cubicBezTo>
                    <a:cubicBezTo>
                      <a:pt x="20325" y="27202"/>
                      <a:pt x="18293" y="27028"/>
                      <a:pt x="16257" y="26780"/>
                    </a:cubicBezTo>
                    <a:cubicBezTo>
                      <a:pt x="16017" y="26750"/>
                      <a:pt x="15780" y="26722"/>
                      <a:pt x="15532" y="26693"/>
                    </a:cubicBezTo>
                    <a:cubicBezTo>
                      <a:pt x="14087" y="26502"/>
                      <a:pt x="12722" y="26200"/>
                      <a:pt x="11325" y="25795"/>
                    </a:cubicBezTo>
                    <a:cubicBezTo>
                      <a:pt x="10800" y="25645"/>
                      <a:pt x="10275" y="25510"/>
                      <a:pt x="9740" y="25388"/>
                    </a:cubicBezTo>
                    <a:cubicBezTo>
                      <a:pt x="8873" y="25175"/>
                      <a:pt x="8027" y="24905"/>
                      <a:pt x="7178" y="24623"/>
                    </a:cubicBezTo>
                    <a:cubicBezTo>
                      <a:pt x="7053" y="24580"/>
                      <a:pt x="6928" y="24540"/>
                      <a:pt x="6800" y="24498"/>
                    </a:cubicBezTo>
                    <a:cubicBezTo>
                      <a:pt x="6012" y="24230"/>
                      <a:pt x="5243" y="23938"/>
                      <a:pt x="4475" y="23623"/>
                    </a:cubicBezTo>
                    <a:cubicBezTo>
                      <a:pt x="4282" y="24310"/>
                      <a:pt x="4190" y="24928"/>
                      <a:pt x="4180" y="25638"/>
                    </a:cubicBezTo>
                    <a:cubicBezTo>
                      <a:pt x="4178" y="25835"/>
                      <a:pt x="4175" y="26032"/>
                      <a:pt x="4173" y="26235"/>
                    </a:cubicBezTo>
                    <a:cubicBezTo>
                      <a:pt x="4170" y="26445"/>
                      <a:pt x="4168" y="26655"/>
                      <a:pt x="4165" y="26873"/>
                    </a:cubicBezTo>
                    <a:cubicBezTo>
                      <a:pt x="4162" y="27090"/>
                      <a:pt x="4162" y="27310"/>
                      <a:pt x="4160" y="27535"/>
                    </a:cubicBezTo>
                    <a:cubicBezTo>
                      <a:pt x="4155" y="27995"/>
                      <a:pt x="4152" y="28455"/>
                      <a:pt x="4152" y="28915"/>
                    </a:cubicBezTo>
                    <a:cubicBezTo>
                      <a:pt x="4147" y="29620"/>
                      <a:pt x="4135" y="30325"/>
                      <a:pt x="4125" y="31030"/>
                    </a:cubicBezTo>
                    <a:cubicBezTo>
                      <a:pt x="4123" y="31478"/>
                      <a:pt x="4120" y="31925"/>
                      <a:pt x="4120" y="32373"/>
                    </a:cubicBezTo>
                    <a:cubicBezTo>
                      <a:pt x="4115" y="32583"/>
                      <a:pt x="4110" y="32793"/>
                      <a:pt x="4105" y="33010"/>
                    </a:cubicBezTo>
                    <a:cubicBezTo>
                      <a:pt x="4113" y="34637"/>
                      <a:pt x="4113" y="34637"/>
                      <a:pt x="4705" y="35248"/>
                    </a:cubicBezTo>
                    <a:cubicBezTo>
                      <a:pt x="5502" y="35822"/>
                      <a:pt x="6332" y="36210"/>
                      <a:pt x="7225" y="36622"/>
                    </a:cubicBezTo>
                    <a:cubicBezTo>
                      <a:pt x="7428" y="36728"/>
                      <a:pt x="7627" y="36830"/>
                      <a:pt x="7835" y="36938"/>
                    </a:cubicBezTo>
                    <a:cubicBezTo>
                      <a:pt x="9608" y="37820"/>
                      <a:pt x="11363" y="38225"/>
                      <a:pt x="13310" y="38545"/>
                    </a:cubicBezTo>
                    <a:cubicBezTo>
                      <a:pt x="13725" y="38622"/>
                      <a:pt x="13725" y="38622"/>
                      <a:pt x="14168" y="38750"/>
                    </a:cubicBezTo>
                    <a:cubicBezTo>
                      <a:pt x="14938" y="38920"/>
                      <a:pt x="15697" y="38935"/>
                      <a:pt x="16483" y="38963"/>
                    </a:cubicBezTo>
                    <a:cubicBezTo>
                      <a:pt x="16827" y="38978"/>
                      <a:pt x="17175" y="38995"/>
                      <a:pt x="17520" y="39012"/>
                    </a:cubicBezTo>
                    <a:cubicBezTo>
                      <a:pt x="18060" y="39037"/>
                      <a:pt x="18603" y="39060"/>
                      <a:pt x="19142" y="39078"/>
                    </a:cubicBezTo>
                    <a:cubicBezTo>
                      <a:pt x="19668" y="39098"/>
                      <a:pt x="20192" y="39122"/>
                      <a:pt x="20717" y="39150"/>
                    </a:cubicBezTo>
                    <a:cubicBezTo>
                      <a:pt x="20877" y="39152"/>
                      <a:pt x="21040" y="39158"/>
                      <a:pt x="21205" y="39160"/>
                    </a:cubicBezTo>
                    <a:cubicBezTo>
                      <a:pt x="22303" y="39228"/>
                      <a:pt x="22303" y="39228"/>
                      <a:pt x="22803" y="39648"/>
                    </a:cubicBezTo>
                    <a:cubicBezTo>
                      <a:pt x="23205" y="40132"/>
                      <a:pt x="23450" y="40475"/>
                      <a:pt x="23553" y="41100"/>
                    </a:cubicBezTo>
                    <a:cubicBezTo>
                      <a:pt x="23418" y="41845"/>
                      <a:pt x="23320" y="42268"/>
                      <a:pt x="22803" y="42842"/>
                    </a:cubicBezTo>
                    <a:cubicBezTo>
                      <a:pt x="21252" y="43595"/>
                      <a:pt x="19670" y="43333"/>
                      <a:pt x="18007" y="43170"/>
                    </a:cubicBezTo>
                    <a:cubicBezTo>
                      <a:pt x="17748" y="43145"/>
                      <a:pt x="17490" y="43120"/>
                      <a:pt x="17233" y="43095"/>
                    </a:cubicBezTo>
                    <a:cubicBezTo>
                      <a:pt x="16717" y="43048"/>
                      <a:pt x="16202" y="42995"/>
                      <a:pt x="15688" y="42945"/>
                    </a:cubicBezTo>
                    <a:cubicBezTo>
                      <a:pt x="15072" y="42882"/>
                      <a:pt x="14457" y="42825"/>
                      <a:pt x="13840" y="42770"/>
                    </a:cubicBezTo>
                    <a:cubicBezTo>
                      <a:pt x="10955" y="42490"/>
                      <a:pt x="8173" y="41750"/>
                      <a:pt x="5627" y="40322"/>
                    </a:cubicBezTo>
                    <a:cubicBezTo>
                      <a:pt x="5225" y="40122"/>
                      <a:pt x="5225" y="40122"/>
                      <a:pt x="4225" y="39872"/>
                    </a:cubicBezTo>
                    <a:cubicBezTo>
                      <a:pt x="4308" y="43173"/>
                      <a:pt x="4390" y="46472"/>
                      <a:pt x="4475" y="49872"/>
                    </a:cubicBezTo>
                    <a:cubicBezTo>
                      <a:pt x="7315" y="51293"/>
                      <a:pt x="9735" y="51955"/>
                      <a:pt x="12835" y="52262"/>
                    </a:cubicBezTo>
                    <a:cubicBezTo>
                      <a:pt x="12980" y="52280"/>
                      <a:pt x="13125" y="52295"/>
                      <a:pt x="13272" y="52310"/>
                    </a:cubicBezTo>
                    <a:cubicBezTo>
                      <a:pt x="15228" y="52520"/>
                      <a:pt x="17178" y="52655"/>
                      <a:pt x="19140" y="52738"/>
                    </a:cubicBezTo>
                    <a:cubicBezTo>
                      <a:pt x="19342" y="52745"/>
                      <a:pt x="19545" y="52755"/>
                      <a:pt x="19755" y="52765"/>
                    </a:cubicBezTo>
                    <a:cubicBezTo>
                      <a:pt x="20760" y="52810"/>
                      <a:pt x="21765" y="52848"/>
                      <a:pt x="22770" y="52872"/>
                    </a:cubicBezTo>
                    <a:cubicBezTo>
                      <a:pt x="23140" y="52887"/>
                      <a:pt x="23510" y="52902"/>
                      <a:pt x="23880" y="52918"/>
                    </a:cubicBezTo>
                    <a:cubicBezTo>
                      <a:pt x="24048" y="52920"/>
                      <a:pt x="24217" y="52923"/>
                      <a:pt x="24390" y="52925"/>
                    </a:cubicBezTo>
                    <a:cubicBezTo>
                      <a:pt x="25293" y="52968"/>
                      <a:pt x="25798" y="53092"/>
                      <a:pt x="26457" y="53730"/>
                    </a:cubicBezTo>
                    <a:cubicBezTo>
                      <a:pt x="26817" y="54128"/>
                      <a:pt x="26962" y="54325"/>
                      <a:pt x="27095" y="54850"/>
                    </a:cubicBezTo>
                    <a:cubicBezTo>
                      <a:pt x="26950" y="55695"/>
                      <a:pt x="26830" y="56032"/>
                      <a:pt x="26162" y="56608"/>
                    </a:cubicBezTo>
                    <a:cubicBezTo>
                      <a:pt x="25370" y="56918"/>
                      <a:pt x="24590" y="56908"/>
                      <a:pt x="23752" y="56895"/>
                    </a:cubicBezTo>
                    <a:cubicBezTo>
                      <a:pt x="23610" y="56895"/>
                      <a:pt x="23467" y="56895"/>
                      <a:pt x="23320" y="56893"/>
                    </a:cubicBezTo>
                    <a:cubicBezTo>
                      <a:pt x="21752" y="56878"/>
                      <a:pt x="20183" y="56825"/>
                      <a:pt x="18615" y="56762"/>
                    </a:cubicBezTo>
                    <a:cubicBezTo>
                      <a:pt x="18467" y="56757"/>
                      <a:pt x="18320" y="56752"/>
                      <a:pt x="18168" y="56745"/>
                    </a:cubicBezTo>
                    <a:cubicBezTo>
                      <a:pt x="17438" y="56718"/>
                      <a:pt x="16710" y="56685"/>
                      <a:pt x="15980" y="56655"/>
                    </a:cubicBezTo>
                    <a:cubicBezTo>
                      <a:pt x="15537" y="56635"/>
                      <a:pt x="15097" y="56618"/>
                      <a:pt x="14657" y="56603"/>
                    </a:cubicBezTo>
                    <a:cubicBezTo>
                      <a:pt x="10350" y="56447"/>
                      <a:pt x="5465" y="55720"/>
                      <a:pt x="1920" y="53103"/>
                    </a:cubicBezTo>
                    <a:cubicBezTo>
                      <a:pt x="0" y="51032"/>
                      <a:pt x="48" y="49192"/>
                      <a:pt x="67" y="46495"/>
                    </a:cubicBezTo>
                    <a:cubicBezTo>
                      <a:pt x="65" y="46075"/>
                      <a:pt x="65" y="45658"/>
                      <a:pt x="62" y="45238"/>
                    </a:cubicBezTo>
                    <a:cubicBezTo>
                      <a:pt x="58" y="44105"/>
                      <a:pt x="60" y="42970"/>
                      <a:pt x="65" y="41838"/>
                    </a:cubicBezTo>
                    <a:cubicBezTo>
                      <a:pt x="70" y="40648"/>
                      <a:pt x="67" y="39460"/>
                      <a:pt x="65" y="38273"/>
                    </a:cubicBezTo>
                    <a:cubicBezTo>
                      <a:pt x="65" y="36278"/>
                      <a:pt x="70" y="34285"/>
                      <a:pt x="75" y="32290"/>
                    </a:cubicBezTo>
                    <a:cubicBezTo>
                      <a:pt x="82" y="30240"/>
                      <a:pt x="85" y="28190"/>
                      <a:pt x="80" y="26140"/>
                    </a:cubicBezTo>
                    <a:cubicBezTo>
                      <a:pt x="77" y="23668"/>
                      <a:pt x="77" y="21193"/>
                      <a:pt x="82" y="18718"/>
                    </a:cubicBezTo>
                    <a:cubicBezTo>
                      <a:pt x="82" y="17775"/>
                      <a:pt x="82" y="16830"/>
                      <a:pt x="82" y="15888"/>
                    </a:cubicBezTo>
                    <a:cubicBezTo>
                      <a:pt x="80" y="14778"/>
                      <a:pt x="82" y="13665"/>
                      <a:pt x="90" y="12555"/>
                    </a:cubicBezTo>
                    <a:cubicBezTo>
                      <a:pt x="90" y="12148"/>
                      <a:pt x="90" y="11740"/>
                      <a:pt x="90" y="11333"/>
                    </a:cubicBezTo>
                    <a:cubicBezTo>
                      <a:pt x="87" y="10775"/>
                      <a:pt x="90" y="10220"/>
                      <a:pt x="97" y="9663"/>
                    </a:cubicBezTo>
                    <a:cubicBezTo>
                      <a:pt x="95" y="9502"/>
                      <a:pt x="92" y="9343"/>
                      <a:pt x="90" y="9175"/>
                    </a:cubicBezTo>
                    <a:cubicBezTo>
                      <a:pt x="110" y="8050"/>
                      <a:pt x="418" y="7188"/>
                      <a:pt x="1225" y="6373"/>
                    </a:cubicBezTo>
                    <a:cubicBezTo>
                      <a:pt x="1390" y="6373"/>
                      <a:pt x="1555" y="6373"/>
                      <a:pt x="1725" y="6373"/>
                    </a:cubicBezTo>
                    <a:cubicBezTo>
                      <a:pt x="1777" y="6233"/>
                      <a:pt x="1827" y="6095"/>
                      <a:pt x="1882" y="5950"/>
                    </a:cubicBezTo>
                    <a:cubicBezTo>
                      <a:pt x="3168" y="3790"/>
                      <a:pt x="6005" y="2963"/>
                      <a:pt x="8225" y="2123"/>
                    </a:cubicBezTo>
                    <a:cubicBezTo>
                      <a:pt x="8397" y="2055"/>
                      <a:pt x="8567" y="1988"/>
                      <a:pt x="8745" y="1920"/>
                    </a:cubicBezTo>
                    <a:cubicBezTo>
                      <a:pt x="9935" y="1485"/>
                      <a:pt x="11140" y="1218"/>
                      <a:pt x="12382" y="983"/>
                    </a:cubicBezTo>
                    <a:cubicBezTo>
                      <a:pt x="12532" y="953"/>
                      <a:pt x="12683" y="925"/>
                      <a:pt x="12837" y="895"/>
                    </a:cubicBezTo>
                    <a:cubicBezTo>
                      <a:pt x="13382" y="797"/>
                      <a:pt x="13928" y="710"/>
                      <a:pt x="14475" y="623"/>
                    </a:cubicBezTo>
                    <a:cubicBezTo>
                      <a:pt x="14595" y="600"/>
                      <a:pt x="14595" y="600"/>
                      <a:pt x="15205" y="490"/>
                    </a:cubicBezTo>
                    <a:cubicBezTo>
                      <a:pt x="18142" y="0"/>
                      <a:pt x="21103" y="45"/>
                      <a:pt x="24070" y="58"/>
                    </a:cubicBezTo>
                    <a:close/>
                    <a:moveTo>
                      <a:pt x="22127" y="383"/>
                    </a:moveTo>
                    <a:cubicBezTo>
                      <a:pt x="15942" y="505"/>
                      <a:pt x="7207" y="1205"/>
                      <a:pt x="2537" y="5748"/>
                    </a:cubicBezTo>
                    <a:cubicBezTo>
                      <a:pt x="2345" y="5950"/>
                      <a:pt x="2157" y="6160"/>
                      <a:pt x="1975" y="6373"/>
                    </a:cubicBezTo>
                    <a:cubicBezTo>
                      <a:pt x="1808" y="6532"/>
                      <a:pt x="1640" y="6693"/>
                      <a:pt x="1465" y="6858"/>
                    </a:cubicBezTo>
                    <a:cubicBezTo>
                      <a:pt x="690" y="7840"/>
                      <a:pt x="822" y="9005"/>
                      <a:pt x="820" y="10202"/>
                    </a:cubicBezTo>
                    <a:cubicBezTo>
                      <a:pt x="815" y="10465"/>
                      <a:pt x="812" y="10728"/>
                      <a:pt x="808" y="10990"/>
                    </a:cubicBezTo>
                    <a:cubicBezTo>
                      <a:pt x="795" y="11708"/>
                      <a:pt x="790" y="12425"/>
                      <a:pt x="785" y="13143"/>
                    </a:cubicBezTo>
                    <a:cubicBezTo>
                      <a:pt x="782" y="13755"/>
                      <a:pt x="775" y="14365"/>
                      <a:pt x="767" y="14975"/>
                    </a:cubicBezTo>
                    <a:cubicBezTo>
                      <a:pt x="683" y="21835"/>
                      <a:pt x="728" y="28698"/>
                      <a:pt x="790" y="35558"/>
                    </a:cubicBezTo>
                    <a:cubicBezTo>
                      <a:pt x="803" y="36905"/>
                      <a:pt x="812" y="38255"/>
                      <a:pt x="820" y="39605"/>
                    </a:cubicBezTo>
                    <a:cubicBezTo>
                      <a:pt x="827" y="40933"/>
                      <a:pt x="840" y="42257"/>
                      <a:pt x="850" y="43585"/>
                    </a:cubicBezTo>
                    <a:cubicBezTo>
                      <a:pt x="858" y="44365"/>
                      <a:pt x="865" y="45148"/>
                      <a:pt x="868" y="45928"/>
                    </a:cubicBezTo>
                    <a:cubicBezTo>
                      <a:pt x="873" y="46650"/>
                      <a:pt x="880" y="47372"/>
                      <a:pt x="887" y="48095"/>
                    </a:cubicBezTo>
                    <a:cubicBezTo>
                      <a:pt x="890" y="48360"/>
                      <a:pt x="892" y="48622"/>
                      <a:pt x="892" y="48887"/>
                    </a:cubicBezTo>
                    <a:cubicBezTo>
                      <a:pt x="895" y="49248"/>
                      <a:pt x="900" y="49605"/>
                      <a:pt x="905" y="49965"/>
                    </a:cubicBezTo>
                    <a:cubicBezTo>
                      <a:pt x="905" y="50165"/>
                      <a:pt x="907" y="50368"/>
                      <a:pt x="910" y="50572"/>
                    </a:cubicBezTo>
                    <a:cubicBezTo>
                      <a:pt x="1012" y="51440"/>
                      <a:pt x="1287" y="51965"/>
                      <a:pt x="1955" y="52523"/>
                    </a:cubicBezTo>
                    <a:cubicBezTo>
                      <a:pt x="2945" y="53162"/>
                      <a:pt x="3910" y="53778"/>
                      <a:pt x="5017" y="54197"/>
                    </a:cubicBezTo>
                    <a:cubicBezTo>
                      <a:pt x="5315" y="54310"/>
                      <a:pt x="5610" y="54430"/>
                      <a:pt x="5902" y="54555"/>
                    </a:cubicBezTo>
                    <a:cubicBezTo>
                      <a:pt x="7295" y="55125"/>
                      <a:pt x="8660" y="55345"/>
                      <a:pt x="10147" y="55530"/>
                    </a:cubicBezTo>
                    <a:cubicBezTo>
                      <a:pt x="10608" y="55590"/>
                      <a:pt x="11065" y="55650"/>
                      <a:pt x="11525" y="55710"/>
                    </a:cubicBezTo>
                    <a:cubicBezTo>
                      <a:pt x="11625" y="55722"/>
                      <a:pt x="11625" y="55722"/>
                      <a:pt x="12132" y="55787"/>
                    </a:cubicBezTo>
                    <a:cubicBezTo>
                      <a:pt x="12535" y="55845"/>
                      <a:pt x="12935" y="55918"/>
                      <a:pt x="13332" y="56002"/>
                    </a:cubicBezTo>
                    <a:cubicBezTo>
                      <a:pt x="14048" y="56135"/>
                      <a:pt x="14745" y="56180"/>
                      <a:pt x="15470" y="56203"/>
                    </a:cubicBezTo>
                    <a:cubicBezTo>
                      <a:pt x="15613" y="56208"/>
                      <a:pt x="15752" y="56213"/>
                      <a:pt x="15900" y="56218"/>
                    </a:cubicBezTo>
                    <a:cubicBezTo>
                      <a:pt x="16358" y="56235"/>
                      <a:pt x="16815" y="56250"/>
                      <a:pt x="17272" y="56262"/>
                    </a:cubicBezTo>
                    <a:cubicBezTo>
                      <a:pt x="17428" y="56268"/>
                      <a:pt x="17582" y="56273"/>
                      <a:pt x="17745" y="56278"/>
                    </a:cubicBezTo>
                    <a:cubicBezTo>
                      <a:pt x="18530" y="56303"/>
                      <a:pt x="19315" y="56325"/>
                      <a:pt x="20100" y="56348"/>
                    </a:cubicBezTo>
                    <a:cubicBezTo>
                      <a:pt x="20642" y="56363"/>
                      <a:pt x="21185" y="56380"/>
                      <a:pt x="21728" y="56400"/>
                    </a:cubicBezTo>
                    <a:cubicBezTo>
                      <a:pt x="22353" y="56423"/>
                      <a:pt x="22975" y="56438"/>
                      <a:pt x="23600" y="56450"/>
                    </a:cubicBezTo>
                    <a:cubicBezTo>
                      <a:pt x="23690" y="56455"/>
                      <a:pt x="23690" y="56455"/>
                      <a:pt x="24142" y="56472"/>
                    </a:cubicBezTo>
                    <a:cubicBezTo>
                      <a:pt x="24950" y="56483"/>
                      <a:pt x="25483" y="56472"/>
                      <a:pt x="26095" y="55910"/>
                    </a:cubicBezTo>
                    <a:cubicBezTo>
                      <a:pt x="26475" y="55372"/>
                      <a:pt x="26475" y="55372"/>
                      <a:pt x="26445" y="54718"/>
                    </a:cubicBezTo>
                    <a:cubicBezTo>
                      <a:pt x="26225" y="54122"/>
                      <a:pt x="26225" y="54122"/>
                      <a:pt x="25725" y="53622"/>
                    </a:cubicBezTo>
                    <a:cubicBezTo>
                      <a:pt x="25303" y="53550"/>
                      <a:pt x="25303" y="53550"/>
                      <a:pt x="24790" y="53535"/>
                    </a:cubicBezTo>
                    <a:cubicBezTo>
                      <a:pt x="24595" y="53530"/>
                      <a:pt x="24402" y="53523"/>
                      <a:pt x="24202" y="53515"/>
                    </a:cubicBezTo>
                    <a:cubicBezTo>
                      <a:pt x="23990" y="53510"/>
                      <a:pt x="23780" y="53505"/>
                      <a:pt x="23562" y="53500"/>
                    </a:cubicBezTo>
                    <a:cubicBezTo>
                      <a:pt x="23108" y="53485"/>
                      <a:pt x="22655" y="53468"/>
                      <a:pt x="22200" y="53453"/>
                    </a:cubicBezTo>
                    <a:cubicBezTo>
                      <a:pt x="22082" y="53447"/>
                      <a:pt x="22082" y="53447"/>
                      <a:pt x="21478" y="53428"/>
                    </a:cubicBezTo>
                    <a:cubicBezTo>
                      <a:pt x="18010" y="53312"/>
                      <a:pt x="14553" y="53175"/>
                      <a:pt x="11115" y="52670"/>
                    </a:cubicBezTo>
                    <a:cubicBezTo>
                      <a:pt x="10988" y="52652"/>
                      <a:pt x="10858" y="52635"/>
                      <a:pt x="10722" y="52615"/>
                    </a:cubicBezTo>
                    <a:cubicBezTo>
                      <a:pt x="8892" y="52360"/>
                      <a:pt x="7217" y="51845"/>
                      <a:pt x="5562" y="51032"/>
                    </a:cubicBezTo>
                    <a:cubicBezTo>
                      <a:pt x="5225" y="50872"/>
                      <a:pt x="5225" y="50872"/>
                      <a:pt x="4865" y="50750"/>
                    </a:cubicBezTo>
                    <a:cubicBezTo>
                      <a:pt x="4520" y="50605"/>
                      <a:pt x="4520" y="50605"/>
                      <a:pt x="3975" y="50122"/>
                    </a:cubicBezTo>
                    <a:cubicBezTo>
                      <a:pt x="3798" y="49333"/>
                      <a:pt x="3830" y="48558"/>
                      <a:pt x="3853" y="47752"/>
                    </a:cubicBezTo>
                    <a:cubicBezTo>
                      <a:pt x="3855" y="47520"/>
                      <a:pt x="3858" y="47287"/>
                      <a:pt x="3858" y="47050"/>
                    </a:cubicBezTo>
                    <a:cubicBezTo>
                      <a:pt x="3865" y="46435"/>
                      <a:pt x="3875" y="45820"/>
                      <a:pt x="3890" y="45205"/>
                    </a:cubicBezTo>
                    <a:cubicBezTo>
                      <a:pt x="3902" y="44575"/>
                      <a:pt x="3907" y="43947"/>
                      <a:pt x="3915" y="43317"/>
                    </a:cubicBezTo>
                    <a:cubicBezTo>
                      <a:pt x="3928" y="42088"/>
                      <a:pt x="3950" y="40855"/>
                      <a:pt x="3975" y="39622"/>
                    </a:cubicBezTo>
                    <a:cubicBezTo>
                      <a:pt x="4923" y="39353"/>
                      <a:pt x="4923" y="39353"/>
                      <a:pt x="5402" y="39540"/>
                    </a:cubicBezTo>
                    <a:cubicBezTo>
                      <a:pt x="5472" y="39585"/>
                      <a:pt x="5472" y="39585"/>
                      <a:pt x="5820" y="39810"/>
                    </a:cubicBezTo>
                    <a:cubicBezTo>
                      <a:pt x="8900" y="41768"/>
                      <a:pt x="12240" y="42190"/>
                      <a:pt x="15820" y="42435"/>
                    </a:cubicBezTo>
                    <a:cubicBezTo>
                      <a:pt x="15970" y="42445"/>
                      <a:pt x="16118" y="42455"/>
                      <a:pt x="16272" y="42468"/>
                    </a:cubicBezTo>
                    <a:cubicBezTo>
                      <a:pt x="21777" y="42830"/>
                      <a:pt x="21777" y="42830"/>
                      <a:pt x="22975" y="41872"/>
                    </a:cubicBezTo>
                    <a:cubicBezTo>
                      <a:pt x="22960" y="41640"/>
                      <a:pt x="22945" y="41408"/>
                      <a:pt x="22928" y="41170"/>
                    </a:cubicBezTo>
                    <a:cubicBezTo>
                      <a:pt x="22925" y="41105"/>
                      <a:pt x="22925" y="41105"/>
                      <a:pt x="22902" y="40775"/>
                    </a:cubicBezTo>
                    <a:cubicBezTo>
                      <a:pt x="22625" y="40143"/>
                      <a:pt x="22082" y="39887"/>
                      <a:pt x="21475" y="39622"/>
                    </a:cubicBezTo>
                    <a:cubicBezTo>
                      <a:pt x="20945" y="39550"/>
                      <a:pt x="20485" y="39512"/>
                      <a:pt x="19955" y="39512"/>
                    </a:cubicBezTo>
                    <a:cubicBezTo>
                      <a:pt x="19812" y="39510"/>
                      <a:pt x="19670" y="39505"/>
                      <a:pt x="19522" y="39502"/>
                    </a:cubicBezTo>
                    <a:cubicBezTo>
                      <a:pt x="19070" y="39493"/>
                      <a:pt x="18618" y="39488"/>
                      <a:pt x="18162" y="39483"/>
                    </a:cubicBezTo>
                    <a:cubicBezTo>
                      <a:pt x="16197" y="39455"/>
                      <a:pt x="14390" y="39375"/>
                      <a:pt x="12475" y="38872"/>
                    </a:cubicBezTo>
                    <a:cubicBezTo>
                      <a:pt x="12212" y="38822"/>
                      <a:pt x="11950" y="38775"/>
                      <a:pt x="11685" y="38730"/>
                    </a:cubicBezTo>
                    <a:cubicBezTo>
                      <a:pt x="9368" y="38287"/>
                      <a:pt x="7230" y="37372"/>
                      <a:pt x="5225" y="36122"/>
                    </a:cubicBezTo>
                    <a:cubicBezTo>
                      <a:pt x="5118" y="36070"/>
                      <a:pt x="5007" y="36018"/>
                      <a:pt x="4897" y="35963"/>
                    </a:cubicBezTo>
                    <a:cubicBezTo>
                      <a:pt x="4485" y="35718"/>
                      <a:pt x="4250" y="35520"/>
                      <a:pt x="3975" y="35122"/>
                    </a:cubicBezTo>
                    <a:cubicBezTo>
                      <a:pt x="3798" y="34235"/>
                      <a:pt x="3830" y="33355"/>
                      <a:pt x="3853" y="32455"/>
                    </a:cubicBezTo>
                    <a:cubicBezTo>
                      <a:pt x="3855" y="32192"/>
                      <a:pt x="3858" y="31930"/>
                      <a:pt x="3858" y="31668"/>
                    </a:cubicBezTo>
                    <a:cubicBezTo>
                      <a:pt x="3863" y="30982"/>
                      <a:pt x="3875" y="30295"/>
                      <a:pt x="3890" y="29608"/>
                    </a:cubicBezTo>
                    <a:cubicBezTo>
                      <a:pt x="3902" y="28905"/>
                      <a:pt x="3907" y="28202"/>
                      <a:pt x="3915" y="27500"/>
                    </a:cubicBezTo>
                    <a:cubicBezTo>
                      <a:pt x="3928" y="26125"/>
                      <a:pt x="3950" y="24748"/>
                      <a:pt x="3975" y="23373"/>
                    </a:cubicBezTo>
                    <a:cubicBezTo>
                      <a:pt x="5037" y="23342"/>
                      <a:pt x="5567" y="23377"/>
                      <a:pt x="6520" y="23908"/>
                    </a:cubicBezTo>
                    <a:cubicBezTo>
                      <a:pt x="8017" y="24615"/>
                      <a:pt x="9762" y="24903"/>
                      <a:pt x="11380" y="25240"/>
                    </a:cubicBezTo>
                    <a:cubicBezTo>
                      <a:pt x="11795" y="25333"/>
                      <a:pt x="12207" y="25438"/>
                      <a:pt x="12618" y="25553"/>
                    </a:cubicBezTo>
                    <a:cubicBezTo>
                      <a:pt x="18505" y="27163"/>
                      <a:pt x="25108" y="26828"/>
                      <a:pt x="31132" y="26405"/>
                    </a:cubicBezTo>
                    <a:cubicBezTo>
                      <a:pt x="31277" y="26395"/>
                      <a:pt x="31423" y="26385"/>
                      <a:pt x="31570" y="26375"/>
                    </a:cubicBezTo>
                    <a:cubicBezTo>
                      <a:pt x="33025" y="26273"/>
                      <a:pt x="34350" y="26140"/>
                      <a:pt x="35725" y="25623"/>
                    </a:cubicBezTo>
                    <a:cubicBezTo>
                      <a:pt x="36248" y="25520"/>
                      <a:pt x="36775" y="25455"/>
                      <a:pt x="37303" y="25388"/>
                    </a:cubicBezTo>
                    <a:cubicBezTo>
                      <a:pt x="38678" y="25195"/>
                      <a:pt x="39923" y="24858"/>
                      <a:pt x="41225" y="24373"/>
                    </a:cubicBezTo>
                    <a:cubicBezTo>
                      <a:pt x="41803" y="24178"/>
                      <a:pt x="42380" y="23988"/>
                      <a:pt x="42957" y="23798"/>
                    </a:cubicBezTo>
                    <a:cubicBezTo>
                      <a:pt x="43277" y="23690"/>
                      <a:pt x="43592" y="23578"/>
                      <a:pt x="43905" y="23455"/>
                    </a:cubicBezTo>
                    <a:cubicBezTo>
                      <a:pt x="44787" y="23120"/>
                      <a:pt x="45317" y="23160"/>
                      <a:pt x="46225" y="23373"/>
                    </a:cubicBezTo>
                    <a:cubicBezTo>
                      <a:pt x="46228" y="23502"/>
                      <a:pt x="46230" y="23633"/>
                      <a:pt x="46233" y="23765"/>
                    </a:cubicBezTo>
                    <a:cubicBezTo>
                      <a:pt x="46245" y="24360"/>
                      <a:pt x="46267" y="24952"/>
                      <a:pt x="46287" y="25545"/>
                    </a:cubicBezTo>
                    <a:cubicBezTo>
                      <a:pt x="46292" y="25748"/>
                      <a:pt x="46295" y="25952"/>
                      <a:pt x="46298" y="26163"/>
                    </a:cubicBezTo>
                    <a:cubicBezTo>
                      <a:pt x="46353" y="27493"/>
                      <a:pt x="46517" y="28183"/>
                      <a:pt x="47475" y="29123"/>
                    </a:cubicBezTo>
                    <a:cubicBezTo>
                      <a:pt x="48053" y="29075"/>
                      <a:pt x="48053" y="29075"/>
                      <a:pt x="48725" y="28873"/>
                    </a:cubicBezTo>
                    <a:cubicBezTo>
                      <a:pt x="49537" y="27847"/>
                      <a:pt x="49585" y="26993"/>
                      <a:pt x="49577" y="25715"/>
                    </a:cubicBezTo>
                    <a:cubicBezTo>
                      <a:pt x="49577" y="25528"/>
                      <a:pt x="49580" y="25338"/>
                      <a:pt x="49582" y="25145"/>
                    </a:cubicBezTo>
                    <a:cubicBezTo>
                      <a:pt x="49585" y="24525"/>
                      <a:pt x="49585" y="23908"/>
                      <a:pt x="49582" y="23288"/>
                    </a:cubicBezTo>
                    <a:cubicBezTo>
                      <a:pt x="49585" y="22855"/>
                      <a:pt x="49585" y="22425"/>
                      <a:pt x="49587" y="21993"/>
                    </a:cubicBezTo>
                    <a:cubicBezTo>
                      <a:pt x="49590" y="21088"/>
                      <a:pt x="49590" y="20185"/>
                      <a:pt x="49587" y="19280"/>
                    </a:cubicBezTo>
                    <a:cubicBezTo>
                      <a:pt x="49585" y="18123"/>
                      <a:pt x="49590" y="16965"/>
                      <a:pt x="49598" y="15808"/>
                    </a:cubicBezTo>
                    <a:cubicBezTo>
                      <a:pt x="49600" y="14918"/>
                      <a:pt x="49600" y="14025"/>
                      <a:pt x="49600" y="13135"/>
                    </a:cubicBezTo>
                    <a:cubicBezTo>
                      <a:pt x="49600" y="12708"/>
                      <a:pt x="49600" y="12280"/>
                      <a:pt x="49605" y="11855"/>
                    </a:cubicBezTo>
                    <a:cubicBezTo>
                      <a:pt x="49608" y="11258"/>
                      <a:pt x="49605" y="10660"/>
                      <a:pt x="49600" y="10062"/>
                    </a:cubicBezTo>
                    <a:cubicBezTo>
                      <a:pt x="49603" y="9888"/>
                      <a:pt x="49605" y="9713"/>
                      <a:pt x="49608" y="9532"/>
                    </a:cubicBezTo>
                    <a:cubicBezTo>
                      <a:pt x="49587" y="8097"/>
                      <a:pt x="49058" y="7288"/>
                      <a:pt x="48130" y="6230"/>
                    </a:cubicBezTo>
                    <a:cubicBezTo>
                      <a:pt x="48032" y="6138"/>
                      <a:pt x="47935" y="6045"/>
                      <a:pt x="47835" y="5950"/>
                    </a:cubicBezTo>
                    <a:cubicBezTo>
                      <a:pt x="47495" y="5630"/>
                      <a:pt x="47175" y="5318"/>
                      <a:pt x="46865" y="4968"/>
                    </a:cubicBezTo>
                    <a:cubicBezTo>
                      <a:pt x="46298" y="4465"/>
                      <a:pt x="45662" y="4178"/>
                      <a:pt x="44975" y="3873"/>
                    </a:cubicBezTo>
                    <a:cubicBezTo>
                      <a:pt x="44755" y="3775"/>
                      <a:pt x="44535" y="3675"/>
                      <a:pt x="44308" y="3575"/>
                    </a:cubicBezTo>
                    <a:cubicBezTo>
                      <a:pt x="41980" y="2558"/>
                      <a:pt x="39620" y="1895"/>
                      <a:pt x="37118" y="1445"/>
                    </a:cubicBezTo>
                    <a:cubicBezTo>
                      <a:pt x="36830" y="1392"/>
                      <a:pt x="36542" y="1338"/>
                      <a:pt x="36255" y="1282"/>
                    </a:cubicBezTo>
                    <a:cubicBezTo>
                      <a:pt x="31558" y="390"/>
                      <a:pt x="26895" y="308"/>
                      <a:pt x="22127" y="383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</p:sp>
          <p:sp>
            <p:nvSpPr>
              <p:cNvPr id="198" name="database_filter vector"/>
              <p:cNvSpPr/>
              <p:nvPr/>
            </p:nvSpPr>
            <p:spPr>
              <a:xfrm>
                <a:off x="3861054" y="1197864"/>
                <a:ext cx="182880" cy="206060"/>
              </a:xfrm>
              <a:custGeom>
                <a:avLst/>
                <a:gdLst/>
                <a:ahLst/>
                <a:cxnLst/>
                <a:rect l="0" t="0" r="r" b="b"/>
                <a:pathLst>
                  <a:path w="20000" h="22535" fill="norm" stroke="0">
                    <a:moveTo>
                      <a:pt x="0" y="0"/>
                    </a:moveTo>
                    <a:cubicBezTo>
                      <a:pt x="6600" y="0"/>
                      <a:pt x="13200" y="0"/>
                      <a:pt x="20000" y="0"/>
                    </a:cubicBezTo>
                    <a:cubicBezTo>
                      <a:pt x="19740" y="1305"/>
                      <a:pt x="19530" y="1560"/>
                      <a:pt x="18548" y="2280"/>
                    </a:cubicBezTo>
                    <a:cubicBezTo>
                      <a:pt x="18298" y="2475"/>
                      <a:pt x="18048" y="2667"/>
                      <a:pt x="17800" y="2863"/>
                    </a:cubicBezTo>
                    <a:cubicBezTo>
                      <a:pt x="17670" y="2965"/>
                      <a:pt x="17540" y="3067"/>
                      <a:pt x="17405" y="3173"/>
                    </a:cubicBezTo>
                    <a:cubicBezTo>
                      <a:pt x="16702" y="3743"/>
                      <a:pt x="16040" y="4355"/>
                      <a:pt x="15375" y="4970"/>
                    </a:cubicBezTo>
                    <a:cubicBezTo>
                      <a:pt x="15250" y="5085"/>
                      <a:pt x="15123" y="5200"/>
                      <a:pt x="14993" y="5320"/>
                    </a:cubicBezTo>
                    <a:cubicBezTo>
                      <a:pt x="14505" y="5773"/>
                      <a:pt x="14028" y="6222"/>
                      <a:pt x="13570" y="6705"/>
                    </a:cubicBezTo>
                    <a:cubicBezTo>
                      <a:pt x="13250" y="7000"/>
                      <a:pt x="13250" y="7000"/>
                      <a:pt x="12750" y="7000"/>
                    </a:cubicBezTo>
                    <a:cubicBezTo>
                      <a:pt x="12673" y="7195"/>
                      <a:pt x="12595" y="7392"/>
                      <a:pt x="12515" y="7595"/>
                    </a:cubicBezTo>
                    <a:cubicBezTo>
                      <a:pt x="12250" y="8250"/>
                      <a:pt x="12250" y="8250"/>
                      <a:pt x="12000" y="8750"/>
                    </a:cubicBezTo>
                    <a:cubicBezTo>
                      <a:pt x="11970" y="9190"/>
                      <a:pt x="11955" y="9630"/>
                      <a:pt x="11947" y="10070"/>
                    </a:cubicBezTo>
                    <a:cubicBezTo>
                      <a:pt x="11945" y="10202"/>
                      <a:pt x="11942" y="10338"/>
                      <a:pt x="11940" y="10475"/>
                    </a:cubicBezTo>
                    <a:cubicBezTo>
                      <a:pt x="11933" y="10920"/>
                      <a:pt x="11928" y="11363"/>
                      <a:pt x="11920" y="11808"/>
                    </a:cubicBezTo>
                    <a:cubicBezTo>
                      <a:pt x="11915" y="12115"/>
                      <a:pt x="11910" y="12423"/>
                      <a:pt x="11905" y="12730"/>
                    </a:cubicBezTo>
                    <a:cubicBezTo>
                      <a:pt x="11892" y="13540"/>
                      <a:pt x="11880" y="14347"/>
                      <a:pt x="11868" y="15157"/>
                    </a:cubicBezTo>
                    <a:cubicBezTo>
                      <a:pt x="11855" y="15985"/>
                      <a:pt x="11840" y="16810"/>
                      <a:pt x="11827" y="17637"/>
                    </a:cubicBezTo>
                    <a:cubicBezTo>
                      <a:pt x="11800" y="19257"/>
                      <a:pt x="11775" y="20880"/>
                      <a:pt x="11750" y="22500"/>
                    </a:cubicBezTo>
                    <a:cubicBezTo>
                      <a:pt x="10488" y="22535"/>
                      <a:pt x="9550" y="22185"/>
                      <a:pt x="8597" y="21368"/>
                    </a:cubicBezTo>
                    <a:cubicBezTo>
                      <a:pt x="7120" y="19660"/>
                      <a:pt x="7653" y="16335"/>
                      <a:pt x="7695" y="14220"/>
                    </a:cubicBezTo>
                    <a:cubicBezTo>
                      <a:pt x="7707" y="13435"/>
                      <a:pt x="7705" y="12648"/>
                      <a:pt x="7705" y="11863"/>
                    </a:cubicBezTo>
                    <a:cubicBezTo>
                      <a:pt x="7705" y="10325"/>
                      <a:pt x="7722" y="8787"/>
                      <a:pt x="7750" y="7250"/>
                    </a:cubicBezTo>
                    <a:cubicBezTo>
                      <a:pt x="7592" y="7173"/>
                      <a:pt x="7435" y="7097"/>
                      <a:pt x="7272" y="7017"/>
                    </a:cubicBezTo>
                    <a:cubicBezTo>
                      <a:pt x="6788" y="6770"/>
                      <a:pt x="6460" y="6532"/>
                      <a:pt x="6067" y="6160"/>
                    </a:cubicBezTo>
                    <a:cubicBezTo>
                      <a:pt x="6005" y="6105"/>
                      <a:pt x="6005" y="6105"/>
                      <a:pt x="5697" y="5817"/>
                    </a:cubicBezTo>
                    <a:cubicBezTo>
                      <a:pt x="5570" y="5697"/>
                      <a:pt x="5442" y="5577"/>
                      <a:pt x="5312" y="5452"/>
                    </a:cubicBezTo>
                    <a:cubicBezTo>
                      <a:pt x="5045" y="5202"/>
                      <a:pt x="4778" y="4955"/>
                      <a:pt x="4510" y="4705"/>
                    </a:cubicBezTo>
                    <a:cubicBezTo>
                      <a:pt x="4380" y="4585"/>
                      <a:pt x="4250" y="4463"/>
                      <a:pt x="4115" y="4338"/>
                    </a:cubicBezTo>
                    <a:cubicBezTo>
                      <a:pt x="3640" y="3900"/>
                      <a:pt x="3158" y="3472"/>
                      <a:pt x="2673" y="3048"/>
                    </a:cubicBezTo>
                    <a:cubicBezTo>
                      <a:pt x="2517" y="2912"/>
                      <a:pt x="2365" y="2778"/>
                      <a:pt x="2205" y="2640"/>
                    </a:cubicBezTo>
                    <a:cubicBezTo>
                      <a:pt x="1887" y="2368"/>
                      <a:pt x="1565" y="2100"/>
                      <a:pt x="1240" y="1838"/>
                    </a:cubicBezTo>
                    <a:cubicBezTo>
                      <a:pt x="1077" y="1705"/>
                      <a:pt x="918" y="1572"/>
                      <a:pt x="750" y="1438"/>
                    </a:cubicBezTo>
                    <a:cubicBezTo>
                      <a:pt x="605" y="1322"/>
                      <a:pt x="460" y="1208"/>
                      <a:pt x="312" y="1090"/>
                    </a:cubicBezTo>
                    <a:cubicBezTo>
                      <a:pt x="0" y="750"/>
                      <a:pt x="0" y="75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99" name="database_filter vector"/>
              <p:cNvSpPr/>
              <p:nvPr/>
            </p:nvSpPr>
            <p:spPr>
              <a:xfrm>
                <a:off x="3826019" y="1174118"/>
                <a:ext cx="257038" cy="238636"/>
              </a:xfrm>
              <a:custGeom>
                <a:avLst/>
                <a:gdLst/>
                <a:ahLst/>
                <a:cxnLst/>
                <a:rect l="0" t="0" r="r" b="b"/>
                <a:pathLst>
                  <a:path w="28110" h="26097" fill="norm" stroke="0">
                    <a:moveTo>
                      <a:pt x="1945" y="5"/>
                    </a:moveTo>
                    <a:cubicBezTo>
                      <a:pt x="2173" y="2"/>
                      <a:pt x="2400" y="2"/>
                      <a:pt x="2635" y="0"/>
                    </a:cubicBezTo>
                    <a:cubicBezTo>
                      <a:pt x="2887" y="2"/>
                      <a:pt x="3140" y="5"/>
                      <a:pt x="3390" y="7"/>
                    </a:cubicBezTo>
                    <a:cubicBezTo>
                      <a:pt x="3657" y="7"/>
                      <a:pt x="3923" y="7"/>
                      <a:pt x="4188" y="5"/>
                    </a:cubicBezTo>
                    <a:cubicBezTo>
                      <a:pt x="4910" y="5"/>
                      <a:pt x="5630" y="7"/>
                      <a:pt x="6353" y="12"/>
                    </a:cubicBezTo>
                    <a:cubicBezTo>
                      <a:pt x="7105" y="17"/>
                      <a:pt x="7860" y="15"/>
                      <a:pt x="8613" y="17"/>
                    </a:cubicBezTo>
                    <a:cubicBezTo>
                      <a:pt x="9880" y="17"/>
                      <a:pt x="11145" y="20"/>
                      <a:pt x="12410" y="28"/>
                    </a:cubicBezTo>
                    <a:cubicBezTo>
                      <a:pt x="14035" y="35"/>
                      <a:pt x="15662" y="37"/>
                      <a:pt x="17287" y="37"/>
                    </a:cubicBezTo>
                    <a:cubicBezTo>
                      <a:pt x="18685" y="37"/>
                      <a:pt x="20082" y="42"/>
                      <a:pt x="21478" y="45"/>
                    </a:cubicBezTo>
                    <a:cubicBezTo>
                      <a:pt x="21928" y="45"/>
                      <a:pt x="22377" y="47"/>
                      <a:pt x="22827" y="47"/>
                    </a:cubicBezTo>
                    <a:cubicBezTo>
                      <a:pt x="23532" y="47"/>
                      <a:pt x="24238" y="53"/>
                      <a:pt x="24945" y="55"/>
                    </a:cubicBezTo>
                    <a:cubicBezTo>
                      <a:pt x="25202" y="55"/>
                      <a:pt x="25462" y="58"/>
                      <a:pt x="25723" y="58"/>
                    </a:cubicBezTo>
                    <a:cubicBezTo>
                      <a:pt x="26075" y="58"/>
                      <a:pt x="26428" y="60"/>
                      <a:pt x="26782" y="62"/>
                    </a:cubicBezTo>
                    <a:cubicBezTo>
                      <a:pt x="26980" y="62"/>
                      <a:pt x="27178" y="62"/>
                      <a:pt x="27380" y="65"/>
                    </a:cubicBezTo>
                    <a:cubicBezTo>
                      <a:pt x="27832" y="97"/>
                      <a:pt x="27832" y="97"/>
                      <a:pt x="28082" y="347"/>
                    </a:cubicBezTo>
                    <a:cubicBezTo>
                      <a:pt x="28110" y="720"/>
                      <a:pt x="28110" y="720"/>
                      <a:pt x="28105" y="1192"/>
                    </a:cubicBezTo>
                    <a:cubicBezTo>
                      <a:pt x="28105" y="1275"/>
                      <a:pt x="28105" y="1275"/>
                      <a:pt x="28103" y="1702"/>
                    </a:cubicBezTo>
                    <a:cubicBezTo>
                      <a:pt x="28103" y="1790"/>
                      <a:pt x="28103" y="1790"/>
                      <a:pt x="28098" y="2238"/>
                    </a:cubicBezTo>
                    <a:cubicBezTo>
                      <a:pt x="28095" y="2415"/>
                      <a:pt x="28095" y="2593"/>
                      <a:pt x="28092" y="2775"/>
                    </a:cubicBezTo>
                    <a:cubicBezTo>
                      <a:pt x="28090" y="3218"/>
                      <a:pt x="28087" y="3657"/>
                      <a:pt x="28082" y="4097"/>
                    </a:cubicBezTo>
                    <a:cubicBezTo>
                      <a:pt x="27752" y="4180"/>
                      <a:pt x="27423" y="4262"/>
                      <a:pt x="27082" y="4347"/>
                    </a:cubicBezTo>
                    <a:cubicBezTo>
                      <a:pt x="27082" y="3357"/>
                      <a:pt x="27082" y="2368"/>
                      <a:pt x="27082" y="1347"/>
                    </a:cubicBezTo>
                    <a:cubicBezTo>
                      <a:pt x="26613" y="1300"/>
                      <a:pt x="26142" y="1255"/>
                      <a:pt x="25660" y="1205"/>
                    </a:cubicBezTo>
                    <a:cubicBezTo>
                      <a:pt x="25515" y="1190"/>
                      <a:pt x="25370" y="1175"/>
                      <a:pt x="25220" y="1160"/>
                    </a:cubicBezTo>
                    <a:cubicBezTo>
                      <a:pt x="25100" y="1150"/>
                      <a:pt x="24983" y="1137"/>
                      <a:pt x="24860" y="1127"/>
                    </a:cubicBezTo>
                    <a:cubicBezTo>
                      <a:pt x="24740" y="1115"/>
                      <a:pt x="24623" y="1102"/>
                      <a:pt x="24500" y="1093"/>
                    </a:cubicBezTo>
                    <a:cubicBezTo>
                      <a:pt x="24082" y="1097"/>
                      <a:pt x="24082" y="1097"/>
                      <a:pt x="23527" y="1220"/>
                    </a:cubicBezTo>
                    <a:cubicBezTo>
                      <a:pt x="22772" y="1357"/>
                      <a:pt x="22045" y="1382"/>
                      <a:pt x="21280" y="1380"/>
                    </a:cubicBezTo>
                    <a:cubicBezTo>
                      <a:pt x="21130" y="1380"/>
                      <a:pt x="20980" y="1380"/>
                      <a:pt x="20825" y="1380"/>
                    </a:cubicBezTo>
                    <a:cubicBezTo>
                      <a:pt x="20330" y="1382"/>
                      <a:pt x="19835" y="1380"/>
                      <a:pt x="19340" y="1380"/>
                    </a:cubicBezTo>
                    <a:cubicBezTo>
                      <a:pt x="18993" y="1380"/>
                      <a:pt x="18645" y="1380"/>
                      <a:pt x="18298" y="1380"/>
                    </a:cubicBezTo>
                    <a:cubicBezTo>
                      <a:pt x="17567" y="1380"/>
                      <a:pt x="16837" y="1380"/>
                      <a:pt x="16108" y="1380"/>
                    </a:cubicBezTo>
                    <a:cubicBezTo>
                      <a:pt x="15183" y="1377"/>
                      <a:pt x="14257" y="1380"/>
                      <a:pt x="13332" y="1380"/>
                    </a:cubicBezTo>
                    <a:cubicBezTo>
                      <a:pt x="12613" y="1382"/>
                      <a:pt x="11892" y="1380"/>
                      <a:pt x="11173" y="1380"/>
                    </a:cubicBezTo>
                    <a:cubicBezTo>
                      <a:pt x="10832" y="1380"/>
                      <a:pt x="10493" y="1380"/>
                      <a:pt x="10152" y="1380"/>
                    </a:cubicBezTo>
                    <a:cubicBezTo>
                      <a:pt x="7785" y="1385"/>
                      <a:pt x="5442" y="1280"/>
                      <a:pt x="3082" y="1097"/>
                    </a:cubicBezTo>
                    <a:cubicBezTo>
                      <a:pt x="3125" y="1210"/>
                      <a:pt x="3168" y="1325"/>
                      <a:pt x="3212" y="1442"/>
                    </a:cubicBezTo>
                    <a:cubicBezTo>
                      <a:pt x="3368" y="1968"/>
                      <a:pt x="3262" y="2252"/>
                      <a:pt x="3097" y="2767"/>
                    </a:cubicBezTo>
                    <a:cubicBezTo>
                      <a:pt x="3072" y="2847"/>
                      <a:pt x="3072" y="2847"/>
                      <a:pt x="2950" y="3240"/>
                    </a:cubicBezTo>
                    <a:cubicBezTo>
                      <a:pt x="2910" y="3357"/>
                      <a:pt x="2873" y="3475"/>
                      <a:pt x="2832" y="3597"/>
                    </a:cubicBezTo>
                    <a:cubicBezTo>
                      <a:pt x="2585" y="3597"/>
                      <a:pt x="2337" y="3597"/>
                      <a:pt x="2082" y="3597"/>
                    </a:cubicBezTo>
                    <a:cubicBezTo>
                      <a:pt x="2082" y="3762"/>
                      <a:pt x="2082" y="3928"/>
                      <a:pt x="2082" y="4097"/>
                    </a:cubicBezTo>
                    <a:cubicBezTo>
                      <a:pt x="2205" y="4180"/>
                      <a:pt x="2330" y="4262"/>
                      <a:pt x="2457" y="4347"/>
                    </a:cubicBezTo>
                    <a:cubicBezTo>
                      <a:pt x="2580" y="4430"/>
                      <a:pt x="2705" y="4512"/>
                      <a:pt x="2832" y="4597"/>
                    </a:cubicBezTo>
                    <a:cubicBezTo>
                      <a:pt x="2832" y="4762"/>
                      <a:pt x="2832" y="4928"/>
                      <a:pt x="2832" y="5097"/>
                    </a:cubicBezTo>
                    <a:cubicBezTo>
                      <a:pt x="2998" y="5015"/>
                      <a:pt x="3162" y="4933"/>
                      <a:pt x="3332" y="4847"/>
                    </a:cubicBezTo>
                    <a:cubicBezTo>
                      <a:pt x="3250" y="4600"/>
                      <a:pt x="3168" y="4352"/>
                      <a:pt x="3082" y="4097"/>
                    </a:cubicBezTo>
                    <a:cubicBezTo>
                      <a:pt x="4027" y="4238"/>
                      <a:pt x="4587" y="4702"/>
                      <a:pt x="5270" y="5330"/>
                    </a:cubicBezTo>
                    <a:cubicBezTo>
                      <a:pt x="5373" y="5423"/>
                      <a:pt x="5475" y="5512"/>
                      <a:pt x="5580" y="5605"/>
                    </a:cubicBezTo>
                    <a:cubicBezTo>
                      <a:pt x="5842" y="5840"/>
                      <a:pt x="6087" y="6093"/>
                      <a:pt x="6332" y="6347"/>
                    </a:cubicBezTo>
                    <a:cubicBezTo>
                      <a:pt x="6332" y="6512"/>
                      <a:pt x="6332" y="6678"/>
                      <a:pt x="6332" y="6847"/>
                    </a:cubicBezTo>
                    <a:cubicBezTo>
                      <a:pt x="6470" y="6903"/>
                      <a:pt x="6610" y="6960"/>
                      <a:pt x="6752" y="7017"/>
                    </a:cubicBezTo>
                    <a:cubicBezTo>
                      <a:pt x="7495" y="7440"/>
                      <a:pt x="8000" y="7982"/>
                      <a:pt x="8582" y="8597"/>
                    </a:cubicBezTo>
                    <a:cubicBezTo>
                      <a:pt x="8790" y="8812"/>
                      <a:pt x="8998" y="9025"/>
                      <a:pt x="9207" y="9238"/>
                    </a:cubicBezTo>
                    <a:cubicBezTo>
                      <a:pt x="9298" y="9330"/>
                      <a:pt x="9387" y="9425"/>
                      <a:pt x="9480" y="9520"/>
                    </a:cubicBezTo>
                    <a:cubicBezTo>
                      <a:pt x="9832" y="9847"/>
                      <a:pt x="9832" y="9847"/>
                      <a:pt x="10470" y="10185"/>
                    </a:cubicBezTo>
                    <a:cubicBezTo>
                      <a:pt x="10967" y="10585"/>
                      <a:pt x="11072" y="10798"/>
                      <a:pt x="11190" y="11433"/>
                    </a:cubicBezTo>
                    <a:cubicBezTo>
                      <a:pt x="11220" y="12067"/>
                      <a:pt x="11228" y="12695"/>
                      <a:pt x="11215" y="13330"/>
                    </a:cubicBezTo>
                    <a:cubicBezTo>
                      <a:pt x="11205" y="13757"/>
                      <a:pt x="11205" y="14188"/>
                      <a:pt x="11205" y="14615"/>
                    </a:cubicBezTo>
                    <a:cubicBezTo>
                      <a:pt x="11207" y="15680"/>
                      <a:pt x="11197" y="16745"/>
                      <a:pt x="11185" y="17810"/>
                    </a:cubicBezTo>
                    <a:cubicBezTo>
                      <a:pt x="11175" y="18710"/>
                      <a:pt x="11170" y="19613"/>
                      <a:pt x="11175" y="20512"/>
                    </a:cubicBezTo>
                    <a:cubicBezTo>
                      <a:pt x="11175" y="20935"/>
                      <a:pt x="11165" y="21355"/>
                      <a:pt x="11155" y="21778"/>
                    </a:cubicBezTo>
                    <a:cubicBezTo>
                      <a:pt x="11145" y="23620"/>
                      <a:pt x="11145" y="23620"/>
                      <a:pt x="11650" y="24232"/>
                    </a:cubicBezTo>
                    <a:cubicBezTo>
                      <a:pt x="12037" y="24495"/>
                      <a:pt x="12400" y="24673"/>
                      <a:pt x="12832" y="24847"/>
                    </a:cubicBezTo>
                    <a:cubicBezTo>
                      <a:pt x="13072" y="24990"/>
                      <a:pt x="13312" y="25135"/>
                      <a:pt x="13550" y="25285"/>
                    </a:cubicBezTo>
                    <a:cubicBezTo>
                      <a:pt x="13725" y="25387"/>
                      <a:pt x="13900" y="25490"/>
                      <a:pt x="14082" y="25597"/>
                    </a:cubicBezTo>
                    <a:cubicBezTo>
                      <a:pt x="14000" y="25762"/>
                      <a:pt x="13917" y="25928"/>
                      <a:pt x="13832" y="26097"/>
                    </a:cubicBezTo>
                    <a:cubicBezTo>
                      <a:pt x="12820" y="25988"/>
                      <a:pt x="12820" y="25988"/>
                      <a:pt x="12332" y="25847"/>
                    </a:cubicBezTo>
                    <a:cubicBezTo>
                      <a:pt x="12035" y="25472"/>
                      <a:pt x="12035" y="25472"/>
                      <a:pt x="11832" y="25097"/>
                    </a:cubicBezTo>
                    <a:cubicBezTo>
                      <a:pt x="11425" y="24925"/>
                      <a:pt x="11425" y="24925"/>
                      <a:pt x="11082" y="24847"/>
                    </a:cubicBezTo>
                    <a:cubicBezTo>
                      <a:pt x="11000" y="25260"/>
                      <a:pt x="10917" y="25673"/>
                      <a:pt x="10832" y="26097"/>
                    </a:cubicBezTo>
                    <a:cubicBezTo>
                      <a:pt x="10585" y="26015"/>
                      <a:pt x="10337" y="25933"/>
                      <a:pt x="10082" y="25847"/>
                    </a:cubicBezTo>
                    <a:cubicBezTo>
                      <a:pt x="10082" y="20980"/>
                      <a:pt x="10082" y="16113"/>
                      <a:pt x="10082" y="11097"/>
                    </a:cubicBezTo>
                    <a:cubicBezTo>
                      <a:pt x="9752" y="11015"/>
                      <a:pt x="9423" y="10933"/>
                      <a:pt x="9082" y="10847"/>
                    </a:cubicBezTo>
                    <a:cubicBezTo>
                      <a:pt x="9082" y="10683"/>
                      <a:pt x="9082" y="10517"/>
                      <a:pt x="9082" y="10347"/>
                    </a:cubicBezTo>
                    <a:cubicBezTo>
                      <a:pt x="8670" y="10183"/>
                      <a:pt x="8257" y="10017"/>
                      <a:pt x="7832" y="9847"/>
                    </a:cubicBezTo>
                    <a:cubicBezTo>
                      <a:pt x="7832" y="9683"/>
                      <a:pt x="7832" y="9517"/>
                      <a:pt x="7832" y="9347"/>
                    </a:cubicBezTo>
                    <a:cubicBezTo>
                      <a:pt x="7420" y="9183"/>
                      <a:pt x="7007" y="9017"/>
                      <a:pt x="6582" y="8847"/>
                    </a:cubicBezTo>
                    <a:cubicBezTo>
                      <a:pt x="6582" y="8683"/>
                      <a:pt x="6582" y="8517"/>
                      <a:pt x="6582" y="8347"/>
                    </a:cubicBezTo>
                    <a:cubicBezTo>
                      <a:pt x="6748" y="8347"/>
                      <a:pt x="6912" y="8347"/>
                      <a:pt x="7082" y="8347"/>
                    </a:cubicBezTo>
                    <a:cubicBezTo>
                      <a:pt x="7082" y="8183"/>
                      <a:pt x="7082" y="8017"/>
                      <a:pt x="7082" y="7847"/>
                    </a:cubicBezTo>
                    <a:cubicBezTo>
                      <a:pt x="6587" y="7930"/>
                      <a:pt x="6092" y="8012"/>
                      <a:pt x="5582" y="8097"/>
                    </a:cubicBezTo>
                    <a:cubicBezTo>
                      <a:pt x="5500" y="7933"/>
                      <a:pt x="5417" y="7767"/>
                      <a:pt x="5332" y="7597"/>
                    </a:cubicBezTo>
                    <a:cubicBezTo>
                      <a:pt x="5580" y="7597"/>
                      <a:pt x="5827" y="7597"/>
                      <a:pt x="6082" y="7597"/>
                    </a:cubicBezTo>
                    <a:cubicBezTo>
                      <a:pt x="6082" y="7350"/>
                      <a:pt x="6082" y="7102"/>
                      <a:pt x="6082" y="6847"/>
                    </a:cubicBezTo>
                    <a:cubicBezTo>
                      <a:pt x="5973" y="6877"/>
                      <a:pt x="5863" y="6907"/>
                      <a:pt x="5750" y="6940"/>
                    </a:cubicBezTo>
                    <a:cubicBezTo>
                      <a:pt x="4562" y="7202"/>
                      <a:pt x="4562" y="7202"/>
                      <a:pt x="3930" y="6915"/>
                    </a:cubicBezTo>
                    <a:cubicBezTo>
                      <a:pt x="3545" y="6635"/>
                      <a:pt x="3197" y="6340"/>
                      <a:pt x="2847" y="6017"/>
                    </a:cubicBezTo>
                    <a:cubicBezTo>
                      <a:pt x="2785" y="5968"/>
                      <a:pt x="2785" y="5968"/>
                      <a:pt x="2472" y="5702"/>
                    </a:cubicBezTo>
                    <a:cubicBezTo>
                      <a:pt x="1832" y="5145"/>
                      <a:pt x="1832" y="5145"/>
                      <a:pt x="1582" y="4847"/>
                    </a:cubicBezTo>
                    <a:cubicBezTo>
                      <a:pt x="1582" y="4683"/>
                      <a:pt x="1582" y="4517"/>
                      <a:pt x="1582" y="4347"/>
                    </a:cubicBezTo>
                    <a:cubicBezTo>
                      <a:pt x="1380" y="4275"/>
                      <a:pt x="1180" y="4202"/>
                      <a:pt x="972" y="4127"/>
                    </a:cubicBezTo>
                    <a:cubicBezTo>
                      <a:pt x="332" y="3847"/>
                      <a:pt x="332" y="3847"/>
                      <a:pt x="82" y="3347"/>
                    </a:cubicBezTo>
                    <a:cubicBezTo>
                      <a:pt x="45" y="2938"/>
                      <a:pt x="25" y="2525"/>
                      <a:pt x="20" y="2113"/>
                    </a:cubicBezTo>
                    <a:cubicBezTo>
                      <a:pt x="12" y="1892"/>
                      <a:pt x="5" y="1675"/>
                      <a:pt x="0" y="1450"/>
                    </a:cubicBezTo>
                    <a:cubicBezTo>
                      <a:pt x="160" y="272"/>
                      <a:pt x="837" y="2"/>
                      <a:pt x="1945" y="5"/>
                    </a:cubicBezTo>
                    <a:close/>
                  </a:path>
                </a:pathLst>
              </a:custGeom>
              <a:solidFill>
                <a:srgbClr val="525252"/>
              </a:solidFill>
              <a:ln w="0">
                <a:noFill/>
              </a:ln>
            </p:spPr>
          </p:sp>
          <p:sp>
            <p:nvSpPr>
              <p:cNvPr id="200" name="database_filter vector"/>
              <p:cNvSpPr/>
              <p:nvPr/>
            </p:nvSpPr>
            <p:spPr>
              <a:xfrm>
                <a:off x="3817402" y="1162672"/>
                <a:ext cx="281087" cy="285499"/>
              </a:xfrm>
              <a:custGeom>
                <a:avLst/>
                <a:gdLst/>
                <a:ahLst/>
                <a:cxnLst/>
                <a:rect l="0" t="0" r="r" b="b"/>
                <a:pathLst>
                  <a:path w="30740" h="31222" fill="norm" stroke="0">
                    <a:moveTo>
                      <a:pt x="5160" y="30"/>
                    </a:moveTo>
                    <a:cubicBezTo>
                      <a:pt x="5280" y="30"/>
                      <a:pt x="5280" y="30"/>
                      <a:pt x="5882" y="25"/>
                    </a:cubicBezTo>
                    <a:cubicBezTo>
                      <a:pt x="6535" y="23"/>
                      <a:pt x="7188" y="23"/>
                      <a:pt x="7840" y="23"/>
                    </a:cubicBezTo>
                    <a:cubicBezTo>
                      <a:pt x="8388" y="23"/>
                      <a:pt x="8933" y="23"/>
                      <a:pt x="9480" y="20"/>
                    </a:cubicBezTo>
                    <a:cubicBezTo>
                      <a:pt x="10768" y="17"/>
                      <a:pt x="12058" y="17"/>
                      <a:pt x="13348" y="20"/>
                    </a:cubicBezTo>
                    <a:cubicBezTo>
                      <a:pt x="14673" y="23"/>
                      <a:pt x="16000" y="17"/>
                      <a:pt x="17325" y="13"/>
                    </a:cubicBezTo>
                    <a:cubicBezTo>
                      <a:pt x="18468" y="7"/>
                      <a:pt x="19610" y="7"/>
                      <a:pt x="20752" y="7"/>
                    </a:cubicBezTo>
                    <a:cubicBezTo>
                      <a:pt x="21433" y="7"/>
                      <a:pt x="22113" y="7"/>
                      <a:pt x="22793" y="5"/>
                    </a:cubicBezTo>
                    <a:cubicBezTo>
                      <a:pt x="23553" y="0"/>
                      <a:pt x="24313" y="2"/>
                      <a:pt x="25073" y="5"/>
                    </a:cubicBezTo>
                    <a:cubicBezTo>
                      <a:pt x="25298" y="2"/>
                      <a:pt x="25520" y="2"/>
                      <a:pt x="25750" y="0"/>
                    </a:cubicBezTo>
                    <a:cubicBezTo>
                      <a:pt x="27257" y="13"/>
                      <a:pt x="28570" y="208"/>
                      <a:pt x="29718" y="1252"/>
                    </a:cubicBezTo>
                    <a:cubicBezTo>
                      <a:pt x="30740" y="2748"/>
                      <a:pt x="30740" y="2748"/>
                      <a:pt x="30623" y="3695"/>
                    </a:cubicBezTo>
                    <a:cubicBezTo>
                      <a:pt x="30248" y="5237"/>
                      <a:pt x="29215" y="6218"/>
                      <a:pt x="27978" y="7115"/>
                    </a:cubicBezTo>
                    <a:cubicBezTo>
                      <a:pt x="27665" y="7350"/>
                      <a:pt x="27355" y="7585"/>
                      <a:pt x="27045" y="7820"/>
                    </a:cubicBezTo>
                    <a:cubicBezTo>
                      <a:pt x="26880" y="7945"/>
                      <a:pt x="26718" y="8067"/>
                      <a:pt x="26548" y="8198"/>
                    </a:cubicBezTo>
                    <a:cubicBezTo>
                      <a:pt x="25600" y="8925"/>
                      <a:pt x="24680" y="9683"/>
                      <a:pt x="23757" y="10442"/>
                    </a:cubicBezTo>
                    <a:cubicBezTo>
                      <a:pt x="23580" y="10588"/>
                      <a:pt x="23403" y="10735"/>
                      <a:pt x="23218" y="10885"/>
                    </a:cubicBezTo>
                    <a:cubicBezTo>
                      <a:pt x="23048" y="11023"/>
                      <a:pt x="22877" y="11162"/>
                      <a:pt x="22703" y="11308"/>
                    </a:cubicBezTo>
                    <a:cubicBezTo>
                      <a:pt x="22553" y="11430"/>
                      <a:pt x="22405" y="11553"/>
                      <a:pt x="22250" y="11680"/>
                    </a:cubicBezTo>
                    <a:cubicBezTo>
                      <a:pt x="22093" y="11817"/>
                      <a:pt x="21935" y="11955"/>
                      <a:pt x="21775" y="12097"/>
                    </a:cubicBezTo>
                    <a:cubicBezTo>
                      <a:pt x="21665" y="12167"/>
                      <a:pt x="21555" y="12235"/>
                      <a:pt x="21443" y="12308"/>
                    </a:cubicBezTo>
                    <a:cubicBezTo>
                      <a:pt x="20765" y="12810"/>
                      <a:pt x="20548" y="13192"/>
                      <a:pt x="20415" y="14035"/>
                    </a:cubicBezTo>
                    <a:cubicBezTo>
                      <a:pt x="20370" y="14773"/>
                      <a:pt x="20373" y="15507"/>
                      <a:pt x="20382" y="16245"/>
                    </a:cubicBezTo>
                    <a:cubicBezTo>
                      <a:pt x="20390" y="16743"/>
                      <a:pt x="20390" y="17243"/>
                      <a:pt x="20388" y="17743"/>
                    </a:cubicBezTo>
                    <a:cubicBezTo>
                      <a:pt x="20385" y="18982"/>
                      <a:pt x="20395" y="20225"/>
                      <a:pt x="20403" y="21465"/>
                    </a:cubicBezTo>
                    <a:cubicBezTo>
                      <a:pt x="20410" y="22515"/>
                      <a:pt x="20413" y="23562"/>
                      <a:pt x="20408" y="24612"/>
                    </a:cubicBezTo>
                    <a:cubicBezTo>
                      <a:pt x="20408" y="25100"/>
                      <a:pt x="20415" y="25590"/>
                      <a:pt x="20423" y="26080"/>
                    </a:cubicBezTo>
                    <a:cubicBezTo>
                      <a:pt x="20428" y="27690"/>
                      <a:pt x="20343" y="28868"/>
                      <a:pt x="19390" y="30235"/>
                    </a:cubicBezTo>
                    <a:cubicBezTo>
                      <a:pt x="18748" y="30873"/>
                      <a:pt x="18033" y="31178"/>
                      <a:pt x="17132" y="31222"/>
                    </a:cubicBezTo>
                    <a:cubicBezTo>
                      <a:pt x="15663" y="31188"/>
                      <a:pt x="14488" y="30345"/>
                      <a:pt x="13275" y="29597"/>
                    </a:cubicBezTo>
                    <a:cubicBezTo>
                      <a:pt x="13080" y="29485"/>
                      <a:pt x="12888" y="29373"/>
                      <a:pt x="12690" y="29255"/>
                    </a:cubicBezTo>
                    <a:cubicBezTo>
                      <a:pt x="10463" y="27925"/>
                      <a:pt x="10463" y="27925"/>
                      <a:pt x="10127" y="26900"/>
                    </a:cubicBezTo>
                    <a:cubicBezTo>
                      <a:pt x="10010" y="26275"/>
                      <a:pt x="9993" y="25695"/>
                      <a:pt x="9993" y="25062"/>
                    </a:cubicBezTo>
                    <a:cubicBezTo>
                      <a:pt x="9993" y="24938"/>
                      <a:pt x="9993" y="24812"/>
                      <a:pt x="9990" y="24683"/>
                    </a:cubicBezTo>
                    <a:cubicBezTo>
                      <a:pt x="9990" y="24412"/>
                      <a:pt x="9990" y="24143"/>
                      <a:pt x="9990" y="23873"/>
                    </a:cubicBezTo>
                    <a:cubicBezTo>
                      <a:pt x="9988" y="23297"/>
                      <a:pt x="9983" y="22722"/>
                      <a:pt x="9978" y="22148"/>
                    </a:cubicBezTo>
                    <a:cubicBezTo>
                      <a:pt x="9968" y="21080"/>
                      <a:pt x="9960" y="20010"/>
                      <a:pt x="9963" y="18942"/>
                    </a:cubicBezTo>
                    <a:cubicBezTo>
                      <a:pt x="9963" y="18198"/>
                      <a:pt x="9955" y="17453"/>
                      <a:pt x="9945" y="16708"/>
                    </a:cubicBezTo>
                    <a:cubicBezTo>
                      <a:pt x="9943" y="16422"/>
                      <a:pt x="9943" y="16140"/>
                      <a:pt x="9945" y="15857"/>
                    </a:cubicBezTo>
                    <a:cubicBezTo>
                      <a:pt x="9960" y="13370"/>
                      <a:pt x="9960" y="13370"/>
                      <a:pt x="9185" y="12583"/>
                    </a:cubicBezTo>
                    <a:cubicBezTo>
                      <a:pt x="8970" y="12415"/>
                      <a:pt x="8750" y="12252"/>
                      <a:pt x="8525" y="12097"/>
                    </a:cubicBezTo>
                    <a:cubicBezTo>
                      <a:pt x="8390" y="11975"/>
                      <a:pt x="8255" y="11852"/>
                      <a:pt x="8115" y="11725"/>
                    </a:cubicBezTo>
                    <a:cubicBezTo>
                      <a:pt x="7718" y="11380"/>
                      <a:pt x="7315" y="11035"/>
                      <a:pt x="6915" y="10692"/>
                    </a:cubicBezTo>
                    <a:cubicBezTo>
                      <a:pt x="6765" y="10562"/>
                      <a:pt x="6613" y="10435"/>
                      <a:pt x="6458" y="10300"/>
                    </a:cubicBezTo>
                    <a:cubicBezTo>
                      <a:pt x="5238" y="9260"/>
                      <a:pt x="3985" y="8268"/>
                      <a:pt x="2700" y="7305"/>
                    </a:cubicBezTo>
                    <a:cubicBezTo>
                      <a:pt x="1625" y="6482"/>
                      <a:pt x="638" y="5575"/>
                      <a:pt x="25" y="4347"/>
                    </a:cubicBezTo>
                    <a:cubicBezTo>
                      <a:pt x="0" y="3352"/>
                      <a:pt x="8" y="2297"/>
                      <a:pt x="525" y="1425"/>
                    </a:cubicBezTo>
                    <a:cubicBezTo>
                      <a:pt x="1855" y="32"/>
                      <a:pt x="3338" y="25"/>
                      <a:pt x="5160" y="30"/>
                    </a:cubicBezTo>
                    <a:close/>
                    <a:moveTo>
                      <a:pt x="20315" y="590"/>
                    </a:moveTo>
                    <a:cubicBezTo>
                      <a:pt x="19935" y="595"/>
                      <a:pt x="19555" y="597"/>
                      <a:pt x="19175" y="600"/>
                    </a:cubicBezTo>
                    <a:cubicBezTo>
                      <a:pt x="17980" y="608"/>
                      <a:pt x="16785" y="618"/>
                      <a:pt x="15590" y="627"/>
                    </a:cubicBezTo>
                    <a:cubicBezTo>
                      <a:pt x="14220" y="640"/>
                      <a:pt x="12848" y="650"/>
                      <a:pt x="11475" y="655"/>
                    </a:cubicBezTo>
                    <a:cubicBezTo>
                      <a:pt x="10408" y="657"/>
                      <a:pt x="9343" y="668"/>
                      <a:pt x="8275" y="678"/>
                    </a:cubicBezTo>
                    <a:cubicBezTo>
                      <a:pt x="7640" y="683"/>
                      <a:pt x="7005" y="688"/>
                      <a:pt x="6370" y="690"/>
                    </a:cubicBezTo>
                    <a:cubicBezTo>
                      <a:pt x="5665" y="690"/>
                      <a:pt x="4958" y="697"/>
                      <a:pt x="4252" y="708"/>
                    </a:cubicBezTo>
                    <a:cubicBezTo>
                      <a:pt x="4045" y="708"/>
                      <a:pt x="3835" y="708"/>
                      <a:pt x="3623" y="705"/>
                    </a:cubicBezTo>
                    <a:cubicBezTo>
                      <a:pt x="2708" y="725"/>
                      <a:pt x="2023" y="750"/>
                      <a:pt x="1275" y="1310"/>
                    </a:cubicBezTo>
                    <a:cubicBezTo>
                      <a:pt x="633" y="2000"/>
                      <a:pt x="488" y="2515"/>
                      <a:pt x="463" y="3442"/>
                    </a:cubicBezTo>
                    <a:cubicBezTo>
                      <a:pt x="455" y="3583"/>
                      <a:pt x="448" y="3725"/>
                      <a:pt x="443" y="3870"/>
                    </a:cubicBezTo>
                    <a:cubicBezTo>
                      <a:pt x="660" y="5138"/>
                      <a:pt x="1500" y="5868"/>
                      <a:pt x="2478" y="6597"/>
                    </a:cubicBezTo>
                    <a:cubicBezTo>
                      <a:pt x="2700" y="6770"/>
                      <a:pt x="2923" y="6942"/>
                      <a:pt x="3145" y="7115"/>
                    </a:cubicBezTo>
                    <a:cubicBezTo>
                      <a:pt x="3252" y="7198"/>
                      <a:pt x="3360" y="7278"/>
                      <a:pt x="3473" y="7362"/>
                    </a:cubicBezTo>
                    <a:cubicBezTo>
                      <a:pt x="3995" y="7770"/>
                      <a:pt x="4490" y="8208"/>
                      <a:pt x="4985" y="8645"/>
                    </a:cubicBezTo>
                    <a:cubicBezTo>
                      <a:pt x="5275" y="8847"/>
                      <a:pt x="5275" y="8847"/>
                      <a:pt x="5775" y="8847"/>
                    </a:cubicBezTo>
                    <a:cubicBezTo>
                      <a:pt x="5775" y="9013"/>
                      <a:pt x="5775" y="9178"/>
                      <a:pt x="5775" y="9347"/>
                    </a:cubicBezTo>
                    <a:cubicBezTo>
                      <a:pt x="6205" y="9705"/>
                      <a:pt x="6630" y="10028"/>
                      <a:pt x="7088" y="10347"/>
                    </a:cubicBezTo>
                    <a:cubicBezTo>
                      <a:pt x="7210" y="10438"/>
                      <a:pt x="7333" y="10528"/>
                      <a:pt x="7458" y="10618"/>
                    </a:cubicBezTo>
                    <a:cubicBezTo>
                      <a:pt x="7995" y="11000"/>
                      <a:pt x="8502" y="11338"/>
                      <a:pt x="9095" y="11630"/>
                    </a:cubicBezTo>
                    <a:cubicBezTo>
                      <a:pt x="9668" y="11922"/>
                      <a:pt x="9780" y="12268"/>
                      <a:pt x="10025" y="12847"/>
                    </a:cubicBezTo>
                    <a:cubicBezTo>
                      <a:pt x="10108" y="12930"/>
                      <a:pt x="10190" y="13013"/>
                      <a:pt x="10275" y="13097"/>
                    </a:cubicBezTo>
                    <a:cubicBezTo>
                      <a:pt x="10303" y="13515"/>
                      <a:pt x="10313" y="13933"/>
                      <a:pt x="10318" y="14350"/>
                    </a:cubicBezTo>
                    <a:cubicBezTo>
                      <a:pt x="10320" y="14480"/>
                      <a:pt x="10320" y="14610"/>
                      <a:pt x="10323" y="14745"/>
                    </a:cubicBezTo>
                    <a:cubicBezTo>
                      <a:pt x="10325" y="15028"/>
                      <a:pt x="10330" y="15312"/>
                      <a:pt x="10333" y="15595"/>
                    </a:cubicBezTo>
                    <a:cubicBezTo>
                      <a:pt x="10335" y="16042"/>
                      <a:pt x="10340" y="16493"/>
                      <a:pt x="10348" y="16940"/>
                    </a:cubicBezTo>
                    <a:cubicBezTo>
                      <a:pt x="10365" y="18218"/>
                      <a:pt x="10380" y="19493"/>
                      <a:pt x="10393" y="20770"/>
                    </a:cubicBezTo>
                    <a:cubicBezTo>
                      <a:pt x="10400" y="21550"/>
                      <a:pt x="10413" y="22330"/>
                      <a:pt x="10423" y="23110"/>
                    </a:cubicBezTo>
                    <a:cubicBezTo>
                      <a:pt x="10428" y="23405"/>
                      <a:pt x="10430" y="23703"/>
                      <a:pt x="10433" y="24000"/>
                    </a:cubicBezTo>
                    <a:cubicBezTo>
                      <a:pt x="10435" y="24417"/>
                      <a:pt x="10443" y="24833"/>
                      <a:pt x="10448" y="25250"/>
                    </a:cubicBezTo>
                    <a:cubicBezTo>
                      <a:pt x="10450" y="25487"/>
                      <a:pt x="10453" y="25722"/>
                      <a:pt x="10455" y="25968"/>
                    </a:cubicBezTo>
                    <a:cubicBezTo>
                      <a:pt x="10540" y="26745"/>
                      <a:pt x="10757" y="27312"/>
                      <a:pt x="11293" y="27888"/>
                    </a:cubicBezTo>
                    <a:cubicBezTo>
                      <a:pt x="11948" y="28393"/>
                      <a:pt x="12595" y="28790"/>
                      <a:pt x="13343" y="29135"/>
                    </a:cubicBezTo>
                    <a:cubicBezTo>
                      <a:pt x="13775" y="29347"/>
                      <a:pt x="13775" y="29347"/>
                      <a:pt x="14290" y="29672"/>
                    </a:cubicBezTo>
                    <a:cubicBezTo>
                      <a:pt x="15455" y="30393"/>
                      <a:pt x="16382" y="30805"/>
                      <a:pt x="17770" y="30720"/>
                    </a:cubicBezTo>
                    <a:cubicBezTo>
                      <a:pt x="18463" y="30553"/>
                      <a:pt x="18830" y="30263"/>
                      <a:pt x="19305" y="29745"/>
                    </a:cubicBezTo>
                    <a:cubicBezTo>
                      <a:pt x="19938" y="28602"/>
                      <a:pt x="19803" y="27230"/>
                      <a:pt x="19790" y="25965"/>
                    </a:cubicBezTo>
                    <a:cubicBezTo>
                      <a:pt x="19788" y="25537"/>
                      <a:pt x="19785" y="25112"/>
                      <a:pt x="19783" y="24685"/>
                    </a:cubicBezTo>
                    <a:cubicBezTo>
                      <a:pt x="19783" y="24575"/>
                      <a:pt x="19783" y="24575"/>
                      <a:pt x="19778" y="24015"/>
                    </a:cubicBezTo>
                    <a:cubicBezTo>
                      <a:pt x="19738" y="17795"/>
                      <a:pt x="19738" y="17795"/>
                      <a:pt x="19868" y="15035"/>
                    </a:cubicBezTo>
                    <a:cubicBezTo>
                      <a:pt x="19875" y="14845"/>
                      <a:pt x="19882" y="14655"/>
                      <a:pt x="19890" y="14458"/>
                    </a:cubicBezTo>
                    <a:cubicBezTo>
                      <a:pt x="19985" y="12792"/>
                      <a:pt x="19985" y="12792"/>
                      <a:pt x="20525" y="12097"/>
                    </a:cubicBezTo>
                    <a:cubicBezTo>
                      <a:pt x="20938" y="11922"/>
                      <a:pt x="21355" y="11757"/>
                      <a:pt x="21775" y="11597"/>
                    </a:cubicBezTo>
                    <a:cubicBezTo>
                      <a:pt x="22285" y="11255"/>
                      <a:pt x="22755" y="10868"/>
                      <a:pt x="23228" y="10472"/>
                    </a:cubicBezTo>
                    <a:cubicBezTo>
                      <a:pt x="23353" y="10373"/>
                      <a:pt x="23478" y="10273"/>
                      <a:pt x="23608" y="10167"/>
                    </a:cubicBezTo>
                    <a:cubicBezTo>
                      <a:pt x="24290" y="9605"/>
                      <a:pt x="24290" y="9605"/>
                      <a:pt x="24525" y="9347"/>
                    </a:cubicBezTo>
                    <a:cubicBezTo>
                      <a:pt x="24525" y="9183"/>
                      <a:pt x="24525" y="9018"/>
                      <a:pt x="24525" y="8847"/>
                    </a:cubicBezTo>
                    <a:cubicBezTo>
                      <a:pt x="24658" y="8787"/>
                      <a:pt x="24793" y="8730"/>
                      <a:pt x="24930" y="8667"/>
                    </a:cubicBezTo>
                    <a:cubicBezTo>
                      <a:pt x="25685" y="8263"/>
                      <a:pt x="26343" y="7770"/>
                      <a:pt x="27025" y="7255"/>
                    </a:cubicBezTo>
                    <a:cubicBezTo>
                      <a:pt x="27155" y="7157"/>
                      <a:pt x="27285" y="7062"/>
                      <a:pt x="27418" y="6963"/>
                    </a:cubicBezTo>
                    <a:cubicBezTo>
                      <a:pt x="29598" y="5323"/>
                      <a:pt x="29598" y="5323"/>
                      <a:pt x="29775" y="4347"/>
                    </a:cubicBezTo>
                    <a:cubicBezTo>
                      <a:pt x="29915" y="3238"/>
                      <a:pt x="29765" y="2385"/>
                      <a:pt x="29260" y="1390"/>
                    </a:cubicBezTo>
                    <a:cubicBezTo>
                      <a:pt x="28858" y="893"/>
                      <a:pt x="28348" y="860"/>
                      <a:pt x="27733" y="770"/>
                    </a:cubicBezTo>
                    <a:cubicBezTo>
                      <a:pt x="25263" y="545"/>
                      <a:pt x="22795" y="572"/>
                      <a:pt x="20315" y="59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</p:sp>
          <p:sp>
            <p:nvSpPr>
              <p:cNvPr id="201" name="database_filter vector"/>
              <p:cNvSpPr/>
              <p:nvPr/>
            </p:nvSpPr>
            <p:spPr>
              <a:xfrm>
                <a:off x="3645576" y="994410"/>
                <a:ext cx="392849" cy="105956"/>
              </a:xfrm>
              <a:custGeom>
                <a:avLst/>
                <a:gdLst/>
                <a:ahLst/>
                <a:cxnLst/>
                <a:rect l="0" t="0" r="r" b="b"/>
                <a:pathLst>
                  <a:path w="42962" h="11588" fill="norm" stroke="0">
                    <a:moveTo>
                      <a:pt x="315" y="0"/>
                    </a:moveTo>
                    <a:cubicBezTo>
                      <a:pt x="1410" y="97"/>
                      <a:pt x="2303" y="323"/>
                      <a:pt x="3300" y="778"/>
                    </a:cubicBezTo>
                    <a:cubicBezTo>
                      <a:pt x="3930" y="1050"/>
                      <a:pt x="4572" y="1280"/>
                      <a:pt x="5220" y="1500"/>
                    </a:cubicBezTo>
                    <a:cubicBezTo>
                      <a:pt x="5445" y="1578"/>
                      <a:pt x="5670" y="1655"/>
                      <a:pt x="5902" y="1735"/>
                    </a:cubicBezTo>
                    <a:cubicBezTo>
                      <a:pt x="8345" y="2483"/>
                      <a:pt x="10825" y="2915"/>
                      <a:pt x="13363" y="3172"/>
                    </a:cubicBezTo>
                    <a:cubicBezTo>
                      <a:pt x="13515" y="3188"/>
                      <a:pt x="13668" y="3203"/>
                      <a:pt x="13822" y="3220"/>
                    </a:cubicBezTo>
                    <a:cubicBezTo>
                      <a:pt x="19137" y="3750"/>
                      <a:pt x="24488" y="3713"/>
                      <a:pt x="29800" y="3172"/>
                    </a:cubicBezTo>
                    <a:cubicBezTo>
                      <a:pt x="29947" y="3157"/>
                      <a:pt x="30095" y="3142"/>
                      <a:pt x="30245" y="3127"/>
                    </a:cubicBezTo>
                    <a:cubicBezTo>
                      <a:pt x="31957" y="2950"/>
                      <a:pt x="33577" y="2660"/>
                      <a:pt x="35230" y="2172"/>
                    </a:cubicBezTo>
                    <a:cubicBezTo>
                      <a:pt x="35755" y="2017"/>
                      <a:pt x="36280" y="1885"/>
                      <a:pt x="36815" y="1765"/>
                    </a:cubicBezTo>
                    <a:cubicBezTo>
                      <a:pt x="38180" y="1430"/>
                      <a:pt x="39815" y="1017"/>
                      <a:pt x="40980" y="215"/>
                    </a:cubicBezTo>
                    <a:cubicBezTo>
                      <a:pt x="41315" y="0"/>
                      <a:pt x="41315" y="0"/>
                      <a:pt x="41970" y="78"/>
                    </a:cubicBezTo>
                    <a:cubicBezTo>
                      <a:pt x="42565" y="250"/>
                      <a:pt x="42565" y="250"/>
                      <a:pt x="42815" y="500"/>
                    </a:cubicBezTo>
                    <a:cubicBezTo>
                      <a:pt x="42887" y="1418"/>
                      <a:pt x="42892" y="2335"/>
                      <a:pt x="42902" y="3255"/>
                    </a:cubicBezTo>
                    <a:cubicBezTo>
                      <a:pt x="42907" y="3562"/>
                      <a:pt x="42912" y="3873"/>
                      <a:pt x="42923" y="4180"/>
                    </a:cubicBezTo>
                    <a:cubicBezTo>
                      <a:pt x="42938" y="4625"/>
                      <a:pt x="42942" y="5070"/>
                      <a:pt x="42945" y="5513"/>
                    </a:cubicBezTo>
                    <a:cubicBezTo>
                      <a:pt x="42952" y="5650"/>
                      <a:pt x="42957" y="5787"/>
                      <a:pt x="42962" y="5930"/>
                    </a:cubicBezTo>
                    <a:cubicBezTo>
                      <a:pt x="42960" y="6322"/>
                      <a:pt x="42960" y="6322"/>
                      <a:pt x="42815" y="7000"/>
                    </a:cubicBezTo>
                    <a:cubicBezTo>
                      <a:pt x="42420" y="7365"/>
                      <a:pt x="42065" y="7520"/>
                      <a:pt x="41565" y="7750"/>
                    </a:cubicBezTo>
                    <a:cubicBezTo>
                      <a:pt x="41430" y="7817"/>
                      <a:pt x="41295" y="7882"/>
                      <a:pt x="41157" y="7953"/>
                    </a:cubicBezTo>
                    <a:cubicBezTo>
                      <a:pt x="38345" y="9138"/>
                      <a:pt x="35545" y="9907"/>
                      <a:pt x="32567" y="10558"/>
                    </a:cubicBezTo>
                    <a:cubicBezTo>
                      <a:pt x="32190" y="10640"/>
                      <a:pt x="31812" y="10725"/>
                      <a:pt x="31438" y="10808"/>
                    </a:cubicBezTo>
                    <a:cubicBezTo>
                      <a:pt x="31190" y="10862"/>
                      <a:pt x="30945" y="10915"/>
                      <a:pt x="30697" y="10970"/>
                    </a:cubicBezTo>
                    <a:cubicBezTo>
                      <a:pt x="30480" y="11017"/>
                      <a:pt x="30262" y="11065"/>
                      <a:pt x="30037" y="11115"/>
                    </a:cubicBezTo>
                    <a:cubicBezTo>
                      <a:pt x="28168" y="11465"/>
                      <a:pt x="26345" y="11540"/>
                      <a:pt x="24445" y="11543"/>
                    </a:cubicBezTo>
                    <a:cubicBezTo>
                      <a:pt x="24170" y="11543"/>
                      <a:pt x="23895" y="11543"/>
                      <a:pt x="23620" y="11545"/>
                    </a:cubicBezTo>
                    <a:cubicBezTo>
                      <a:pt x="23045" y="11545"/>
                      <a:pt x="22470" y="11548"/>
                      <a:pt x="21895" y="11548"/>
                    </a:cubicBezTo>
                    <a:cubicBezTo>
                      <a:pt x="21312" y="11548"/>
                      <a:pt x="20730" y="11548"/>
                      <a:pt x="20147" y="11553"/>
                    </a:cubicBezTo>
                    <a:cubicBezTo>
                      <a:pt x="14103" y="11588"/>
                      <a:pt x="14103" y="11588"/>
                      <a:pt x="11315" y="11000"/>
                    </a:cubicBezTo>
                    <a:cubicBezTo>
                      <a:pt x="10928" y="10933"/>
                      <a:pt x="10538" y="10868"/>
                      <a:pt x="10150" y="10805"/>
                    </a:cubicBezTo>
                    <a:cubicBezTo>
                      <a:pt x="9820" y="10745"/>
                      <a:pt x="9488" y="10685"/>
                      <a:pt x="9160" y="10625"/>
                    </a:cubicBezTo>
                    <a:cubicBezTo>
                      <a:pt x="8990" y="10595"/>
                      <a:pt x="8820" y="10567"/>
                      <a:pt x="8645" y="10535"/>
                    </a:cubicBezTo>
                    <a:cubicBezTo>
                      <a:pt x="8480" y="10505"/>
                      <a:pt x="8317" y="10475"/>
                      <a:pt x="8150" y="10445"/>
                    </a:cubicBezTo>
                    <a:cubicBezTo>
                      <a:pt x="8005" y="10420"/>
                      <a:pt x="7863" y="10395"/>
                      <a:pt x="7715" y="10368"/>
                    </a:cubicBezTo>
                    <a:cubicBezTo>
                      <a:pt x="7262" y="10235"/>
                      <a:pt x="6952" y="10017"/>
                      <a:pt x="6565" y="9750"/>
                    </a:cubicBezTo>
                    <a:cubicBezTo>
                      <a:pt x="6173" y="9657"/>
                      <a:pt x="5775" y="9580"/>
                      <a:pt x="5377" y="9515"/>
                    </a:cubicBezTo>
                    <a:cubicBezTo>
                      <a:pt x="3478" y="9160"/>
                      <a:pt x="1455" y="8390"/>
                      <a:pt x="65" y="7000"/>
                    </a:cubicBezTo>
                    <a:cubicBezTo>
                      <a:pt x="17" y="6502"/>
                      <a:pt x="0" y="6043"/>
                      <a:pt x="7" y="5547"/>
                    </a:cubicBezTo>
                    <a:cubicBezTo>
                      <a:pt x="7" y="5405"/>
                      <a:pt x="7" y="5263"/>
                      <a:pt x="7" y="5115"/>
                    </a:cubicBezTo>
                    <a:cubicBezTo>
                      <a:pt x="7" y="4815"/>
                      <a:pt x="10" y="4513"/>
                      <a:pt x="12" y="4213"/>
                    </a:cubicBezTo>
                    <a:cubicBezTo>
                      <a:pt x="17" y="3752"/>
                      <a:pt x="17" y="3290"/>
                      <a:pt x="17" y="2830"/>
                    </a:cubicBezTo>
                    <a:cubicBezTo>
                      <a:pt x="20" y="2537"/>
                      <a:pt x="22" y="2245"/>
                      <a:pt x="22" y="1953"/>
                    </a:cubicBezTo>
                    <a:cubicBezTo>
                      <a:pt x="22" y="1815"/>
                      <a:pt x="22" y="1677"/>
                      <a:pt x="25" y="1535"/>
                    </a:cubicBezTo>
                    <a:cubicBezTo>
                      <a:pt x="32" y="938"/>
                      <a:pt x="45" y="543"/>
                      <a:pt x="315" y="0"/>
                    </a:cubicBezTo>
                    <a:close/>
                    <a:moveTo>
                      <a:pt x="815" y="250"/>
                    </a:moveTo>
                    <a:cubicBezTo>
                      <a:pt x="173" y="1470"/>
                      <a:pt x="240" y="2678"/>
                      <a:pt x="252" y="4030"/>
                    </a:cubicBezTo>
                    <a:cubicBezTo>
                      <a:pt x="250" y="4257"/>
                      <a:pt x="248" y="4485"/>
                      <a:pt x="248" y="4718"/>
                    </a:cubicBezTo>
                    <a:cubicBezTo>
                      <a:pt x="248" y="4935"/>
                      <a:pt x="248" y="5153"/>
                      <a:pt x="248" y="5377"/>
                    </a:cubicBezTo>
                    <a:cubicBezTo>
                      <a:pt x="250" y="5575"/>
                      <a:pt x="250" y="5773"/>
                      <a:pt x="250" y="5975"/>
                    </a:cubicBezTo>
                    <a:cubicBezTo>
                      <a:pt x="320" y="6550"/>
                      <a:pt x="442" y="6815"/>
                      <a:pt x="815" y="7250"/>
                    </a:cubicBezTo>
                    <a:cubicBezTo>
                      <a:pt x="1295" y="7515"/>
                      <a:pt x="1295" y="7515"/>
                      <a:pt x="1863" y="7750"/>
                    </a:cubicBezTo>
                    <a:cubicBezTo>
                      <a:pt x="2065" y="7835"/>
                      <a:pt x="2267" y="7920"/>
                      <a:pt x="2478" y="8007"/>
                    </a:cubicBezTo>
                    <a:cubicBezTo>
                      <a:pt x="2670" y="8088"/>
                      <a:pt x="2865" y="8168"/>
                      <a:pt x="3065" y="8250"/>
                    </a:cubicBezTo>
                    <a:cubicBezTo>
                      <a:pt x="3207" y="8317"/>
                      <a:pt x="3350" y="8385"/>
                      <a:pt x="3498" y="8455"/>
                    </a:cubicBezTo>
                    <a:cubicBezTo>
                      <a:pt x="5853" y="9562"/>
                      <a:pt x="8530" y="9898"/>
                      <a:pt x="11072" y="10328"/>
                    </a:cubicBezTo>
                    <a:cubicBezTo>
                      <a:pt x="11837" y="10457"/>
                      <a:pt x="12590" y="10610"/>
                      <a:pt x="13345" y="10780"/>
                    </a:cubicBezTo>
                    <a:cubicBezTo>
                      <a:pt x="16680" y="11450"/>
                      <a:pt x="20185" y="11315"/>
                      <a:pt x="23565" y="11250"/>
                    </a:cubicBezTo>
                    <a:cubicBezTo>
                      <a:pt x="23730" y="11248"/>
                      <a:pt x="23897" y="11243"/>
                      <a:pt x="24067" y="11240"/>
                    </a:cubicBezTo>
                    <a:cubicBezTo>
                      <a:pt x="26228" y="11183"/>
                      <a:pt x="28343" y="10862"/>
                      <a:pt x="30470" y="10515"/>
                    </a:cubicBezTo>
                    <a:cubicBezTo>
                      <a:pt x="30603" y="10495"/>
                      <a:pt x="30735" y="10472"/>
                      <a:pt x="30873" y="10450"/>
                    </a:cubicBezTo>
                    <a:cubicBezTo>
                      <a:pt x="31252" y="10388"/>
                      <a:pt x="31632" y="10325"/>
                      <a:pt x="32012" y="10260"/>
                    </a:cubicBezTo>
                    <a:cubicBezTo>
                      <a:pt x="32233" y="10220"/>
                      <a:pt x="32455" y="10183"/>
                      <a:pt x="32683" y="10145"/>
                    </a:cubicBezTo>
                    <a:cubicBezTo>
                      <a:pt x="33348" y="9993"/>
                      <a:pt x="33938" y="9763"/>
                      <a:pt x="34565" y="9500"/>
                    </a:cubicBezTo>
                    <a:cubicBezTo>
                      <a:pt x="35027" y="9377"/>
                      <a:pt x="35490" y="9265"/>
                      <a:pt x="35955" y="9155"/>
                    </a:cubicBezTo>
                    <a:cubicBezTo>
                      <a:pt x="41160" y="7905"/>
                      <a:pt x="41160" y="7905"/>
                      <a:pt x="42315" y="6750"/>
                    </a:cubicBezTo>
                    <a:cubicBezTo>
                      <a:pt x="42337" y="6300"/>
                      <a:pt x="42345" y="5862"/>
                      <a:pt x="42340" y="5412"/>
                    </a:cubicBezTo>
                    <a:cubicBezTo>
                      <a:pt x="42340" y="5280"/>
                      <a:pt x="42337" y="5148"/>
                      <a:pt x="42337" y="5010"/>
                    </a:cubicBezTo>
                    <a:cubicBezTo>
                      <a:pt x="42337" y="4585"/>
                      <a:pt x="42335" y="4160"/>
                      <a:pt x="42330" y="3735"/>
                    </a:cubicBezTo>
                    <a:cubicBezTo>
                      <a:pt x="42330" y="3447"/>
                      <a:pt x="42327" y="3157"/>
                      <a:pt x="42327" y="2870"/>
                    </a:cubicBezTo>
                    <a:cubicBezTo>
                      <a:pt x="42325" y="2162"/>
                      <a:pt x="42320" y="1457"/>
                      <a:pt x="42315" y="750"/>
                    </a:cubicBezTo>
                    <a:cubicBezTo>
                      <a:pt x="41845" y="593"/>
                      <a:pt x="41845" y="593"/>
                      <a:pt x="41315" y="500"/>
                    </a:cubicBezTo>
                    <a:cubicBezTo>
                      <a:pt x="41150" y="665"/>
                      <a:pt x="40985" y="830"/>
                      <a:pt x="40815" y="1000"/>
                    </a:cubicBezTo>
                    <a:cubicBezTo>
                      <a:pt x="39923" y="1400"/>
                      <a:pt x="38993" y="1698"/>
                      <a:pt x="38065" y="2000"/>
                    </a:cubicBezTo>
                    <a:cubicBezTo>
                      <a:pt x="38002" y="2020"/>
                      <a:pt x="38002" y="2020"/>
                      <a:pt x="37683" y="2127"/>
                    </a:cubicBezTo>
                    <a:cubicBezTo>
                      <a:pt x="28240" y="5178"/>
                      <a:pt x="15505" y="5325"/>
                      <a:pt x="6065" y="2250"/>
                    </a:cubicBezTo>
                    <a:cubicBezTo>
                      <a:pt x="5863" y="2185"/>
                      <a:pt x="5660" y="2120"/>
                      <a:pt x="5450" y="2052"/>
                    </a:cubicBezTo>
                    <a:cubicBezTo>
                      <a:pt x="2165" y="980"/>
                      <a:pt x="2165" y="980"/>
                      <a:pt x="815" y="25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</p:sp>
          <p:sp>
            <p:nvSpPr>
              <p:cNvPr id="202" name="database_filter vector"/>
              <p:cNvSpPr/>
              <p:nvPr/>
            </p:nvSpPr>
            <p:spPr>
              <a:xfrm>
                <a:off x="3855914" y="1190104"/>
                <a:ext cx="194882" cy="220348"/>
              </a:xfrm>
              <a:custGeom>
                <a:avLst/>
                <a:gdLst/>
                <a:ahLst/>
                <a:cxnLst/>
                <a:rect l="0" t="0" r="r" b="b"/>
                <a:pathLst>
                  <a:path w="21312" h="24097" fill="norm" stroke="0">
                    <a:moveTo>
                      <a:pt x="2900" y="30"/>
                    </a:moveTo>
                    <a:cubicBezTo>
                      <a:pt x="3082" y="28"/>
                      <a:pt x="3267" y="28"/>
                      <a:pt x="3455" y="25"/>
                    </a:cubicBezTo>
                    <a:cubicBezTo>
                      <a:pt x="4062" y="23"/>
                      <a:pt x="4667" y="23"/>
                      <a:pt x="5272" y="23"/>
                    </a:cubicBezTo>
                    <a:cubicBezTo>
                      <a:pt x="5692" y="23"/>
                      <a:pt x="6115" y="23"/>
                      <a:pt x="6537" y="20"/>
                    </a:cubicBezTo>
                    <a:cubicBezTo>
                      <a:pt x="7420" y="18"/>
                      <a:pt x="8303" y="18"/>
                      <a:pt x="9188" y="20"/>
                    </a:cubicBezTo>
                    <a:cubicBezTo>
                      <a:pt x="10317" y="20"/>
                      <a:pt x="11447" y="18"/>
                      <a:pt x="12580" y="10"/>
                    </a:cubicBezTo>
                    <a:cubicBezTo>
                      <a:pt x="13450" y="7"/>
                      <a:pt x="14320" y="7"/>
                      <a:pt x="15190" y="7"/>
                    </a:cubicBezTo>
                    <a:cubicBezTo>
                      <a:pt x="15607" y="7"/>
                      <a:pt x="16025" y="7"/>
                      <a:pt x="16442" y="5"/>
                    </a:cubicBezTo>
                    <a:cubicBezTo>
                      <a:pt x="17025" y="0"/>
                      <a:pt x="17607" y="2"/>
                      <a:pt x="18192" y="5"/>
                    </a:cubicBezTo>
                    <a:cubicBezTo>
                      <a:pt x="18277" y="5"/>
                      <a:pt x="18277" y="5"/>
                      <a:pt x="18712" y="0"/>
                    </a:cubicBezTo>
                    <a:cubicBezTo>
                      <a:pt x="19805" y="13"/>
                      <a:pt x="20425" y="203"/>
                      <a:pt x="21312" y="847"/>
                    </a:cubicBezTo>
                    <a:cubicBezTo>
                      <a:pt x="21167" y="1672"/>
                      <a:pt x="20942" y="2055"/>
                      <a:pt x="20325" y="2613"/>
                    </a:cubicBezTo>
                    <a:cubicBezTo>
                      <a:pt x="20250" y="2683"/>
                      <a:pt x="20250" y="2683"/>
                      <a:pt x="19870" y="3030"/>
                    </a:cubicBezTo>
                    <a:cubicBezTo>
                      <a:pt x="19710" y="3172"/>
                      <a:pt x="19553" y="3312"/>
                      <a:pt x="19390" y="3458"/>
                    </a:cubicBezTo>
                    <a:cubicBezTo>
                      <a:pt x="19312" y="3528"/>
                      <a:pt x="19312" y="3528"/>
                      <a:pt x="18925" y="3882"/>
                    </a:cubicBezTo>
                    <a:cubicBezTo>
                      <a:pt x="18475" y="4292"/>
                      <a:pt x="18020" y="4698"/>
                      <a:pt x="17562" y="5097"/>
                    </a:cubicBezTo>
                    <a:cubicBezTo>
                      <a:pt x="17420" y="5225"/>
                      <a:pt x="17277" y="5350"/>
                      <a:pt x="17130" y="5480"/>
                    </a:cubicBezTo>
                    <a:cubicBezTo>
                      <a:pt x="16997" y="5595"/>
                      <a:pt x="16865" y="5708"/>
                      <a:pt x="16730" y="5825"/>
                    </a:cubicBezTo>
                    <a:cubicBezTo>
                      <a:pt x="16612" y="5928"/>
                      <a:pt x="16495" y="6028"/>
                      <a:pt x="16375" y="6132"/>
                    </a:cubicBezTo>
                    <a:cubicBezTo>
                      <a:pt x="16062" y="6347"/>
                      <a:pt x="16062" y="6347"/>
                      <a:pt x="15562" y="6347"/>
                    </a:cubicBezTo>
                    <a:cubicBezTo>
                      <a:pt x="15562" y="6513"/>
                      <a:pt x="15562" y="6678"/>
                      <a:pt x="15562" y="6847"/>
                    </a:cubicBezTo>
                    <a:cubicBezTo>
                      <a:pt x="15252" y="7170"/>
                      <a:pt x="15252" y="7170"/>
                      <a:pt x="14842" y="7505"/>
                    </a:cubicBezTo>
                    <a:cubicBezTo>
                      <a:pt x="14710" y="7618"/>
                      <a:pt x="14577" y="7727"/>
                      <a:pt x="14440" y="7843"/>
                    </a:cubicBezTo>
                    <a:cubicBezTo>
                      <a:pt x="14062" y="8097"/>
                      <a:pt x="14062" y="8097"/>
                      <a:pt x="13562" y="8097"/>
                    </a:cubicBezTo>
                    <a:cubicBezTo>
                      <a:pt x="13380" y="9078"/>
                      <a:pt x="13280" y="9995"/>
                      <a:pt x="13277" y="10993"/>
                    </a:cubicBezTo>
                    <a:cubicBezTo>
                      <a:pt x="13275" y="11123"/>
                      <a:pt x="13275" y="11252"/>
                      <a:pt x="13275" y="11388"/>
                    </a:cubicBezTo>
                    <a:cubicBezTo>
                      <a:pt x="13272" y="11667"/>
                      <a:pt x="13270" y="11948"/>
                      <a:pt x="13270" y="12227"/>
                    </a:cubicBezTo>
                    <a:cubicBezTo>
                      <a:pt x="13267" y="12670"/>
                      <a:pt x="13265" y="13115"/>
                      <a:pt x="13260" y="13558"/>
                    </a:cubicBezTo>
                    <a:cubicBezTo>
                      <a:pt x="13247" y="14817"/>
                      <a:pt x="13235" y="16078"/>
                      <a:pt x="13230" y="17338"/>
                    </a:cubicBezTo>
                    <a:cubicBezTo>
                      <a:pt x="13227" y="18110"/>
                      <a:pt x="13220" y="18885"/>
                      <a:pt x="13210" y="19658"/>
                    </a:cubicBezTo>
                    <a:cubicBezTo>
                      <a:pt x="13207" y="19953"/>
                      <a:pt x="13205" y="20245"/>
                      <a:pt x="13207" y="20537"/>
                    </a:cubicBezTo>
                    <a:cubicBezTo>
                      <a:pt x="13207" y="20950"/>
                      <a:pt x="13202" y="21360"/>
                      <a:pt x="13195" y="21770"/>
                    </a:cubicBezTo>
                    <a:cubicBezTo>
                      <a:pt x="13192" y="22002"/>
                      <a:pt x="13192" y="22235"/>
                      <a:pt x="13190" y="22475"/>
                    </a:cubicBezTo>
                    <a:cubicBezTo>
                      <a:pt x="13020" y="23310"/>
                      <a:pt x="12702" y="23558"/>
                      <a:pt x="12062" y="24097"/>
                    </a:cubicBezTo>
                    <a:cubicBezTo>
                      <a:pt x="11102" y="23755"/>
                      <a:pt x="10327" y="23315"/>
                      <a:pt x="9500" y="22722"/>
                    </a:cubicBezTo>
                    <a:cubicBezTo>
                      <a:pt x="9387" y="22648"/>
                      <a:pt x="9277" y="22570"/>
                      <a:pt x="9162" y="22490"/>
                    </a:cubicBezTo>
                    <a:cubicBezTo>
                      <a:pt x="8660" y="22138"/>
                      <a:pt x="8340" y="21905"/>
                      <a:pt x="8062" y="21347"/>
                    </a:cubicBezTo>
                    <a:cubicBezTo>
                      <a:pt x="8032" y="20933"/>
                      <a:pt x="8017" y="20515"/>
                      <a:pt x="8010" y="20097"/>
                    </a:cubicBezTo>
                    <a:cubicBezTo>
                      <a:pt x="8007" y="19972"/>
                      <a:pt x="8005" y="19845"/>
                      <a:pt x="8002" y="19715"/>
                    </a:cubicBezTo>
                    <a:cubicBezTo>
                      <a:pt x="7995" y="19295"/>
                      <a:pt x="7990" y="18875"/>
                      <a:pt x="7982" y="18455"/>
                    </a:cubicBezTo>
                    <a:cubicBezTo>
                      <a:pt x="7977" y="18165"/>
                      <a:pt x="7972" y="17875"/>
                      <a:pt x="7967" y="17585"/>
                    </a:cubicBezTo>
                    <a:cubicBezTo>
                      <a:pt x="7952" y="16817"/>
                      <a:pt x="7940" y="16053"/>
                      <a:pt x="7930" y="15287"/>
                    </a:cubicBezTo>
                    <a:cubicBezTo>
                      <a:pt x="7917" y="14507"/>
                      <a:pt x="7902" y="13725"/>
                      <a:pt x="7890" y="12945"/>
                    </a:cubicBezTo>
                    <a:cubicBezTo>
                      <a:pt x="7862" y="11412"/>
                      <a:pt x="7837" y="9880"/>
                      <a:pt x="7812" y="8347"/>
                    </a:cubicBezTo>
                    <a:cubicBezTo>
                      <a:pt x="7655" y="8275"/>
                      <a:pt x="7500" y="8200"/>
                      <a:pt x="7337" y="8123"/>
                    </a:cubicBezTo>
                    <a:cubicBezTo>
                      <a:pt x="6772" y="7828"/>
                      <a:pt x="6435" y="7515"/>
                      <a:pt x="6000" y="7053"/>
                    </a:cubicBezTo>
                    <a:cubicBezTo>
                      <a:pt x="4915" y="5935"/>
                      <a:pt x="3777" y="4852"/>
                      <a:pt x="2502" y="3955"/>
                    </a:cubicBezTo>
                    <a:cubicBezTo>
                      <a:pt x="2357" y="3838"/>
                      <a:pt x="2212" y="3720"/>
                      <a:pt x="2062" y="3597"/>
                    </a:cubicBezTo>
                    <a:cubicBezTo>
                      <a:pt x="2062" y="3433"/>
                      <a:pt x="2062" y="3268"/>
                      <a:pt x="2062" y="3097"/>
                    </a:cubicBezTo>
                    <a:cubicBezTo>
                      <a:pt x="1917" y="3032"/>
                      <a:pt x="1772" y="2965"/>
                      <a:pt x="1625" y="2895"/>
                    </a:cubicBezTo>
                    <a:cubicBezTo>
                      <a:pt x="1032" y="2583"/>
                      <a:pt x="547" y="2315"/>
                      <a:pt x="62" y="1847"/>
                    </a:cubicBezTo>
                    <a:cubicBezTo>
                      <a:pt x="0" y="1178"/>
                      <a:pt x="0" y="1178"/>
                      <a:pt x="62" y="597"/>
                    </a:cubicBezTo>
                    <a:cubicBezTo>
                      <a:pt x="998" y="2"/>
                      <a:pt x="1827" y="25"/>
                      <a:pt x="2900" y="30"/>
                    </a:cubicBezTo>
                    <a:close/>
                    <a:moveTo>
                      <a:pt x="562" y="847"/>
                    </a:moveTo>
                    <a:cubicBezTo>
                      <a:pt x="842" y="1972"/>
                      <a:pt x="842" y="1972"/>
                      <a:pt x="1422" y="2488"/>
                    </a:cubicBezTo>
                    <a:cubicBezTo>
                      <a:pt x="1485" y="2542"/>
                      <a:pt x="1485" y="2542"/>
                      <a:pt x="1800" y="2825"/>
                    </a:cubicBezTo>
                    <a:cubicBezTo>
                      <a:pt x="1933" y="2942"/>
                      <a:pt x="2065" y="3058"/>
                      <a:pt x="2202" y="3178"/>
                    </a:cubicBezTo>
                    <a:cubicBezTo>
                      <a:pt x="2340" y="3297"/>
                      <a:pt x="2475" y="3420"/>
                      <a:pt x="2615" y="3545"/>
                    </a:cubicBezTo>
                    <a:cubicBezTo>
                      <a:pt x="3012" y="3898"/>
                      <a:pt x="3412" y="4248"/>
                      <a:pt x="3812" y="4597"/>
                    </a:cubicBezTo>
                    <a:cubicBezTo>
                      <a:pt x="4002" y="4768"/>
                      <a:pt x="4195" y="4938"/>
                      <a:pt x="4385" y="5105"/>
                    </a:cubicBezTo>
                    <a:cubicBezTo>
                      <a:pt x="4702" y="5385"/>
                      <a:pt x="5022" y="5662"/>
                      <a:pt x="5342" y="5940"/>
                    </a:cubicBezTo>
                    <a:cubicBezTo>
                      <a:pt x="5685" y="6237"/>
                      <a:pt x="6022" y="6540"/>
                      <a:pt x="6360" y="6845"/>
                    </a:cubicBezTo>
                    <a:cubicBezTo>
                      <a:pt x="6540" y="7005"/>
                      <a:pt x="6720" y="7167"/>
                      <a:pt x="6905" y="7333"/>
                    </a:cubicBezTo>
                    <a:cubicBezTo>
                      <a:pt x="7067" y="7480"/>
                      <a:pt x="7230" y="7627"/>
                      <a:pt x="7395" y="7778"/>
                    </a:cubicBezTo>
                    <a:cubicBezTo>
                      <a:pt x="7812" y="8097"/>
                      <a:pt x="7812" y="8097"/>
                      <a:pt x="8312" y="8097"/>
                    </a:cubicBezTo>
                    <a:cubicBezTo>
                      <a:pt x="8310" y="8263"/>
                      <a:pt x="8310" y="8425"/>
                      <a:pt x="8308" y="8593"/>
                    </a:cubicBezTo>
                    <a:cubicBezTo>
                      <a:pt x="8297" y="10130"/>
                      <a:pt x="8297" y="11665"/>
                      <a:pt x="8308" y="13203"/>
                    </a:cubicBezTo>
                    <a:cubicBezTo>
                      <a:pt x="8310" y="13995"/>
                      <a:pt x="8312" y="14785"/>
                      <a:pt x="8305" y="15575"/>
                    </a:cubicBezTo>
                    <a:cubicBezTo>
                      <a:pt x="8297" y="16338"/>
                      <a:pt x="8300" y="17102"/>
                      <a:pt x="8310" y="17865"/>
                    </a:cubicBezTo>
                    <a:cubicBezTo>
                      <a:pt x="8310" y="18155"/>
                      <a:pt x="8310" y="18445"/>
                      <a:pt x="8305" y="18735"/>
                    </a:cubicBezTo>
                    <a:cubicBezTo>
                      <a:pt x="8267" y="21005"/>
                      <a:pt x="8267" y="21005"/>
                      <a:pt x="8990" y="21845"/>
                    </a:cubicBezTo>
                    <a:cubicBezTo>
                      <a:pt x="9497" y="22227"/>
                      <a:pt x="10007" y="22537"/>
                      <a:pt x="10562" y="22847"/>
                    </a:cubicBezTo>
                    <a:cubicBezTo>
                      <a:pt x="10647" y="22920"/>
                      <a:pt x="10647" y="22920"/>
                      <a:pt x="11080" y="23278"/>
                    </a:cubicBezTo>
                    <a:cubicBezTo>
                      <a:pt x="11562" y="23597"/>
                      <a:pt x="11562" y="23597"/>
                      <a:pt x="12000" y="23520"/>
                    </a:cubicBezTo>
                    <a:cubicBezTo>
                      <a:pt x="12102" y="23465"/>
                      <a:pt x="12205" y="23408"/>
                      <a:pt x="12312" y="23347"/>
                    </a:cubicBezTo>
                    <a:cubicBezTo>
                      <a:pt x="12312" y="23180"/>
                      <a:pt x="12315" y="23010"/>
                      <a:pt x="12317" y="22835"/>
                    </a:cubicBezTo>
                    <a:cubicBezTo>
                      <a:pt x="12330" y="21235"/>
                      <a:pt x="12350" y="19635"/>
                      <a:pt x="12370" y="18035"/>
                    </a:cubicBezTo>
                    <a:cubicBezTo>
                      <a:pt x="12382" y="17213"/>
                      <a:pt x="12392" y="16390"/>
                      <a:pt x="12400" y="15567"/>
                    </a:cubicBezTo>
                    <a:cubicBezTo>
                      <a:pt x="12405" y="14773"/>
                      <a:pt x="12415" y="13980"/>
                      <a:pt x="12428" y="13185"/>
                    </a:cubicBezTo>
                    <a:cubicBezTo>
                      <a:pt x="12433" y="12882"/>
                      <a:pt x="12435" y="12580"/>
                      <a:pt x="12438" y="12278"/>
                    </a:cubicBezTo>
                    <a:cubicBezTo>
                      <a:pt x="12440" y="11852"/>
                      <a:pt x="12445" y="11428"/>
                      <a:pt x="12455" y="11002"/>
                    </a:cubicBezTo>
                    <a:cubicBezTo>
                      <a:pt x="12457" y="10763"/>
                      <a:pt x="12460" y="10520"/>
                      <a:pt x="12462" y="10270"/>
                    </a:cubicBezTo>
                    <a:cubicBezTo>
                      <a:pt x="12585" y="9450"/>
                      <a:pt x="12865" y="9040"/>
                      <a:pt x="13312" y="8347"/>
                    </a:cubicBezTo>
                    <a:cubicBezTo>
                      <a:pt x="13312" y="8183"/>
                      <a:pt x="13312" y="8018"/>
                      <a:pt x="13312" y="7847"/>
                    </a:cubicBezTo>
                    <a:cubicBezTo>
                      <a:pt x="13385" y="7815"/>
                      <a:pt x="13385" y="7815"/>
                      <a:pt x="13750" y="7650"/>
                    </a:cubicBezTo>
                    <a:cubicBezTo>
                      <a:pt x="14345" y="7330"/>
                      <a:pt x="14792" y="6970"/>
                      <a:pt x="15297" y="6520"/>
                    </a:cubicBezTo>
                    <a:cubicBezTo>
                      <a:pt x="15457" y="6377"/>
                      <a:pt x="15620" y="6232"/>
                      <a:pt x="15787" y="6085"/>
                    </a:cubicBezTo>
                    <a:cubicBezTo>
                      <a:pt x="16172" y="5730"/>
                      <a:pt x="16537" y="5370"/>
                      <a:pt x="16902" y="4995"/>
                    </a:cubicBezTo>
                    <a:cubicBezTo>
                      <a:pt x="17720" y="4170"/>
                      <a:pt x="18635" y="3470"/>
                      <a:pt x="19558" y="2765"/>
                    </a:cubicBezTo>
                    <a:cubicBezTo>
                      <a:pt x="19622" y="2713"/>
                      <a:pt x="19622" y="2713"/>
                      <a:pt x="19950" y="2450"/>
                    </a:cubicBezTo>
                    <a:cubicBezTo>
                      <a:pt x="20067" y="2357"/>
                      <a:pt x="20185" y="2265"/>
                      <a:pt x="20308" y="2172"/>
                    </a:cubicBezTo>
                    <a:cubicBezTo>
                      <a:pt x="20562" y="1847"/>
                      <a:pt x="20562" y="1847"/>
                      <a:pt x="20562" y="847"/>
                    </a:cubicBezTo>
                    <a:cubicBezTo>
                      <a:pt x="13962" y="847"/>
                      <a:pt x="7362" y="847"/>
                      <a:pt x="562" y="847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</p:sp>
          <p:sp>
            <p:nvSpPr>
              <p:cNvPr id="203" name="database_filter vector"/>
              <p:cNvSpPr/>
              <p:nvPr/>
            </p:nvSpPr>
            <p:spPr>
              <a:xfrm>
                <a:off x="3655314" y="899770"/>
                <a:ext cx="372618" cy="104470"/>
              </a:xfrm>
              <a:custGeom>
                <a:avLst/>
                <a:gdLst/>
                <a:ahLst/>
                <a:cxnLst/>
                <a:rect l="0" t="0" r="r" b="b"/>
                <a:pathLst>
                  <a:path w="40750" h="11425" fill="norm" stroke="0">
                    <a:moveTo>
                      <a:pt x="33750" y="3100"/>
                    </a:moveTo>
                    <a:cubicBezTo>
                      <a:pt x="34222" y="3222"/>
                      <a:pt x="34695" y="3335"/>
                      <a:pt x="35173" y="3445"/>
                    </a:cubicBezTo>
                    <a:cubicBezTo>
                      <a:pt x="39720" y="4527"/>
                      <a:pt x="39720" y="4527"/>
                      <a:pt x="40750" y="5945"/>
                    </a:cubicBezTo>
                    <a:cubicBezTo>
                      <a:pt x="40750" y="6605"/>
                      <a:pt x="40400" y="7097"/>
                      <a:pt x="40000" y="7600"/>
                    </a:cubicBezTo>
                    <a:cubicBezTo>
                      <a:pt x="35840" y="10275"/>
                      <a:pt x="30053" y="10840"/>
                      <a:pt x="25250" y="11162"/>
                    </a:cubicBezTo>
                    <a:cubicBezTo>
                      <a:pt x="25097" y="11172"/>
                      <a:pt x="24945" y="11182"/>
                      <a:pt x="24790" y="11192"/>
                    </a:cubicBezTo>
                    <a:cubicBezTo>
                      <a:pt x="21243" y="11425"/>
                      <a:pt x="17760" y="11332"/>
                      <a:pt x="14220" y="11052"/>
                    </a:cubicBezTo>
                    <a:cubicBezTo>
                      <a:pt x="14012" y="11037"/>
                      <a:pt x="13808" y="11020"/>
                      <a:pt x="13598" y="11005"/>
                    </a:cubicBezTo>
                    <a:cubicBezTo>
                      <a:pt x="10762" y="10777"/>
                      <a:pt x="8095" y="10462"/>
                      <a:pt x="5405" y="9492"/>
                    </a:cubicBezTo>
                    <a:cubicBezTo>
                      <a:pt x="5015" y="9355"/>
                      <a:pt x="4625" y="9237"/>
                      <a:pt x="4225" y="9130"/>
                    </a:cubicBezTo>
                    <a:cubicBezTo>
                      <a:pt x="2650" y="8697"/>
                      <a:pt x="887" y="8093"/>
                      <a:pt x="0" y="6600"/>
                    </a:cubicBezTo>
                    <a:cubicBezTo>
                      <a:pt x="22" y="6100"/>
                      <a:pt x="22" y="6100"/>
                      <a:pt x="250" y="5600"/>
                    </a:cubicBezTo>
                    <a:cubicBezTo>
                      <a:pt x="725" y="5265"/>
                      <a:pt x="725" y="5265"/>
                      <a:pt x="1345" y="4975"/>
                    </a:cubicBezTo>
                    <a:cubicBezTo>
                      <a:pt x="1455" y="4922"/>
                      <a:pt x="1565" y="4870"/>
                      <a:pt x="1680" y="4817"/>
                    </a:cubicBezTo>
                    <a:cubicBezTo>
                      <a:pt x="3553" y="3957"/>
                      <a:pt x="5490" y="3300"/>
                      <a:pt x="7500" y="2850"/>
                    </a:cubicBezTo>
                    <a:cubicBezTo>
                      <a:pt x="7585" y="2830"/>
                      <a:pt x="7585" y="2830"/>
                      <a:pt x="8007" y="2732"/>
                    </a:cubicBezTo>
                    <a:cubicBezTo>
                      <a:pt x="15688" y="992"/>
                      <a:pt x="26303" y="0"/>
                      <a:pt x="33750" y="3100"/>
                    </a:cubicBezTo>
                    <a:close/>
                    <a:moveTo>
                      <a:pt x="13030" y="2427"/>
                    </a:moveTo>
                    <a:cubicBezTo>
                      <a:pt x="12875" y="2442"/>
                      <a:pt x="12720" y="2457"/>
                      <a:pt x="12560" y="2472"/>
                    </a:cubicBezTo>
                    <a:cubicBezTo>
                      <a:pt x="10480" y="2675"/>
                      <a:pt x="8512" y="3040"/>
                      <a:pt x="6500" y="3600"/>
                    </a:cubicBezTo>
                    <a:cubicBezTo>
                      <a:pt x="6337" y="3642"/>
                      <a:pt x="6175" y="3685"/>
                      <a:pt x="6005" y="3730"/>
                    </a:cubicBezTo>
                    <a:cubicBezTo>
                      <a:pt x="4007" y="4260"/>
                      <a:pt x="2270" y="5035"/>
                      <a:pt x="500" y="6100"/>
                    </a:cubicBezTo>
                    <a:cubicBezTo>
                      <a:pt x="1030" y="7402"/>
                      <a:pt x="2017" y="7792"/>
                      <a:pt x="3250" y="8350"/>
                    </a:cubicBezTo>
                    <a:cubicBezTo>
                      <a:pt x="4072" y="8642"/>
                      <a:pt x="4905" y="8877"/>
                      <a:pt x="5750" y="9100"/>
                    </a:cubicBezTo>
                    <a:cubicBezTo>
                      <a:pt x="6027" y="9182"/>
                      <a:pt x="6305" y="9265"/>
                      <a:pt x="6582" y="9345"/>
                    </a:cubicBezTo>
                    <a:cubicBezTo>
                      <a:pt x="7515" y="9612"/>
                      <a:pt x="8452" y="9810"/>
                      <a:pt x="9405" y="9990"/>
                    </a:cubicBezTo>
                    <a:cubicBezTo>
                      <a:pt x="9562" y="10022"/>
                      <a:pt x="9717" y="10052"/>
                      <a:pt x="9877" y="10085"/>
                    </a:cubicBezTo>
                    <a:cubicBezTo>
                      <a:pt x="13192" y="10715"/>
                      <a:pt x="16572" y="10647"/>
                      <a:pt x="19930" y="10647"/>
                    </a:cubicBezTo>
                    <a:cubicBezTo>
                      <a:pt x="20465" y="10647"/>
                      <a:pt x="21002" y="10647"/>
                      <a:pt x="21538" y="10652"/>
                    </a:cubicBezTo>
                    <a:cubicBezTo>
                      <a:pt x="24478" y="10670"/>
                      <a:pt x="27353" y="10647"/>
                      <a:pt x="30250" y="10100"/>
                    </a:cubicBezTo>
                    <a:cubicBezTo>
                      <a:pt x="30618" y="10040"/>
                      <a:pt x="30985" y="9980"/>
                      <a:pt x="31353" y="9922"/>
                    </a:cubicBezTo>
                    <a:cubicBezTo>
                      <a:pt x="37562" y="8822"/>
                      <a:pt x="37562" y="8822"/>
                      <a:pt x="39750" y="7100"/>
                    </a:cubicBezTo>
                    <a:cubicBezTo>
                      <a:pt x="40060" y="6560"/>
                      <a:pt x="40060" y="6560"/>
                      <a:pt x="40250" y="6100"/>
                    </a:cubicBezTo>
                    <a:cubicBezTo>
                      <a:pt x="37863" y="4430"/>
                      <a:pt x="35295" y="3735"/>
                      <a:pt x="32480" y="3195"/>
                    </a:cubicBezTo>
                    <a:cubicBezTo>
                      <a:pt x="32130" y="3125"/>
                      <a:pt x="31780" y="3052"/>
                      <a:pt x="31433" y="2977"/>
                    </a:cubicBezTo>
                    <a:cubicBezTo>
                      <a:pt x="25450" y="1707"/>
                      <a:pt x="19087" y="1840"/>
                      <a:pt x="13030" y="2427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</p:sp>
          <p:sp>
            <p:nvSpPr>
              <p:cNvPr id="204" name="database_filter vector"/>
              <p:cNvSpPr/>
              <p:nvPr/>
            </p:nvSpPr>
            <p:spPr>
              <a:xfrm>
                <a:off x="3643884" y="1209294"/>
                <a:ext cx="176022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19250" h="6500" fill="norm" stroke="0">
                    <a:moveTo>
                      <a:pt x="0" y="0"/>
                    </a:moveTo>
                    <a:cubicBezTo>
                      <a:pt x="1027" y="363"/>
                      <a:pt x="1863" y="873"/>
                      <a:pt x="2750" y="1500"/>
                    </a:cubicBezTo>
                    <a:cubicBezTo>
                      <a:pt x="2585" y="1995"/>
                      <a:pt x="2420" y="2490"/>
                      <a:pt x="2250" y="3000"/>
                    </a:cubicBezTo>
                    <a:cubicBezTo>
                      <a:pt x="2580" y="3000"/>
                      <a:pt x="2910" y="3000"/>
                      <a:pt x="3250" y="3000"/>
                    </a:cubicBezTo>
                    <a:cubicBezTo>
                      <a:pt x="3250" y="2752"/>
                      <a:pt x="3250" y="2505"/>
                      <a:pt x="3250" y="2250"/>
                    </a:cubicBezTo>
                    <a:cubicBezTo>
                      <a:pt x="3538" y="2278"/>
                      <a:pt x="3822" y="2310"/>
                      <a:pt x="4110" y="2345"/>
                    </a:cubicBezTo>
                    <a:cubicBezTo>
                      <a:pt x="4270" y="2360"/>
                      <a:pt x="4428" y="2377"/>
                      <a:pt x="4592" y="2398"/>
                    </a:cubicBezTo>
                    <a:cubicBezTo>
                      <a:pt x="4728" y="2430"/>
                      <a:pt x="4863" y="2465"/>
                      <a:pt x="5000" y="2500"/>
                    </a:cubicBezTo>
                    <a:cubicBezTo>
                      <a:pt x="5082" y="2665"/>
                      <a:pt x="5165" y="2830"/>
                      <a:pt x="5250" y="3000"/>
                    </a:cubicBezTo>
                    <a:cubicBezTo>
                      <a:pt x="5873" y="3090"/>
                      <a:pt x="6488" y="3110"/>
                      <a:pt x="7115" y="3140"/>
                    </a:cubicBezTo>
                    <a:cubicBezTo>
                      <a:pt x="7750" y="3250"/>
                      <a:pt x="7750" y="3250"/>
                      <a:pt x="8202" y="3625"/>
                    </a:cubicBezTo>
                    <a:cubicBezTo>
                      <a:pt x="8892" y="4097"/>
                      <a:pt x="9315" y="4100"/>
                      <a:pt x="10147" y="4110"/>
                    </a:cubicBezTo>
                    <a:cubicBezTo>
                      <a:pt x="10212" y="4113"/>
                      <a:pt x="10212" y="4113"/>
                      <a:pt x="10553" y="4120"/>
                    </a:cubicBezTo>
                    <a:cubicBezTo>
                      <a:pt x="10835" y="4127"/>
                      <a:pt x="11120" y="4132"/>
                      <a:pt x="11405" y="4135"/>
                    </a:cubicBezTo>
                    <a:cubicBezTo>
                      <a:pt x="12137" y="4145"/>
                      <a:pt x="12873" y="4165"/>
                      <a:pt x="13605" y="4188"/>
                    </a:cubicBezTo>
                    <a:cubicBezTo>
                      <a:pt x="13748" y="4192"/>
                      <a:pt x="13892" y="4195"/>
                      <a:pt x="14040" y="4200"/>
                    </a:cubicBezTo>
                    <a:cubicBezTo>
                      <a:pt x="15630" y="4252"/>
                      <a:pt x="17188" y="4457"/>
                      <a:pt x="18750" y="4750"/>
                    </a:cubicBezTo>
                    <a:cubicBezTo>
                      <a:pt x="18832" y="4955"/>
                      <a:pt x="18832" y="4955"/>
                      <a:pt x="19250" y="6000"/>
                    </a:cubicBezTo>
                    <a:cubicBezTo>
                      <a:pt x="18798" y="6265"/>
                      <a:pt x="18798" y="6265"/>
                      <a:pt x="18250" y="6500"/>
                    </a:cubicBezTo>
                    <a:cubicBezTo>
                      <a:pt x="17998" y="6423"/>
                      <a:pt x="17748" y="6340"/>
                      <a:pt x="17500" y="6250"/>
                    </a:cubicBezTo>
                    <a:cubicBezTo>
                      <a:pt x="17110" y="6222"/>
                      <a:pt x="17110" y="6222"/>
                      <a:pt x="16692" y="6225"/>
                    </a:cubicBezTo>
                    <a:cubicBezTo>
                      <a:pt x="16535" y="6227"/>
                      <a:pt x="16377" y="6227"/>
                      <a:pt x="16215" y="6227"/>
                    </a:cubicBezTo>
                    <a:cubicBezTo>
                      <a:pt x="16045" y="6230"/>
                      <a:pt x="15877" y="6233"/>
                      <a:pt x="15702" y="6235"/>
                    </a:cubicBezTo>
                    <a:cubicBezTo>
                      <a:pt x="15615" y="6235"/>
                      <a:pt x="15615" y="6235"/>
                      <a:pt x="15173" y="6238"/>
                    </a:cubicBezTo>
                    <a:cubicBezTo>
                      <a:pt x="14615" y="6240"/>
                      <a:pt x="14058" y="6245"/>
                      <a:pt x="13500" y="6250"/>
                    </a:cubicBezTo>
                    <a:cubicBezTo>
                      <a:pt x="12765" y="6257"/>
                      <a:pt x="12033" y="6262"/>
                      <a:pt x="11298" y="6265"/>
                    </a:cubicBezTo>
                    <a:cubicBezTo>
                      <a:pt x="11127" y="6267"/>
                      <a:pt x="10960" y="6270"/>
                      <a:pt x="10785" y="6273"/>
                    </a:cubicBezTo>
                    <a:cubicBezTo>
                      <a:pt x="10627" y="6273"/>
                      <a:pt x="10470" y="6273"/>
                      <a:pt x="10308" y="6275"/>
                    </a:cubicBezTo>
                    <a:cubicBezTo>
                      <a:pt x="10238" y="6275"/>
                      <a:pt x="10238" y="6275"/>
                      <a:pt x="9890" y="6278"/>
                    </a:cubicBezTo>
                    <a:cubicBezTo>
                      <a:pt x="9473" y="6248"/>
                      <a:pt x="9137" y="6148"/>
                      <a:pt x="8750" y="6000"/>
                    </a:cubicBezTo>
                    <a:cubicBezTo>
                      <a:pt x="8750" y="5835"/>
                      <a:pt x="8750" y="5670"/>
                      <a:pt x="8750" y="5500"/>
                    </a:cubicBezTo>
                    <a:cubicBezTo>
                      <a:pt x="8502" y="5490"/>
                      <a:pt x="8257" y="5483"/>
                      <a:pt x="8002" y="5472"/>
                    </a:cubicBezTo>
                    <a:cubicBezTo>
                      <a:pt x="7678" y="5455"/>
                      <a:pt x="7355" y="5438"/>
                      <a:pt x="7030" y="5423"/>
                    </a:cubicBezTo>
                    <a:cubicBezTo>
                      <a:pt x="6868" y="5415"/>
                      <a:pt x="6705" y="5410"/>
                      <a:pt x="6538" y="5405"/>
                    </a:cubicBezTo>
                    <a:cubicBezTo>
                      <a:pt x="5330" y="5338"/>
                      <a:pt x="5330" y="5338"/>
                      <a:pt x="4887" y="4865"/>
                    </a:cubicBezTo>
                    <a:cubicBezTo>
                      <a:pt x="4842" y="4745"/>
                      <a:pt x="4798" y="4625"/>
                      <a:pt x="4750" y="4500"/>
                    </a:cubicBezTo>
                    <a:cubicBezTo>
                      <a:pt x="4915" y="4335"/>
                      <a:pt x="5080" y="4170"/>
                      <a:pt x="5250" y="4000"/>
                    </a:cubicBezTo>
                    <a:cubicBezTo>
                      <a:pt x="5168" y="3752"/>
                      <a:pt x="5085" y="3505"/>
                      <a:pt x="5000" y="3250"/>
                    </a:cubicBezTo>
                    <a:cubicBezTo>
                      <a:pt x="4587" y="3250"/>
                      <a:pt x="4175" y="3250"/>
                      <a:pt x="3750" y="3250"/>
                    </a:cubicBezTo>
                    <a:cubicBezTo>
                      <a:pt x="3915" y="3580"/>
                      <a:pt x="4080" y="3910"/>
                      <a:pt x="4250" y="4250"/>
                    </a:cubicBezTo>
                    <a:cubicBezTo>
                      <a:pt x="3755" y="4250"/>
                      <a:pt x="3260" y="4250"/>
                      <a:pt x="2750" y="4250"/>
                    </a:cubicBezTo>
                    <a:cubicBezTo>
                      <a:pt x="2585" y="3920"/>
                      <a:pt x="2420" y="3590"/>
                      <a:pt x="2250" y="3250"/>
                    </a:cubicBezTo>
                    <a:cubicBezTo>
                      <a:pt x="1590" y="3250"/>
                      <a:pt x="930" y="3250"/>
                      <a:pt x="250" y="3250"/>
                    </a:cubicBezTo>
                    <a:cubicBezTo>
                      <a:pt x="168" y="2920"/>
                      <a:pt x="85" y="2590"/>
                      <a:pt x="0" y="2250"/>
                    </a:cubicBezTo>
                    <a:cubicBezTo>
                      <a:pt x="495" y="2250"/>
                      <a:pt x="990" y="2250"/>
                      <a:pt x="1500" y="2250"/>
                    </a:cubicBezTo>
                    <a:cubicBezTo>
                      <a:pt x="1210" y="1695"/>
                      <a:pt x="1080" y="1525"/>
                      <a:pt x="470" y="1327"/>
                    </a:cubicBezTo>
                    <a:cubicBezTo>
                      <a:pt x="315" y="1303"/>
                      <a:pt x="160" y="1278"/>
                      <a:pt x="0" y="1250"/>
                    </a:cubicBezTo>
                    <a:cubicBezTo>
                      <a:pt x="0" y="838"/>
                      <a:pt x="0" y="425"/>
                      <a:pt x="0" y="0"/>
                    </a:cubicBezTo>
                    <a:close/>
                  </a:path>
                </a:pathLst>
              </a:custGeom>
              <a:solidFill>
                <a:srgbClr val="525252"/>
              </a:solidFill>
              <a:ln w="0">
                <a:noFill/>
              </a:ln>
            </p:spPr>
          </p:sp>
          <p:sp>
            <p:nvSpPr>
              <p:cNvPr id="205" name="database_filter vector"/>
              <p:cNvSpPr/>
              <p:nvPr/>
            </p:nvSpPr>
            <p:spPr>
              <a:xfrm>
                <a:off x="3929634" y="1256157"/>
                <a:ext cx="86868" cy="185166"/>
              </a:xfrm>
              <a:custGeom>
                <a:avLst/>
                <a:gdLst/>
                <a:ahLst/>
                <a:cxnLst/>
                <a:rect l="0" t="0" r="r" b="b"/>
                <a:pathLst>
                  <a:path w="9500" h="20250" fill="norm" stroke="0">
                    <a:moveTo>
                      <a:pt x="9500" y="375"/>
                    </a:moveTo>
                    <a:cubicBezTo>
                      <a:pt x="8250" y="1625"/>
                      <a:pt x="8250" y="1625"/>
                      <a:pt x="7945" y="1820"/>
                    </a:cubicBezTo>
                    <a:cubicBezTo>
                      <a:pt x="7272" y="2320"/>
                      <a:pt x="7028" y="2718"/>
                      <a:pt x="6877" y="3550"/>
                    </a:cubicBezTo>
                    <a:cubicBezTo>
                      <a:pt x="6810" y="4425"/>
                      <a:pt x="6812" y="5303"/>
                      <a:pt x="6815" y="6180"/>
                    </a:cubicBezTo>
                    <a:cubicBezTo>
                      <a:pt x="6810" y="6505"/>
                      <a:pt x="6805" y="6832"/>
                      <a:pt x="6800" y="7157"/>
                    </a:cubicBezTo>
                    <a:cubicBezTo>
                      <a:pt x="6793" y="7840"/>
                      <a:pt x="6788" y="8520"/>
                      <a:pt x="6785" y="9202"/>
                    </a:cubicBezTo>
                    <a:cubicBezTo>
                      <a:pt x="6783" y="10075"/>
                      <a:pt x="6775" y="10945"/>
                      <a:pt x="6762" y="11817"/>
                    </a:cubicBezTo>
                    <a:cubicBezTo>
                      <a:pt x="6752" y="12653"/>
                      <a:pt x="6745" y="13485"/>
                      <a:pt x="6738" y="14320"/>
                    </a:cubicBezTo>
                    <a:cubicBezTo>
                      <a:pt x="6735" y="14477"/>
                      <a:pt x="6733" y="14637"/>
                      <a:pt x="6733" y="14800"/>
                    </a:cubicBezTo>
                    <a:cubicBezTo>
                      <a:pt x="6728" y="15250"/>
                      <a:pt x="6725" y="15700"/>
                      <a:pt x="6725" y="16150"/>
                    </a:cubicBezTo>
                    <a:cubicBezTo>
                      <a:pt x="6722" y="16280"/>
                      <a:pt x="6722" y="16412"/>
                      <a:pt x="6720" y="16548"/>
                    </a:cubicBezTo>
                    <a:cubicBezTo>
                      <a:pt x="6720" y="17352"/>
                      <a:pt x="6817" y="18090"/>
                      <a:pt x="7000" y="18875"/>
                    </a:cubicBezTo>
                    <a:cubicBezTo>
                      <a:pt x="5653" y="20213"/>
                      <a:pt x="5653" y="20213"/>
                      <a:pt x="4702" y="20250"/>
                    </a:cubicBezTo>
                    <a:cubicBezTo>
                      <a:pt x="3903" y="20108"/>
                      <a:pt x="3783" y="19952"/>
                      <a:pt x="3250" y="19375"/>
                    </a:cubicBezTo>
                    <a:cubicBezTo>
                      <a:pt x="2873" y="19225"/>
                      <a:pt x="2495" y="19113"/>
                      <a:pt x="2100" y="19007"/>
                    </a:cubicBezTo>
                    <a:cubicBezTo>
                      <a:pt x="1750" y="18875"/>
                      <a:pt x="1750" y="18875"/>
                      <a:pt x="1250" y="18375"/>
                    </a:cubicBezTo>
                    <a:cubicBezTo>
                      <a:pt x="837" y="18197"/>
                      <a:pt x="420" y="18030"/>
                      <a:pt x="0" y="17875"/>
                    </a:cubicBezTo>
                    <a:cubicBezTo>
                      <a:pt x="0" y="17627"/>
                      <a:pt x="0" y="17380"/>
                      <a:pt x="0" y="17125"/>
                    </a:cubicBezTo>
                    <a:cubicBezTo>
                      <a:pt x="413" y="17125"/>
                      <a:pt x="825" y="17125"/>
                      <a:pt x="1250" y="17125"/>
                    </a:cubicBezTo>
                    <a:cubicBezTo>
                      <a:pt x="1415" y="17455"/>
                      <a:pt x="1580" y="17785"/>
                      <a:pt x="1750" y="18125"/>
                    </a:cubicBezTo>
                    <a:cubicBezTo>
                      <a:pt x="1915" y="18085"/>
                      <a:pt x="1915" y="18085"/>
                      <a:pt x="2750" y="17875"/>
                    </a:cubicBezTo>
                    <a:cubicBezTo>
                      <a:pt x="2750" y="17627"/>
                      <a:pt x="2750" y="17380"/>
                      <a:pt x="2750" y="17125"/>
                    </a:cubicBezTo>
                    <a:cubicBezTo>
                      <a:pt x="3115" y="17118"/>
                      <a:pt x="3480" y="17113"/>
                      <a:pt x="3845" y="17110"/>
                    </a:cubicBezTo>
                    <a:cubicBezTo>
                      <a:pt x="4048" y="17108"/>
                      <a:pt x="4250" y="17102"/>
                      <a:pt x="4460" y="17100"/>
                    </a:cubicBezTo>
                    <a:cubicBezTo>
                      <a:pt x="5000" y="17125"/>
                      <a:pt x="5000" y="17125"/>
                      <a:pt x="5500" y="17375"/>
                    </a:cubicBezTo>
                    <a:cubicBezTo>
                      <a:pt x="5582" y="12012"/>
                      <a:pt x="5665" y="6650"/>
                      <a:pt x="5750" y="1125"/>
                    </a:cubicBezTo>
                    <a:cubicBezTo>
                      <a:pt x="5998" y="1042"/>
                      <a:pt x="6245" y="960"/>
                      <a:pt x="6500" y="875"/>
                    </a:cubicBezTo>
                    <a:cubicBezTo>
                      <a:pt x="6582" y="1040"/>
                      <a:pt x="6665" y="1205"/>
                      <a:pt x="6750" y="1375"/>
                    </a:cubicBezTo>
                    <a:cubicBezTo>
                      <a:pt x="6998" y="1375"/>
                      <a:pt x="7245" y="1375"/>
                      <a:pt x="7500" y="1375"/>
                    </a:cubicBezTo>
                    <a:cubicBezTo>
                      <a:pt x="7572" y="1215"/>
                      <a:pt x="7645" y="1055"/>
                      <a:pt x="7720" y="890"/>
                    </a:cubicBezTo>
                    <a:cubicBezTo>
                      <a:pt x="8205" y="0"/>
                      <a:pt x="8615" y="110"/>
                      <a:pt x="9500" y="375"/>
                    </a:cubicBezTo>
                    <a:close/>
                  </a:path>
                </a:pathLst>
              </a:custGeom>
              <a:solidFill>
                <a:srgbClr val="535353"/>
              </a:solidFill>
              <a:ln w="0">
                <a:noFill/>
              </a:ln>
            </p:spPr>
          </p:sp>
          <p:sp>
            <p:nvSpPr>
              <p:cNvPr id="206" name="database_filter vector"/>
              <p:cNvSpPr/>
              <p:nvPr/>
            </p:nvSpPr>
            <p:spPr>
              <a:xfrm>
                <a:off x="4013287" y="1336285"/>
                <a:ext cx="83873" cy="37193"/>
              </a:xfrm>
              <a:custGeom>
                <a:avLst/>
                <a:gdLst/>
                <a:ahLst/>
                <a:cxnLst/>
                <a:rect l="0" t="0" r="r" b="b"/>
                <a:pathLst>
                  <a:path w="9172" h="4067" fill="norm" stroke="0">
                    <a:moveTo>
                      <a:pt x="2772" y="12"/>
                    </a:moveTo>
                    <a:cubicBezTo>
                      <a:pt x="2840" y="12"/>
                      <a:pt x="2840" y="12"/>
                      <a:pt x="3180" y="10"/>
                    </a:cubicBezTo>
                    <a:cubicBezTo>
                      <a:pt x="3462" y="10"/>
                      <a:pt x="3745" y="10"/>
                      <a:pt x="4027" y="15"/>
                    </a:cubicBezTo>
                    <a:cubicBezTo>
                      <a:pt x="4460" y="17"/>
                      <a:pt x="4887" y="15"/>
                      <a:pt x="5320" y="10"/>
                    </a:cubicBezTo>
                    <a:cubicBezTo>
                      <a:pt x="5595" y="10"/>
                      <a:pt x="5873" y="10"/>
                      <a:pt x="6147" y="12"/>
                    </a:cubicBezTo>
                    <a:cubicBezTo>
                      <a:pt x="6275" y="10"/>
                      <a:pt x="6402" y="10"/>
                      <a:pt x="6532" y="7"/>
                    </a:cubicBezTo>
                    <a:cubicBezTo>
                      <a:pt x="7525" y="27"/>
                      <a:pt x="8065" y="300"/>
                      <a:pt x="8852" y="862"/>
                    </a:cubicBezTo>
                    <a:cubicBezTo>
                      <a:pt x="9172" y="1367"/>
                      <a:pt x="9165" y="1775"/>
                      <a:pt x="9102" y="2362"/>
                    </a:cubicBezTo>
                    <a:cubicBezTo>
                      <a:pt x="8825" y="3042"/>
                      <a:pt x="8462" y="3457"/>
                      <a:pt x="7852" y="3862"/>
                    </a:cubicBezTo>
                    <a:cubicBezTo>
                      <a:pt x="6910" y="4052"/>
                      <a:pt x="6007" y="4067"/>
                      <a:pt x="5050" y="4045"/>
                    </a:cubicBezTo>
                    <a:cubicBezTo>
                      <a:pt x="4602" y="4035"/>
                      <a:pt x="4157" y="4040"/>
                      <a:pt x="3710" y="4045"/>
                    </a:cubicBezTo>
                    <a:cubicBezTo>
                      <a:pt x="1345" y="4045"/>
                      <a:pt x="1345" y="4045"/>
                      <a:pt x="525" y="3282"/>
                    </a:cubicBezTo>
                    <a:cubicBezTo>
                      <a:pt x="220" y="2877"/>
                      <a:pt x="107" y="2635"/>
                      <a:pt x="0" y="2132"/>
                    </a:cubicBezTo>
                    <a:cubicBezTo>
                      <a:pt x="27" y="1992"/>
                      <a:pt x="57" y="1852"/>
                      <a:pt x="85" y="1705"/>
                    </a:cubicBezTo>
                    <a:cubicBezTo>
                      <a:pt x="110" y="1562"/>
                      <a:pt x="132" y="1420"/>
                      <a:pt x="155" y="1275"/>
                    </a:cubicBezTo>
                    <a:cubicBezTo>
                      <a:pt x="685" y="162"/>
                      <a:pt x="1647" y="0"/>
                      <a:pt x="2772" y="12"/>
                    </a:cubicBezTo>
                    <a:close/>
                  </a:path>
                </a:pathLst>
              </a:custGeom>
              <a:solidFill>
                <a:srgbClr val="626262"/>
              </a:solidFill>
              <a:ln w="0">
                <a:noFill/>
              </a:ln>
            </p:spPr>
          </p:sp>
          <p:sp>
            <p:nvSpPr>
              <p:cNvPr id="207" name="database_filter vector"/>
              <p:cNvSpPr/>
              <p:nvPr/>
            </p:nvSpPr>
            <p:spPr>
              <a:xfrm>
                <a:off x="4013557" y="1383990"/>
                <a:ext cx="83439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9125" h="4000" fill="norm" stroke="0">
                    <a:moveTo>
                      <a:pt x="3925" y="308"/>
                    </a:moveTo>
                    <a:cubicBezTo>
                      <a:pt x="4240" y="303"/>
                      <a:pt x="4555" y="298"/>
                      <a:pt x="4873" y="287"/>
                    </a:cubicBezTo>
                    <a:cubicBezTo>
                      <a:pt x="7830" y="197"/>
                      <a:pt x="7830" y="197"/>
                      <a:pt x="8660" y="978"/>
                    </a:cubicBezTo>
                    <a:cubicBezTo>
                      <a:pt x="9050" y="1465"/>
                      <a:pt x="9125" y="1808"/>
                      <a:pt x="9088" y="2428"/>
                    </a:cubicBezTo>
                    <a:cubicBezTo>
                      <a:pt x="8983" y="2970"/>
                      <a:pt x="8815" y="3150"/>
                      <a:pt x="8408" y="3537"/>
                    </a:cubicBezTo>
                    <a:cubicBezTo>
                      <a:pt x="7683" y="3980"/>
                      <a:pt x="7098" y="4000"/>
                      <a:pt x="6275" y="3985"/>
                    </a:cubicBezTo>
                    <a:cubicBezTo>
                      <a:pt x="6127" y="3985"/>
                      <a:pt x="5980" y="3985"/>
                      <a:pt x="5830" y="3985"/>
                    </a:cubicBezTo>
                    <a:cubicBezTo>
                      <a:pt x="5520" y="3985"/>
                      <a:pt x="5213" y="3983"/>
                      <a:pt x="4905" y="3980"/>
                    </a:cubicBezTo>
                    <a:cubicBezTo>
                      <a:pt x="4433" y="3972"/>
                      <a:pt x="3960" y="3975"/>
                      <a:pt x="3488" y="3975"/>
                    </a:cubicBezTo>
                    <a:cubicBezTo>
                      <a:pt x="3188" y="3975"/>
                      <a:pt x="2887" y="3972"/>
                      <a:pt x="2588" y="3970"/>
                    </a:cubicBezTo>
                    <a:cubicBezTo>
                      <a:pt x="2445" y="3970"/>
                      <a:pt x="2305" y="3970"/>
                      <a:pt x="2160" y="3970"/>
                    </a:cubicBezTo>
                    <a:cubicBezTo>
                      <a:pt x="1408" y="3958"/>
                      <a:pt x="885" y="3920"/>
                      <a:pt x="322" y="3395"/>
                    </a:cubicBezTo>
                    <a:cubicBezTo>
                      <a:pt x="28" y="2595"/>
                      <a:pt x="0" y="1853"/>
                      <a:pt x="275" y="1053"/>
                    </a:cubicBezTo>
                    <a:cubicBezTo>
                      <a:pt x="1043" y="0"/>
                      <a:pt x="2738" y="320"/>
                      <a:pt x="3925" y="308"/>
                    </a:cubicBezTo>
                    <a:close/>
                  </a:path>
                </a:pathLst>
              </a:custGeom>
              <a:solidFill>
                <a:srgbClr val="525252"/>
              </a:solidFill>
              <a:ln w="0">
                <a:noFill/>
              </a:ln>
            </p:spPr>
          </p:sp>
          <p:sp>
            <p:nvSpPr>
              <p:cNvPr id="208" name="database_filter vector"/>
              <p:cNvSpPr/>
              <p:nvPr/>
            </p:nvSpPr>
            <p:spPr>
              <a:xfrm>
                <a:off x="4013428" y="1287822"/>
                <a:ext cx="83348" cy="34701"/>
              </a:xfrm>
              <a:custGeom>
                <a:avLst/>
                <a:gdLst/>
                <a:ahLst/>
                <a:cxnLst/>
                <a:rect l="0" t="0" r="r" b="b"/>
                <a:pathLst>
                  <a:path w="9115" h="3795" fill="norm" stroke="0">
                    <a:moveTo>
                      <a:pt x="1972" y="45"/>
                    </a:moveTo>
                    <a:cubicBezTo>
                      <a:pt x="2050" y="45"/>
                      <a:pt x="2050" y="45"/>
                      <a:pt x="2435" y="45"/>
                    </a:cubicBezTo>
                    <a:cubicBezTo>
                      <a:pt x="2592" y="43"/>
                      <a:pt x="2752" y="40"/>
                      <a:pt x="2915" y="40"/>
                    </a:cubicBezTo>
                    <a:cubicBezTo>
                      <a:pt x="3247" y="38"/>
                      <a:pt x="3582" y="35"/>
                      <a:pt x="3917" y="38"/>
                    </a:cubicBezTo>
                    <a:cubicBezTo>
                      <a:pt x="4427" y="38"/>
                      <a:pt x="4935" y="28"/>
                      <a:pt x="5445" y="15"/>
                    </a:cubicBezTo>
                    <a:cubicBezTo>
                      <a:pt x="5770" y="15"/>
                      <a:pt x="6095" y="13"/>
                      <a:pt x="6420" y="13"/>
                    </a:cubicBezTo>
                    <a:cubicBezTo>
                      <a:pt x="6572" y="10"/>
                      <a:pt x="6725" y="5"/>
                      <a:pt x="6880" y="0"/>
                    </a:cubicBezTo>
                    <a:cubicBezTo>
                      <a:pt x="7500" y="10"/>
                      <a:pt x="7917" y="28"/>
                      <a:pt x="8412" y="423"/>
                    </a:cubicBezTo>
                    <a:cubicBezTo>
                      <a:pt x="8807" y="885"/>
                      <a:pt x="9072" y="1203"/>
                      <a:pt x="9115" y="1823"/>
                    </a:cubicBezTo>
                    <a:cubicBezTo>
                      <a:pt x="9060" y="2523"/>
                      <a:pt x="8945" y="2810"/>
                      <a:pt x="8417" y="3303"/>
                    </a:cubicBezTo>
                    <a:cubicBezTo>
                      <a:pt x="7717" y="3735"/>
                      <a:pt x="7160" y="3775"/>
                      <a:pt x="6360" y="3770"/>
                    </a:cubicBezTo>
                    <a:cubicBezTo>
                      <a:pt x="6220" y="3773"/>
                      <a:pt x="6080" y="3773"/>
                      <a:pt x="5938" y="3775"/>
                    </a:cubicBezTo>
                    <a:cubicBezTo>
                      <a:pt x="5642" y="3775"/>
                      <a:pt x="5347" y="3775"/>
                      <a:pt x="5052" y="3773"/>
                    </a:cubicBezTo>
                    <a:cubicBezTo>
                      <a:pt x="4605" y="3773"/>
                      <a:pt x="4155" y="3778"/>
                      <a:pt x="3707" y="3788"/>
                    </a:cubicBezTo>
                    <a:cubicBezTo>
                      <a:pt x="3420" y="3788"/>
                      <a:pt x="3132" y="3788"/>
                      <a:pt x="2845" y="3785"/>
                    </a:cubicBezTo>
                    <a:cubicBezTo>
                      <a:pt x="2712" y="3790"/>
                      <a:pt x="2580" y="3793"/>
                      <a:pt x="2442" y="3795"/>
                    </a:cubicBezTo>
                    <a:cubicBezTo>
                      <a:pt x="1337" y="3775"/>
                      <a:pt x="850" y="3405"/>
                      <a:pt x="85" y="2663"/>
                    </a:cubicBezTo>
                    <a:cubicBezTo>
                      <a:pt x="0" y="2208"/>
                      <a:pt x="0" y="2208"/>
                      <a:pt x="102" y="1773"/>
                    </a:cubicBezTo>
                    <a:cubicBezTo>
                      <a:pt x="130" y="1628"/>
                      <a:pt x="160" y="1483"/>
                      <a:pt x="188" y="1333"/>
                    </a:cubicBezTo>
                    <a:cubicBezTo>
                      <a:pt x="552" y="298"/>
                      <a:pt x="832" y="78"/>
                      <a:pt x="1972" y="45"/>
                    </a:cubicBezTo>
                    <a:close/>
                  </a:path>
                </a:pathLst>
              </a:custGeom>
              <a:solidFill>
                <a:srgbClr val="626262"/>
              </a:solidFill>
              <a:ln w="0">
                <a:noFill/>
              </a:ln>
            </p:spPr>
          </p:sp>
          <p:sp>
            <p:nvSpPr>
              <p:cNvPr id="209" name="database_filter vector"/>
              <p:cNvSpPr/>
              <p:nvPr/>
            </p:nvSpPr>
            <p:spPr>
              <a:xfrm>
                <a:off x="3991356" y="1191006"/>
                <a:ext cx="80010" cy="73152"/>
              </a:xfrm>
              <a:custGeom>
                <a:avLst/>
                <a:gdLst/>
                <a:ahLst/>
                <a:cxnLst/>
                <a:rect l="0" t="0" r="r" b="b"/>
                <a:pathLst>
                  <a:path w="8750" h="8000" fill="norm" stroke="0">
                    <a:moveTo>
                      <a:pt x="7750" y="0"/>
                    </a:moveTo>
                    <a:cubicBezTo>
                      <a:pt x="8015" y="298"/>
                      <a:pt x="8015" y="298"/>
                      <a:pt x="8250" y="750"/>
                    </a:cubicBezTo>
                    <a:cubicBezTo>
                      <a:pt x="8155" y="1423"/>
                      <a:pt x="8155" y="1423"/>
                      <a:pt x="8000" y="2000"/>
                    </a:cubicBezTo>
                    <a:cubicBezTo>
                      <a:pt x="7670" y="2083"/>
                      <a:pt x="7340" y="2165"/>
                      <a:pt x="7000" y="2250"/>
                    </a:cubicBezTo>
                    <a:cubicBezTo>
                      <a:pt x="7000" y="2415"/>
                      <a:pt x="7000" y="2580"/>
                      <a:pt x="7000" y="2750"/>
                    </a:cubicBezTo>
                    <a:cubicBezTo>
                      <a:pt x="6670" y="2833"/>
                      <a:pt x="6340" y="2915"/>
                      <a:pt x="6000" y="3000"/>
                    </a:cubicBezTo>
                    <a:cubicBezTo>
                      <a:pt x="5993" y="3075"/>
                      <a:pt x="5993" y="3075"/>
                      <a:pt x="5952" y="3452"/>
                    </a:cubicBezTo>
                    <a:cubicBezTo>
                      <a:pt x="5670" y="4215"/>
                      <a:pt x="5188" y="4355"/>
                      <a:pt x="4500" y="4750"/>
                    </a:cubicBezTo>
                    <a:cubicBezTo>
                      <a:pt x="4298" y="5173"/>
                      <a:pt x="4298" y="5173"/>
                      <a:pt x="4250" y="5500"/>
                    </a:cubicBezTo>
                    <a:cubicBezTo>
                      <a:pt x="5180" y="5303"/>
                      <a:pt x="5548" y="4618"/>
                      <a:pt x="6100" y="3898"/>
                    </a:cubicBezTo>
                    <a:cubicBezTo>
                      <a:pt x="6560" y="3440"/>
                      <a:pt x="6868" y="3347"/>
                      <a:pt x="7500" y="3250"/>
                    </a:cubicBezTo>
                    <a:cubicBezTo>
                      <a:pt x="7582" y="2920"/>
                      <a:pt x="7665" y="2590"/>
                      <a:pt x="7750" y="2250"/>
                    </a:cubicBezTo>
                    <a:cubicBezTo>
                      <a:pt x="8080" y="2333"/>
                      <a:pt x="8410" y="2415"/>
                      <a:pt x="8750" y="2500"/>
                    </a:cubicBezTo>
                    <a:cubicBezTo>
                      <a:pt x="8590" y="3173"/>
                      <a:pt x="8342" y="3438"/>
                      <a:pt x="7790" y="3845"/>
                    </a:cubicBezTo>
                    <a:cubicBezTo>
                      <a:pt x="7647" y="3950"/>
                      <a:pt x="7505" y="4058"/>
                      <a:pt x="7360" y="4168"/>
                    </a:cubicBezTo>
                    <a:cubicBezTo>
                      <a:pt x="7285" y="4222"/>
                      <a:pt x="7285" y="4222"/>
                      <a:pt x="6905" y="4500"/>
                    </a:cubicBezTo>
                    <a:cubicBezTo>
                      <a:pt x="5150" y="5803"/>
                      <a:pt x="5150" y="5803"/>
                      <a:pt x="4500" y="6500"/>
                    </a:cubicBezTo>
                    <a:cubicBezTo>
                      <a:pt x="4000" y="6938"/>
                      <a:pt x="4000" y="6938"/>
                      <a:pt x="3500" y="7250"/>
                    </a:cubicBezTo>
                    <a:cubicBezTo>
                      <a:pt x="3062" y="7173"/>
                      <a:pt x="3062" y="7173"/>
                      <a:pt x="2750" y="7000"/>
                    </a:cubicBezTo>
                    <a:cubicBezTo>
                      <a:pt x="2750" y="6835"/>
                      <a:pt x="2750" y="6670"/>
                      <a:pt x="2750" y="6500"/>
                    </a:cubicBezTo>
                    <a:cubicBezTo>
                      <a:pt x="2600" y="6625"/>
                      <a:pt x="2450" y="6748"/>
                      <a:pt x="2298" y="6875"/>
                    </a:cubicBezTo>
                    <a:cubicBezTo>
                      <a:pt x="1750" y="7250"/>
                      <a:pt x="1750" y="7250"/>
                      <a:pt x="1000" y="7250"/>
                    </a:cubicBezTo>
                    <a:cubicBezTo>
                      <a:pt x="918" y="7498"/>
                      <a:pt x="835" y="7745"/>
                      <a:pt x="750" y="8000"/>
                    </a:cubicBezTo>
                    <a:cubicBezTo>
                      <a:pt x="502" y="8000"/>
                      <a:pt x="255" y="8000"/>
                      <a:pt x="0" y="8000"/>
                    </a:cubicBezTo>
                    <a:cubicBezTo>
                      <a:pt x="158" y="7390"/>
                      <a:pt x="350" y="7093"/>
                      <a:pt x="845" y="6702"/>
                    </a:cubicBezTo>
                    <a:cubicBezTo>
                      <a:pt x="950" y="6618"/>
                      <a:pt x="1055" y="6530"/>
                      <a:pt x="1163" y="6442"/>
                    </a:cubicBezTo>
                    <a:cubicBezTo>
                      <a:pt x="1500" y="6250"/>
                      <a:pt x="1500" y="6250"/>
                      <a:pt x="2250" y="6250"/>
                    </a:cubicBezTo>
                    <a:cubicBezTo>
                      <a:pt x="2415" y="5920"/>
                      <a:pt x="2580" y="5590"/>
                      <a:pt x="2750" y="5250"/>
                    </a:cubicBezTo>
                    <a:cubicBezTo>
                      <a:pt x="2915" y="5250"/>
                      <a:pt x="3080" y="5250"/>
                      <a:pt x="3250" y="5250"/>
                    </a:cubicBezTo>
                    <a:cubicBezTo>
                      <a:pt x="3312" y="5102"/>
                      <a:pt x="3375" y="4957"/>
                      <a:pt x="3440" y="4805"/>
                    </a:cubicBezTo>
                    <a:cubicBezTo>
                      <a:pt x="3790" y="4178"/>
                      <a:pt x="4170" y="3822"/>
                      <a:pt x="4720" y="3360"/>
                    </a:cubicBezTo>
                    <a:cubicBezTo>
                      <a:pt x="4887" y="3215"/>
                      <a:pt x="5058" y="3070"/>
                      <a:pt x="5233" y="2920"/>
                    </a:cubicBezTo>
                    <a:cubicBezTo>
                      <a:pt x="5750" y="2500"/>
                      <a:pt x="5750" y="2500"/>
                      <a:pt x="6303" y="2120"/>
                    </a:cubicBezTo>
                    <a:cubicBezTo>
                      <a:pt x="6750" y="1750"/>
                      <a:pt x="6750" y="1750"/>
                      <a:pt x="6903" y="1347"/>
                    </a:cubicBezTo>
                    <a:cubicBezTo>
                      <a:pt x="6908" y="1282"/>
                      <a:pt x="6908" y="1282"/>
                      <a:pt x="6938" y="952"/>
                    </a:cubicBezTo>
                    <a:cubicBezTo>
                      <a:pt x="6957" y="720"/>
                      <a:pt x="6978" y="490"/>
                      <a:pt x="7000" y="250"/>
                    </a:cubicBezTo>
                    <a:cubicBezTo>
                      <a:pt x="7248" y="167"/>
                      <a:pt x="7495" y="85"/>
                      <a:pt x="7750" y="0"/>
                    </a:cubicBezTo>
                    <a:close/>
                  </a:path>
                </a:pathLst>
              </a:custGeom>
              <a:solidFill>
                <a:srgbClr val="525252"/>
              </a:solidFill>
              <a:ln w="0">
                <a:noFill/>
              </a:ln>
            </p:spPr>
          </p:sp>
          <p:sp>
            <p:nvSpPr>
              <p:cNvPr id="210" name="database_filter vector"/>
              <p:cNvSpPr/>
              <p:nvPr/>
            </p:nvSpPr>
            <p:spPr>
              <a:xfrm>
                <a:off x="3963924" y="909165"/>
                <a:ext cx="70866" cy="37239"/>
              </a:xfrm>
              <a:custGeom>
                <a:avLst/>
                <a:gdLst/>
                <a:ahLst/>
                <a:cxnLst/>
                <a:rect l="0" t="0" r="r" b="b"/>
                <a:pathLst>
                  <a:path w="7750" h="4073" fill="norm" stroke="0">
                    <a:moveTo>
                      <a:pt x="500" y="73"/>
                    </a:moveTo>
                    <a:cubicBezTo>
                      <a:pt x="942" y="53"/>
                      <a:pt x="1385" y="38"/>
                      <a:pt x="1827" y="25"/>
                    </a:cubicBezTo>
                    <a:cubicBezTo>
                      <a:pt x="2075" y="17"/>
                      <a:pt x="2320" y="8"/>
                      <a:pt x="2575" y="0"/>
                    </a:cubicBezTo>
                    <a:cubicBezTo>
                      <a:pt x="3370" y="85"/>
                      <a:pt x="3478" y="258"/>
                      <a:pt x="4000" y="823"/>
                    </a:cubicBezTo>
                    <a:cubicBezTo>
                      <a:pt x="4558" y="988"/>
                      <a:pt x="4558" y="988"/>
                      <a:pt x="5155" y="1088"/>
                    </a:cubicBezTo>
                    <a:cubicBezTo>
                      <a:pt x="5760" y="1190"/>
                      <a:pt x="5760" y="1190"/>
                      <a:pt x="6250" y="1323"/>
                    </a:cubicBezTo>
                    <a:cubicBezTo>
                      <a:pt x="6332" y="1488"/>
                      <a:pt x="6415" y="1653"/>
                      <a:pt x="6500" y="1823"/>
                    </a:cubicBezTo>
                    <a:cubicBezTo>
                      <a:pt x="6910" y="2003"/>
                      <a:pt x="7327" y="2170"/>
                      <a:pt x="7750" y="2323"/>
                    </a:cubicBezTo>
                    <a:cubicBezTo>
                      <a:pt x="7585" y="2900"/>
                      <a:pt x="7420" y="3478"/>
                      <a:pt x="7250" y="4073"/>
                    </a:cubicBezTo>
                    <a:cubicBezTo>
                      <a:pt x="6837" y="4073"/>
                      <a:pt x="6425" y="4073"/>
                      <a:pt x="6000" y="4073"/>
                    </a:cubicBezTo>
                    <a:cubicBezTo>
                      <a:pt x="5835" y="3743"/>
                      <a:pt x="5670" y="3413"/>
                      <a:pt x="5500" y="3073"/>
                    </a:cubicBezTo>
                    <a:cubicBezTo>
                      <a:pt x="4923" y="3073"/>
                      <a:pt x="4345" y="3073"/>
                      <a:pt x="3750" y="3073"/>
                    </a:cubicBezTo>
                    <a:cubicBezTo>
                      <a:pt x="3668" y="2743"/>
                      <a:pt x="3585" y="2413"/>
                      <a:pt x="3500" y="2073"/>
                    </a:cubicBezTo>
                    <a:cubicBezTo>
                      <a:pt x="3665" y="1990"/>
                      <a:pt x="3830" y="1907"/>
                      <a:pt x="4000" y="1823"/>
                    </a:cubicBezTo>
                    <a:cubicBezTo>
                      <a:pt x="3918" y="1575"/>
                      <a:pt x="3835" y="1328"/>
                      <a:pt x="3750" y="1073"/>
                    </a:cubicBezTo>
                    <a:cubicBezTo>
                      <a:pt x="3420" y="1155"/>
                      <a:pt x="3090" y="1238"/>
                      <a:pt x="2750" y="1323"/>
                    </a:cubicBezTo>
                    <a:cubicBezTo>
                      <a:pt x="2832" y="1570"/>
                      <a:pt x="2915" y="1818"/>
                      <a:pt x="3000" y="2073"/>
                    </a:cubicBezTo>
                    <a:cubicBezTo>
                      <a:pt x="2595" y="2093"/>
                      <a:pt x="2188" y="2108"/>
                      <a:pt x="1780" y="2120"/>
                    </a:cubicBezTo>
                    <a:cubicBezTo>
                      <a:pt x="1668" y="2123"/>
                      <a:pt x="1668" y="2123"/>
                      <a:pt x="1095" y="2145"/>
                    </a:cubicBezTo>
                    <a:cubicBezTo>
                      <a:pt x="500" y="2073"/>
                      <a:pt x="500" y="2073"/>
                      <a:pt x="170" y="1695"/>
                    </a:cubicBezTo>
                    <a:cubicBezTo>
                      <a:pt x="115" y="1573"/>
                      <a:pt x="58" y="1450"/>
                      <a:pt x="0" y="1323"/>
                    </a:cubicBezTo>
                    <a:cubicBezTo>
                      <a:pt x="248" y="1157"/>
                      <a:pt x="495" y="993"/>
                      <a:pt x="750" y="823"/>
                    </a:cubicBezTo>
                    <a:cubicBezTo>
                      <a:pt x="668" y="575"/>
                      <a:pt x="585" y="328"/>
                      <a:pt x="500" y="73"/>
                    </a:cubicBezTo>
                    <a:close/>
                  </a:path>
                </a:pathLst>
              </a:custGeom>
              <a:solidFill>
                <a:srgbClr val="535353"/>
              </a:solidFill>
              <a:ln w="0">
                <a:noFill/>
              </a:ln>
            </p:spPr>
          </p:sp>
          <p:sp>
            <p:nvSpPr>
              <p:cNvPr id="211" name="database_filter vector"/>
              <p:cNvSpPr/>
              <p:nvPr/>
            </p:nvSpPr>
            <p:spPr>
              <a:xfrm>
                <a:off x="4013287" y="1336285"/>
                <a:ext cx="83873" cy="37193"/>
              </a:xfrm>
              <a:custGeom>
                <a:avLst/>
                <a:gdLst/>
                <a:ahLst/>
                <a:cxnLst/>
                <a:rect l="0" t="0" r="r" b="b"/>
                <a:pathLst>
                  <a:path w="9172" h="4067" fill="norm" stroke="0">
                    <a:moveTo>
                      <a:pt x="2772" y="12"/>
                    </a:moveTo>
                    <a:cubicBezTo>
                      <a:pt x="2840" y="12"/>
                      <a:pt x="2840" y="12"/>
                      <a:pt x="3180" y="10"/>
                    </a:cubicBezTo>
                    <a:cubicBezTo>
                      <a:pt x="3462" y="10"/>
                      <a:pt x="3745" y="10"/>
                      <a:pt x="4027" y="15"/>
                    </a:cubicBezTo>
                    <a:cubicBezTo>
                      <a:pt x="4460" y="17"/>
                      <a:pt x="4887" y="15"/>
                      <a:pt x="5320" y="10"/>
                    </a:cubicBezTo>
                    <a:cubicBezTo>
                      <a:pt x="5595" y="10"/>
                      <a:pt x="5873" y="10"/>
                      <a:pt x="6147" y="12"/>
                    </a:cubicBezTo>
                    <a:cubicBezTo>
                      <a:pt x="6275" y="10"/>
                      <a:pt x="6402" y="10"/>
                      <a:pt x="6532" y="7"/>
                    </a:cubicBezTo>
                    <a:cubicBezTo>
                      <a:pt x="7525" y="27"/>
                      <a:pt x="8065" y="300"/>
                      <a:pt x="8852" y="862"/>
                    </a:cubicBezTo>
                    <a:cubicBezTo>
                      <a:pt x="9172" y="1367"/>
                      <a:pt x="9165" y="1775"/>
                      <a:pt x="9102" y="2362"/>
                    </a:cubicBezTo>
                    <a:cubicBezTo>
                      <a:pt x="8825" y="3042"/>
                      <a:pt x="8462" y="3457"/>
                      <a:pt x="7852" y="3862"/>
                    </a:cubicBezTo>
                    <a:cubicBezTo>
                      <a:pt x="6910" y="4052"/>
                      <a:pt x="6007" y="4067"/>
                      <a:pt x="5050" y="4045"/>
                    </a:cubicBezTo>
                    <a:cubicBezTo>
                      <a:pt x="4602" y="4035"/>
                      <a:pt x="4157" y="4040"/>
                      <a:pt x="3710" y="4045"/>
                    </a:cubicBezTo>
                    <a:cubicBezTo>
                      <a:pt x="1345" y="4045"/>
                      <a:pt x="1345" y="4045"/>
                      <a:pt x="525" y="3282"/>
                    </a:cubicBezTo>
                    <a:cubicBezTo>
                      <a:pt x="220" y="2877"/>
                      <a:pt x="107" y="2635"/>
                      <a:pt x="0" y="2132"/>
                    </a:cubicBezTo>
                    <a:cubicBezTo>
                      <a:pt x="27" y="1992"/>
                      <a:pt x="57" y="1852"/>
                      <a:pt x="85" y="1705"/>
                    </a:cubicBezTo>
                    <a:cubicBezTo>
                      <a:pt x="110" y="1562"/>
                      <a:pt x="132" y="1420"/>
                      <a:pt x="155" y="1275"/>
                    </a:cubicBezTo>
                    <a:cubicBezTo>
                      <a:pt x="685" y="162"/>
                      <a:pt x="1647" y="0"/>
                      <a:pt x="2772" y="12"/>
                    </a:cubicBezTo>
                    <a:close/>
                    <a:moveTo>
                      <a:pt x="602" y="1362"/>
                    </a:moveTo>
                    <a:cubicBezTo>
                      <a:pt x="627" y="1600"/>
                      <a:pt x="652" y="1837"/>
                      <a:pt x="680" y="2080"/>
                    </a:cubicBezTo>
                    <a:cubicBezTo>
                      <a:pt x="695" y="2215"/>
                      <a:pt x="707" y="2347"/>
                      <a:pt x="722" y="2485"/>
                    </a:cubicBezTo>
                    <a:cubicBezTo>
                      <a:pt x="902" y="3012"/>
                      <a:pt x="1107" y="3107"/>
                      <a:pt x="1602" y="3362"/>
                    </a:cubicBezTo>
                    <a:cubicBezTo>
                      <a:pt x="2455" y="3467"/>
                      <a:pt x="3307" y="3465"/>
                      <a:pt x="4167" y="3467"/>
                    </a:cubicBezTo>
                    <a:cubicBezTo>
                      <a:pt x="4585" y="3472"/>
                      <a:pt x="5000" y="3485"/>
                      <a:pt x="5417" y="3498"/>
                    </a:cubicBezTo>
                    <a:cubicBezTo>
                      <a:pt x="7368" y="3525"/>
                      <a:pt x="7368" y="3525"/>
                      <a:pt x="8012" y="3075"/>
                    </a:cubicBezTo>
                    <a:cubicBezTo>
                      <a:pt x="8290" y="2730"/>
                      <a:pt x="8290" y="2730"/>
                      <a:pt x="8602" y="2112"/>
                    </a:cubicBezTo>
                    <a:cubicBezTo>
                      <a:pt x="8132" y="1142"/>
                      <a:pt x="8132" y="1142"/>
                      <a:pt x="7852" y="862"/>
                    </a:cubicBezTo>
                    <a:cubicBezTo>
                      <a:pt x="7375" y="835"/>
                      <a:pt x="6907" y="820"/>
                      <a:pt x="6432" y="820"/>
                    </a:cubicBezTo>
                    <a:cubicBezTo>
                      <a:pt x="6290" y="820"/>
                      <a:pt x="6147" y="817"/>
                      <a:pt x="6000" y="817"/>
                    </a:cubicBezTo>
                    <a:cubicBezTo>
                      <a:pt x="5700" y="817"/>
                      <a:pt x="5397" y="815"/>
                      <a:pt x="5097" y="815"/>
                    </a:cubicBezTo>
                    <a:cubicBezTo>
                      <a:pt x="4637" y="815"/>
                      <a:pt x="4175" y="810"/>
                      <a:pt x="3715" y="805"/>
                    </a:cubicBezTo>
                    <a:cubicBezTo>
                      <a:pt x="3422" y="805"/>
                      <a:pt x="3130" y="805"/>
                      <a:pt x="2837" y="805"/>
                    </a:cubicBezTo>
                    <a:cubicBezTo>
                      <a:pt x="2700" y="802"/>
                      <a:pt x="2562" y="800"/>
                      <a:pt x="2420" y="800"/>
                    </a:cubicBezTo>
                    <a:cubicBezTo>
                      <a:pt x="1665" y="802"/>
                      <a:pt x="1180" y="857"/>
                      <a:pt x="602" y="1362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</p:sp>
          <p:sp>
            <p:nvSpPr>
              <p:cNvPr id="212" name="database_filter vector"/>
              <p:cNvSpPr/>
              <p:nvPr/>
            </p:nvSpPr>
            <p:spPr>
              <a:xfrm>
                <a:off x="4013557" y="1383990"/>
                <a:ext cx="83439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9125" h="4000" fill="norm" stroke="0">
                    <a:moveTo>
                      <a:pt x="3925" y="308"/>
                    </a:moveTo>
                    <a:cubicBezTo>
                      <a:pt x="4240" y="303"/>
                      <a:pt x="4555" y="298"/>
                      <a:pt x="4873" y="287"/>
                    </a:cubicBezTo>
                    <a:cubicBezTo>
                      <a:pt x="7830" y="197"/>
                      <a:pt x="7830" y="197"/>
                      <a:pt x="8660" y="978"/>
                    </a:cubicBezTo>
                    <a:cubicBezTo>
                      <a:pt x="9050" y="1465"/>
                      <a:pt x="9125" y="1808"/>
                      <a:pt x="9088" y="2428"/>
                    </a:cubicBezTo>
                    <a:cubicBezTo>
                      <a:pt x="8983" y="2970"/>
                      <a:pt x="8815" y="3150"/>
                      <a:pt x="8408" y="3537"/>
                    </a:cubicBezTo>
                    <a:cubicBezTo>
                      <a:pt x="7683" y="3980"/>
                      <a:pt x="7098" y="4000"/>
                      <a:pt x="6275" y="3985"/>
                    </a:cubicBezTo>
                    <a:cubicBezTo>
                      <a:pt x="6127" y="3985"/>
                      <a:pt x="5980" y="3985"/>
                      <a:pt x="5830" y="3985"/>
                    </a:cubicBezTo>
                    <a:cubicBezTo>
                      <a:pt x="5520" y="3985"/>
                      <a:pt x="5213" y="3983"/>
                      <a:pt x="4905" y="3980"/>
                    </a:cubicBezTo>
                    <a:cubicBezTo>
                      <a:pt x="4433" y="3972"/>
                      <a:pt x="3960" y="3975"/>
                      <a:pt x="3488" y="3975"/>
                    </a:cubicBezTo>
                    <a:cubicBezTo>
                      <a:pt x="3188" y="3975"/>
                      <a:pt x="2887" y="3972"/>
                      <a:pt x="2588" y="3970"/>
                    </a:cubicBezTo>
                    <a:cubicBezTo>
                      <a:pt x="2445" y="3970"/>
                      <a:pt x="2305" y="3970"/>
                      <a:pt x="2160" y="3970"/>
                    </a:cubicBezTo>
                    <a:cubicBezTo>
                      <a:pt x="1408" y="3958"/>
                      <a:pt x="885" y="3920"/>
                      <a:pt x="322" y="3395"/>
                    </a:cubicBezTo>
                    <a:cubicBezTo>
                      <a:pt x="28" y="2595"/>
                      <a:pt x="0" y="1853"/>
                      <a:pt x="275" y="1053"/>
                    </a:cubicBezTo>
                    <a:cubicBezTo>
                      <a:pt x="1043" y="0"/>
                      <a:pt x="2738" y="320"/>
                      <a:pt x="3925" y="308"/>
                    </a:cubicBezTo>
                    <a:close/>
                    <a:moveTo>
                      <a:pt x="728" y="1250"/>
                    </a:moveTo>
                    <a:cubicBezTo>
                      <a:pt x="455" y="1940"/>
                      <a:pt x="653" y="2435"/>
                      <a:pt x="822" y="3145"/>
                    </a:cubicBezTo>
                    <a:cubicBezTo>
                      <a:pt x="1072" y="3395"/>
                      <a:pt x="1072" y="3395"/>
                      <a:pt x="1743" y="3423"/>
                    </a:cubicBezTo>
                    <a:cubicBezTo>
                      <a:pt x="2038" y="3423"/>
                      <a:pt x="2333" y="3423"/>
                      <a:pt x="2627" y="3420"/>
                    </a:cubicBezTo>
                    <a:cubicBezTo>
                      <a:pt x="2783" y="3420"/>
                      <a:pt x="2938" y="3418"/>
                      <a:pt x="3098" y="3418"/>
                    </a:cubicBezTo>
                    <a:cubicBezTo>
                      <a:pt x="3595" y="3418"/>
                      <a:pt x="4090" y="3415"/>
                      <a:pt x="4588" y="3410"/>
                    </a:cubicBezTo>
                    <a:cubicBezTo>
                      <a:pt x="4925" y="3410"/>
                      <a:pt x="5260" y="3407"/>
                      <a:pt x="5595" y="3407"/>
                    </a:cubicBezTo>
                    <a:cubicBezTo>
                      <a:pt x="6423" y="3405"/>
                      <a:pt x="7248" y="3400"/>
                      <a:pt x="8072" y="3395"/>
                    </a:cubicBezTo>
                    <a:cubicBezTo>
                      <a:pt x="8320" y="2900"/>
                      <a:pt x="8363" y="2680"/>
                      <a:pt x="8370" y="2145"/>
                    </a:cubicBezTo>
                    <a:cubicBezTo>
                      <a:pt x="8370" y="2080"/>
                      <a:pt x="8370" y="2080"/>
                      <a:pt x="8380" y="1755"/>
                    </a:cubicBezTo>
                    <a:cubicBezTo>
                      <a:pt x="8322" y="1395"/>
                      <a:pt x="8322" y="1395"/>
                      <a:pt x="7822" y="895"/>
                    </a:cubicBezTo>
                    <a:cubicBezTo>
                      <a:pt x="7308" y="843"/>
                      <a:pt x="6828" y="820"/>
                      <a:pt x="6315" y="820"/>
                    </a:cubicBezTo>
                    <a:cubicBezTo>
                      <a:pt x="6168" y="820"/>
                      <a:pt x="6017" y="817"/>
                      <a:pt x="5865" y="817"/>
                    </a:cubicBezTo>
                    <a:cubicBezTo>
                      <a:pt x="5553" y="815"/>
                      <a:pt x="5240" y="815"/>
                      <a:pt x="4928" y="815"/>
                    </a:cubicBezTo>
                    <a:cubicBezTo>
                      <a:pt x="4450" y="817"/>
                      <a:pt x="3970" y="810"/>
                      <a:pt x="3490" y="805"/>
                    </a:cubicBezTo>
                    <a:cubicBezTo>
                      <a:pt x="3188" y="805"/>
                      <a:pt x="2882" y="805"/>
                      <a:pt x="2580" y="805"/>
                    </a:cubicBezTo>
                    <a:cubicBezTo>
                      <a:pt x="2438" y="803"/>
                      <a:pt x="2293" y="800"/>
                      <a:pt x="2145" y="798"/>
                    </a:cubicBezTo>
                    <a:cubicBezTo>
                      <a:pt x="1155" y="810"/>
                      <a:pt x="1155" y="810"/>
                      <a:pt x="728" y="125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</p:sp>
          <p:sp>
            <p:nvSpPr>
              <p:cNvPr id="213" name="database_filter vector"/>
              <p:cNvSpPr/>
              <p:nvPr/>
            </p:nvSpPr>
            <p:spPr>
              <a:xfrm>
                <a:off x="4025440" y="1295659"/>
                <a:ext cx="61928" cy="16756"/>
              </a:xfrm>
              <a:custGeom>
                <a:avLst/>
                <a:gdLst/>
                <a:ahLst/>
                <a:cxnLst/>
                <a:rect l="0" t="0" r="r" b="b"/>
                <a:pathLst>
                  <a:path w="6772" h="1833" fill="norm" stroke="0">
                    <a:moveTo>
                      <a:pt x="272" y="55"/>
                    </a:moveTo>
                    <a:cubicBezTo>
                      <a:pt x="830" y="43"/>
                      <a:pt x="1387" y="32"/>
                      <a:pt x="1945" y="25"/>
                    </a:cubicBezTo>
                    <a:cubicBezTo>
                      <a:pt x="2100" y="20"/>
                      <a:pt x="2257" y="15"/>
                      <a:pt x="2417" y="10"/>
                    </a:cubicBezTo>
                    <a:cubicBezTo>
                      <a:pt x="3417" y="0"/>
                      <a:pt x="4123" y="118"/>
                      <a:pt x="5022" y="555"/>
                    </a:cubicBezTo>
                    <a:cubicBezTo>
                      <a:pt x="5105" y="390"/>
                      <a:pt x="5188" y="225"/>
                      <a:pt x="5272" y="55"/>
                    </a:cubicBezTo>
                    <a:cubicBezTo>
                      <a:pt x="5743" y="103"/>
                      <a:pt x="5743" y="103"/>
                      <a:pt x="6272" y="305"/>
                    </a:cubicBezTo>
                    <a:cubicBezTo>
                      <a:pt x="6585" y="945"/>
                      <a:pt x="6585" y="945"/>
                      <a:pt x="6772" y="1555"/>
                    </a:cubicBezTo>
                    <a:cubicBezTo>
                      <a:pt x="6522" y="1805"/>
                      <a:pt x="6522" y="1805"/>
                      <a:pt x="5897" y="1833"/>
                    </a:cubicBezTo>
                    <a:cubicBezTo>
                      <a:pt x="5623" y="1833"/>
                      <a:pt x="5350" y="1833"/>
                      <a:pt x="5075" y="1830"/>
                    </a:cubicBezTo>
                    <a:cubicBezTo>
                      <a:pt x="4932" y="1830"/>
                      <a:pt x="4787" y="1828"/>
                      <a:pt x="4640" y="1828"/>
                    </a:cubicBezTo>
                    <a:cubicBezTo>
                      <a:pt x="4180" y="1828"/>
                      <a:pt x="3717" y="1825"/>
                      <a:pt x="3257" y="1820"/>
                    </a:cubicBezTo>
                    <a:cubicBezTo>
                      <a:pt x="2945" y="1820"/>
                      <a:pt x="2632" y="1817"/>
                      <a:pt x="2320" y="1817"/>
                    </a:cubicBezTo>
                    <a:cubicBezTo>
                      <a:pt x="1555" y="1815"/>
                      <a:pt x="787" y="1810"/>
                      <a:pt x="22" y="1805"/>
                    </a:cubicBezTo>
                    <a:cubicBezTo>
                      <a:pt x="0" y="1160"/>
                      <a:pt x="32" y="655"/>
                      <a:pt x="272" y="55"/>
                    </a:cubicBezTo>
                    <a:close/>
                  </a:path>
                </a:pathLst>
              </a:custGeom>
              <a:solidFill>
                <a:srgbClr val="525252"/>
              </a:solidFill>
              <a:ln w="0">
                <a:noFill/>
              </a:ln>
            </p:spPr>
          </p:sp>
          <p:sp>
            <p:nvSpPr>
              <p:cNvPr id="214" name="database_filter vector"/>
              <p:cNvSpPr/>
              <p:nvPr/>
            </p:nvSpPr>
            <p:spPr>
              <a:xfrm>
                <a:off x="4013428" y="1287822"/>
                <a:ext cx="83348" cy="34701"/>
              </a:xfrm>
              <a:custGeom>
                <a:avLst/>
                <a:gdLst/>
                <a:ahLst/>
                <a:cxnLst/>
                <a:rect l="0" t="0" r="r" b="b"/>
                <a:pathLst>
                  <a:path w="9115" h="3795" fill="norm" stroke="0">
                    <a:moveTo>
                      <a:pt x="1972" y="45"/>
                    </a:moveTo>
                    <a:cubicBezTo>
                      <a:pt x="2050" y="45"/>
                      <a:pt x="2050" y="45"/>
                      <a:pt x="2435" y="45"/>
                    </a:cubicBezTo>
                    <a:cubicBezTo>
                      <a:pt x="2592" y="43"/>
                      <a:pt x="2752" y="40"/>
                      <a:pt x="2915" y="40"/>
                    </a:cubicBezTo>
                    <a:cubicBezTo>
                      <a:pt x="3247" y="38"/>
                      <a:pt x="3582" y="35"/>
                      <a:pt x="3917" y="38"/>
                    </a:cubicBezTo>
                    <a:cubicBezTo>
                      <a:pt x="4427" y="38"/>
                      <a:pt x="4935" y="28"/>
                      <a:pt x="5445" y="15"/>
                    </a:cubicBezTo>
                    <a:cubicBezTo>
                      <a:pt x="5770" y="15"/>
                      <a:pt x="6095" y="13"/>
                      <a:pt x="6420" y="13"/>
                    </a:cubicBezTo>
                    <a:cubicBezTo>
                      <a:pt x="6572" y="10"/>
                      <a:pt x="6725" y="5"/>
                      <a:pt x="6880" y="0"/>
                    </a:cubicBezTo>
                    <a:cubicBezTo>
                      <a:pt x="7500" y="10"/>
                      <a:pt x="7917" y="28"/>
                      <a:pt x="8412" y="423"/>
                    </a:cubicBezTo>
                    <a:cubicBezTo>
                      <a:pt x="8807" y="885"/>
                      <a:pt x="9072" y="1203"/>
                      <a:pt x="9115" y="1823"/>
                    </a:cubicBezTo>
                    <a:cubicBezTo>
                      <a:pt x="9060" y="2523"/>
                      <a:pt x="8945" y="2810"/>
                      <a:pt x="8417" y="3303"/>
                    </a:cubicBezTo>
                    <a:cubicBezTo>
                      <a:pt x="7717" y="3735"/>
                      <a:pt x="7160" y="3775"/>
                      <a:pt x="6360" y="3770"/>
                    </a:cubicBezTo>
                    <a:cubicBezTo>
                      <a:pt x="6220" y="3773"/>
                      <a:pt x="6080" y="3773"/>
                      <a:pt x="5938" y="3775"/>
                    </a:cubicBezTo>
                    <a:cubicBezTo>
                      <a:pt x="5642" y="3775"/>
                      <a:pt x="5347" y="3775"/>
                      <a:pt x="5052" y="3773"/>
                    </a:cubicBezTo>
                    <a:cubicBezTo>
                      <a:pt x="4605" y="3773"/>
                      <a:pt x="4155" y="3778"/>
                      <a:pt x="3707" y="3788"/>
                    </a:cubicBezTo>
                    <a:cubicBezTo>
                      <a:pt x="3420" y="3788"/>
                      <a:pt x="3132" y="3788"/>
                      <a:pt x="2845" y="3785"/>
                    </a:cubicBezTo>
                    <a:cubicBezTo>
                      <a:pt x="2712" y="3790"/>
                      <a:pt x="2580" y="3793"/>
                      <a:pt x="2442" y="3795"/>
                    </a:cubicBezTo>
                    <a:cubicBezTo>
                      <a:pt x="1337" y="3775"/>
                      <a:pt x="850" y="3405"/>
                      <a:pt x="85" y="2663"/>
                    </a:cubicBezTo>
                    <a:cubicBezTo>
                      <a:pt x="0" y="2208"/>
                      <a:pt x="0" y="2208"/>
                      <a:pt x="102" y="1773"/>
                    </a:cubicBezTo>
                    <a:cubicBezTo>
                      <a:pt x="130" y="1628"/>
                      <a:pt x="160" y="1483"/>
                      <a:pt x="188" y="1333"/>
                    </a:cubicBezTo>
                    <a:cubicBezTo>
                      <a:pt x="552" y="298"/>
                      <a:pt x="832" y="78"/>
                      <a:pt x="1972" y="45"/>
                    </a:cubicBezTo>
                    <a:close/>
                    <a:moveTo>
                      <a:pt x="585" y="1413"/>
                    </a:moveTo>
                    <a:cubicBezTo>
                      <a:pt x="500" y="2000"/>
                      <a:pt x="655" y="2328"/>
                      <a:pt x="835" y="2913"/>
                    </a:cubicBezTo>
                    <a:cubicBezTo>
                      <a:pt x="1467" y="3228"/>
                      <a:pt x="2027" y="3213"/>
                      <a:pt x="2717" y="3223"/>
                    </a:cubicBezTo>
                    <a:cubicBezTo>
                      <a:pt x="2785" y="3223"/>
                      <a:pt x="2785" y="3223"/>
                      <a:pt x="3127" y="3228"/>
                    </a:cubicBezTo>
                    <a:cubicBezTo>
                      <a:pt x="3415" y="3230"/>
                      <a:pt x="3702" y="3235"/>
                      <a:pt x="3990" y="3235"/>
                    </a:cubicBezTo>
                    <a:cubicBezTo>
                      <a:pt x="4427" y="3240"/>
                      <a:pt x="4862" y="3250"/>
                      <a:pt x="5300" y="3263"/>
                    </a:cubicBezTo>
                    <a:cubicBezTo>
                      <a:pt x="5580" y="3265"/>
                      <a:pt x="5860" y="3268"/>
                      <a:pt x="6140" y="3268"/>
                    </a:cubicBezTo>
                    <a:cubicBezTo>
                      <a:pt x="6205" y="3270"/>
                      <a:pt x="6205" y="3270"/>
                      <a:pt x="6532" y="3283"/>
                    </a:cubicBezTo>
                    <a:cubicBezTo>
                      <a:pt x="7267" y="3278"/>
                      <a:pt x="7665" y="3163"/>
                      <a:pt x="8177" y="2655"/>
                    </a:cubicBezTo>
                    <a:cubicBezTo>
                      <a:pt x="8245" y="2575"/>
                      <a:pt x="8245" y="2575"/>
                      <a:pt x="8585" y="2163"/>
                    </a:cubicBezTo>
                    <a:cubicBezTo>
                      <a:pt x="8192" y="1008"/>
                      <a:pt x="8192" y="1008"/>
                      <a:pt x="7772" y="628"/>
                    </a:cubicBezTo>
                    <a:cubicBezTo>
                      <a:pt x="6890" y="193"/>
                      <a:pt x="5845" y="320"/>
                      <a:pt x="4877" y="320"/>
                    </a:cubicBezTo>
                    <a:cubicBezTo>
                      <a:pt x="4477" y="318"/>
                      <a:pt x="4080" y="310"/>
                      <a:pt x="3682" y="300"/>
                    </a:cubicBezTo>
                    <a:cubicBezTo>
                      <a:pt x="3425" y="298"/>
                      <a:pt x="3170" y="298"/>
                      <a:pt x="2915" y="298"/>
                    </a:cubicBezTo>
                    <a:cubicBezTo>
                      <a:pt x="2685" y="295"/>
                      <a:pt x="2452" y="293"/>
                      <a:pt x="2215" y="290"/>
                    </a:cubicBezTo>
                    <a:cubicBezTo>
                      <a:pt x="1365" y="455"/>
                      <a:pt x="1127" y="745"/>
                      <a:pt x="585" y="1413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</p:sp>
          <p:sp>
            <p:nvSpPr>
              <p:cNvPr id="215" name="database_filter vector"/>
              <p:cNvSpPr/>
              <p:nvPr/>
            </p:nvSpPr>
            <p:spPr>
              <a:xfrm>
                <a:off x="4023360" y="1348740"/>
                <a:ext cx="61722" cy="11750"/>
              </a:xfrm>
              <a:custGeom>
                <a:avLst/>
                <a:gdLst/>
                <a:ahLst/>
                <a:cxnLst/>
                <a:rect l="0" t="0" r="r" b="b"/>
                <a:pathLst>
                  <a:path w="6750" h="1285" fill="norm" stroke="0">
                    <a:moveTo>
                      <a:pt x="250" y="0"/>
                    </a:moveTo>
                    <a:cubicBezTo>
                      <a:pt x="2312" y="0"/>
                      <a:pt x="4375" y="0"/>
                      <a:pt x="6500" y="0"/>
                    </a:cubicBezTo>
                    <a:cubicBezTo>
                      <a:pt x="6582" y="330"/>
                      <a:pt x="6665" y="660"/>
                      <a:pt x="6750" y="1000"/>
                    </a:cubicBezTo>
                    <a:cubicBezTo>
                      <a:pt x="6012" y="1213"/>
                      <a:pt x="5353" y="1282"/>
                      <a:pt x="4585" y="1282"/>
                    </a:cubicBezTo>
                    <a:cubicBezTo>
                      <a:pt x="4475" y="1282"/>
                      <a:pt x="4475" y="1282"/>
                      <a:pt x="3923" y="1285"/>
                    </a:cubicBezTo>
                    <a:cubicBezTo>
                      <a:pt x="3695" y="1282"/>
                      <a:pt x="3467" y="1282"/>
                      <a:pt x="3235" y="1280"/>
                    </a:cubicBezTo>
                    <a:cubicBezTo>
                      <a:pt x="3007" y="1282"/>
                      <a:pt x="2780" y="1282"/>
                      <a:pt x="2545" y="1285"/>
                    </a:cubicBezTo>
                    <a:cubicBezTo>
                      <a:pt x="2325" y="1285"/>
                      <a:pt x="2108" y="1282"/>
                      <a:pt x="1882" y="1282"/>
                    </a:cubicBezTo>
                    <a:cubicBezTo>
                      <a:pt x="1683" y="1282"/>
                      <a:pt x="1483" y="1282"/>
                      <a:pt x="1278" y="1282"/>
                    </a:cubicBezTo>
                    <a:cubicBezTo>
                      <a:pt x="800" y="1252"/>
                      <a:pt x="442" y="1178"/>
                      <a:pt x="0" y="1000"/>
                    </a:cubicBezTo>
                    <a:cubicBezTo>
                      <a:pt x="82" y="670"/>
                      <a:pt x="165" y="340"/>
                      <a:pt x="250" y="0"/>
                    </a:cubicBezTo>
                    <a:close/>
                  </a:path>
                </a:pathLst>
              </a:custGeom>
              <a:solidFill>
                <a:srgbClr val="525252"/>
              </a:solidFill>
              <a:ln w="0">
                <a:noFill/>
              </a:ln>
            </p:spPr>
          </p:sp>
          <p:sp>
            <p:nvSpPr>
              <p:cNvPr id="216" name="database_filter vector"/>
              <p:cNvSpPr/>
              <p:nvPr/>
            </p:nvSpPr>
            <p:spPr>
              <a:xfrm>
                <a:off x="4018750" y="1391333"/>
                <a:ext cx="71438" cy="24483"/>
              </a:xfrm>
              <a:custGeom>
                <a:avLst/>
                <a:gdLst/>
                <a:ahLst/>
                <a:cxnLst/>
                <a:rect l="0" t="0" r="r" b="b"/>
                <a:pathLst>
                  <a:path w="7812" h="2678" fill="norm" stroke="0">
                    <a:moveTo>
                      <a:pt x="1988" y="50"/>
                    </a:moveTo>
                    <a:cubicBezTo>
                      <a:pt x="2062" y="50"/>
                      <a:pt x="2062" y="50"/>
                      <a:pt x="2438" y="48"/>
                    </a:cubicBezTo>
                    <a:cubicBezTo>
                      <a:pt x="2750" y="45"/>
                      <a:pt x="3065" y="45"/>
                      <a:pt x="3380" y="45"/>
                    </a:cubicBezTo>
                    <a:cubicBezTo>
                      <a:pt x="3860" y="45"/>
                      <a:pt x="4343" y="40"/>
                      <a:pt x="4822" y="35"/>
                    </a:cubicBezTo>
                    <a:cubicBezTo>
                      <a:pt x="5127" y="35"/>
                      <a:pt x="5433" y="35"/>
                      <a:pt x="5738" y="35"/>
                    </a:cubicBezTo>
                    <a:cubicBezTo>
                      <a:pt x="5882" y="33"/>
                      <a:pt x="6025" y="30"/>
                      <a:pt x="6175" y="30"/>
                    </a:cubicBezTo>
                    <a:cubicBezTo>
                      <a:pt x="7197" y="35"/>
                      <a:pt x="7197" y="35"/>
                      <a:pt x="7755" y="593"/>
                    </a:cubicBezTo>
                    <a:cubicBezTo>
                      <a:pt x="7812" y="953"/>
                      <a:pt x="7812" y="953"/>
                      <a:pt x="7800" y="1343"/>
                    </a:cubicBezTo>
                    <a:cubicBezTo>
                      <a:pt x="7800" y="1470"/>
                      <a:pt x="7798" y="1600"/>
                      <a:pt x="7795" y="1733"/>
                    </a:cubicBezTo>
                    <a:cubicBezTo>
                      <a:pt x="7755" y="2093"/>
                      <a:pt x="7755" y="2093"/>
                      <a:pt x="7505" y="2593"/>
                    </a:cubicBezTo>
                    <a:cubicBezTo>
                      <a:pt x="6517" y="2610"/>
                      <a:pt x="5528" y="2625"/>
                      <a:pt x="4540" y="2633"/>
                    </a:cubicBezTo>
                    <a:cubicBezTo>
                      <a:pt x="4205" y="2638"/>
                      <a:pt x="3868" y="2643"/>
                      <a:pt x="3533" y="2648"/>
                    </a:cubicBezTo>
                    <a:cubicBezTo>
                      <a:pt x="3050" y="2658"/>
                      <a:pt x="2567" y="2663"/>
                      <a:pt x="2085" y="2665"/>
                    </a:cubicBezTo>
                    <a:cubicBezTo>
                      <a:pt x="2010" y="2668"/>
                      <a:pt x="2010" y="2668"/>
                      <a:pt x="1627" y="2678"/>
                    </a:cubicBezTo>
                    <a:cubicBezTo>
                      <a:pt x="1203" y="2678"/>
                      <a:pt x="1203" y="2678"/>
                      <a:pt x="505" y="2593"/>
                    </a:cubicBezTo>
                    <a:cubicBezTo>
                      <a:pt x="110" y="2192"/>
                      <a:pt x="5" y="2008"/>
                      <a:pt x="0" y="1450"/>
                    </a:cubicBezTo>
                    <a:cubicBezTo>
                      <a:pt x="303" y="0"/>
                      <a:pt x="605" y="53"/>
                      <a:pt x="1988" y="50"/>
                    </a:cubicBezTo>
                    <a:close/>
                    <a:moveTo>
                      <a:pt x="755" y="343"/>
                    </a:moveTo>
                    <a:cubicBezTo>
                      <a:pt x="705" y="627"/>
                      <a:pt x="660" y="915"/>
                      <a:pt x="613" y="1203"/>
                    </a:cubicBezTo>
                    <a:cubicBezTo>
                      <a:pt x="600" y="1280"/>
                      <a:pt x="600" y="1280"/>
                      <a:pt x="535" y="1685"/>
                    </a:cubicBezTo>
                    <a:cubicBezTo>
                      <a:pt x="525" y="1820"/>
                      <a:pt x="515" y="1953"/>
                      <a:pt x="505" y="2093"/>
                    </a:cubicBezTo>
                    <a:cubicBezTo>
                      <a:pt x="755" y="2343"/>
                      <a:pt x="755" y="2343"/>
                      <a:pt x="1380" y="2370"/>
                    </a:cubicBezTo>
                    <a:cubicBezTo>
                      <a:pt x="1653" y="2370"/>
                      <a:pt x="1928" y="2370"/>
                      <a:pt x="2200" y="2368"/>
                    </a:cubicBezTo>
                    <a:cubicBezTo>
                      <a:pt x="2345" y="2365"/>
                      <a:pt x="2488" y="2365"/>
                      <a:pt x="2637" y="2365"/>
                    </a:cubicBezTo>
                    <a:cubicBezTo>
                      <a:pt x="3098" y="2365"/>
                      <a:pt x="3558" y="2360"/>
                      <a:pt x="4020" y="2358"/>
                    </a:cubicBezTo>
                    <a:cubicBezTo>
                      <a:pt x="4333" y="2358"/>
                      <a:pt x="4642" y="2355"/>
                      <a:pt x="4955" y="2355"/>
                    </a:cubicBezTo>
                    <a:cubicBezTo>
                      <a:pt x="5723" y="2353"/>
                      <a:pt x="6488" y="2348"/>
                      <a:pt x="7255" y="2343"/>
                    </a:cubicBezTo>
                    <a:cubicBezTo>
                      <a:pt x="7260" y="2055"/>
                      <a:pt x="7265" y="1770"/>
                      <a:pt x="7270" y="1483"/>
                    </a:cubicBezTo>
                    <a:cubicBezTo>
                      <a:pt x="7272" y="1323"/>
                      <a:pt x="7275" y="1163"/>
                      <a:pt x="7278" y="1000"/>
                    </a:cubicBezTo>
                    <a:cubicBezTo>
                      <a:pt x="7255" y="593"/>
                      <a:pt x="7255" y="593"/>
                      <a:pt x="7005" y="343"/>
                    </a:cubicBezTo>
                    <a:cubicBezTo>
                      <a:pt x="6538" y="320"/>
                      <a:pt x="6080" y="312"/>
                      <a:pt x="5613" y="317"/>
                    </a:cubicBezTo>
                    <a:cubicBezTo>
                      <a:pt x="5543" y="317"/>
                      <a:pt x="5543" y="317"/>
                      <a:pt x="5192" y="317"/>
                    </a:cubicBezTo>
                    <a:cubicBezTo>
                      <a:pt x="4750" y="320"/>
                      <a:pt x="4308" y="323"/>
                      <a:pt x="3863" y="328"/>
                    </a:cubicBezTo>
                    <a:cubicBezTo>
                      <a:pt x="3562" y="328"/>
                      <a:pt x="3262" y="330"/>
                      <a:pt x="2963" y="330"/>
                    </a:cubicBezTo>
                    <a:cubicBezTo>
                      <a:pt x="2228" y="333"/>
                      <a:pt x="1490" y="338"/>
                      <a:pt x="755" y="343"/>
                    </a:cubicBezTo>
                    <a:close/>
                  </a:path>
                </a:pathLst>
              </a:custGeom>
              <a:solidFill>
                <a:srgbClr val="626262"/>
              </a:solidFill>
              <a:ln w="0">
                <a:noFill/>
              </a:ln>
            </p:spPr>
          </p:sp>
        </p:grpSp>
        <p:sp>
          <p:nvSpPr>
            <p:cNvPr id="218" name="Data Filtering"/>
            <p:cNvSpPr txBox="1"/>
            <p:nvPr/>
          </p:nvSpPr>
          <p:spPr>
            <a:xfrm>
              <a:off x="4325112" y="891540"/>
              <a:ext cx="2075688" cy="338328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0">
                  <a:solidFill>
                    <a:srgbClr val="000000"/>
                  </a:solidFill>
                  <a:latin typeface="Times New Roman"/>
                </a:rPr>
                <a:t>Data Filtering</a:t>
              </a:r>
            </a:p>
          </p:txBody>
        </p:sp>
        <p:sp>
          <p:nvSpPr>
            <p:cNvPr id="219" name="Retain high-quality news samples"/>
            <p:cNvSpPr txBox="1"/>
            <p:nvPr/>
          </p:nvSpPr>
          <p:spPr>
            <a:xfrm>
              <a:off x="4325112" y="1147572"/>
              <a:ext cx="2103120" cy="64008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000000"/>
                  </a:solidFill>
                  <a:latin typeface="Times New Roman"/>
                </a:rPr>
                <a:t>Retain high-quality</a:t>
              </a:r>
            </a:p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0" i="0">
                  <a:solidFill>
                    <a:srgbClr val="000000"/>
                  </a:solidFill>
                  <a:latin typeface="Times New Roman"/>
                </a:rPr>
                <a:t>news samples</a:t>
              </a:r>
            </a:p>
          </p:txBody>
        </p:sp>
        <p:sp>
          <p:nvSpPr>
            <p:cNvPr id="220" name="Filtering target:"/>
            <p:cNvSpPr txBox="1"/>
            <p:nvPr/>
          </p:nvSpPr>
          <p:spPr>
            <a:xfrm>
              <a:off x="3538728" y="1687068"/>
              <a:ext cx="2834640" cy="3200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0">
                  <a:solidFill>
                    <a:srgbClr val="000000"/>
                  </a:solidFill>
                  <a:latin typeface="Times New Roman"/>
                </a:rPr>
                <a:t>Filtering target:</a:t>
              </a:r>
            </a:p>
          </p:txBody>
        </p:sp>
        <p:sp>
          <p:nvSpPr>
            <p:cNvPr id="221" name="•   Noise Information •   Duplicate data •   Video length within 5 min"/>
            <p:cNvSpPr txBox="1"/>
            <p:nvPr/>
          </p:nvSpPr>
          <p:spPr>
            <a:xfrm>
              <a:off x="3538728" y="2089404"/>
              <a:ext cx="2834640" cy="806023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92" b="0" i="0">
                  <a:solidFill>
                    <a:srgbClr val="000000"/>
                  </a:solidFill>
                  <a:latin typeface="Times New Roman"/>
                </a:rPr>
                <a:t>•   Noise Information</a:t>
              </a:r>
            </a:p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92" b="0" i="0">
                  <a:solidFill>
                    <a:srgbClr val="000000"/>
                  </a:solidFill>
                  <a:latin typeface="Times New Roman"/>
                </a:rPr>
                <a:t>•   Duplicate data</a:t>
              </a:r>
            </a:p>
            <a:p>
              <a:pPr algn="l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92" b="0" i="0">
                  <a:solidFill>
                    <a:srgbClr val="000000"/>
                  </a:solidFill>
                  <a:latin typeface="Times New Roman"/>
                </a:rPr>
                <a:t>•   Video length within 5 minutes</a:t>
              </a:r>
            </a:p>
          </p:txBody>
        </p:sp>
      </p:grpSp>
      <p:sp>
        <p:nvSpPr>
          <p:cNvPr id="223" name="Chevron to processing"/>
          <p:cNvSpPr/>
          <p:nvPr/>
        </p:nvSpPr>
        <p:spPr>
          <a:xfrm>
            <a:off x="6574536" y="1517904"/>
            <a:ext cx="73152" cy="905256"/>
          </a:xfrm>
          <a:custGeom>
            <a:avLst/>
            <a:gdLst/>
            <a:ahLst/>
            <a:cxnLst/>
            <a:rect l="0" t="0" r="r" b="b"/>
            <a:pathLst>
              <a:path w="8000" h="99000" fill="none" stroke="1">
                <a:moveTo>
                  <a:pt x="0" y="0"/>
                </a:moveTo>
                <a:lnTo>
                  <a:pt x="8000" y="49000"/>
                </a:lnTo>
                <a:lnTo>
                  <a:pt x="0" y="99000"/>
                </a:lnTo>
              </a:path>
            </a:pathLst>
          </a:custGeom>
          <a:noFill/>
          <a:ln w="64008">
            <a:solidFill>
              <a:srgbClr val="808080"/>
            </a:solidFill>
            <a:round/>
          </a:ln>
        </p:spPr>
      </p:sp>
      <p:grpSp>
        <p:nvGrpSpPr>
          <p:cNvPr id="316" name="Data processing"/>
          <p:cNvGrpSpPr/>
          <p:nvPr/>
        </p:nvGrpSpPr>
        <p:grpSpPr>
          <a:xfrm>
            <a:off x="6739128" y="777240"/>
            <a:ext cx="4681728" cy="2267712"/>
            <a:chOff x="6739128" y="777240"/>
            <a:chExt cx="4681728" cy="2267712"/>
          </a:xfrm>
        </p:grpSpPr>
        <p:sp>
          <p:nvSpPr>
            <p:cNvPr id="224" name="Rectangle"/>
            <p:cNvSpPr/>
            <p:nvPr/>
          </p:nvSpPr>
          <p:spPr>
            <a:xfrm>
              <a:off x="6739128" y="777240"/>
              <a:ext cx="4681728" cy="2267712"/>
            </a:xfrm>
            <a:prstGeom prst="roundRect">
              <a:avLst>
                <a:gd name="adj" fmla="val 4838"/>
              </a:avLst>
            </a:prstGeom>
            <a:solidFill>
              <a:srgbClr val="FFFFF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66" name="Vector icon - database_process"/>
            <p:cNvGrpSpPr/>
            <p:nvPr/>
          </p:nvGrpSpPr>
          <p:grpSpPr>
            <a:xfrm>
              <a:off x="6768096" y="856906"/>
              <a:ext cx="603801" cy="595458"/>
              <a:chOff x="6768096" y="856906"/>
              <a:chExt cx="603801" cy="595458"/>
            </a:xfrm>
          </p:grpSpPr>
          <p:sp>
            <p:nvSpPr>
              <p:cNvPr id="225" name="database_process vector"/>
              <p:cNvSpPr/>
              <p:nvPr/>
            </p:nvSpPr>
            <p:spPr>
              <a:xfrm>
                <a:off x="6868150" y="866668"/>
                <a:ext cx="472196" cy="144087"/>
              </a:xfrm>
              <a:custGeom>
                <a:avLst/>
                <a:gdLst/>
                <a:ahLst/>
                <a:cxnLst/>
                <a:rect l="0" t="0" r="r" b="b"/>
                <a:pathLst>
                  <a:path w="51640" h="15757" fill="norm" stroke="0">
                    <a:moveTo>
                      <a:pt x="42140" y="3970"/>
                    </a:moveTo>
                    <a:cubicBezTo>
                      <a:pt x="42472" y="4052"/>
                      <a:pt x="42805" y="4125"/>
                      <a:pt x="43140" y="4190"/>
                    </a:cubicBezTo>
                    <a:cubicBezTo>
                      <a:pt x="45960" y="4795"/>
                      <a:pt x="49305" y="5552"/>
                      <a:pt x="51140" y="7970"/>
                    </a:cubicBezTo>
                    <a:cubicBezTo>
                      <a:pt x="51530" y="8580"/>
                      <a:pt x="51530" y="8580"/>
                      <a:pt x="51640" y="9220"/>
                    </a:cubicBezTo>
                    <a:cubicBezTo>
                      <a:pt x="51250" y="10540"/>
                      <a:pt x="50012" y="11233"/>
                      <a:pt x="48875" y="11858"/>
                    </a:cubicBezTo>
                    <a:cubicBezTo>
                      <a:pt x="47942" y="12340"/>
                      <a:pt x="46957" y="12700"/>
                      <a:pt x="45962" y="13035"/>
                    </a:cubicBezTo>
                    <a:cubicBezTo>
                      <a:pt x="44940" y="13392"/>
                      <a:pt x="44940" y="13392"/>
                      <a:pt x="44617" y="13880"/>
                    </a:cubicBezTo>
                    <a:cubicBezTo>
                      <a:pt x="44543" y="13993"/>
                      <a:pt x="44467" y="14105"/>
                      <a:pt x="44390" y="14220"/>
                    </a:cubicBezTo>
                    <a:cubicBezTo>
                      <a:pt x="43890" y="14267"/>
                      <a:pt x="43890" y="14267"/>
                      <a:pt x="43250" y="14220"/>
                    </a:cubicBezTo>
                    <a:cubicBezTo>
                      <a:pt x="41060" y="14153"/>
                      <a:pt x="38915" y="14638"/>
                      <a:pt x="36783" y="15102"/>
                    </a:cubicBezTo>
                    <a:cubicBezTo>
                      <a:pt x="36148" y="15218"/>
                      <a:pt x="35548" y="15267"/>
                      <a:pt x="34903" y="15290"/>
                    </a:cubicBezTo>
                    <a:cubicBezTo>
                      <a:pt x="34670" y="15300"/>
                      <a:pt x="34438" y="15310"/>
                      <a:pt x="34197" y="15317"/>
                    </a:cubicBezTo>
                    <a:cubicBezTo>
                      <a:pt x="33957" y="15328"/>
                      <a:pt x="33715" y="15335"/>
                      <a:pt x="33467" y="15345"/>
                    </a:cubicBezTo>
                    <a:cubicBezTo>
                      <a:pt x="32095" y="15395"/>
                      <a:pt x="30730" y="15452"/>
                      <a:pt x="29362" y="15600"/>
                    </a:cubicBezTo>
                    <a:cubicBezTo>
                      <a:pt x="28155" y="15730"/>
                      <a:pt x="26962" y="15757"/>
                      <a:pt x="25750" y="15750"/>
                    </a:cubicBezTo>
                    <a:cubicBezTo>
                      <a:pt x="25553" y="15752"/>
                      <a:pt x="25357" y="15752"/>
                      <a:pt x="25155" y="15755"/>
                    </a:cubicBezTo>
                    <a:cubicBezTo>
                      <a:pt x="24000" y="15752"/>
                      <a:pt x="22882" y="15672"/>
                      <a:pt x="21740" y="15532"/>
                    </a:cubicBezTo>
                    <a:cubicBezTo>
                      <a:pt x="20332" y="15388"/>
                      <a:pt x="18913" y="15377"/>
                      <a:pt x="17500" y="15340"/>
                    </a:cubicBezTo>
                    <a:cubicBezTo>
                      <a:pt x="16225" y="15295"/>
                      <a:pt x="15062" y="15190"/>
                      <a:pt x="13835" y="14843"/>
                    </a:cubicBezTo>
                    <a:cubicBezTo>
                      <a:pt x="13158" y="14657"/>
                      <a:pt x="12475" y="14565"/>
                      <a:pt x="11780" y="14470"/>
                    </a:cubicBezTo>
                    <a:cubicBezTo>
                      <a:pt x="10645" y="14308"/>
                      <a:pt x="9540" y="14095"/>
                      <a:pt x="8423" y="13828"/>
                    </a:cubicBezTo>
                    <a:cubicBezTo>
                      <a:pt x="7663" y="13675"/>
                      <a:pt x="6900" y="13623"/>
                      <a:pt x="6127" y="13580"/>
                    </a:cubicBezTo>
                    <a:cubicBezTo>
                      <a:pt x="5512" y="13440"/>
                      <a:pt x="5320" y="13170"/>
                      <a:pt x="4890" y="12720"/>
                    </a:cubicBezTo>
                    <a:cubicBezTo>
                      <a:pt x="4377" y="12463"/>
                      <a:pt x="4377" y="12463"/>
                      <a:pt x="3812" y="12235"/>
                    </a:cubicBezTo>
                    <a:cubicBezTo>
                      <a:pt x="2837" y="11820"/>
                      <a:pt x="1980" y="11368"/>
                      <a:pt x="1140" y="10720"/>
                    </a:cubicBezTo>
                    <a:cubicBezTo>
                      <a:pt x="1038" y="10642"/>
                      <a:pt x="933" y="10567"/>
                      <a:pt x="827" y="10487"/>
                    </a:cubicBezTo>
                    <a:cubicBezTo>
                      <a:pt x="268" y="10015"/>
                      <a:pt x="137" y="9707"/>
                      <a:pt x="0" y="8985"/>
                    </a:cubicBezTo>
                    <a:cubicBezTo>
                      <a:pt x="60" y="8170"/>
                      <a:pt x="438" y="7822"/>
                      <a:pt x="1012" y="7278"/>
                    </a:cubicBezTo>
                    <a:cubicBezTo>
                      <a:pt x="1645" y="6760"/>
                      <a:pt x="2340" y="6412"/>
                      <a:pt x="3077" y="6065"/>
                    </a:cubicBezTo>
                    <a:cubicBezTo>
                      <a:pt x="3232" y="5987"/>
                      <a:pt x="3390" y="5912"/>
                      <a:pt x="3550" y="5835"/>
                    </a:cubicBezTo>
                    <a:cubicBezTo>
                      <a:pt x="4722" y="5278"/>
                      <a:pt x="5887" y="4817"/>
                      <a:pt x="7140" y="4470"/>
                    </a:cubicBezTo>
                    <a:cubicBezTo>
                      <a:pt x="7405" y="4390"/>
                      <a:pt x="7670" y="4310"/>
                      <a:pt x="7935" y="4230"/>
                    </a:cubicBezTo>
                    <a:cubicBezTo>
                      <a:pt x="17308" y="1487"/>
                      <a:pt x="32957" y="0"/>
                      <a:pt x="42140" y="39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26" name="database_process vector"/>
              <p:cNvSpPr/>
              <p:nvPr/>
            </p:nvSpPr>
            <p:spPr>
              <a:xfrm>
                <a:off x="6792958" y="1114145"/>
                <a:ext cx="223754" cy="226451"/>
              </a:xfrm>
              <a:custGeom>
                <a:avLst/>
                <a:gdLst/>
                <a:ahLst/>
                <a:cxnLst/>
                <a:rect l="0" t="0" r="r" b="b"/>
                <a:pathLst>
                  <a:path w="24470" h="24765" fill="norm" stroke="0">
                    <a:moveTo>
                      <a:pt x="7972" y="78"/>
                    </a:moveTo>
                    <a:cubicBezTo>
                      <a:pt x="8612" y="155"/>
                      <a:pt x="8612" y="155"/>
                      <a:pt x="9067" y="500"/>
                    </a:cubicBezTo>
                    <a:cubicBezTo>
                      <a:pt x="9362" y="905"/>
                      <a:pt x="9362" y="905"/>
                      <a:pt x="9362" y="1405"/>
                    </a:cubicBezTo>
                    <a:cubicBezTo>
                      <a:pt x="11168" y="1728"/>
                      <a:pt x="13298" y="2005"/>
                      <a:pt x="15112" y="1655"/>
                    </a:cubicBezTo>
                    <a:cubicBezTo>
                      <a:pt x="15610" y="1305"/>
                      <a:pt x="15832" y="1013"/>
                      <a:pt x="16137" y="492"/>
                    </a:cubicBezTo>
                    <a:cubicBezTo>
                      <a:pt x="16362" y="155"/>
                      <a:pt x="16362" y="155"/>
                      <a:pt x="17020" y="0"/>
                    </a:cubicBezTo>
                    <a:cubicBezTo>
                      <a:pt x="17612" y="155"/>
                      <a:pt x="17612" y="155"/>
                      <a:pt x="18067" y="530"/>
                    </a:cubicBezTo>
                    <a:cubicBezTo>
                      <a:pt x="18385" y="1205"/>
                      <a:pt x="18360" y="1385"/>
                      <a:pt x="18285" y="2093"/>
                    </a:cubicBezTo>
                    <a:cubicBezTo>
                      <a:pt x="18250" y="2832"/>
                      <a:pt x="18312" y="3087"/>
                      <a:pt x="18770" y="3685"/>
                    </a:cubicBezTo>
                    <a:cubicBezTo>
                      <a:pt x="19125" y="4032"/>
                      <a:pt x="19487" y="4370"/>
                      <a:pt x="19857" y="4698"/>
                    </a:cubicBezTo>
                    <a:cubicBezTo>
                      <a:pt x="20282" y="5082"/>
                      <a:pt x="20577" y="5420"/>
                      <a:pt x="20895" y="5890"/>
                    </a:cubicBezTo>
                    <a:cubicBezTo>
                      <a:pt x="21520" y="6578"/>
                      <a:pt x="21972" y="6592"/>
                      <a:pt x="22862" y="6655"/>
                    </a:cubicBezTo>
                    <a:cubicBezTo>
                      <a:pt x="24080" y="6873"/>
                      <a:pt x="24080" y="6873"/>
                      <a:pt x="24362" y="7155"/>
                    </a:cubicBezTo>
                    <a:cubicBezTo>
                      <a:pt x="24423" y="7538"/>
                      <a:pt x="24423" y="7538"/>
                      <a:pt x="24442" y="8000"/>
                    </a:cubicBezTo>
                    <a:cubicBezTo>
                      <a:pt x="24445" y="8075"/>
                      <a:pt x="24445" y="8075"/>
                      <a:pt x="24470" y="8457"/>
                    </a:cubicBezTo>
                    <a:cubicBezTo>
                      <a:pt x="24362" y="8905"/>
                      <a:pt x="24362" y="8905"/>
                      <a:pt x="23862" y="9217"/>
                    </a:cubicBezTo>
                    <a:cubicBezTo>
                      <a:pt x="23362" y="9655"/>
                      <a:pt x="23362" y="9655"/>
                      <a:pt x="23250" y="10315"/>
                    </a:cubicBezTo>
                    <a:cubicBezTo>
                      <a:pt x="23250" y="10575"/>
                      <a:pt x="23255" y="10835"/>
                      <a:pt x="23265" y="11095"/>
                    </a:cubicBezTo>
                    <a:cubicBezTo>
                      <a:pt x="23265" y="11165"/>
                      <a:pt x="23265" y="11165"/>
                      <a:pt x="23270" y="11513"/>
                    </a:cubicBezTo>
                    <a:cubicBezTo>
                      <a:pt x="23275" y="11952"/>
                      <a:pt x="23288" y="12390"/>
                      <a:pt x="23300" y="12828"/>
                    </a:cubicBezTo>
                    <a:cubicBezTo>
                      <a:pt x="23305" y="13125"/>
                      <a:pt x="23310" y="13422"/>
                      <a:pt x="23315" y="13720"/>
                    </a:cubicBezTo>
                    <a:cubicBezTo>
                      <a:pt x="23325" y="14450"/>
                      <a:pt x="23342" y="15177"/>
                      <a:pt x="23362" y="15905"/>
                    </a:cubicBezTo>
                    <a:cubicBezTo>
                      <a:pt x="23527" y="15987"/>
                      <a:pt x="23527" y="15987"/>
                      <a:pt x="24362" y="16405"/>
                    </a:cubicBezTo>
                    <a:cubicBezTo>
                      <a:pt x="24413" y="17527"/>
                      <a:pt x="24413" y="17527"/>
                      <a:pt x="24362" y="17905"/>
                    </a:cubicBezTo>
                    <a:cubicBezTo>
                      <a:pt x="24197" y="18070"/>
                      <a:pt x="24032" y="18235"/>
                      <a:pt x="23862" y="18405"/>
                    </a:cubicBezTo>
                    <a:cubicBezTo>
                      <a:pt x="23532" y="18370"/>
                      <a:pt x="23205" y="18320"/>
                      <a:pt x="22877" y="18265"/>
                    </a:cubicBezTo>
                    <a:cubicBezTo>
                      <a:pt x="21975" y="18230"/>
                      <a:pt x="21527" y="18418"/>
                      <a:pt x="20870" y="19008"/>
                    </a:cubicBezTo>
                    <a:cubicBezTo>
                      <a:pt x="20265" y="19605"/>
                      <a:pt x="19692" y="20230"/>
                      <a:pt x="19137" y="20875"/>
                    </a:cubicBezTo>
                    <a:cubicBezTo>
                      <a:pt x="18862" y="21155"/>
                      <a:pt x="18862" y="21155"/>
                      <a:pt x="18362" y="21405"/>
                    </a:cubicBezTo>
                    <a:cubicBezTo>
                      <a:pt x="18257" y="21865"/>
                      <a:pt x="18178" y="22300"/>
                      <a:pt x="18112" y="22765"/>
                    </a:cubicBezTo>
                    <a:cubicBezTo>
                      <a:pt x="17930" y="24087"/>
                      <a:pt x="17930" y="24087"/>
                      <a:pt x="17362" y="24655"/>
                    </a:cubicBezTo>
                    <a:cubicBezTo>
                      <a:pt x="16785" y="24765"/>
                      <a:pt x="16785" y="24765"/>
                      <a:pt x="16112" y="24655"/>
                    </a:cubicBezTo>
                    <a:cubicBezTo>
                      <a:pt x="15870" y="24378"/>
                      <a:pt x="15870" y="24378"/>
                      <a:pt x="15617" y="24032"/>
                    </a:cubicBezTo>
                    <a:cubicBezTo>
                      <a:pt x="14985" y="23375"/>
                      <a:pt x="14482" y="23298"/>
                      <a:pt x="13582" y="23240"/>
                    </a:cubicBezTo>
                    <a:cubicBezTo>
                      <a:pt x="13092" y="23237"/>
                      <a:pt x="12602" y="23240"/>
                      <a:pt x="12112" y="23250"/>
                    </a:cubicBezTo>
                    <a:cubicBezTo>
                      <a:pt x="11867" y="23245"/>
                      <a:pt x="11620" y="23240"/>
                      <a:pt x="11367" y="23235"/>
                    </a:cubicBezTo>
                    <a:cubicBezTo>
                      <a:pt x="9597" y="23248"/>
                      <a:pt x="9597" y="23248"/>
                      <a:pt x="8938" y="23695"/>
                    </a:cubicBezTo>
                    <a:cubicBezTo>
                      <a:pt x="8610" y="24043"/>
                      <a:pt x="8610" y="24043"/>
                      <a:pt x="8357" y="24390"/>
                    </a:cubicBezTo>
                    <a:cubicBezTo>
                      <a:pt x="8277" y="24478"/>
                      <a:pt x="8195" y="24565"/>
                      <a:pt x="8112" y="24655"/>
                    </a:cubicBezTo>
                    <a:cubicBezTo>
                      <a:pt x="7065" y="24608"/>
                      <a:pt x="7065" y="24608"/>
                      <a:pt x="6612" y="24155"/>
                    </a:cubicBezTo>
                    <a:cubicBezTo>
                      <a:pt x="6587" y="23760"/>
                      <a:pt x="6567" y="23365"/>
                      <a:pt x="6550" y="22967"/>
                    </a:cubicBezTo>
                    <a:cubicBezTo>
                      <a:pt x="6475" y="22070"/>
                      <a:pt x="6407" y="21545"/>
                      <a:pt x="5737" y="20922"/>
                    </a:cubicBezTo>
                    <a:cubicBezTo>
                      <a:pt x="5683" y="20880"/>
                      <a:pt x="5683" y="20880"/>
                      <a:pt x="5402" y="20665"/>
                    </a:cubicBezTo>
                    <a:cubicBezTo>
                      <a:pt x="5055" y="20355"/>
                      <a:pt x="4975" y="20100"/>
                      <a:pt x="4862" y="19655"/>
                    </a:cubicBezTo>
                    <a:cubicBezTo>
                      <a:pt x="4697" y="19655"/>
                      <a:pt x="4532" y="19655"/>
                      <a:pt x="4362" y="19655"/>
                    </a:cubicBezTo>
                    <a:cubicBezTo>
                      <a:pt x="4275" y="19455"/>
                      <a:pt x="4188" y="19253"/>
                      <a:pt x="4097" y="19048"/>
                    </a:cubicBezTo>
                    <a:cubicBezTo>
                      <a:pt x="3907" y="18698"/>
                      <a:pt x="3907" y="18698"/>
                      <a:pt x="3612" y="18405"/>
                    </a:cubicBezTo>
                    <a:cubicBezTo>
                      <a:pt x="3043" y="18272"/>
                      <a:pt x="2510" y="18235"/>
                      <a:pt x="1928" y="18215"/>
                    </a:cubicBezTo>
                    <a:cubicBezTo>
                      <a:pt x="1293" y="18147"/>
                      <a:pt x="897" y="18003"/>
                      <a:pt x="362" y="17655"/>
                    </a:cubicBezTo>
                    <a:cubicBezTo>
                      <a:pt x="60" y="17163"/>
                      <a:pt x="0" y="16722"/>
                      <a:pt x="112" y="16155"/>
                    </a:cubicBezTo>
                    <a:cubicBezTo>
                      <a:pt x="462" y="15775"/>
                      <a:pt x="820" y="15508"/>
                      <a:pt x="1252" y="15225"/>
                    </a:cubicBezTo>
                    <a:cubicBezTo>
                      <a:pt x="1827" y="14717"/>
                      <a:pt x="1837" y="14212"/>
                      <a:pt x="1900" y="13470"/>
                    </a:cubicBezTo>
                    <a:cubicBezTo>
                      <a:pt x="1933" y="12955"/>
                      <a:pt x="1947" y="12440"/>
                      <a:pt x="1957" y="11922"/>
                    </a:cubicBezTo>
                    <a:cubicBezTo>
                      <a:pt x="1965" y="11745"/>
                      <a:pt x="1975" y="11570"/>
                      <a:pt x="1985" y="11388"/>
                    </a:cubicBezTo>
                    <a:cubicBezTo>
                      <a:pt x="2007" y="10112"/>
                      <a:pt x="2007" y="10112"/>
                      <a:pt x="1595" y="9520"/>
                    </a:cubicBezTo>
                    <a:cubicBezTo>
                      <a:pt x="1282" y="9205"/>
                      <a:pt x="960" y="8930"/>
                      <a:pt x="612" y="8655"/>
                    </a:cubicBezTo>
                    <a:cubicBezTo>
                      <a:pt x="447" y="8490"/>
                      <a:pt x="282" y="8325"/>
                      <a:pt x="112" y="8155"/>
                    </a:cubicBezTo>
                    <a:cubicBezTo>
                      <a:pt x="175" y="7515"/>
                      <a:pt x="175" y="7515"/>
                      <a:pt x="362" y="6905"/>
                    </a:cubicBezTo>
                    <a:cubicBezTo>
                      <a:pt x="935" y="6620"/>
                      <a:pt x="1232" y="6655"/>
                      <a:pt x="1862" y="6655"/>
                    </a:cubicBezTo>
                    <a:cubicBezTo>
                      <a:pt x="3517" y="6495"/>
                      <a:pt x="4540" y="5328"/>
                      <a:pt x="5612" y="4155"/>
                    </a:cubicBezTo>
                    <a:cubicBezTo>
                      <a:pt x="5710" y="4052"/>
                      <a:pt x="5805" y="3950"/>
                      <a:pt x="5902" y="3845"/>
                    </a:cubicBezTo>
                    <a:cubicBezTo>
                      <a:pt x="6507" y="3150"/>
                      <a:pt x="6735" y="2677"/>
                      <a:pt x="6770" y="1733"/>
                    </a:cubicBezTo>
                    <a:cubicBezTo>
                      <a:pt x="6812" y="752"/>
                      <a:pt x="6872" y="218"/>
                      <a:pt x="7972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27" name="database_process vector"/>
              <p:cNvSpPr/>
              <p:nvPr/>
            </p:nvSpPr>
            <p:spPr>
              <a:xfrm>
                <a:off x="6838841" y="861478"/>
                <a:ext cx="529118" cy="175062"/>
              </a:xfrm>
              <a:custGeom>
                <a:avLst/>
                <a:gdLst/>
                <a:ahLst/>
                <a:cxnLst/>
                <a:rect l="0" t="0" r="r" b="b"/>
                <a:pathLst>
                  <a:path w="57865" h="19145" fill="norm" stroke="0">
                    <a:moveTo>
                      <a:pt x="28165" y="5"/>
                    </a:moveTo>
                    <a:cubicBezTo>
                      <a:pt x="28827" y="7"/>
                      <a:pt x="29492" y="5"/>
                      <a:pt x="30155" y="2"/>
                    </a:cubicBezTo>
                    <a:cubicBezTo>
                      <a:pt x="32377" y="2"/>
                      <a:pt x="34595" y="37"/>
                      <a:pt x="36815" y="132"/>
                    </a:cubicBezTo>
                    <a:cubicBezTo>
                      <a:pt x="37017" y="140"/>
                      <a:pt x="37222" y="147"/>
                      <a:pt x="37433" y="157"/>
                    </a:cubicBezTo>
                    <a:cubicBezTo>
                      <a:pt x="38500" y="210"/>
                      <a:pt x="39455" y="340"/>
                      <a:pt x="40472" y="675"/>
                    </a:cubicBezTo>
                    <a:cubicBezTo>
                      <a:pt x="41050" y="850"/>
                      <a:pt x="41622" y="877"/>
                      <a:pt x="42220" y="912"/>
                    </a:cubicBezTo>
                    <a:cubicBezTo>
                      <a:pt x="43165" y="985"/>
                      <a:pt x="43997" y="1112"/>
                      <a:pt x="44895" y="1405"/>
                    </a:cubicBezTo>
                    <a:cubicBezTo>
                      <a:pt x="45445" y="1567"/>
                      <a:pt x="46000" y="1667"/>
                      <a:pt x="46565" y="1772"/>
                    </a:cubicBezTo>
                    <a:cubicBezTo>
                      <a:pt x="47787" y="2010"/>
                      <a:pt x="48925" y="2362"/>
                      <a:pt x="50095" y="2787"/>
                    </a:cubicBezTo>
                    <a:cubicBezTo>
                      <a:pt x="50350" y="2873"/>
                      <a:pt x="50607" y="2957"/>
                      <a:pt x="50862" y="3042"/>
                    </a:cubicBezTo>
                    <a:cubicBezTo>
                      <a:pt x="53470" y="3942"/>
                      <a:pt x="55902" y="5250"/>
                      <a:pt x="57352" y="7697"/>
                    </a:cubicBezTo>
                    <a:cubicBezTo>
                      <a:pt x="57862" y="8935"/>
                      <a:pt x="57865" y="10080"/>
                      <a:pt x="57390" y="11328"/>
                    </a:cubicBezTo>
                    <a:cubicBezTo>
                      <a:pt x="56197" y="13490"/>
                      <a:pt x="53655" y="15165"/>
                      <a:pt x="51350" y="15957"/>
                    </a:cubicBezTo>
                    <a:cubicBezTo>
                      <a:pt x="51067" y="16035"/>
                      <a:pt x="50782" y="16110"/>
                      <a:pt x="50497" y="16172"/>
                    </a:cubicBezTo>
                    <a:cubicBezTo>
                      <a:pt x="50095" y="16287"/>
                      <a:pt x="50095" y="16287"/>
                      <a:pt x="49605" y="16535"/>
                    </a:cubicBezTo>
                    <a:cubicBezTo>
                      <a:pt x="49102" y="16785"/>
                      <a:pt x="48675" y="16910"/>
                      <a:pt x="48127" y="17022"/>
                    </a:cubicBezTo>
                    <a:cubicBezTo>
                      <a:pt x="47423" y="17167"/>
                      <a:pt x="46717" y="17315"/>
                      <a:pt x="46017" y="17477"/>
                    </a:cubicBezTo>
                    <a:cubicBezTo>
                      <a:pt x="44402" y="17845"/>
                      <a:pt x="42852" y="18125"/>
                      <a:pt x="41195" y="18210"/>
                    </a:cubicBezTo>
                    <a:cubicBezTo>
                      <a:pt x="40595" y="18287"/>
                      <a:pt x="40595" y="18287"/>
                      <a:pt x="40043" y="18535"/>
                    </a:cubicBezTo>
                    <a:cubicBezTo>
                      <a:pt x="39022" y="18905"/>
                      <a:pt x="38032" y="18908"/>
                      <a:pt x="36955" y="18945"/>
                    </a:cubicBezTo>
                    <a:cubicBezTo>
                      <a:pt x="36710" y="18952"/>
                      <a:pt x="36462" y="18962"/>
                      <a:pt x="36210" y="18972"/>
                    </a:cubicBezTo>
                    <a:cubicBezTo>
                      <a:pt x="31185" y="19145"/>
                      <a:pt x="26137" y="19127"/>
                      <a:pt x="21110" y="18945"/>
                    </a:cubicBezTo>
                    <a:cubicBezTo>
                      <a:pt x="20990" y="18940"/>
                      <a:pt x="20990" y="18940"/>
                      <a:pt x="20380" y="18920"/>
                    </a:cubicBezTo>
                    <a:cubicBezTo>
                      <a:pt x="19237" y="18870"/>
                      <a:pt x="18405" y="18730"/>
                      <a:pt x="17345" y="18287"/>
                    </a:cubicBezTo>
                    <a:cubicBezTo>
                      <a:pt x="16522" y="18145"/>
                      <a:pt x="15690" y="18057"/>
                      <a:pt x="14860" y="17960"/>
                    </a:cubicBezTo>
                    <a:cubicBezTo>
                      <a:pt x="12760" y="17688"/>
                      <a:pt x="10930" y="17212"/>
                      <a:pt x="8972" y="16427"/>
                    </a:cubicBezTo>
                    <a:cubicBezTo>
                      <a:pt x="8377" y="16207"/>
                      <a:pt x="7775" y="16065"/>
                      <a:pt x="7157" y="15912"/>
                    </a:cubicBezTo>
                    <a:cubicBezTo>
                      <a:pt x="5310" y="15430"/>
                      <a:pt x="3482" y="14627"/>
                      <a:pt x="2095" y="13287"/>
                    </a:cubicBezTo>
                    <a:cubicBezTo>
                      <a:pt x="2095" y="13123"/>
                      <a:pt x="2095" y="12957"/>
                      <a:pt x="2095" y="12787"/>
                    </a:cubicBezTo>
                    <a:cubicBezTo>
                      <a:pt x="2040" y="12780"/>
                      <a:pt x="2040" y="12780"/>
                      <a:pt x="1765" y="12740"/>
                    </a:cubicBezTo>
                    <a:cubicBezTo>
                      <a:pt x="940" y="12343"/>
                      <a:pt x="632" y="11347"/>
                      <a:pt x="305" y="10532"/>
                    </a:cubicBezTo>
                    <a:cubicBezTo>
                      <a:pt x="0" y="9612"/>
                      <a:pt x="135" y="8952"/>
                      <a:pt x="522" y="8070"/>
                    </a:cubicBezTo>
                    <a:cubicBezTo>
                      <a:pt x="1705" y="6115"/>
                      <a:pt x="3312" y="4700"/>
                      <a:pt x="5377" y="3772"/>
                    </a:cubicBezTo>
                    <a:cubicBezTo>
                      <a:pt x="5517" y="3707"/>
                      <a:pt x="5657" y="3642"/>
                      <a:pt x="5803" y="3578"/>
                    </a:cubicBezTo>
                    <a:cubicBezTo>
                      <a:pt x="6933" y="3075"/>
                      <a:pt x="8060" y="2730"/>
                      <a:pt x="9260" y="2447"/>
                    </a:cubicBezTo>
                    <a:cubicBezTo>
                      <a:pt x="9845" y="2287"/>
                      <a:pt x="9845" y="2287"/>
                      <a:pt x="10335" y="2035"/>
                    </a:cubicBezTo>
                    <a:cubicBezTo>
                      <a:pt x="10962" y="1730"/>
                      <a:pt x="11548" y="1632"/>
                      <a:pt x="12235" y="1522"/>
                    </a:cubicBezTo>
                    <a:cubicBezTo>
                      <a:pt x="13532" y="1310"/>
                      <a:pt x="13532" y="1310"/>
                      <a:pt x="13955" y="1162"/>
                    </a:cubicBezTo>
                    <a:cubicBezTo>
                      <a:pt x="14377" y="1027"/>
                      <a:pt x="14772" y="965"/>
                      <a:pt x="15212" y="912"/>
                    </a:cubicBezTo>
                    <a:cubicBezTo>
                      <a:pt x="15375" y="892"/>
                      <a:pt x="15540" y="873"/>
                      <a:pt x="15707" y="850"/>
                    </a:cubicBezTo>
                    <a:cubicBezTo>
                      <a:pt x="15877" y="830"/>
                      <a:pt x="15877" y="830"/>
                      <a:pt x="16732" y="725"/>
                    </a:cubicBezTo>
                    <a:cubicBezTo>
                      <a:pt x="16897" y="705"/>
                      <a:pt x="17060" y="685"/>
                      <a:pt x="17227" y="662"/>
                    </a:cubicBezTo>
                    <a:cubicBezTo>
                      <a:pt x="17377" y="645"/>
                      <a:pt x="17525" y="627"/>
                      <a:pt x="17678" y="608"/>
                    </a:cubicBezTo>
                    <a:cubicBezTo>
                      <a:pt x="18095" y="537"/>
                      <a:pt x="18095" y="537"/>
                      <a:pt x="18438" y="412"/>
                    </a:cubicBezTo>
                    <a:cubicBezTo>
                      <a:pt x="18895" y="272"/>
                      <a:pt x="19298" y="235"/>
                      <a:pt x="19772" y="210"/>
                    </a:cubicBezTo>
                    <a:cubicBezTo>
                      <a:pt x="19957" y="200"/>
                      <a:pt x="20142" y="190"/>
                      <a:pt x="20332" y="177"/>
                    </a:cubicBezTo>
                    <a:cubicBezTo>
                      <a:pt x="20535" y="167"/>
                      <a:pt x="20735" y="160"/>
                      <a:pt x="20940" y="150"/>
                    </a:cubicBezTo>
                    <a:cubicBezTo>
                      <a:pt x="21150" y="137"/>
                      <a:pt x="21360" y="127"/>
                      <a:pt x="21577" y="117"/>
                    </a:cubicBezTo>
                    <a:cubicBezTo>
                      <a:pt x="23772" y="15"/>
                      <a:pt x="25967" y="0"/>
                      <a:pt x="28165" y="5"/>
                    </a:cubicBezTo>
                    <a:close/>
                    <a:moveTo>
                      <a:pt x="12595" y="4537"/>
                    </a:moveTo>
                    <a:cubicBezTo>
                      <a:pt x="12237" y="4623"/>
                      <a:pt x="11877" y="4700"/>
                      <a:pt x="11517" y="4772"/>
                    </a:cubicBezTo>
                    <a:cubicBezTo>
                      <a:pt x="9662" y="5177"/>
                      <a:pt x="7987" y="5805"/>
                      <a:pt x="6282" y="6632"/>
                    </a:cubicBezTo>
                    <a:cubicBezTo>
                      <a:pt x="6135" y="6703"/>
                      <a:pt x="5987" y="6772"/>
                      <a:pt x="5835" y="6843"/>
                    </a:cubicBezTo>
                    <a:cubicBezTo>
                      <a:pt x="4855" y="7332"/>
                      <a:pt x="4010" y="7900"/>
                      <a:pt x="3345" y="8787"/>
                    </a:cubicBezTo>
                    <a:cubicBezTo>
                      <a:pt x="3092" y="9685"/>
                      <a:pt x="3092" y="9685"/>
                      <a:pt x="3345" y="10287"/>
                    </a:cubicBezTo>
                    <a:cubicBezTo>
                      <a:pt x="4462" y="11607"/>
                      <a:pt x="6048" y="12690"/>
                      <a:pt x="7730" y="13140"/>
                    </a:cubicBezTo>
                    <a:cubicBezTo>
                      <a:pt x="8095" y="13287"/>
                      <a:pt x="8095" y="13287"/>
                      <a:pt x="8455" y="13670"/>
                    </a:cubicBezTo>
                    <a:cubicBezTo>
                      <a:pt x="8940" y="14125"/>
                      <a:pt x="9175" y="14132"/>
                      <a:pt x="9830" y="14162"/>
                    </a:cubicBezTo>
                    <a:cubicBezTo>
                      <a:pt x="10762" y="14237"/>
                      <a:pt x="11632" y="14405"/>
                      <a:pt x="12532" y="14647"/>
                    </a:cubicBezTo>
                    <a:cubicBezTo>
                      <a:pt x="13885" y="15007"/>
                      <a:pt x="15235" y="15235"/>
                      <a:pt x="16617" y="15430"/>
                    </a:cubicBezTo>
                    <a:cubicBezTo>
                      <a:pt x="17058" y="15495"/>
                      <a:pt x="17497" y="15570"/>
                      <a:pt x="17935" y="15665"/>
                    </a:cubicBezTo>
                    <a:cubicBezTo>
                      <a:pt x="18597" y="15787"/>
                      <a:pt x="19222" y="15835"/>
                      <a:pt x="19895" y="15857"/>
                    </a:cubicBezTo>
                    <a:cubicBezTo>
                      <a:pt x="20142" y="15867"/>
                      <a:pt x="20387" y="15877"/>
                      <a:pt x="20640" y="15885"/>
                    </a:cubicBezTo>
                    <a:cubicBezTo>
                      <a:pt x="20895" y="15895"/>
                      <a:pt x="21152" y="15905"/>
                      <a:pt x="21407" y="15912"/>
                    </a:cubicBezTo>
                    <a:cubicBezTo>
                      <a:pt x="24202" y="16007"/>
                      <a:pt x="24202" y="16007"/>
                      <a:pt x="25507" y="16167"/>
                    </a:cubicBezTo>
                    <a:cubicBezTo>
                      <a:pt x="26657" y="16307"/>
                      <a:pt x="27795" y="16325"/>
                      <a:pt x="28955" y="16320"/>
                    </a:cubicBezTo>
                    <a:cubicBezTo>
                      <a:pt x="29053" y="16320"/>
                      <a:pt x="29053" y="16320"/>
                      <a:pt x="29548" y="16322"/>
                    </a:cubicBezTo>
                    <a:cubicBezTo>
                      <a:pt x="30777" y="16320"/>
                      <a:pt x="31977" y="16232"/>
                      <a:pt x="33197" y="16100"/>
                    </a:cubicBezTo>
                    <a:cubicBezTo>
                      <a:pt x="34572" y="15968"/>
                      <a:pt x="35957" y="15947"/>
                      <a:pt x="37337" y="15907"/>
                    </a:cubicBezTo>
                    <a:cubicBezTo>
                      <a:pt x="38572" y="15862"/>
                      <a:pt x="39697" y="15745"/>
                      <a:pt x="40890" y="15412"/>
                    </a:cubicBezTo>
                    <a:cubicBezTo>
                      <a:pt x="41600" y="15218"/>
                      <a:pt x="42320" y="15110"/>
                      <a:pt x="43048" y="15007"/>
                    </a:cubicBezTo>
                    <a:cubicBezTo>
                      <a:pt x="43197" y="14985"/>
                      <a:pt x="43347" y="14962"/>
                      <a:pt x="43500" y="14940"/>
                    </a:cubicBezTo>
                    <a:cubicBezTo>
                      <a:pt x="44690" y="14778"/>
                      <a:pt x="45817" y="14778"/>
                      <a:pt x="47020" y="14867"/>
                    </a:cubicBezTo>
                    <a:cubicBezTo>
                      <a:pt x="47810" y="14757"/>
                      <a:pt x="48045" y="14352"/>
                      <a:pt x="48595" y="13787"/>
                    </a:cubicBezTo>
                    <a:cubicBezTo>
                      <a:pt x="49092" y="13535"/>
                      <a:pt x="49612" y="13367"/>
                      <a:pt x="50142" y="13195"/>
                    </a:cubicBezTo>
                    <a:cubicBezTo>
                      <a:pt x="51800" y="12600"/>
                      <a:pt x="53572" y="11875"/>
                      <a:pt x="54642" y="10397"/>
                    </a:cubicBezTo>
                    <a:cubicBezTo>
                      <a:pt x="54845" y="9787"/>
                      <a:pt x="54845" y="9787"/>
                      <a:pt x="54720" y="9162"/>
                    </a:cubicBezTo>
                    <a:cubicBezTo>
                      <a:pt x="53235" y="6688"/>
                      <a:pt x="50270" y="5712"/>
                      <a:pt x="47595" y="5037"/>
                    </a:cubicBezTo>
                    <a:cubicBezTo>
                      <a:pt x="47347" y="4972"/>
                      <a:pt x="47100" y="4907"/>
                      <a:pt x="46852" y="4845"/>
                    </a:cubicBezTo>
                    <a:cubicBezTo>
                      <a:pt x="46102" y="4650"/>
                      <a:pt x="45350" y="4468"/>
                      <a:pt x="44595" y="4287"/>
                    </a:cubicBezTo>
                    <a:cubicBezTo>
                      <a:pt x="44405" y="4240"/>
                      <a:pt x="44215" y="4195"/>
                      <a:pt x="44020" y="4147"/>
                    </a:cubicBezTo>
                    <a:cubicBezTo>
                      <a:pt x="41200" y="3485"/>
                      <a:pt x="38355" y="3185"/>
                      <a:pt x="35470" y="3007"/>
                    </a:cubicBezTo>
                    <a:cubicBezTo>
                      <a:pt x="35387" y="3000"/>
                      <a:pt x="35387" y="3000"/>
                      <a:pt x="34975" y="2975"/>
                    </a:cubicBezTo>
                    <a:cubicBezTo>
                      <a:pt x="27915" y="2530"/>
                      <a:pt x="19372" y="2145"/>
                      <a:pt x="12595" y="4537"/>
                    </a:cubicBezTo>
                    <a:close/>
                  </a:path>
                </a:pathLst>
              </a:custGeom>
              <a:solidFill>
                <a:srgbClr val="515558"/>
              </a:solidFill>
              <a:ln w="0">
                <a:noFill/>
              </a:ln>
            </p:spPr>
          </p:sp>
          <p:sp>
            <p:nvSpPr>
              <p:cNvPr id="228" name="database_process vector"/>
              <p:cNvSpPr/>
              <p:nvPr/>
            </p:nvSpPr>
            <p:spPr>
              <a:xfrm>
                <a:off x="6772732" y="1094034"/>
                <a:ext cx="267142" cy="268422"/>
              </a:xfrm>
              <a:custGeom>
                <a:avLst/>
                <a:gdLst/>
                <a:ahLst/>
                <a:cxnLst/>
                <a:rect l="0" t="0" r="r" b="b"/>
                <a:pathLst>
                  <a:path w="29215" h="29355" fill="norm" stroke="0">
                    <a:moveTo>
                      <a:pt x="11575" y="105"/>
                    </a:moveTo>
                    <a:cubicBezTo>
                      <a:pt x="12025" y="398"/>
                      <a:pt x="12240" y="668"/>
                      <a:pt x="12575" y="1105"/>
                    </a:cubicBezTo>
                    <a:cubicBezTo>
                      <a:pt x="12575" y="1270"/>
                      <a:pt x="12575" y="1435"/>
                      <a:pt x="12575" y="1605"/>
                    </a:cubicBezTo>
                    <a:cubicBezTo>
                      <a:pt x="13090" y="1668"/>
                      <a:pt x="13605" y="1725"/>
                      <a:pt x="14123" y="1778"/>
                    </a:cubicBezTo>
                    <a:cubicBezTo>
                      <a:pt x="14268" y="1795"/>
                      <a:pt x="14410" y="1812"/>
                      <a:pt x="14560" y="1832"/>
                    </a:cubicBezTo>
                    <a:cubicBezTo>
                      <a:pt x="15650" y="1938"/>
                      <a:pt x="16197" y="1770"/>
                      <a:pt x="17075" y="1105"/>
                    </a:cubicBezTo>
                    <a:cubicBezTo>
                      <a:pt x="17113" y="1038"/>
                      <a:pt x="17113" y="1038"/>
                      <a:pt x="17310" y="700"/>
                    </a:cubicBezTo>
                    <a:cubicBezTo>
                      <a:pt x="17678" y="220"/>
                      <a:pt x="18075" y="200"/>
                      <a:pt x="18653" y="115"/>
                    </a:cubicBezTo>
                    <a:cubicBezTo>
                      <a:pt x="19383" y="98"/>
                      <a:pt x="19965" y="358"/>
                      <a:pt x="20623" y="653"/>
                    </a:cubicBezTo>
                    <a:cubicBezTo>
                      <a:pt x="20753" y="705"/>
                      <a:pt x="20883" y="758"/>
                      <a:pt x="21015" y="810"/>
                    </a:cubicBezTo>
                    <a:cubicBezTo>
                      <a:pt x="21850" y="1170"/>
                      <a:pt x="22385" y="1525"/>
                      <a:pt x="22825" y="2355"/>
                    </a:cubicBezTo>
                    <a:cubicBezTo>
                      <a:pt x="22783" y="2820"/>
                      <a:pt x="22783" y="2820"/>
                      <a:pt x="22638" y="3293"/>
                    </a:cubicBezTo>
                    <a:cubicBezTo>
                      <a:pt x="22500" y="4038"/>
                      <a:pt x="22518" y="4267"/>
                      <a:pt x="22945" y="4913"/>
                    </a:cubicBezTo>
                    <a:cubicBezTo>
                      <a:pt x="23265" y="5263"/>
                      <a:pt x="23595" y="5605"/>
                      <a:pt x="23933" y="5940"/>
                    </a:cubicBezTo>
                    <a:cubicBezTo>
                      <a:pt x="24325" y="6355"/>
                      <a:pt x="24325" y="6355"/>
                      <a:pt x="24325" y="6855"/>
                    </a:cubicBezTo>
                    <a:cubicBezTo>
                      <a:pt x="24510" y="6840"/>
                      <a:pt x="24692" y="6825"/>
                      <a:pt x="24883" y="6810"/>
                    </a:cubicBezTo>
                    <a:cubicBezTo>
                      <a:pt x="26798" y="6723"/>
                      <a:pt x="26798" y="6723"/>
                      <a:pt x="27510" y="7062"/>
                    </a:cubicBezTo>
                    <a:cubicBezTo>
                      <a:pt x="28590" y="8062"/>
                      <a:pt x="29080" y="9608"/>
                      <a:pt x="29215" y="11043"/>
                    </a:cubicBezTo>
                    <a:cubicBezTo>
                      <a:pt x="29195" y="11595"/>
                      <a:pt x="29153" y="11783"/>
                      <a:pt x="28748" y="12168"/>
                    </a:cubicBezTo>
                    <a:cubicBezTo>
                      <a:pt x="28340" y="12432"/>
                      <a:pt x="28340" y="12432"/>
                      <a:pt x="27928" y="12650"/>
                    </a:cubicBezTo>
                    <a:cubicBezTo>
                      <a:pt x="27575" y="12855"/>
                      <a:pt x="27575" y="12855"/>
                      <a:pt x="27325" y="13355"/>
                    </a:cubicBezTo>
                    <a:cubicBezTo>
                      <a:pt x="27295" y="13802"/>
                      <a:pt x="27280" y="14250"/>
                      <a:pt x="27278" y="14700"/>
                    </a:cubicBezTo>
                    <a:cubicBezTo>
                      <a:pt x="27275" y="14937"/>
                      <a:pt x="27270" y="15177"/>
                      <a:pt x="27268" y="15422"/>
                    </a:cubicBezTo>
                    <a:cubicBezTo>
                      <a:pt x="27328" y="16120"/>
                      <a:pt x="27442" y="16523"/>
                      <a:pt x="27825" y="17105"/>
                    </a:cubicBezTo>
                    <a:cubicBezTo>
                      <a:pt x="27995" y="17177"/>
                      <a:pt x="28165" y="17250"/>
                      <a:pt x="28340" y="17325"/>
                    </a:cubicBezTo>
                    <a:cubicBezTo>
                      <a:pt x="28825" y="17605"/>
                      <a:pt x="28825" y="17605"/>
                      <a:pt x="29015" y="18275"/>
                    </a:cubicBezTo>
                    <a:cubicBezTo>
                      <a:pt x="29140" y="19185"/>
                      <a:pt x="28888" y="19832"/>
                      <a:pt x="28513" y="20653"/>
                    </a:cubicBezTo>
                    <a:cubicBezTo>
                      <a:pt x="28458" y="20783"/>
                      <a:pt x="28403" y="20913"/>
                      <a:pt x="28348" y="21045"/>
                    </a:cubicBezTo>
                    <a:cubicBezTo>
                      <a:pt x="28033" y="21765"/>
                      <a:pt x="27743" y="22408"/>
                      <a:pt x="27075" y="22855"/>
                    </a:cubicBezTo>
                    <a:cubicBezTo>
                      <a:pt x="26525" y="22802"/>
                      <a:pt x="26525" y="22802"/>
                      <a:pt x="25903" y="22653"/>
                    </a:cubicBezTo>
                    <a:cubicBezTo>
                      <a:pt x="25053" y="22533"/>
                      <a:pt x="24708" y="22520"/>
                      <a:pt x="23975" y="22987"/>
                    </a:cubicBezTo>
                    <a:cubicBezTo>
                      <a:pt x="23045" y="23835"/>
                      <a:pt x="22468" y="24575"/>
                      <a:pt x="22325" y="25855"/>
                    </a:cubicBezTo>
                    <a:cubicBezTo>
                      <a:pt x="22335" y="26305"/>
                      <a:pt x="22370" y="26745"/>
                      <a:pt x="22415" y="27193"/>
                    </a:cubicBezTo>
                    <a:cubicBezTo>
                      <a:pt x="22325" y="27605"/>
                      <a:pt x="22325" y="27605"/>
                      <a:pt x="21915" y="27997"/>
                    </a:cubicBezTo>
                    <a:cubicBezTo>
                      <a:pt x="21235" y="28410"/>
                      <a:pt x="20578" y="28672"/>
                      <a:pt x="19825" y="28918"/>
                    </a:cubicBezTo>
                    <a:cubicBezTo>
                      <a:pt x="19695" y="28965"/>
                      <a:pt x="19565" y="29010"/>
                      <a:pt x="19430" y="29057"/>
                    </a:cubicBezTo>
                    <a:cubicBezTo>
                      <a:pt x="18875" y="29242"/>
                      <a:pt x="18380" y="29355"/>
                      <a:pt x="17795" y="29350"/>
                    </a:cubicBezTo>
                    <a:cubicBezTo>
                      <a:pt x="17250" y="29065"/>
                      <a:pt x="17173" y="28872"/>
                      <a:pt x="16880" y="28350"/>
                    </a:cubicBezTo>
                    <a:cubicBezTo>
                      <a:pt x="16588" y="27872"/>
                      <a:pt x="16447" y="27648"/>
                      <a:pt x="15910" y="27463"/>
                    </a:cubicBezTo>
                    <a:cubicBezTo>
                      <a:pt x="15418" y="27413"/>
                      <a:pt x="14947" y="27413"/>
                      <a:pt x="14450" y="27432"/>
                    </a:cubicBezTo>
                    <a:cubicBezTo>
                      <a:pt x="14285" y="27430"/>
                      <a:pt x="14118" y="27425"/>
                      <a:pt x="13947" y="27422"/>
                    </a:cubicBezTo>
                    <a:cubicBezTo>
                      <a:pt x="12758" y="27443"/>
                      <a:pt x="12758" y="27443"/>
                      <a:pt x="12258" y="27885"/>
                    </a:cubicBezTo>
                    <a:cubicBezTo>
                      <a:pt x="12000" y="28225"/>
                      <a:pt x="12000" y="28225"/>
                      <a:pt x="11793" y="28562"/>
                    </a:cubicBezTo>
                    <a:cubicBezTo>
                      <a:pt x="11575" y="28855"/>
                      <a:pt x="11575" y="28855"/>
                      <a:pt x="10920" y="29120"/>
                    </a:cubicBezTo>
                    <a:cubicBezTo>
                      <a:pt x="9578" y="29245"/>
                      <a:pt x="7968" y="28492"/>
                      <a:pt x="6920" y="27682"/>
                    </a:cubicBezTo>
                    <a:cubicBezTo>
                      <a:pt x="6523" y="27018"/>
                      <a:pt x="6565" y="26810"/>
                      <a:pt x="6623" y="26057"/>
                    </a:cubicBezTo>
                    <a:cubicBezTo>
                      <a:pt x="6670" y="24765"/>
                      <a:pt x="6233" y="24015"/>
                      <a:pt x="5410" y="23038"/>
                    </a:cubicBezTo>
                    <a:cubicBezTo>
                      <a:pt x="4572" y="22420"/>
                      <a:pt x="3888" y="22440"/>
                      <a:pt x="2878" y="22430"/>
                    </a:cubicBezTo>
                    <a:cubicBezTo>
                      <a:pt x="1908" y="22408"/>
                      <a:pt x="1908" y="22408"/>
                      <a:pt x="1438" y="22110"/>
                    </a:cubicBezTo>
                    <a:cubicBezTo>
                      <a:pt x="1140" y="21700"/>
                      <a:pt x="988" y="21338"/>
                      <a:pt x="825" y="20855"/>
                    </a:cubicBezTo>
                    <a:cubicBezTo>
                      <a:pt x="785" y="20742"/>
                      <a:pt x="785" y="20742"/>
                      <a:pt x="585" y="20180"/>
                    </a:cubicBezTo>
                    <a:cubicBezTo>
                      <a:pt x="0" y="18360"/>
                      <a:pt x="0" y="18360"/>
                      <a:pt x="230" y="17582"/>
                    </a:cubicBezTo>
                    <a:cubicBezTo>
                      <a:pt x="555" y="17133"/>
                      <a:pt x="775" y="16955"/>
                      <a:pt x="1220" y="16650"/>
                    </a:cubicBezTo>
                    <a:cubicBezTo>
                      <a:pt x="1615" y="16353"/>
                      <a:pt x="1798" y="16193"/>
                      <a:pt x="1950" y="15718"/>
                    </a:cubicBezTo>
                    <a:cubicBezTo>
                      <a:pt x="2003" y="15263"/>
                      <a:pt x="2010" y="14830"/>
                      <a:pt x="1998" y="14370"/>
                    </a:cubicBezTo>
                    <a:cubicBezTo>
                      <a:pt x="1995" y="14213"/>
                      <a:pt x="1993" y="14055"/>
                      <a:pt x="1993" y="13892"/>
                    </a:cubicBezTo>
                    <a:cubicBezTo>
                      <a:pt x="1958" y="13175"/>
                      <a:pt x="1928" y="12740"/>
                      <a:pt x="1485" y="12160"/>
                    </a:cubicBezTo>
                    <a:cubicBezTo>
                      <a:pt x="1218" y="11970"/>
                      <a:pt x="942" y="11790"/>
                      <a:pt x="665" y="11617"/>
                    </a:cubicBezTo>
                    <a:cubicBezTo>
                      <a:pt x="325" y="11355"/>
                      <a:pt x="325" y="11355"/>
                      <a:pt x="183" y="10985"/>
                    </a:cubicBezTo>
                    <a:cubicBezTo>
                      <a:pt x="78" y="9415"/>
                      <a:pt x="998" y="7845"/>
                      <a:pt x="1935" y="6645"/>
                    </a:cubicBezTo>
                    <a:cubicBezTo>
                      <a:pt x="2325" y="6355"/>
                      <a:pt x="2325" y="6355"/>
                      <a:pt x="2765" y="6398"/>
                    </a:cubicBezTo>
                    <a:cubicBezTo>
                      <a:pt x="2845" y="6422"/>
                      <a:pt x="2845" y="6422"/>
                      <a:pt x="3248" y="6543"/>
                    </a:cubicBezTo>
                    <a:cubicBezTo>
                      <a:pt x="3980" y="6672"/>
                      <a:pt x="4238" y="6660"/>
                      <a:pt x="4883" y="6260"/>
                    </a:cubicBezTo>
                    <a:cubicBezTo>
                      <a:pt x="6435" y="4903"/>
                      <a:pt x="6435" y="4903"/>
                      <a:pt x="6825" y="4105"/>
                    </a:cubicBezTo>
                    <a:cubicBezTo>
                      <a:pt x="6803" y="3582"/>
                      <a:pt x="6803" y="3582"/>
                      <a:pt x="6730" y="3010"/>
                    </a:cubicBezTo>
                    <a:cubicBezTo>
                      <a:pt x="6715" y="2410"/>
                      <a:pt x="6715" y="2410"/>
                      <a:pt x="6825" y="1855"/>
                    </a:cubicBezTo>
                    <a:cubicBezTo>
                      <a:pt x="7408" y="1260"/>
                      <a:pt x="8070" y="943"/>
                      <a:pt x="8825" y="605"/>
                    </a:cubicBezTo>
                    <a:cubicBezTo>
                      <a:pt x="8933" y="550"/>
                      <a:pt x="8933" y="550"/>
                      <a:pt x="9480" y="278"/>
                    </a:cubicBezTo>
                    <a:cubicBezTo>
                      <a:pt x="10263" y="50"/>
                      <a:pt x="10760" y="0"/>
                      <a:pt x="11575" y="105"/>
                    </a:cubicBezTo>
                    <a:close/>
                    <a:moveTo>
                      <a:pt x="9075" y="2855"/>
                    </a:moveTo>
                    <a:cubicBezTo>
                      <a:pt x="9033" y="3325"/>
                      <a:pt x="9033" y="3325"/>
                      <a:pt x="9028" y="3885"/>
                    </a:cubicBezTo>
                    <a:cubicBezTo>
                      <a:pt x="8893" y="5370"/>
                      <a:pt x="8120" y="6110"/>
                      <a:pt x="7075" y="7105"/>
                    </a:cubicBezTo>
                    <a:cubicBezTo>
                      <a:pt x="6935" y="7253"/>
                      <a:pt x="6795" y="7403"/>
                      <a:pt x="6650" y="7555"/>
                    </a:cubicBezTo>
                    <a:cubicBezTo>
                      <a:pt x="5678" y="8508"/>
                      <a:pt x="4938" y="8775"/>
                      <a:pt x="3580" y="8805"/>
                    </a:cubicBezTo>
                    <a:cubicBezTo>
                      <a:pt x="3020" y="8860"/>
                      <a:pt x="2758" y="9010"/>
                      <a:pt x="2325" y="9355"/>
                    </a:cubicBezTo>
                    <a:cubicBezTo>
                      <a:pt x="2418" y="10465"/>
                      <a:pt x="2418" y="10465"/>
                      <a:pt x="2860" y="10858"/>
                    </a:cubicBezTo>
                    <a:cubicBezTo>
                      <a:pt x="3200" y="11090"/>
                      <a:pt x="3200" y="11090"/>
                      <a:pt x="3535" y="11283"/>
                    </a:cubicBezTo>
                    <a:cubicBezTo>
                      <a:pt x="4290" y="12122"/>
                      <a:pt x="4135" y="13790"/>
                      <a:pt x="4153" y="14870"/>
                    </a:cubicBezTo>
                    <a:cubicBezTo>
                      <a:pt x="4158" y="14945"/>
                      <a:pt x="4158" y="14945"/>
                      <a:pt x="4175" y="15325"/>
                    </a:cubicBezTo>
                    <a:cubicBezTo>
                      <a:pt x="4188" y="16150"/>
                      <a:pt x="4115" y="16658"/>
                      <a:pt x="3598" y="17318"/>
                    </a:cubicBezTo>
                    <a:cubicBezTo>
                      <a:pt x="3185" y="17742"/>
                      <a:pt x="2840" y="18073"/>
                      <a:pt x="2325" y="18355"/>
                    </a:cubicBezTo>
                    <a:cubicBezTo>
                      <a:pt x="2345" y="18593"/>
                      <a:pt x="2365" y="18830"/>
                      <a:pt x="2388" y="19075"/>
                    </a:cubicBezTo>
                    <a:cubicBezTo>
                      <a:pt x="2400" y="19207"/>
                      <a:pt x="2410" y="19340"/>
                      <a:pt x="2423" y="19478"/>
                    </a:cubicBezTo>
                    <a:cubicBezTo>
                      <a:pt x="2575" y="19855"/>
                      <a:pt x="2575" y="19855"/>
                      <a:pt x="3015" y="20150"/>
                    </a:cubicBezTo>
                    <a:cubicBezTo>
                      <a:pt x="3613" y="20367"/>
                      <a:pt x="4083" y="20413"/>
                      <a:pt x="4715" y="20432"/>
                    </a:cubicBezTo>
                    <a:cubicBezTo>
                      <a:pt x="5740" y="20520"/>
                      <a:pt x="5740" y="20520"/>
                      <a:pt x="6120" y="20898"/>
                    </a:cubicBezTo>
                    <a:cubicBezTo>
                      <a:pt x="6310" y="21245"/>
                      <a:pt x="6310" y="21245"/>
                      <a:pt x="6575" y="21855"/>
                    </a:cubicBezTo>
                    <a:cubicBezTo>
                      <a:pt x="6740" y="21855"/>
                      <a:pt x="6905" y="21855"/>
                      <a:pt x="7075" y="21855"/>
                    </a:cubicBezTo>
                    <a:cubicBezTo>
                      <a:pt x="7103" y="21968"/>
                      <a:pt x="7133" y="22080"/>
                      <a:pt x="7160" y="22198"/>
                    </a:cubicBezTo>
                    <a:cubicBezTo>
                      <a:pt x="7353" y="22672"/>
                      <a:pt x="7548" y="22812"/>
                      <a:pt x="7950" y="23120"/>
                    </a:cubicBezTo>
                    <a:cubicBezTo>
                      <a:pt x="8618" y="23742"/>
                      <a:pt x="8678" y="24255"/>
                      <a:pt x="8748" y="25153"/>
                    </a:cubicBezTo>
                    <a:cubicBezTo>
                      <a:pt x="8753" y="25367"/>
                      <a:pt x="8760" y="25582"/>
                      <a:pt x="8765" y="25802"/>
                    </a:cubicBezTo>
                    <a:cubicBezTo>
                      <a:pt x="8825" y="26355"/>
                      <a:pt x="8825" y="26355"/>
                      <a:pt x="9325" y="26855"/>
                    </a:cubicBezTo>
                    <a:cubicBezTo>
                      <a:pt x="9920" y="26825"/>
                      <a:pt x="9920" y="26825"/>
                      <a:pt x="10575" y="26605"/>
                    </a:cubicBezTo>
                    <a:cubicBezTo>
                      <a:pt x="10697" y="26437"/>
                      <a:pt x="10820" y="26273"/>
                      <a:pt x="10945" y="26100"/>
                    </a:cubicBezTo>
                    <a:cubicBezTo>
                      <a:pt x="11505" y="25518"/>
                      <a:pt x="12045" y="25510"/>
                      <a:pt x="12833" y="25463"/>
                    </a:cubicBezTo>
                    <a:cubicBezTo>
                      <a:pt x="13197" y="25460"/>
                      <a:pt x="13565" y="25455"/>
                      <a:pt x="13933" y="25460"/>
                    </a:cubicBezTo>
                    <a:cubicBezTo>
                      <a:pt x="14308" y="25465"/>
                      <a:pt x="14683" y="25455"/>
                      <a:pt x="15060" y="25448"/>
                    </a:cubicBezTo>
                    <a:cubicBezTo>
                      <a:pt x="16840" y="25450"/>
                      <a:pt x="16840" y="25450"/>
                      <a:pt x="17503" y="25888"/>
                    </a:cubicBezTo>
                    <a:cubicBezTo>
                      <a:pt x="17833" y="26230"/>
                      <a:pt x="17833" y="26230"/>
                      <a:pt x="18085" y="26570"/>
                    </a:cubicBezTo>
                    <a:cubicBezTo>
                      <a:pt x="18325" y="26855"/>
                      <a:pt x="18325" y="26855"/>
                      <a:pt x="18980" y="27010"/>
                    </a:cubicBezTo>
                    <a:cubicBezTo>
                      <a:pt x="19575" y="26855"/>
                      <a:pt x="19575" y="26855"/>
                      <a:pt x="20013" y="26355"/>
                    </a:cubicBezTo>
                    <a:cubicBezTo>
                      <a:pt x="20317" y="25770"/>
                      <a:pt x="20350" y="25290"/>
                      <a:pt x="20373" y="24635"/>
                    </a:cubicBezTo>
                    <a:cubicBezTo>
                      <a:pt x="20458" y="23672"/>
                      <a:pt x="20785" y="23307"/>
                      <a:pt x="21513" y="22682"/>
                    </a:cubicBezTo>
                    <a:cubicBezTo>
                      <a:pt x="21695" y="22543"/>
                      <a:pt x="21878" y="22403"/>
                      <a:pt x="22065" y="22258"/>
                    </a:cubicBezTo>
                    <a:cubicBezTo>
                      <a:pt x="22515" y="21903"/>
                      <a:pt x="22828" y="21565"/>
                      <a:pt x="23185" y="21120"/>
                    </a:cubicBezTo>
                    <a:cubicBezTo>
                      <a:pt x="23598" y="20685"/>
                      <a:pt x="23773" y="20610"/>
                      <a:pt x="24383" y="20548"/>
                    </a:cubicBezTo>
                    <a:cubicBezTo>
                      <a:pt x="24783" y="20555"/>
                      <a:pt x="25180" y="20575"/>
                      <a:pt x="25578" y="20610"/>
                    </a:cubicBezTo>
                    <a:cubicBezTo>
                      <a:pt x="26075" y="20605"/>
                      <a:pt x="26075" y="20605"/>
                      <a:pt x="26575" y="20105"/>
                    </a:cubicBezTo>
                    <a:cubicBezTo>
                      <a:pt x="26625" y="19728"/>
                      <a:pt x="26625" y="19728"/>
                      <a:pt x="26605" y="19325"/>
                    </a:cubicBezTo>
                    <a:cubicBezTo>
                      <a:pt x="26595" y="19088"/>
                      <a:pt x="26585" y="18850"/>
                      <a:pt x="26575" y="18605"/>
                    </a:cubicBezTo>
                    <a:cubicBezTo>
                      <a:pt x="26245" y="18440"/>
                      <a:pt x="25915" y="18275"/>
                      <a:pt x="25575" y="18105"/>
                    </a:cubicBezTo>
                    <a:cubicBezTo>
                      <a:pt x="25550" y="17228"/>
                      <a:pt x="25533" y="16353"/>
                      <a:pt x="25520" y="15475"/>
                    </a:cubicBezTo>
                    <a:cubicBezTo>
                      <a:pt x="25515" y="15177"/>
                      <a:pt x="25508" y="14880"/>
                      <a:pt x="25500" y="14582"/>
                    </a:cubicBezTo>
                    <a:cubicBezTo>
                      <a:pt x="25488" y="14153"/>
                      <a:pt x="25483" y="13725"/>
                      <a:pt x="25478" y="13295"/>
                    </a:cubicBezTo>
                    <a:cubicBezTo>
                      <a:pt x="25473" y="13163"/>
                      <a:pt x="25468" y="13030"/>
                      <a:pt x="25463" y="12892"/>
                    </a:cubicBezTo>
                    <a:cubicBezTo>
                      <a:pt x="25463" y="12515"/>
                      <a:pt x="25463" y="12515"/>
                      <a:pt x="25575" y="11855"/>
                    </a:cubicBezTo>
                    <a:cubicBezTo>
                      <a:pt x="26072" y="11418"/>
                      <a:pt x="26072" y="11418"/>
                      <a:pt x="26575" y="11105"/>
                    </a:cubicBezTo>
                    <a:cubicBezTo>
                      <a:pt x="26745" y="10508"/>
                      <a:pt x="26695" y="9963"/>
                      <a:pt x="26575" y="9355"/>
                    </a:cubicBezTo>
                    <a:cubicBezTo>
                      <a:pt x="26310" y="8995"/>
                      <a:pt x="26310" y="8995"/>
                      <a:pt x="25825" y="8855"/>
                    </a:cubicBezTo>
                    <a:cubicBezTo>
                      <a:pt x="25543" y="8862"/>
                      <a:pt x="25263" y="8872"/>
                      <a:pt x="24980" y="8885"/>
                    </a:cubicBezTo>
                    <a:cubicBezTo>
                      <a:pt x="24190" y="8903"/>
                      <a:pt x="23758" y="8763"/>
                      <a:pt x="23155" y="8207"/>
                    </a:cubicBezTo>
                    <a:cubicBezTo>
                      <a:pt x="22575" y="7588"/>
                      <a:pt x="22013" y="6953"/>
                      <a:pt x="21463" y="6305"/>
                    </a:cubicBezTo>
                    <a:cubicBezTo>
                      <a:pt x="21075" y="5855"/>
                      <a:pt x="21075" y="5855"/>
                      <a:pt x="20575" y="5355"/>
                    </a:cubicBezTo>
                    <a:cubicBezTo>
                      <a:pt x="20553" y="4905"/>
                      <a:pt x="20553" y="4905"/>
                      <a:pt x="20590" y="4385"/>
                    </a:cubicBezTo>
                    <a:cubicBezTo>
                      <a:pt x="20605" y="3683"/>
                      <a:pt x="20588" y="3380"/>
                      <a:pt x="20278" y="2730"/>
                    </a:cubicBezTo>
                    <a:cubicBezTo>
                      <a:pt x="19825" y="2355"/>
                      <a:pt x="19825" y="2355"/>
                      <a:pt x="19230" y="2200"/>
                    </a:cubicBezTo>
                    <a:cubicBezTo>
                      <a:pt x="18458" y="2383"/>
                      <a:pt x="18465" y="2475"/>
                      <a:pt x="18067" y="3108"/>
                    </a:cubicBezTo>
                    <a:cubicBezTo>
                      <a:pt x="17645" y="3635"/>
                      <a:pt x="17433" y="3830"/>
                      <a:pt x="16768" y="3983"/>
                    </a:cubicBezTo>
                    <a:cubicBezTo>
                      <a:pt x="16105" y="4013"/>
                      <a:pt x="15458" y="3998"/>
                      <a:pt x="14795" y="3965"/>
                    </a:cubicBezTo>
                    <a:cubicBezTo>
                      <a:pt x="14567" y="3960"/>
                      <a:pt x="14340" y="3955"/>
                      <a:pt x="14108" y="3950"/>
                    </a:cubicBezTo>
                    <a:cubicBezTo>
                      <a:pt x="12197" y="3897"/>
                      <a:pt x="12197" y="3897"/>
                      <a:pt x="11575" y="3605"/>
                    </a:cubicBezTo>
                    <a:cubicBezTo>
                      <a:pt x="11293" y="3105"/>
                      <a:pt x="11293" y="3105"/>
                      <a:pt x="11075" y="2605"/>
                    </a:cubicBezTo>
                    <a:cubicBezTo>
                      <a:pt x="10825" y="2355"/>
                      <a:pt x="10825" y="2355"/>
                      <a:pt x="10215" y="2308"/>
                    </a:cubicBezTo>
                    <a:cubicBezTo>
                      <a:pt x="9575" y="2355"/>
                      <a:pt x="9575" y="2355"/>
                      <a:pt x="9075" y="2855"/>
                    </a:cubicBezTo>
                    <a:close/>
                  </a:path>
                </a:pathLst>
              </a:custGeom>
              <a:solidFill>
                <a:srgbClr val="6A889A"/>
              </a:solidFill>
              <a:ln w="0">
                <a:noFill/>
              </a:ln>
            </p:spPr>
          </p:sp>
          <p:sp>
            <p:nvSpPr>
              <p:cNvPr id="229" name="database_process vector"/>
              <p:cNvSpPr/>
              <p:nvPr/>
            </p:nvSpPr>
            <p:spPr>
              <a:xfrm>
                <a:off x="6851133" y="1297841"/>
                <a:ext cx="515242" cy="150647"/>
              </a:xfrm>
              <a:custGeom>
                <a:avLst/>
                <a:gdLst/>
                <a:ahLst/>
                <a:cxnLst/>
                <a:rect l="0" t="0" r="r" b="b"/>
                <a:pathLst>
                  <a:path w="56347" h="16475" fill="norm" stroke="0">
                    <a:moveTo>
                      <a:pt x="54415" y="0"/>
                    </a:moveTo>
                    <a:cubicBezTo>
                      <a:pt x="54490" y="0"/>
                      <a:pt x="54490" y="0"/>
                      <a:pt x="54875" y="5"/>
                    </a:cubicBezTo>
                    <a:cubicBezTo>
                      <a:pt x="55027" y="2"/>
                      <a:pt x="55180" y="2"/>
                      <a:pt x="55337" y="0"/>
                    </a:cubicBezTo>
                    <a:cubicBezTo>
                      <a:pt x="55750" y="67"/>
                      <a:pt x="55750" y="67"/>
                      <a:pt x="56250" y="567"/>
                    </a:cubicBezTo>
                    <a:cubicBezTo>
                      <a:pt x="56305" y="1123"/>
                      <a:pt x="56327" y="1648"/>
                      <a:pt x="56325" y="2202"/>
                    </a:cubicBezTo>
                    <a:cubicBezTo>
                      <a:pt x="56327" y="2365"/>
                      <a:pt x="56327" y="2528"/>
                      <a:pt x="56330" y="2695"/>
                    </a:cubicBezTo>
                    <a:cubicBezTo>
                      <a:pt x="56330" y="3037"/>
                      <a:pt x="56330" y="3382"/>
                      <a:pt x="56330" y="3725"/>
                    </a:cubicBezTo>
                    <a:cubicBezTo>
                      <a:pt x="56330" y="4248"/>
                      <a:pt x="56335" y="4770"/>
                      <a:pt x="56342" y="5293"/>
                    </a:cubicBezTo>
                    <a:cubicBezTo>
                      <a:pt x="56342" y="5627"/>
                      <a:pt x="56342" y="5963"/>
                      <a:pt x="56342" y="6298"/>
                    </a:cubicBezTo>
                    <a:cubicBezTo>
                      <a:pt x="56345" y="6452"/>
                      <a:pt x="56347" y="6608"/>
                      <a:pt x="56347" y="6765"/>
                    </a:cubicBezTo>
                    <a:cubicBezTo>
                      <a:pt x="56332" y="8202"/>
                      <a:pt x="55787" y="9403"/>
                      <a:pt x="54847" y="10498"/>
                    </a:cubicBezTo>
                    <a:cubicBezTo>
                      <a:pt x="53472" y="11760"/>
                      <a:pt x="51655" y="12505"/>
                      <a:pt x="49970" y="13255"/>
                    </a:cubicBezTo>
                    <a:cubicBezTo>
                      <a:pt x="49805" y="13327"/>
                      <a:pt x="49642" y="13400"/>
                      <a:pt x="49472" y="13477"/>
                    </a:cubicBezTo>
                    <a:cubicBezTo>
                      <a:pt x="48462" y="13912"/>
                      <a:pt x="47470" y="14225"/>
                      <a:pt x="46392" y="14460"/>
                    </a:cubicBezTo>
                    <a:cubicBezTo>
                      <a:pt x="46000" y="14567"/>
                      <a:pt x="46000" y="14567"/>
                      <a:pt x="45750" y="14817"/>
                    </a:cubicBezTo>
                    <a:cubicBezTo>
                      <a:pt x="40192" y="16125"/>
                      <a:pt x="34595" y="16442"/>
                      <a:pt x="28912" y="16415"/>
                    </a:cubicBezTo>
                    <a:cubicBezTo>
                      <a:pt x="28062" y="16410"/>
                      <a:pt x="27212" y="16412"/>
                      <a:pt x="26362" y="16418"/>
                    </a:cubicBezTo>
                    <a:cubicBezTo>
                      <a:pt x="12805" y="16475"/>
                      <a:pt x="12805" y="16475"/>
                      <a:pt x="8750" y="14317"/>
                    </a:cubicBezTo>
                    <a:cubicBezTo>
                      <a:pt x="8445" y="14235"/>
                      <a:pt x="8137" y="14160"/>
                      <a:pt x="7830" y="14097"/>
                    </a:cubicBezTo>
                    <a:cubicBezTo>
                      <a:pt x="6645" y="13815"/>
                      <a:pt x="5597" y="13340"/>
                      <a:pt x="4500" y="12817"/>
                    </a:cubicBezTo>
                    <a:cubicBezTo>
                      <a:pt x="4247" y="12700"/>
                      <a:pt x="3997" y="12585"/>
                      <a:pt x="3745" y="12470"/>
                    </a:cubicBezTo>
                    <a:cubicBezTo>
                      <a:pt x="2265" y="11780"/>
                      <a:pt x="1050" y="11113"/>
                      <a:pt x="0" y="9817"/>
                    </a:cubicBezTo>
                    <a:cubicBezTo>
                      <a:pt x="82" y="9570"/>
                      <a:pt x="165" y="9322"/>
                      <a:pt x="250" y="9067"/>
                    </a:cubicBezTo>
                    <a:cubicBezTo>
                      <a:pt x="678" y="9102"/>
                      <a:pt x="1105" y="9140"/>
                      <a:pt x="1532" y="9175"/>
                    </a:cubicBezTo>
                    <a:cubicBezTo>
                      <a:pt x="1770" y="9195"/>
                      <a:pt x="2007" y="9218"/>
                      <a:pt x="2252" y="9238"/>
                    </a:cubicBezTo>
                    <a:cubicBezTo>
                      <a:pt x="3590" y="9373"/>
                      <a:pt x="4722" y="9610"/>
                      <a:pt x="5955" y="10160"/>
                    </a:cubicBezTo>
                    <a:cubicBezTo>
                      <a:pt x="6220" y="10275"/>
                      <a:pt x="6485" y="10387"/>
                      <a:pt x="6750" y="10500"/>
                    </a:cubicBezTo>
                    <a:cubicBezTo>
                      <a:pt x="6880" y="10555"/>
                      <a:pt x="7007" y="10610"/>
                      <a:pt x="7140" y="10665"/>
                    </a:cubicBezTo>
                    <a:cubicBezTo>
                      <a:pt x="9192" y="11525"/>
                      <a:pt x="11322" y="11925"/>
                      <a:pt x="13500" y="12317"/>
                    </a:cubicBezTo>
                    <a:cubicBezTo>
                      <a:pt x="13592" y="12332"/>
                      <a:pt x="13592" y="12332"/>
                      <a:pt x="14050" y="12418"/>
                    </a:cubicBezTo>
                    <a:cubicBezTo>
                      <a:pt x="20962" y="13685"/>
                      <a:pt x="28155" y="13505"/>
                      <a:pt x="35157" y="13222"/>
                    </a:cubicBezTo>
                    <a:cubicBezTo>
                      <a:pt x="35262" y="13220"/>
                      <a:pt x="35262" y="13220"/>
                      <a:pt x="35803" y="13200"/>
                    </a:cubicBezTo>
                    <a:cubicBezTo>
                      <a:pt x="36907" y="13145"/>
                      <a:pt x="37905" y="12988"/>
                      <a:pt x="38972" y="12695"/>
                    </a:cubicBezTo>
                    <a:cubicBezTo>
                      <a:pt x="40240" y="12387"/>
                      <a:pt x="41558" y="12278"/>
                      <a:pt x="42850" y="12125"/>
                    </a:cubicBezTo>
                    <a:cubicBezTo>
                      <a:pt x="44152" y="11955"/>
                      <a:pt x="45110" y="11710"/>
                      <a:pt x="46250" y="11067"/>
                    </a:cubicBezTo>
                    <a:cubicBezTo>
                      <a:pt x="46747" y="10920"/>
                      <a:pt x="46747" y="10920"/>
                      <a:pt x="47188" y="10832"/>
                    </a:cubicBezTo>
                    <a:cubicBezTo>
                      <a:pt x="49072" y="10395"/>
                      <a:pt x="51717" y="9657"/>
                      <a:pt x="52892" y="8020"/>
                    </a:cubicBezTo>
                    <a:cubicBezTo>
                      <a:pt x="53332" y="7265"/>
                      <a:pt x="53360" y="6597"/>
                      <a:pt x="53362" y="5735"/>
                    </a:cubicBezTo>
                    <a:cubicBezTo>
                      <a:pt x="53365" y="5588"/>
                      <a:pt x="53367" y="5442"/>
                      <a:pt x="53372" y="5290"/>
                    </a:cubicBezTo>
                    <a:cubicBezTo>
                      <a:pt x="53382" y="4825"/>
                      <a:pt x="53387" y="4360"/>
                      <a:pt x="53392" y="3895"/>
                    </a:cubicBezTo>
                    <a:cubicBezTo>
                      <a:pt x="53397" y="3428"/>
                      <a:pt x="53405" y="2958"/>
                      <a:pt x="53415" y="2490"/>
                    </a:cubicBezTo>
                    <a:cubicBezTo>
                      <a:pt x="53420" y="2200"/>
                      <a:pt x="53425" y="1910"/>
                      <a:pt x="53425" y="1620"/>
                    </a:cubicBezTo>
                    <a:cubicBezTo>
                      <a:pt x="53442" y="790"/>
                      <a:pt x="53457" y="155"/>
                      <a:pt x="54415" y="0"/>
                    </a:cubicBezTo>
                    <a:close/>
                  </a:path>
                </a:pathLst>
              </a:custGeom>
              <a:solidFill>
                <a:srgbClr val="555E64"/>
              </a:solidFill>
              <a:ln w="0">
                <a:noFill/>
              </a:ln>
            </p:spPr>
          </p:sp>
          <p:sp>
            <p:nvSpPr>
              <p:cNvPr id="230" name="database_process vector"/>
              <p:cNvSpPr/>
              <p:nvPr/>
            </p:nvSpPr>
            <p:spPr>
              <a:xfrm>
                <a:off x="6981437" y="1071159"/>
                <a:ext cx="277772" cy="312473"/>
              </a:xfrm>
              <a:custGeom>
                <a:avLst/>
                <a:gdLst/>
                <a:ahLst/>
                <a:cxnLst/>
                <a:rect l="0" t="0" r="r" b="b"/>
                <a:pathLst>
                  <a:path w="30377" h="34172" fill="norm" stroke="0">
                    <a:moveTo>
                      <a:pt x="4010" y="17"/>
                    </a:moveTo>
                    <a:cubicBezTo>
                      <a:pt x="4120" y="17"/>
                      <a:pt x="4120" y="17"/>
                      <a:pt x="4675" y="15"/>
                    </a:cubicBezTo>
                    <a:cubicBezTo>
                      <a:pt x="5395" y="15"/>
                      <a:pt x="6115" y="20"/>
                      <a:pt x="6837" y="25"/>
                    </a:cubicBezTo>
                    <a:cubicBezTo>
                      <a:pt x="7340" y="25"/>
                      <a:pt x="7842" y="25"/>
                      <a:pt x="8347" y="25"/>
                    </a:cubicBezTo>
                    <a:cubicBezTo>
                      <a:pt x="9400" y="28"/>
                      <a:pt x="10452" y="30"/>
                      <a:pt x="11507" y="37"/>
                    </a:cubicBezTo>
                    <a:cubicBezTo>
                      <a:pt x="12855" y="43"/>
                      <a:pt x="14202" y="45"/>
                      <a:pt x="15550" y="47"/>
                    </a:cubicBezTo>
                    <a:cubicBezTo>
                      <a:pt x="16587" y="47"/>
                      <a:pt x="17627" y="50"/>
                      <a:pt x="18665" y="52"/>
                    </a:cubicBezTo>
                    <a:cubicBezTo>
                      <a:pt x="19163" y="55"/>
                      <a:pt x="19660" y="57"/>
                      <a:pt x="20155" y="57"/>
                    </a:cubicBezTo>
                    <a:cubicBezTo>
                      <a:pt x="20850" y="60"/>
                      <a:pt x="21548" y="62"/>
                      <a:pt x="22242" y="67"/>
                    </a:cubicBezTo>
                    <a:cubicBezTo>
                      <a:pt x="22445" y="67"/>
                      <a:pt x="22650" y="67"/>
                      <a:pt x="22857" y="67"/>
                    </a:cubicBezTo>
                    <a:cubicBezTo>
                      <a:pt x="26075" y="90"/>
                      <a:pt x="26075" y="90"/>
                      <a:pt x="27033" y="810"/>
                    </a:cubicBezTo>
                    <a:cubicBezTo>
                      <a:pt x="27153" y="900"/>
                      <a:pt x="27275" y="992"/>
                      <a:pt x="27400" y="1085"/>
                    </a:cubicBezTo>
                    <a:cubicBezTo>
                      <a:pt x="27457" y="1130"/>
                      <a:pt x="27457" y="1130"/>
                      <a:pt x="27750" y="1358"/>
                    </a:cubicBezTo>
                    <a:cubicBezTo>
                      <a:pt x="27862" y="1425"/>
                      <a:pt x="27972" y="1495"/>
                      <a:pt x="28087" y="1565"/>
                    </a:cubicBezTo>
                    <a:cubicBezTo>
                      <a:pt x="29185" y="2297"/>
                      <a:pt x="29533" y="3418"/>
                      <a:pt x="30000" y="4608"/>
                    </a:cubicBezTo>
                    <a:cubicBezTo>
                      <a:pt x="30043" y="4690"/>
                      <a:pt x="30043" y="4690"/>
                      <a:pt x="30250" y="5108"/>
                    </a:cubicBezTo>
                    <a:cubicBezTo>
                      <a:pt x="30275" y="5425"/>
                      <a:pt x="30285" y="5745"/>
                      <a:pt x="30288" y="6062"/>
                    </a:cubicBezTo>
                    <a:cubicBezTo>
                      <a:pt x="30290" y="6263"/>
                      <a:pt x="30290" y="6462"/>
                      <a:pt x="30293" y="6668"/>
                    </a:cubicBezTo>
                    <a:cubicBezTo>
                      <a:pt x="30293" y="6885"/>
                      <a:pt x="30295" y="7105"/>
                      <a:pt x="30295" y="7330"/>
                    </a:cubicBezTo>
                    <a:cubicBezTo>
                      <a:pt x="30298" y="7562"/>
                      <a:pt x="30298" y="7793"/>
                      <a:pt x="30300" y="8030"/>
                    </a:cubicBezTo>
                    <a:cubicBezTo>
                      <a:pt x="30305" y="8795"/>
                      <a:pt x="30308" y="9560"/>
                      <a:pt x="30310" y="10328"/>
                    </a:cubicBezTo>
                    <a:cubicBezTo>
                      <a:pt x="30312" y="10590"/>
                      <a:pt x="30312" y="10855"/>
                      <a:pt x="30312" y="11120"/>
                    </a:cubicBezTo>
                    <a:cubicBezTo>
                      <a:pt x="30317" y="12360"/>
                      <a:pt x="30322" y="13603"/>
                      <a:pt x="30325" y="14845"/>
                    </a:cubicBezTo>
                    <a:cubicBezTo>
                      <a:pt x="30325" y="16275"/>
                      <a:pt x="30332" y="17705"/>
                      <a:pt x="30342" y="19135"/>
                    </a:cubicBezTo>
                    <a:cubicBezTo>
                      <a:pt x="30350" y="20242"/>
                      <a:pt x="30355" y="21350"/>
                      <a:pt x="30355" y="22457"/>
                    </a:cubicBezTo>
                    <a:cubicBezTo>
                      <a:pt x="30355" y="23120"/>
                      <a:pt x="30357" y="23780"/>
                      <a:pt x="30365" y="24440"/>
                    </a:cubicBezTo>
                    <a:cubicBezTo>
                      <a:pt x="30370" y="25177"/>
                      <a:pt x="30370" y="25918"/>
                      <a:pt x="30367" y="26655"/>
                    </a:cubicBezTo>
                    <a:cubicBezTo>
                      <a:pt x="30372" y="26873"/>
                      <a:pt x="30375" y="27087"/>
                      <a:pt x="30377" y="27310"/>
                    </a:cubicBezTo>
                    <a:cubicBezTo>
                      <a:pt x="30360" y="29295"/>
                      <a:pt x="29697" y="31052"/>
                      <a:pt x="28355" y="32538"/>
                    </a:cubicBezTo>
                    <a:cubicBezTo>
                      <a:pt x="26625" y="34103"/>
                      <a:pt x="24720" y="34145"/>
                      <a:pt x="22497" y="34142"/>
                    </a:cubicBezTo>
                    <a:cubicBezTo>
                      <a:pt x="22275" y="34145"/>
                      <a:pt x="22053" y="34145"/>
                      <a:pt x="21825" y="34145"/>
                    </a:cubicBezTo>
                    <a:cubicBezTo>
                      <a:pt x="21220" y="34147"/>
                      <a:pt x="20615" y="34147"/>
                      <a:pt x="20013" y="34147"/>
                    </a:cubicBezTo>
                    <a:cubicBezTo>
                      <a:pt x="19632" y="34147"/>
                      <a:pt x="19255" y="34150"/>
                      <a:pt x="18877" y="34150"/>
                    </a:cubicBezTo>
                    <a:cubicBezTo>
                      <a:pt x="17553" y="34152"/>
                      <a:pt x="16230" y="34152"/>
                      <a:pt x="14908" y="34152"/>
                    </a:cubicBezTo>
                    <a:cubicBezTo>
                      <a:pt x="13678" y="34152"/>
                      <a:pt x="12447" y="34155"/>
                      <a:pt x="11220" y="34160"/>
                    </a:cubicBezTo>
                    <a:cubicBezTo>
                      <a:pt x="10160" y="34163"/>
                      <a:pt x="9100" y="34165"/>
                      <a:pt x="8043" y="34165"/>
                    </a:cubicBezTo>
                    <a:cubicBezTo>
                      <a:pt x="7410" y="34165"/>
                      <a:pt x="6780" y="34165"/>
                      <a:pt x="6150" y="34168"/>
                    </a:cubicBezTo>
                    <a:cubicBezTo>
                      <a:pt x="5445" y="34170"/>
                      <a:pt x="4740" y="34170"/>
                      <a:pt x="4038" y="34168"/>
                    </a:cubicBezTo>
                    <a:cubicBezTo>
                      <a:pt x="3830" y="34168"/>
                      <a:pt x="3625" y="34170"/>
                      <a:pt x="3413" y="34172"/>
                    </a:cubicBezTo>
                    <a:cubicBezTo>
                      <a:pt x="2195" y="34165"/>
                      <a:pt x="1150" y="34015"/>
                      <a:pt x="0" y="33608"/>
                    </a:cubicBezTo>
                    <a:cubicBezTo>
                      <a:pt x="0" y="33360"/>
                      <a:pt x="0" y="33112"/>
                      <a:pt x="0" y="32858"/>
                    </a:cubicBezTo>
                    <a:cubicBezTo>
                      <a:pt x="1077" y="31922"/>
                      <a:pt x="2173" y="32008"/>
                      <a:pt x="3545" y="32032"/>
                    </a:cubicBezTo>
                    <a:cubicBezTo>
                      <a:pt x="3660" y="32035"/>
                      <a:pt x="3660" y="32035"/>
                      <a:pt x="4240" y="32038"/>
                    </a:cubicBezTo>
                    <a:cubicBezTo>
                      <a:pt x="4735" y="32040"/>
                      <a:pt x="5232" y="32043"/>
                      <a:pt x="5727" y="32050"/>
                    </a:cubicBezTo>
                    <a:cubicBezTo>
                      <a:pt x="6515" y="32060"/>
                      <a:pt x="7300" y="32065"/>
                      <a:pt x="8085" y="32068"/>
                    </a:cubicBezTo>
                    <a:cubicBezTo>
                      <a:pt x="9898" y="32078"/>
                      <a:pt x="11707" y="32095"/>
                      <a:pt x="13520" y="32110"/>
                    </a:cubicBezTo>
                    <a:cubicBezTo>
                      <a:pt x="15178" y="32125"/>
                      <a:pt x="16837" y="32140"/>
                      <a:pt x="18497" y="32147"/>
                    </a:cubicBezTo>
                    <a:cubicBezTo>
                      <a:pt x="19278" y="32150"/>
                      <a:pt x="20058" y="32157"/>
                      <a:pt x="20837" y="32168"/>
                    </a:cubicBezTo>
                    <a:cubicBezTo>
                      <a:pt x="21440" y="32175"/>
                      <a:pt x="22040" y="32177"/>
                      <a:pt x="22643" y="32180"/>
                    </a:cubicBezTo>
                    <a:cubicBezTo>
                      <a:pt x="22747" y="32182"/>
                      <a:pt x="22747" y="32182"/>
                      <a:pt x="23290" y="32193"/>
                    </a:cubicBezTo>
                    <a:cubicBezTo>
                      <a:pt x="24880" y="32193"/>
                      <a:pt x="26067" y="31892"/>
                      <a:pt x="27330" y="30902"/>
                    </a:cubicBezTo>
                    <a:cubicBezTo>
                      <a:pt x="28345" y="29585"/>
                      <a:pt x="28325" y="28182"/>
                      <a:pt x="28320" y="26585"/>
                    </a:cubicBezTo>
                    <a:cubicBezTo>
                      <a:pt x="28320" y="26472"/>
                      <a:pt x="28320" y="26472"/>
                      <a:pt x="28322" y="25905"/>
                    </a:cubicBezTo>
                    <a:cubicBezTo>
                      <a:pt x="28325" y="25295"/>
                      <a:pt x="28327" y="24685"/>
                      <a:pt x="28325" y="24075"/>
                    </a:cubicBezTo>
                    <a:cubicBezTo>
                      <a:pt x="28325" y="23565"/>
                      <a:pt x="28327" y="23052"/>
                      <a:pt x="28327" y="22543"/>
                    </a:cubicBezTo>
                    <a:cubicBezTo>
                      <a:pt x="28330" y="21335"/>
                      <a:pt x="28330" y="20128"/>
                      <a:pt x="28330" y="18920"/>
                    </a:cubicBezTo>
                    <a:cubicBezTo>
                      <a:pt x="28327" y="17680"/>
                      <a:pt x="28330" y="16438"/>
                      <a:pt x="28337" y="15198"/>
                    </a:cubicBezTo>
                    <a:cubicBezTo>
                      <a:pt x="28340" y="14128"/>
                      <a:pt x="28342" y="13057"/>
                      <a:pt x="28342" y="11990"/>
                    </a:cubicBezTo>
                    <a:cubicBezTo>
                      <a:pt x="28340" y="11353"/>
                      <a:pt x="28342" y="10715"/>
                      <a:pt x="28345" y="10078"/>
                    </a:cubicBezTo>
                    <a:cubicBezTo>
                      <a:pt x="28347" y="9367"/>
                      <a:pt x="28347" y="8655"/>
                      <a:pt x="28345" y="7945"/>
                    </a:cubicBezTo>
                    <a:cubicBezTo>
                      <a:pt x="28345" y="7737"/>
                      <a:pt x="28347" y="7527"/>
                      <a:pt x="28350" y="7315"/>
                    </a:cubicBezTo>
                    <a:cubicBezTo>
                      <a:pt x="28337" y="5902"/>
                      <a:pt x="28188" y="4353"/>
                      <a:pt x="27190" y="3267"/>
                    </a:cubicBezTo>
                    <a:cubicBezTo>
                      <a:pt x="26298" y="2505"/>
                      <a:pt x="25365" y="2045"/>
                      <a:pt x="24183" y="2037"/>
                    </a:cubicBezTo>
                    <a:cubicBezTo>
                      <a:pt x="23970" y="2035"/>
                      <a:pt x="23757" y="2032"/>
                      <a:pt x="23540" y="2027"/>
                    </a:cubicBezTo>
                    <a:cubicBezTo>
                      <a:pt x="23310" y="2027"/>
                      <a:pt x="23080" y="2027"/>
                      <a:pt x="22842" y="2027"/>
                    </a:cubicBezTo>
                    <a:cubicBezTo>
                      <a:pt x="22597" y="2025"/>
                      <a:pt x="22355" y="2022"/>
                      <a:pt x="22102" y="2020"/>
                    </a:cubicBezTo>
                    <a:cubicBezTo>
                      <a:pt x="21435" y="2013"/>
                      <a:pt x="20768" y="2007"/>
                      <a:pt x="20100" y="2005"/>
                    </a:cubicBezTo>
                    <a:cubicBezTo>
                      <a:pt x="19403" y="2002"/>
                      <a:pt x="18705" y="1995"/>
                      <a:pt x="18007" y="1987"/>
                    </a:cubicBezTo>
                    <a:cubicBezTo>
                      <a:pt x="16685" y="1978"/>
                      <a:pt x="15365" y="1968"/>
                      <a:pt x="14045" y="1960"/>
                    </a:cubicBezTo>
                    <a:cubicBezTo>
                      <a:pt x="12540" y="1950"/>
                      <a:pt x="11035" y="1938"/>
                      <a:pt x="9533" y="1925"/>
                    </a:cubicBezTo>
                    <a:cubicBezTo>
                      <a:pt x="6438" y="1900"/>
                      <a:pt x="3345" y="1877"/>
                      <a:pt x="250" y="1858"/>
                    </a:cubicBezTo>
                    <a:cubicBezTo>
                      <a:pt x="168" y="1528"/>
                      <a:pt x="85" y="1198"/>
                      <a:pt x="0" y="858"/>
                    </a:cubicBezTo>
                    <a:cubicBezTo>
                      <a:pt x="1355" y="140"/>
                      <a:pt x="2492" y="0"/>
                      <a:pt x="4010" y="17"/>
                    </a:cubicBezTo>
                    <a:close/>
                  </a:path>
                </a:pathLst>
              </a:custGeom>
              <a:solidFill>
                <a:srgbClr val="515558"/>
              </a:solidFill>
              <a:ln w="0">
                <a:noFill/>
              </a:ln>
            </p:spPr>
          </p:sp>
          <p:sp>
            <p:nvSpPr>
              <p:cNvPr id="231" name="database_process vector"/>
              <p:cNvSpPr/>
              <p:nvPr/>
            </p:nvSpPr>
            <p:spPr>
              <a:xfrm>
                <a:off x="6857262" y="1178405"/>
                <a:ext cx="97749" cy="100607"/>
              </a:xfrm>
              <a:custGeom>
                <a:avLst/>
                <a:gdLst/>
                <a:ahLst/>
                <a:cxnLst/>
                <a:rect l="0" t="0" r="r" b="b"/>
                <a:pathLst>
                  <a:path w="10690" h="11002" fill="norm" stroke="0">
                    <a:moveTo>
                      <a:pt x="4985" y="90"/>
                    </a:moveTo>
                    <a:cubicBezTo>
                      <a:pt x="6595" y="0"/>
                      <a:pt x="7770" y="585"/>
                      <a:pt x="9018" y="1565"/>
                    </a:cubicBezTo>
                    <a:cubicBezTo>
                      <a:pt x="10227" y="2673"/>
                      <a:pt x="10610" y="3738"/>
                      <a:pt x="10690" y="5363"/>
                    </a:cubicBezTo>
                    <a:cubicBezTo>
                      <a:pt x="10635" y="6855"/>
                      <a:pt x="10197" y="7955"/>
                      <a:pt x="9185" y="9060"/>
                    </a:cubicBezTo>
                    <a:cubicBezTo>
                      <a:pt x="8050" y="10100"/>
                      <a:pt x="6895" y="10732"/>
                      <a:pt x="5378" y="11002"/>
                    </a:cubicBezTo>
                    <a:cubicBezTo>
                      <a:pt x="3820" y="10907"/>
                      <a:pt x="2255" y="9920"/>
                      <a:pt x="1205" y="8815"/>
                    </a:cubicBezTo>
                    <a:cubicBezTo>
                      <a:pt x="253" y="7570"/>
                      <a:pt x="0" y="6157"/>
                      <a:pt x="97" y="4613"/>
                    </a:cubicBezTo>
                    <a:cubicBezTo>
                      <a:pt x="365" y="3062"/>
                      <a:pt x="1215" y="1838"/>
                      <a:pt x="2455" y="893"/>
                    </a:cubicBezTo>
                    <a:cubicBezTo>
                      <a:pt x="3303" y="350"/>
                      <a:pt x="3990" y="183"/>
                      <a:pt x="4985" y="90"/>
                    </a:cubicBezTo>
                    <a:close/>
                  </a:path>
                </a:pathLst>
              </a:custGeom>
              <a:solidFill>
                <a:srgbClr val="6A899C"/>
              </a:solidFill>
              <a:ln w="0">
                <a:noFill/>
              </a:ln>
            </p:spPr>
          </p:sp>
          <p:sp>
            <p:nvSpPr>
              <p:cNvPr id="232" name="database_process vector"/>
              <p:cNvSpPr/>
              <p:nvPr/>
            </p:nvSpPr>
            <p:spPr>
              <a:xfrm>
                <a:off x="6928569" y="992124"/>
                <a:ext cx="338762" cy="39456"/>
              </a:xfrm>
              <a:custGeom>
                <a:avLst/>
                <a:gdLst/>
                <a:ahLst/>
                <a:cxnLst/>
                <a:rect l="0" t="0" r="r" b="b"/>
                <a:pathLst>
                  <a:path w="37048" h="4315" fill="norm" stroke="0">
                    <a:moveTo>
                      <a:pt x="283" y="0"/>
                    </a:moveTo>
                    <a:cubicBezTo>
                      <a:pt x="702" y="67"/>
                      <a:pt x="1118" y="155"/>
                      <a:pt x="1533" y="250"/>
                    </a:cubicBezTo>
                    <a:cubicBezTo>
                      <a:pt x="1738" y="295"/>
                      <a:pt x="1945" y="343"/>
                      <a:pt x="2158" y="390"/>
                    </a:cubicBezTo>
                    <a:cubicBezTo>
                      <a:pt x="2265" y="415"/>
                      <a:pt x="2265" y="415"/>
                      <a:pt x="2820" y="540"/>
                    </a:cubicBezTo>
                    <a:cubicBezTo>
                      <a:pt x="6000" y="1240"/>
                      <a:pt x="9018" y="1630"/>
                      <a:pt x="12273" y="1705"/>
                    </a:cubicBezTo>
                    <a:cubicBezTo>
                      <a:pt x="13285" y="1730"/>
                      <a:pt x="14245" y="1828"/>
                      <a:pt x="15235" y="2015"/>
                    </a:cubicBezTo>
                    <a:cubicBezTo>
                      <a:pt x="17980" y="2517"/>
                      <a:pt x="20815" y="2375"/>
                      <a:pt x="23560" y="1945"/>
                    </a:cubicBezTo>
                    <a:cubicBezTo>
                      <a:pt x="24910" y="1743"/>
                      <a:pt x="26248" y="1688"/>
                      <a:pt x="27610" y="1640"/>
                    </a:cubicBezTo>
                    <a:cubicBezTo>
                      <a:pt x="29540" y="1573"/>
                      <a:pt x="31400" y="1373"/>
                      <a:pt x="33295" y="1005"/>
                    </a:cubicBezTo>
                    <a:cubicBezTo>
                      <a:pt x="35525" y="578"/>
                      <a:pt x="35525" y="578"/>
                      <a:pt x="36533" y="750"/>
                    </a:cubicBezTo>
                    <a:cubicBezTo>
                      <a:pt x="37033" y="1250"/>
                      <a:pt x="37033" y="1250"/>
                      <a:pt x="37048" y="1735"/>
                    </a:cubicBezTo>
                    <a:cubicBezTo>
                      <a:pt x="36690" y="2428"/>
                      <a:pt x="36337" y="2565"/>
                      <a:pt x="35623" y="2838"/>
                    </a:cubicBezTo>
                    <a:cubicBezTo>
                      <a:pt x="34620" y="3115"/>
                      <a:pt x="33600" y="3243"/>
                      <a:pt x="32575" y="3382"/>
                    </a:cubicBezTo>
                    <a:cubicBezTo>
                      <a:pt x="31510" y="3532"/>
                      <a:pt x="30445" y="3752"/>
                      <a:pt x="29435" y="4130"/>
                    </a:cubicBezTo>
                    <a:cubicBezTo>
                      <a:pt x="29000" y="4260"/>
                      <a:pt x="28643" y="4282"/>
                      <a:pt x="28190" y="4282"/>
                    </a:cubicBezTo>
                    <a:cubicBezTo>
                      <a:pt x="28023" y="4285"/>
                      <a:pt x="27855" y="4285"/>
                      <a:pt x="27680" y="4287"/>
                    </a:cubicBezTo>
                    <a:cubicBezTo>
                      <a:pt x="27498" y="4287"/>
                      <a:pt x="27315" y="4287"/>
                      <a:pt x="27128" y="4287"/>
                    </a:cubicBezTo>
                    <a:cubicBezTo>
                      <a:pt x="26933" y="4287"/>
                      <a:pt x="26740" y="4287"/>
                      <a:pt x="26540" y="4290"/>
                    </a:cubicBezTo>
                    <a:cubicBezTo>
                      <a:pt x="25900" y="4290"/>
                      <a:pt x="25260" y="4293"/>
                      <a:pt x="24620" y="4293"/>
                    </a:cubicBezTo>
                    <a:cubicBezTo>
                      <a:pt x="24175" y="4293"/>
                      <a:pt x="23730" y="4293"/>
                      <a:pt x="23285" y="4295"/>
                    </a:cubicBezTo>
                    <a:cubicBezTo>
                      <a:pt x="22353" y="4295"/>
                      <a:pt x="21420" y="4297"/>
                      <a:pt x="20485" y="4297"/>
                    </a:cubicBezTo>
                    <a:cubicBezTo>
                      <a:pt x="19290" y="4297"/>
                      <a:pt x="18095" y="4300"/>
                      <a:pt x="16900" y="4305"/>
                    </a:cubicBezTo>
                    <a:cubicBezTo>
                      <a:pt x="15980" y="4308"/>
                      <a:pt x="15060" y="4308"/>
                      <a:pt x="14143" y="4308"/>
                    </a:cubicBezTo>
                    <a:cubicBezTo>
                      <a:pt x="13700" y="4308"/>
                      <a:pt x="13260" y="4308"/>
                      <a:pt x="12820" y="4310"/>
                    </a:cubicBezTo>
                    <a:cubicBezTo>
                      <a:pt x="12202" y="4312"/>
                      <a:pt x="11587" y="4312"/>
                      <a:pt x="10970" y="4310"/>
                    </a:cubicBezTo>
                    <a:cubicBezTo>
                      <a:pt x="10880" y="4312"/>
                      <a:pt x="10880" y="4312"/>
                      <a:pt x="10418" y="4315"/>
                    </a:cubicBezTo>
                    <a:cubicBezTo>
                      <a:pt x="9488" y="4310"/>
                      <a:pt x="8845" y="4257"/>
                      <a:pt x="8033" y="3750"/>
                    </a:cubicBezTo>
                    <a:cubicBezTo>
                      <a:pt x="7638" y="3662"/>
                      <a:pt x="7638" y="3662"/>
                      <a:pt x="7255" y="3627"/>
                    </a:cubicBezTo>
                    <a:cubicBezTo>
                      <a:pt x="7110" y="3610"/>
                      <a:pt x="6965" y="3595"/>
                      <a:pt x="6815" y="3580"/>
                    </a:cubicBezTo>
                    <a:cubicBezTo>
                      <a:pt x="6738" y="3570"/>
                      <a:pt x="6738" y="3570"/>
                      <a:pt x="6345" y="3530"/>
                    </a:cubicBezTo>
                    <a:cubicBezTo>
                      <a:pt x="4890" y="3362"/>
                      <a:pt x="3485" y="3093"/>
                      <a:pt x="2062" y="2735"/>
                    </a:cubicBezTo>
                    <a:cubicBezTo>
                      <a:pt x="1890" y="2690"/>
                      <a:pt x="1715" y="2648"/>
                      <a:pt x="1538" y="2602"/>
                    </a:cubicBezTo>
                    <a:cubicBezTo>
                      <a:pt x="317" y="2285"/>
                      <a:pt x="317" y="2285"/>
                      <a:pt x="33" y="2000"/>
                    </a:cubicBezTo>
                    <a:cubicBezTo>
                      <a:pt x="0" y="1602"/>
                      <a:pt x="0" y="1602"/>
                      <a:pt x="3" y="1125"/>
                    </a:cubicBezTo>
                    <a:cubicBezTo>
                      <a:pt x="0" y="968"/>
                      <a:pt x="0" y="810"/>
                      <a:pt x="0" y="648"/>
                    </a:cubicBezTo>
                    <a:cubicBezTo>
                      <a:pt x="33" y="250"/>
                      <a:pt x="33" y="250"/>
                      <a:pt x="283" y="0"/>
                    </a:cubicBezTo>
                    <a:close/>
                  </a:path>
                </a:pathLst>
              </a:custGeom>
              <a:solidFill>
                <a:srgbClr val="515558"/>
              </a:solidFill>
              <a:ln w="0">
                <a:noFill/>
              </a:ln>
            </p:spPr>
          </p:sp>
          <p:sp>
            <p:nvSpPr>
              <p:cNvPr id="233" name="database_process vector"/>
              <p:cNvSpPr/>
              <p:nvPr/>
            </p:nvSpPr>
            <p:spPr>
              <a:xfrm>
                <a:off x="6974578" y="1066959"/>
                <a:ext cx="288630" cy="322120"/>
              </a:xfrm>
              <a:custGeom>
                <a:avLst/>
                <a:gdLst/>
                <a:ahLst/>
                <a:cxnLst/>
                <a:rect l="0" t="0" r="r" b="b"/>
                <a:pathLst>
                  <a:path w="31565" h="35227" fill="norm" stroke="0">
                    <a:moveTo>
                      <a:pt x="3482" y="32"/>
                    </a:moveTo>
                    <a:cubicBezTo>
                      <a:pt x="3675" y="32"/>
                      <a:pt x="3867" y="30"/>
                      <a:pt x="4065" y="30"/>
                    </a:cubicBezTo>
                    <a:cubicBezTo>
                      <a:pt x="4275" y="30"/>
                      <a:pt x="4482" y="30"/>
                      <a:pt x="4697" y="30"/>
                    </a:cubicBezTo>
                    <a:cubicBezTo>
                      <a:pt x="4920" y="30"/>
                      <a:pt x="5142" y="28"/>
                      <a:pt x="5370" y="28"/>
                    </a:cubicBezTo>
                    <a:cubicBezTo>
                      <a:pt x="5975" y="25"/>
                      <a:pt x="6582" y="25"/>
                      <a:pt x="7190" y="25"/>
                    </a:cubicBezTo>
                    <a:cubicBezTo>
                      <a:pt x="7567" y="25"/>
                      <a:pt x="7947" y="22"/>
                      <a:pt x="8327" y="22"/>
                    </a:cubicBezTo>
                    <a:cubicBezTo>
                      <a:pt x="9655" y="20"/>
                      <a:pt x="10980" y="20"/>
                      <a:pt x="12308" y="20"/>
                    </a:cubicBezTo>
                    <a:cubicBezTo>
                      <a:pt x="13540" y="20"/>
                      <a:pt x="14772" y="17"/>
                      <a:pt x="16005" y="13"/>
                    </a:cubicBezTo>
                    <a:cubicBezTo>
                      <a:pt x="17067" y="10"/>
                      <a:pt x="18127" y="7"/>
                      <a:pt x="19190" y="7"/>
                    </a:cubicBezTo>
                    <a:cubicBezTo>
                      <a:pt x="19822" y="10"/>
                      <a:pt x="20455" y="7"/>
                      <a:pt x="21087" y="5"/>
                    </a:cubicBezTo>
                    <a:cubicBezTo>
                      <a:pt x="21792" y="2"/>
                      <a:pt x="22500" y="2"/>
                      <a:pt x="23207" y="5"/>
                    </a:cubicBezTo>
                    <a:cubicBezTo>
                      <a:pt x="23415" y="5"/>
                      <a:pt x="23620" y="2"/>
                      <a:pt x="23835" y="0"/>
                    </a:cubicBezTo>
                    <a:cubicBezTo>
                      <a:pt x="26222" y="15"/>
                      <a:pt x="28082" y="715"/>
                      <a:pt x="29840" y="2390"/>
                    </a:cubicBezTo>
                    <a:cubicBezTo>
                      <a:pt x="31025" y="3792"/>
                      <a:pt x="31370" y="5125"/>
                      <a:pt x="31420" y="6927"/>
                    </a:cubicBezTo>
                    <a:cubicBezTo>
                      <a:pt x="31428" y="7148"/>
                      <a:pt x="31435" y="7370"/>
                      <a:pt x="31445" y="7597"/>
                    </a:cubicBezTo>
                    <a:cubicBezTo>
                      <a:pt x="31560" y="11227"/>
                      <a:pt x="31548" y="14865"/>
                      <a:pt x="31548" y="18498"/>
                    </a:cubicBezTo>
                    <a:cubicBezTo>
                      <a:pt x="31548" y="19592"/>
                      <a:pt x="31550" y="20688"/>
                      <a:pt x="31555" y="21782"/>
                    </a:cubicBezTo>
                    <a:cubicBezTo>
                      <a:pt x="31558" y="22635"/>
                      <a:pt x="31558" y="23485"/>
                      <a:pt x="31558" y="24338"/>
                    </a:cubicBezTo>
                    <a:cubicBezTo>
                      <a:pt x="31558" y="24740"/>
                      <a:pt x="31560" y="25145"/>
                      <a:pt x="31562" y="25550"/>
                    </a:cubicBezTo>
                    <a:cubicBezTo>
                      <a:pt x="31565" y="26110"/>
                      <a:pt x="31562" y="26672"/>
                      <a:pt x="31562" y="27235"/>
                    </a:cubicBezTo>
                    <a:cubicBezTo>
                      <a:pt x="31562" y="27400"/>
                      <a:pt x="31565" y="27562"/>
                      <a:pt x="31565" y="27732"/>
                    </a:cubicBezTo>
                    <a:cubicBezTo>
                      <a:pt x="31558" y="28780"/>
                      <a:pt x="31380" y="29588"/>
                      <a:pt x="31000" y="30565"/>
                    </a:cubicBezTo>
                    <a:cubicBezTo>
                      <a:pt x="30967" y="30653"/>
                      <a:pt x="30967" y="30653"/>
                      <a:pt x="30803" y="31088"/>
                    </a:cubicBezTo>
                    <a:cubicBezTo>
                      <a:pt x="30087" y="32670"/>
                      <a:pt x="29050" y="33890"/>
                      <a:pt x="27412" y="34555"/>
                    </a:cubicBezTo>
                    <a:cubicBezTo>
                      <a:pt x="24938" y="35227"/>
                      <a:pt x="22470" y="35170"/>
                      <a:pt x="19920" y="35158"/>
                    </a:cubicBezTo>
                    <a:cubicBezTo>
                      <a:pt x="19430" y="35158"/>
                      <a:pt x="18942" y="35158"/>
                      <a:pt x="18452" y="35158"/>
                    </a:cubicBezTo>
                    <a:cubicBezTo>
                      <a:pt x="17433" y="35158"/>
                      <a:pt x="16412" y="35155"/>
                      <a:pt x="15392" y="35150"/>
                    </a:cubicBezTo>
                    <a:cubicBezTo>
                      <a:pt x="14217" y="35145"/>
                      <a:pt x="13045" y="35145"/>
                      <a:pt x="11872" y="35145"/>
                    </a:cubicBezTo>
                    <a:cubicBezTo>
                      <a:pt x="10735" y="35148"/>
                      <a:pt x="9597" y="35145"/>
                      <a:pt x="8457" y="35143"/>
                    </a:cubicBezTo>
                    <a:cubicBezTo>
                      <a:pt x="7977" y="35143"/>
                      <a:pt x="7497" y="35143"/>
                      <a:pt x="7017" y="35143"/>
                    </a:cubicBezTo>
                    <a:cubicBezTo>
                      <a:pt x="6345" y="35143"/>
                      <a:pt x="5673" y="35137"/>
                      <a:pt x="5000" y="35135"/>
                    </a:cubicBezTo>
                    <a:cubicBezTo>
                      <a:pt x="4805" y="35135"/>
                      <a:pt x="4610" y="35135"/>
                      <a:pt x="4410" y="35137"/>
                    </a:cubicBezTo>
                    <a:cubicBezTo>
                      <a:pt x="1040" y="35105"/>
                      <a:pt x="1040" y="35105"/>
                      <a:pt x="0" y="34065"/>
                    </a:cubicBezTo>
                    <a:cubicBezTo>
                      <a:pt x="42" y="33430"/>
                      <a:pt x="188" y="33135"/>
                      <a:pt x="617" y="32665"/>
                    </a:cubicBezTo>
                    <a:cubicBezTo>
                      <a:pt x="1590" y="32130"/>
                      <a:pt x="2520" y="32213"/>
                      <a:pt x="3612" y="32220"/>
                    </a:cubicBezTo>
                    <a:cubicBezTo>
                      <a:pt x="3980" y="32218"/>
                      <a:pt x="4347" y="32215"/>
                      <a:pt x="4715" y="32213"/>
                    </a:cubicBezTo>
                    <a:cubicBezTo>
                      <a:pt x="5107" y="32213"/>
                      <a:pt x="5500" y="32213"/>
                      <a:pt x="5895" y="32213"/>
                    </a:cubicBezTo>
                    <a:cubicBezTo>
                      <a:pt x="6715" y="32215"/>
                      <a:pt x="7537" y="32210"/>
                      <a:pt x="8360" y="32205"/>
                    </a:cubicBezTo>
                    <a:cubicBezTo>
                      <a:pt x="10105" y="32197"/>
                      <a:pt x="11850" y="32192"/>
                      <a:pt x="13595" y="32190"/>
                    </a:cubicBezTo>
                    <a:cubicBezTo>
                      <a:pt x="15477" y="32188"/>
                      <a:pt x="17360" y="32185"/>
                      <a:pt x="19242" y="32172"/>
                    </a:cubicBezTo>
                    <a:cubicBezTo>
                      <a:pt x="20058" y="32167"/>
                      <a:pt x="20872" y="32167"/>
                      <a:pt x="21690" y="32170"/>
                    </a:cubicBezTo>
                    <a:cubicBezTo>
                      <a:pt x="22075" y="32170"/>
                      <a:pt x="22460" y="32167"/>
                      <a:pt x="22847" y="32165"/>
                    </a:cubicBezTo>
                    <a:cubicBezTo>
                      <a:pt x="23317" y="32162"/>
                      <a:pt x="23785" y="32162"/>
                      <a:pt x="24255" y="32167"/>
                    </a:cubicBezTo>
                    <a:cubicBezTo>
                      <a:pt x="25548" y="32155"/>
                      <a:pt x="26407" y="32025"/>
                      <a:pt x="27500" y="31315"/>
                    </a:cubicBezTo>
                    <a:cubicBezTo>
                      <a:pt x="28298" y="30382"/>
                      <a:pt x="28530" y="29292"/>
                      <a:pt x="28535" y="28095"/>
                    </a:cubicBezTo>
                    <a:cubicBezTo>
                      <a:pt x="28535" y="27903"/>
                      <a:pt x="28537" y="27713"/>
                      <a:pt x="28537" y="27518"/>
                    </a:cubicBezTo>
                    <a:cubicBezTo>
                      <a:pt x="28537" y="27310"/>
                      <a:pt x="28537" y="27105"/>
                      <a:pt x="28537" y="26893"/>
                    </a:cubicBezTo>
                    <a:cubicBezTo>
                      <a:pt x="28537" y="26672"/>
                      <a:pt x="28540" y="26453"/>
                      <a:pt x="28540" y="26227"/>
                    </a:cubicBezTo>
                    <a:cubicBezTo>
                      <a:pt x="28542" y="25502"/>
                      <a:pt x="28542" y="24778"/>
                      <a:pt x="28542" y="24052"/>
                    </a:cubicBezTo>
                    <a:cubicBezTo>
                      <a:pt x="28542" y="23802"/>
                      <a:pt x="28542" y="23552"/>
                      <a:pt x="28545" y="23302"/>
                    </a:cubicBezTo>
                    <a:cubicBezTo>
                      <a:pt x="28548" y="21990"/>
                      <a:pt x="28548" y="20677"/>
                      <a:pt x="28548" y="19368"/>
                    </a:cubicBezTo>
                    <a:cubicBezTo>
                      <a:pt x="28548" y="18148"/>
                      <a:pt x="28550" y="16927"/>
                      <a:pt x="28553" y="15710"/>
                    </a:cubicBezTo>
                    <a:cubicBezTo>
                      <a:pt x="28558" y="14660"/>
                      <a:pt x="28558" y="13610"/>
                      <a:pt x="28558" y="12560"/>
                    </a:cubicBezTo>
                    <a:cubicBezTo>
                      <a:pt x="28558" y="11935"/>
                      <a:pt x="28560" y="11310"/>
                      <a:pt x="28562" y="10683"/>
                    </a:cubicBezTo>
                    <a:cubicBezTo>
                      <a:pt x="28565" y="9985"/>
                      <a:pt x="28562" y="9285"/>
                      <a:pt x="28562" y="8588"/>
                    </a:cubicBezTo>
                    <a:cubicBezTo>
                      <a:pt x="28562" y="8382"/>
                      <a:pt x="28565" y="8177"/>
                      <a:pt x="28565" y="7968"/>
                    </a:cubicBezTo>
                    <a:cubicBezTo>
                      <a:pt x="28558" y="6525"/>
                      <a:pt x="28472" y="5172"/>
                      <a:pt x="27562" y="4002"/>
                    </a:cubicBezTo>
                    <a:cubicBezTo>
                      <a:pt x="26107" y="2873"/>
                      <a:pt x="24952" y="2710"/>
                      <a:pt x="23120" y="2737"/>
                    </a:cubicBezTo>
                    <a:cubicBezTo>
                      <a:pt x="22885" y="2740"/>
                      <a:pt x="22650" y="2740"/>
                      <a:pt x="22407" y="2740"/>
                    </a:cubicBezTo>
                    <a:cubicBezTo>
                      <a:pt x="21900" y="2743"/>
                      <a:pt x="21390" y="2745"/>
                      <a:pt x="20882" y="2752"/>
                    </a:cubicBezTo>
                    <a:cubicBezTo>
                      <a:pt x="20077" y="2760"/>
                      <a:pt x="19272" y="2765"/>
                      <a:pt x="18467" y="2767"/>
                    </a:cubicBezTo>
                    <a:cubicBezTo>
                      <a:pt x="16905" y="2773"/>
                      <a:pt x="15342" y="2785"/>
                      <a:pt x="13780" y="2797"/>
                    </a:cubicBezTo>
                    <a:cubicBezTo>
                      <a:pt x="11790" y="2812"/>
                      <a:pt x="9798" y="2825"/>
                      <a:pt x="7808" y="2832"/>
                    </a:cubicBezTo>
                    <a:cubicBezTo>
                      <a:pt x="7007" y="2835"/>
                      <a:pt x="6207" y="2843"/>
                      <a:pt x="5410" y="2850"/>
                    </a:cubicBezTo>
                    <a:cubicBezTo>
                      <a:pt x="4795" y="2855"/>
                      <a:pt x="4180" y="2858"/>
                      <a:pt x="3567" y="2860"/>
                    </a:cubicBezTo>
                    <a:cubicBezTo>
                      <a:pt x="3455" y="2862"/>
                      <a:pt x="3455" y="2862"/>
                      <a:pt x="2897" y="2870"/>
                    </a:cubicBezTo>
                    <a:cubicBezTo>
                      <a:pt x="2795" y="2870"/>
                      <a:pt x="2795" y="2870"/>
                      <a:pt x="2282" y="2870"/>
                    </a:cubicBezTo>
                    <a:cubicBezTo>
                      <a:pt x="2105" y="2873"/>
                      <a:pt x="1930" y="2875"/>
                      <a:pt x="1747" y="2875"/>
                    </a:cubicBezTo>
                    <a:cubicBezTo>
                      <a:pt x="1165" y="2805"/>
                      <a:pt x="760" y="2602"/>
                      <a:pt x="250" y="2315"/>
                    </a:cubicBezTo>
                    <a:cubicBezTo>
                      <a:pt x="173" y="1737"/>
                      <a:pt x="173" y="1737"/>
                      <a:pt x="250" y="1065"/>
                    </a:cubicBezTo>
                    <a:cubicBezTo>
                      <a:pt x="1242" y="295"/>
                      <a:pt x="2227" y="35"/>
                      <a:pt x="3482" y="32"/>
                    </a:cubicBezTo>
                    <a:close/>
                    <a:moveTo>
                      <a:pt x="750" y="1315"/>
                    </a:moveTo>
                    <a:cubicBezTo>
                      <a:pt x="832" y="1645"/>
                      <a:pt x="915" y="1975"/>
                      <a:pt x="1000" y="2315"/>
                    </a:cubicBezTo>
                    <a:cubicBezTo>
                      <a:pt x="1127" y="2315"/>
                      <a:pt x="1255" y="2315"/>
                      <a:pt x="1385" y="2317"/>
                    </a:cubicBezTo>
                    <a:cubicBezTo>
                      <a:pt x="4482" y="2320"/>
                      <a:pt x="7580" y="2330"/>
                      <a:pt x="10675" y="2350"/>
                    </a:cubicBezTo>
                    <a:cubicBezTo>
                      <a:pt x="12173" y="2358"/>
                      <a:pt x="13670" y="2365"/>
                      <a:pt x="15170" y="2365"/>
                    </a:cubicBezTo>
                    <a:cubicBezTo>
                      <a:pt x="16475" y="2365"/>
                      <a:pt x="17780" y="2370"/>
                      <a:pt x="19087" y="2380"/>
                    </a:cubicBezTo>
                    <a:cubicBezTo>
                      <a:pt x="19777" y="2388"/>
                      <a:pt x="20467" y="2390"/>
                      <a:pt x="21160" y="2388"/>
                    </a:cubicBezTo>
                    <a:cubicBezTo>
                      <a:pt x="21933" y="2385"/>
                      <a:pt x="22705" y="2392"/>
                      <a:pt x="23480" y="2400"/>
                    </a:cubicBezTo>
                    <a:cubicBezTo>
                      <a:pt x="23592" y="2400"/>
                      <a:pt x="23592" y="2400"/>
                      <a:pt x="24165" y="2395"/>
                    </a:cubicBezTo>
                    <a:cubicBezTo>
                      <a:pt x="25730" y="2422"/>
                      <a:pt x="26792" y="2808"/>
                      <a:pt x="28000" y="3815"/>
                    </a:cubicBezTo>
                    <a:cubicBezTo>
                      <a:pt x="28810" y="4748"/>
                      <a:pt x="29030" y="5852"/>
                      <a:pt x="29035" y="7058"/>
                    </a:cubicBezTo>
                    <a:cubicBezTo>
                      <a:pt x="29037" y="7252"/>
                      <a:pt x="29040" y="7445"/>
                      <a:pt x="29040" y="7648"/>
                    </a:cubicBezTo>
                    <a:cubicBezTo>
                      <a:pt x="29040" y="7752"/>
                      <a:pt x="29040" y="7752"/>
                      <a:pt x="29040" y="8285"/>
                    </a:cubicBezTo>
                    <a:cubicBezTo>
                      <a:pt x="29042" y="8398"/>
                      <a:pt x="29042" y="8398"/>
                      <a:pt x="29045" y="8965"/>
                    </a:cubicBezTo>
                    <a:cubicBezTo>
                      <a:pt x="29048" y="9578"/>
                      <a:pt x="29050" y="10192"/>
                      <a:pt x="29050" y="10805"/>
                    </a:cubicBezTo>
                    <a:cubicBezTo>
                      <a:pt x="29053" y="11188"/>
                      <a:pt x="29053" y="11572"/>
                      <a:pt x="29055" y="11955"/>
                    </a:cubicBezTo>
                    <a:cubicBezTo>
                      <a:pt x="29058" y="13157"/>
                      <a:pt x="29060" y="14362"/>
                      <a:pt x="29060" y="15565"/>
                    </a:cubicBezTo>
                    <a:cubicBezTo>
                      <a:pt x="29062" y="16950"/>
                      <a:pt x="29065" y="18333"/>
                      <a:pt x="29072" y="19718"/>
                    </a:cubicBezTo>
                    <a:cubicBezTo>
                      <a:pt x="29077" y="20790"/>
                      <a:pt x="29082" y="21865"/>
                      <a:pt x="29082" y="22938"/>
                    </a:cubicBezTo>
                    <a:cubicBezTo>
                      <a:pt x="29082" y="23578"/>
                      <a:pt x="29082" y="24215"/>
                      <a:pt x="29087" y="24855"/>
                    </a:cubicBezTo>
                    <a:cubicBezTo>
                      <a:pt x="29092" y="25570"/>
                      <a:pt x="29092" y="26285"/>
                      <a:pt x="29090" y="27000"/>
                    </a:cubicBezTo>
                    <a:cubicBezTo>
                      <a:pt x="29092" y="27208"/>
                      <a:pt x="29095" y="27417"/>
                      <a:pt x="29097" y="27635"/>
                    </a:cubicBezTo>
                    <a:cubicBezTo>
                      <a:pt x="29087" y="29100"/>
                      <a:pt x="28850" y="30355"/>
                      <a:pt x="27885" y="31502"/>
                    </a:cubicBezTo>
                    <a:cubicBezTo>
                      <a:pt x="27762" y="31595"/>
                      <a:pt x="27642" y="31688"/>
                      <a:pt x="27517" y="31785"/>
                    </a:cubicBezTo>
                    <a:cubicBezTo>
                      <a:pt x="27455" y="31833"/>
                      <a:pt x="27455" y="31833"/>
                      <a:pt x="27150" y="32080"/>
                    </a:cubicBezTo>
                    <a:cubicBezTo>
                      <a:pt x="26387" y="32532"/>
                      <a:pt x="25610" y="32597"/>
                      <a:pt x="24737" y="32590"/>
                    </a:cubicBezTo>
                    <a:cubicBezTo>
                      <a:pt x="24537" y="32590"/>
                      <a:pt x="24337" y="32590"/>
                      <a:pt x="24132" y="32588"/>
                    </a:cubicBezTo>
                    <a:cubicBezTo>
                      <a:pt x="24025" y="32588"/>
                      <a:pt x="24025" y="32588"/>
                      <a:pt x="23477" y="32583"/>
                    </a:cubicBezTo>
                    <a:cubicBezTo>
                      <a:pt x="23247" y="32580"/>
                      <a:pt x="23017" y="32580"/>
                      <a:pt x="22780" y="32580"/>
                    </a:cubicBezTo>
                    <a:cubicBezTo>
                      <a:pt x="22282" y="32575"/>
                      <a:pt x="21782" y="32572"/>
                      <a:pt x="21285" y="32570"/>
                    </a:cubicBezTo>
                    <a:cubicBezTo>
                      <a:pt x="20495" y="32562"/>
                      <a:pt x="19707" y="32560"/>
                      <a:pt x="18917" y="32558"/>
                    </a:cubicBezTo>
                    <a:cubicBezTo>
                      <a:pt x="16675" y="32550"/>
                      <a:pt x="14430" y="32540"/>
                      <a:pt x="12188" y="32523"/>
                    </a:cubicBezTo>
                    <a:cubicBezTo>
                      <a:pt x="10947" y="32515"/>
                      <a:pt x="9707" y="32507"/>
                      <a:pt x="8467" y="32505"/>
                    </a:cubicBezTo>
                    <a:cubicBezTo>
                      <a:pt x="7683" y="32502"/>
                      <a:pt x="6900" y="32498"/>
                      <a:pt x="6117" y="32490"/>
                    </a:cubicBezTo>
                    <a:cubicBezTo>
                      <a:pt x="5512" y="32485"/>
                      <a:pt x="4910" y="32485"/>
                      <a:pt x="4308" y="32485"/>
                    </a:cubicBezTo>
                    <a:cubicBezTo>
                      <a:pt x="4090" y="32482"/>
                      <a:pt x="3875" y="32477"/>
                      <a:pt x="3652" y="32475"/>
                    </a:cubicBezTo>
                    <a:cubicBezTo>
                      <a:pt x="2470" y="32480"/>
                      <a:pt x="1665" y="32525"/>
                      <a:pt x="750" y="33315"/>
                    </a:cubicBezTo>
                    <a:cubicBezTo>
                      <a:pt x="750" y="33562"/>
                      <a:pt x="750" y="33810"/>
                      <a:pt x="750" y="34065"/>
                    </a:cubicBezTo>
                    <a:cubicBezTo>
                      <a:pt x="2107" y="34547"/>
                      <a:pt x="3347" y="34637"/>
                      <a:pt x="4780" y="34630"/>
                    </a:cubicBezTo>
                    <a:cubicBezTo>
                      <a:pt x="5000" y="34632"/>
                      <a:pt x="5222" y="34632"/>
                      <a:pt x="5450" y="34632"/>
                    </a:cubicBezTo>
                    <a:cubicBezTo>
                      <a:pt x="6178" y="34635"/>
                      <a:pt x="6905" y="34635"/>
                      <a:pt x="7632" y="34632"/>
                    </a:cubicBezTo>
                    <a:cubicBezTo>
                      <a:pt x="8140" y="34632"/>
                      <a:pt x="8650" y="34632"/>
                      <a:pt x="9157" y="34635"/>
                    </a:cubicBezTo>
                    <a:cubicBezTo>
                      <a:pt x="10222" y="34635"/>
                      <a:pt x="11285" y="34632"/>
                      <a:pt x="12350" y="34630"/>
                    </a:cubicBezTo>
                    <a:cubicBezTo>
                      <a:pt x="13575" y="34628"/>
                      <a:pt x="14800" y="34630"/>
                      <a:pt x="16025" y="34632"/>
                    </a:cubicBezTo>
                    <a:cubicBezTo>
                      <a:pt x="17082" y="34635"/>
                      <a:pt x="18140" y="34635"/>
                      <a:pt x="19195" y="34632"/>
                    </a:cubicBezTo>
                    <a:cubicBezTo>
                      <a:pt x="19825" y="34632"/>
                      <a:pt x="20455" y="34632"/>
                      <a:pt x="21082" y="34635"/>
                    </a:cubicBezTo>
                    <a:cubicBezTo>
                      <a:pt x="21785" y="34635"/>
                      <a:pt x="22487" y="34632"/>
                      <a:pt x="23190" y="34630"/>
                    </a:cubicBezTo>
                    <a:cubicBezTo>
                      <a:pt x="23292" y="34630"/>
                      <a:pt x="23292" y="34630"/>
                      <a:pt x="23812" y="34632"/>
                    </a:cubicBezTo>
                    <a:cubicBezTo>
                      <a:pt x="26082" y="34618"/>
                      <a:pt x="27840" y="34183"/>
                      <a:pt x="29500" y="32565"/>
                    </a:cubicBezTo>
                    <a:cubicBezTo>
                      <a:pt x="29915" y="32010"/>
                      <a:pt x="30225" y="31450"/>
                      <a:pt x="30500" y="30815"/>
                    </a:cubicBezTo>
                    <a:cubicBezTo>
                      <a:pt x="30542" y="30732"/>
                      <a:pt x="30542" y="30732"/>
                      <a:pt x="30757" y="30308"/>
                    </a:cubicBezTo>
                    <a:cubicBezTo>
                      <a:pt x="31145" y="29328"/>
                      <a:pt x="31075" y="28295"/>
                      <a:pt x="31072" y="27257"/>
                    </a:cubicBezTo>
                    <a:cubicBezTo>
                      <a:pt x="31075" y="27025"/>
                      <a:pt x="31077" y="26795"/>
                      <a:pt x="31077" y="26558"/>
                    </a:cubicBezTo>
                    <a:cubicBezTo>
                      <a:pt x="31082" y="25927"/>
                      <a:pt x="31085" y="25297"/>
                      <a:pt x="31085" y="24667"/>
                    </a:cubicBezTo>
                    <a:cubicBezTo>
                      <a:pt x="31085" y="24273"/>
                      <a:pt x="31085" y="23877"/>
                      <a:pt x="31087" y="23482"/>
                    </a:cubicBezTo>
                    <a:cubicBezTo>
                      <a:pt x="31092" y="22102"/>
                      <a:pt x="31095" y="20722"/>
                      <a:pt x="31092" y="19342"/>
                    </a:cubicBezTo>
                    <a:cubicBezTo>
                      <a:pt x="31092" y="18060"/>
                      <a:pt x="31097" y="16778"/>
                      <a:pt x="31107" y="15498"/>
                    </a:cubicBezTo>
                    <a:cubicBezTo>
                      <a:pt x="31112" y="14393"/>
                      <a:pt x="31115" y="13287"/>
                      <a:pt x="31115" y="12183"/>
                    </a:cubicBezTo>
                    <a:cubicBezTo>
                      <a:pt x="31115" y="11525"/>
                      <a:pt x="31117" y="10868"/>
                      <a:pt x="31122" y="10210"/>
                    </a:cubicBezTo>
                    <a:cubicBezTo>
                      <a:pt x="31127" y="9475"/>
                      <a:pt x="31125" y="8740"/>
                      <a:pt x="31122" y="8005"/>
                    </a:cubicBezTo>
                    <a:cubicBezTo>
                      <a:pt x="31125" y="7790"/>
                      <a:pt x="31127" y="7575"/>
                      <a:pt x="31130" y="7355"/>
                    </a:cubicBezTo>
                    <a:cubicBezTo>
                      <a:pt x="31112" y="5560"/>
                      <a:pt x="30642" y="3907"/>
                      <a:pt x="29360" y="2597"/>
                    </a:cubicBezTo>
                    <a:cubicBezTo>
                      <a:pt x="29157" y="2417"/>
                      <a:pt x="28955" y="2240"/>
                      <a:pt x="28750" y="2065"/>
                    </a:cubicBezTo>
                    <a:cubicBezTo>
                      <a:pt x="28622" y="1927"/>
                      <a:pt x="28492" y="1787"/>
                      <a:pt x="28360" y="1645"/>
                    </a:cubicBezTo>
                    <a:cubicBezTo>
                      <a:pt x="26930" y="340"/>
                      <a:pt x="24808" y="528"/>
                      <a:pt x="22992" y="525"/>
                    </a:cubicBezTo>
                    <a:cubicBezTo>
                      <a:pt x="22772" y="525"/>
                      <a:pt x="22553" y="522"/>
                      <a:pt x="22327" y="522"/>
                    </a:cubicBezTo>
                    <a:cubicBezTo>
                      <a:pt x="21605" y="517"/>
                      <a:pt x="20885" y="517"/>
                      <a:pt x="20165" y="515"/>
                    </a:cubicBezTo>
                    <a:cubicBezTo>
                      <a:pt x="19790" y="515"/>
                      <a:pt x="19412" y="513"/>
                      <a:pt x="19037" y="513"/>
                    </a:cubicBezTo>
                    <a:cubicBezTo>
                      <a:pt x="17990" y="510"/>
                      <a:pt x="16945" y="507"/>
                      <a:pt x="15897" y="505"/>
                    </a:cubicBezTo>
                    <a:cubicBezTo>
                      <a:pt x="14550" y="505"/>
                      <a:pt x="13202" y="500"/>
                      <a:pt x="11855" y="493"/>
                    </a:cubicBezTo>
                    <a:cubicBezTo>
                      <a:pt x="10808" y="487"/>
                      <a:pt x="9760" y="485"/>
                      <a:pt x="8715" y="485"/>
                    </a:cubicBezTo>
                    <a:cubicBezTo>
                      <a:pt x="8092" y="485"/>
                      <a:pt x="7467" y="483"/>
                      <a:pt x="6845" y="480"/>
                    </a:cubicBezTo>
                    <a:cubicBezTo>
                      <a:pt x="6150" y="475"/>
                      <a:pt x="5455" y="475"/>
                      <a:pt x="4760" y="477"/>
                    </a:cubicBezTo>
                    <a:cubicBezTo>
                      <a:pt x="4558" y="475"/>
                      <a:pt x="4352" y="472"/>
                      <a:pt x="4142" y="470"/>
                    </a:cubicBezTo>
                    <a:cubicBezTo>
                      <a:pt x="2855" y="480"/>
                      <a:pt x="1890" y="713"/>
                      <a:pt x="750" y="1315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34" name="database_process vector"/>
              <p:cNvSpPr/>
              <p:nvPr/>
            </p:nvSpPr>
            <p:spPr>
              <a:xfrm>
                <a:off x="6857995" y="881092"/>
                <a:ext cx="508361" cy="155448"/>
              </a:xfrm>
              <a:custGeom>
                <a:avLst/>
                <a:gdLst/>
                <a:ahLst/>
                <a:cxnLst/>
                <a:rect l="0" t="0" r="r" b="b"/>
                <a:pathLst>
                  <a:path w="55595" h="17000" fill="norm" stroke="0">
                    <a:moveTo>
                      <a:pt x="26293" y="360"/>
                    </a:moveTo>
                    <a:cubicBezTo>
                      <a:pt x="27000" y="362"/>
                      <a:pt x="27707" y="360"/>
                      <a:pt x="28415" y="358"/>
                    </a:cubicBezTo>
                    <a:cubicBezTo>
                      <a:pt x="30608" y="358"/>
                      <a:pt x="32795" y="382"/>
                      <a:pt x="34985" y="487"/>
                    </a:cubicBezTo>
                    <a:cubicBezTo>
                      <a:pt x="35163" y="495"/>
                      <a:pt x="35342" y="502"/>
                      <a:pt x="35528" y="513"/>
                    </a:cubicBezTo>
                    <a:cubicBezTo>
                      <a:pt x="36528" y="567"/>
                      <a:pt x="37415" y="730"/>
                      <a:pt x="38373" y="1028"/>
                    </a:cubicBezTo>
                    <a:cubicBezTo>
                      <a:pt x="38815" y="1162"/>
                      <a:pt x="39248" y="1235"/>
                      <a:pt x="39707" y="1282"/>
                    </a:cubicBezTo>
                    <a:cubicBezTo>
                      <a:pt x="39865" y="1302"/>
                      <a:pt x="40025" y="1320"/>
                      <a:pt x="40188" y="1340"/>
                    </a:cubicBezTo>
                    <a:cubicBezTo>
                      <a:pt x="40515" y="1375"/>
                      <a:pt x="40840" y="1410"/>
                      <a:pt x="41165" y="1445"/>
                    </a:cubicBezTo>
                    <a:cubicBezTo>
                      <a:pt x="42058" y="1550"/>
                      <a:pt x="42702" y="1710"/>
                      <a:pt x="43500" y="2142"/>
                    </a:cubicBezTo>
                    <a:cubicBezTo>
                      <a:pt x="43873" y="2228"/>
                      <a:pt x="44248" y="2300"/>
                      <a:pt x="44625" y="2362"/>
                    </a:cubicBezTo>
                    <a:cubicBezTo>
                      <a:pt x="47525" y="2912"/>
                      <a:pt x="50505" y="3860"/>
                      <a:pt x="52500" y="6142"/>
                    </a:cubicBezTo>
                    <a:cubicBezTo>
                      <a:pt x="52582" y="6225"/>
                      <a:pt x="52582" y="6225"/>
                      <a:pt x="53000" y="6642"/>
                    </a:cubicBezTo>
                    <a:cubicBezTo>
                      <a:pt x="53058" y="7002"/>
                      <a:pt x="53058" y="7002"/>
                      <a:pt x="53048" y="7392"/>
                    </a:cubicBezTo>
                    <a:cubicBezTo>
                      <a:pt x="53048" y="7457"/>
                      <a:pt x="53048" y="7457"/>
                      <a:pt x="53043" y="7782"/>
                    </a:cubicBezTo>
                    <a:cubicBezTo>
                      <a:pt x="53000" y="8142"/>
                      <a:pt x="53000" y="8142"/>
                      <a:pt x="52750" y="8642"/>
                    </a:cubicBezTo>
                    <a:cubicBezTo>
                      <a:pt x="52585" y="8642"/>
                      <a:pt x="52420" y="8642"/>
                      <a:pt x="52250" y="8642"/>
                    </a:cubicBezTo>
                    <a:cubicBezTo>
                      <a:pt x="52197" y="8793"/>
                      <a:pt x="52143" y="8942"/>
                      <a:pt x="52087" y="9095"/>
                    </a:cubicBezTo>
                    <a:cubicBezTo>
                      <a:pt x="51650" y="9808"/>
                      <a:pt x="51108" y="10055"/>
                      <a:pt x="50375" y="10392"/>
                    </a:cubicBezTo>
                    <a:cubicBezTo>
                      <a:pt x="50310" y="10425"/>
                      <a:pt x="50310" y="10425"/>
                      <a:pt x="49975" y="10585"/>
                    </a:cubicBezTo>
                    <a:cubicBezTo>
                      <a:pt x="48755" y="11160"/>
                      <a:pt x="47513" y="11668"/>
                      <a:pt x="46250" y="12142"/>
                    </a:cubicBezTo>
                    <a:cubicBezTo>
                      <a:pt x="46250" y="12720"/>
                      <a:pt x="46250" y="13298"/>
                      <a:pt x="46250" y="13892"/>
                    </a:cubicBezTo>
                    <a:cubicBezTo>
                      <a:pt x="46845" y="13925"/>
                      <a:pt x="46845" y="13925"/>
                      <a:pt x="47500" y="13892"/>
                    </a:cubicBezTo>
                    <a:cubicBezTo>
                      <a:pt x="47582" y="13810"/>
                      <a:pt x="47582" y="13810"/>
                      <a:pt x="48000" y="13392"/>
                    </a:cubicBezTo>
                    <a:cubicBezTo>
                      <a:pt x="48423" y="13272"/>
                      <a:pt x="48423" y="13272"/>
                      <a:pt x="48918" y="13177"/>
                    </a:cubicBezTo>
                    <a:cubicBezTo>
                      <a:pt x="50033" y="12920"/>
                      <a:pt x="50868" y="12448"/>
                      <a:pt x="51812" y="11815"/>
                    </a:cubicBezTo>
                    <a:cubicBezTo>
                      <a:pt x="51962" y="11720"/>
                      <a:pt x="52113" y="11625"/>
                      <a:pt x="52265" y="11528"/>
                    </a:cubicBezTo>
                    <a:cubicBezTo>
                      <a:pt x="53393" y="10790"/>
                      <a:pt x="54383" y="9995"/>
                      <a:pt x="54750" y="8642"/>
                    </a:cubicBezTo>
                    <a:cubicBezTo>
                      <a:pt x="54822" y="7377"/>
                      <a:pt x="54827" y="6123"/>
                      <a:pt x="54500" y="4892"/>
                    </a:cubicBezTo>
                    <a:cubicBezTo>
                      <a:pt x="55320" y="5677"/>
                      <a:pt x="55548" y="6160"/>
                      <a:pt x="55595" y="7300"/>
                    </a:cubicBezTo>
                    <a:cubicBezTo>
                      <a:pt x="55572" y="8715"/>
                      <a:pt x="55190" y="9590"/>
                      <a:pt x="54250" y="10642"/>
                    </a:cubicBezTo>
                    <a:cubicBezTo>
                      <a:pt x="52610" y="12168"/>
                      <a:pt x="50613" y="13532"/>
                      <a:pt x="48403" y="14028"/>
                    </a:cubicBezTo>
                    <a:cubicBezTo>
                      <a:pt x="48000" y="14142"/>
                      <a:pt x="48000" y="14142"/>
                      <a:pt x="47513" y="14390"/>
                    </a:cubicBezTo>
                    <a:cubicBezTo>
                      <a:pt x="47008" y="14640"/>
                      <a:pt x="46580" y="14765"/>
                      <a:pt x="46033" y="14877"/>
                    </a:cubicBezTo>
                    <a:cubicBezTo>
                      <a:pt x="45327" y="15022"/>
                      <a:pt x="44623" y="15170"/>
                      <a:pt x="43923" y="15332"/>
                    </a:cubicBezTo>
                    <a:cubicBezTo>
                      <a:pt x="42308" y="15700"/>
                      <a:pt x="40758" y="15980"/>
                      <a:pt x="39100" y="16065"/>
                    </a:cubicBezTo>
                    <a:cubicBezTo>
                      <a:pt x="38500" y="16142"/>
                      <a:pt x="38500" y="16142"/>
                      <a:pt x="37947" y="16390"/>
                    </a:cubicBezTo>
                    <a:cubicBezTo>
                      <a:pt x="36928" y="16760"/>
                      <a:pt x="35938" y="16763"/>
                      <a:pt x="34860" y="16800"/>
                    </a:cubicBezTo>
                    <a:cubicBezTo>
                      <a:pt x="34615" y="16808"/>
                      <a:pt x="34368" y="16817"/>
                      <a:pt x="34115" y="16828"/>
                    </a:cubicBezTo>
                    <a:cubicBezTo>
                      <a:pt x="29090" y="17000"/>
                      <a:pt x="24043" y="16982"/>
                      <a:pt x="19015" y="16800"/>
                    </a:cubicBezTo>
                    <a:cubicBezTo>
                      <a:pt x="18895" y="16795"/>
                      <a:pt x="18895" y="16795"/>
                      <a:pt x="18285" y="16775"/>
                    </a:cubicBezTo>
                    <a:cubicBezTo>
                      <a:pt x="17143" y="16725"/>
                      <a:pt x="16310" y="16585"/>
                      <a:pt x="15250" y="16142"/>
                    </a:cubicBezTo>
                    <a:cubicBezTo>
                      <a:pt x="14428" y="16000"/>
                      <a:pt x="13595" y="15913"/>
                      <a:pt x="12765" y="15815"/>
                    </a:cubicBezTo>
                    <a:cubicBezTo>
                      <a:pt x="10668" y="15543"/>
                      <a:pt x="8835" y="15067"/>
                      <a:pt x="6878" y="14282"/>
                    </a:cubicBezTo>
                    <a:cubicBezTo>
                      <a:pt x="6283" y="14062"/>
                      <a:pt x="5680" y="13920"/>
                      <a:pt x="5062" y="13767"/>
                    </a:cubicBezTo>
                    <a:cubicBezTo>
                      <a:pt x="3178" y="13275"/>
                      <a:pt x="1452" y="12450"/>
                      <a:pt x="0" y="11142"/>
                    </a:cubicBezTo>
                    <a:cubicBezTo>
                      <a:pt x="82" y="10978"/>
                      <a:pt x="165" y="10812"/>
                      <a:pt x="250" y="10642"/>
                    </a:cubicBezTo>
                    <a:cubicBezTo>
                      <a:pt x="390" y="10740"/>
                      <a:pt x="530" y="10835"/>
                      <a:pt x="673" y="10935"/>
                    </a:cubicBezTo>
                    <a:cubicBezTo>
                      <a:pt x="4238" y="13370"/>
                      <a:pt x="4238" y="13370"/>
                      <a:pt x="6250" y="13142"/>
                    </a:cubicBezTo>
                    <a:cubicBezTo>
                      <a:pt x="5565" y="11347"/>
                      <a:pt x="5565" y="11347"/>
                      <a:pt x="4847" y="10877"/>
                    </a:cubicBezTo>
                    <a:cubicBezTo>
                      <a:pt x="4550" y="10763"/>
                      <a:pt x="4253" y="10653"/>
                      <a:pt x="3950" y="10550"/>
                    </a:cubicBezTo>
                    <a:cubicBezTo>
                      <a:pt x="3212" y="10290"/>
                      <a:pt x="2618" y="9865"/>
                      <a:pt x="2000" y="9392"/>
                    </a:cubicBezTo>
                    <a:cubicBezTo>
                      <a:pt x="1875" y="9300"/>
                      <a:pt x="1750" y="9207"/>
                      <a:pt x="1620" y="9112"/>
                    </a:cubicBezTo>
                    <a:cubicBezTo>
                      <a:pt x="1115" y="8688"/>
                      <a:pt x="788" y="8385"/>
                      <a:pt x="685" y="7718"/>
                    </a:cubicBezTo>
                    <a:cubicBezTo>
                      <a:pt x="760" y="6735"/>
                      <a:pt x="1090" y="6095"/>
                      <a:pt x="1827" y="5455"/>
                    </a:cubicBezTo>
                    <a:cubicBezTo>
                      <a:pt x="4385" y="3567"/>
                      <a:pt x="7255" y="2448"/>
                      <a:pt x="10400" y="2007"/>
                    </a:cubicBezTo>
                    <a:cubicBezTo>
                      <a:pt x="11000" y="1892"/>
                      <a:pt x="11000" y="1892"/>
                      <a:pt x="11620" y="1638"/>
                    </a:cubicBezTo>
                    <a:cubicBezTo>
                      <a:pt x="12300" y="1373"/>
                      <a:pt x="12852" y="1310"/>
                      <a:pt x="13577" y="1267"/>
                    </a:cubicBezTo>
                    <a:cubicBezTo>
                      <a:pt x="14403" y="1220"/>
                      <a:pt x="15125" y="1117"/>
                      <a:pt x="15920" y="897"/>
                    </a:cubicBezTo>
                    <a:cubicBezTo>
                      <a:pt x="16962" y="632"/>
                      <a:pt x="17962" y="535"/>
                      <a:pt x="19033" y="487"/>
                    </a:cubicBezTo>
                    <a:cubicBezTo>
                      <a:pt x="19128" y="483"/>
                      <a:pt x="19128" y="483"/>
                      <a:pt x="19615" y="460"/>
                    </a:cubicBezTo>
                    <a:cubicBezTo>
                      <a:pt x="21840" y="362"/>
                      <a:pt x="24065" y="355"/>
                      <a:pt x="26293" y="360"/>
                    </a:cubicBezTo>
                    <a:close/>
                    <a:moveTo>
                      <a:pt x="10500" y="2392"/>
                    </a:moveTo>
                    <a:cubicBezTo>
                      <a:pt x="10143" y="2478"/>
                      <a:pt x="9783" y="2555"/>
                      <a:pt x="9423" y="2627"/>
                    </a:cubicBezTo>
                    <a:cubicBezTo>
                      <a:pt x="7567" y="3032"/>
                      <a:pt x="5893" y="3660"/>
                      <a:pt x="4188" y="4487"/>
                    </a:cubicBezTo>
                    <a:cubicBezTo>
                      <a:pt x="4040" y="4558"/>
                      <a:pt x="3893" y="4627"/>
                      <a:pt x="3740" y="4698"/>
                    </a:cubicBezTo>
                    <a:cubicBezTo>
                      <a:pt x="2760" y="5188"/>
                      <a:pt x="1915" y="5755"/>
                      <a:pt x="1250" y="6642"/>
                    </a:cubicBezTo>
                    <a:cubicBezTo>
                      <a:pt x="998" y="7540"/>
                      <a:pt x="998" y="7540"/>
                      <a:pt x="1250" y="8142"/>
                    </a:cubicBezTo>
                    <a:cubicBezTo>
                      <a:pt x="2368" y="9462"/>
                      <a:pt x="3952" y="10545"/>
                      <a:pt x="5638" y="10995"/>
                    </a:cubicBezTo>
                    <a:cubicBezTo>
                      <a:pt x="6000" y="11142"/>
                      <a:pt x="6000" y="11142"/>
                      <a:pt x="6360" y="11525"/>
                    </a:cubicBezTo>
                    <a:cubicBezTo>
                      <a:pt x="6845" y="11980"/>
                      <a:pt x="7080" y="11987"/>
                      <a:pt x="7735" y="12017"/>
                    </a:cubicBezTo>
                    <a:cubicBezTo>
                      <a:pt x="8668" y="12093"/>
                      <a:pt x="9538" y="12260"/>
                      <a:pt x="10438" y="12502"/>
                    </a:cubicBezTo>
                    <a:cubicBezTo>
                      <a:pt x="11790" y="12862"/>
                      <a:pt x="13140" y="13090"/>
                      <a:pt x="14523" y="13285"/>
                    </a:cubicBezTo>
                    <a:cubicBezTo>
                      <a:pt x="14965" y="13350"/>
                      <a:pt x="15405" y="13425"/>
                      <a:pt x="15840" y="13520"/>
                    </a:cubicBezTo>
                    <a:cubicBezTo>
                      <a:pt x="16503" y="13642"/>
                      <a:pt x="17128" y="13690"/>
                      <a:pt x="17803" y="13712"/>
                    </a:cubicBezTo>
                    <a:cubicBezTo>
                      <a:pt x="18048" y="13722"/>
                      <a:pt x="18293" y="13733"/>
                      <a:pt x="18545" y="13740"/>
                    </a:cubicBezTo>
                    <a:cubicBezTo>
                      <a:pt x="18800" y="13750"/>
                      <a:pt x="19058" y="13760"/>
                      <a:pt x="19312" y="13767"/>
                    </a:cubicBezTo>
                    <a:cubicBezTo>
                      <a:pt x="22108" y="13862"/>
                      <a:pt x="22108" y="13862"/>
                      <a:pt x="23413" y="14022"/>
                    </a:cubicBezTo>
                    <a:cubicBezTo>
                      <a:pt x="24562" y="14163"/>
                      <a:pt x="25700" y="14180"/>
                      <a:pt x="26860" y="14175"/>
                    </a:cubicBezTo>
                    <a:cubicBezTo>
                      <a:pt x="26957" y="14175"/>
                      <a:pt x="26957" y="14175"/>
                      <a:pt x="27452" y="14177"/>
                    </a:cubicBezTo>
                    <a:cubicBezTo>
                      <a:pt x="28683" y="14175"/>
                      <a:pt x="29883" y="14087"/>
                      <a:pt x="31105" y="13955"/>
                    </a:cubicBezTo>
                    <a:cubicBezTo>
                      <a:pt x="32477" y="13823"/>
                      <a:pt x="33863" y="13802"/>
                      <a:pt x="35243" y="13763"/>
                    </a:cubicBezTo>
                    <a:cubicBezTo>
                      <a:pt x="36477" y="13718"/>
                      <a:pt x="37602" y="13600"/>
                      <a:pt x="38795" y="13267"/>
                    </a:cubicBezTo>
                    <a:cubicBezTo>
                      <a:pt x="39505" y="13073"/>
                      <a:pt x="40225" y="12965"/>
                      <a:pt x="40952" y="12862"/>
                    </a:cubicBezTo>
                    <a:cubicBezTo>
                      <a:pt x="41102" y="12840"/>
                      <a:pt x="41253" y="12817"/>
                      <a:pt x="41405" y="12795"/>
                    </a:cubicBezTo>
                    <a:cubicBezTo>
                      <a:pt x="42597" y="12633"/>
                      <a:pt x="43725" y="12633"/>
                      <a:pt x="44925" y="12722"/>
                    </a:cubicBezTo>
                    <a:cubicBezTo>
                      <a:pt x="45717" y="12612"/>
                      <a:pt x="45950" y="12207"/>
                      <a:pt x="46500" y="11642"/>
                    </a:cubicBezTo>
                    <a:cubicBezTo>
                      <a:pt x="46998" y="11390"/>
                      <a:pt x="47518" y="11222"/>
                      <a:pt x="48048" y="11050"/>
                    </a:cubicBezTo>
                    <a:cubicBezTo>
                      <a:pt x="49707" y="10455"/>
                      <a:pt x="51477" y="9730"/>
                      <a:pt x="52548" y="8252"/>
                    </a:cubicBezTo>
                    <a:cubicBezTo>
                      <a:pt x="52750" y="7642"/>
                      <a:pt x="52750" y="7642"/>
                      <a:pt x="52625" y="7017"/>
                    </a:cubicBezTo>
                    <a:cubicBezTo>
                      <a:pt x="51140" y="4543"/>
                      <a:pt x="48175" y="3567"/>
                      <a:pt x="45500" y="2892"/>
                    </a:cubicBezTo>
                    <a:cubicBezTo>
                      <a:pt x="45253" y="2828"/>
                      <a:pt x="45005" y="2763"/>
                      <a:pt x="44758" y="2700"/>
                    </a:cubicBezTo>
                    <a:cubicBezTo>
                      <a:pt x="44008" y="2505"/>
                      <a:pt x="43255" y="2323"/>
                      <a:pt x="42500" y="2142"/>
                    </a:cubicBezTo>
                    <a:cubicBezTo>
                      <a:pt x="42310" y="2095"/>
                      <a:pt x="42120" y="2050"/>
                      <a:pt x="41925" y="2002"/>
                    </a:cubicBezTo>
                    <a:cubicBezTo>
                      <a:pt x="39105" y="1340"/>
                      <a:pt x="36260" y="1040"/>
                      <a:pt x="33375" y="862"/>
                    </a:cubicBezTo>
                    <a:cubicBezTo>
                      <a:pt x="33295" y="855"/>
                      <a:pt x="33295" y="855"/>
                      <a:pt x="32880" y="830"/>
                    </a:cubicBezTo>
                    <a:cubicBezTo>
                      <a:pt x="25822" y="385"/>
                      <a:pt x="17280" y="0"/>
                      <a:pt x="10500" y="2392"/>
                    </a:cubicBezTo>
                    <a:close/>
                    <a:moveTo>
                      <a:pt x="8000" y="12142"/>
                    </a:moveTo>
                    <a:cubicBezTo>
                      <a:pt x="7750" y="12392"/>
                      <a:pt x="7750" y="12392"/>
                      <a:pt x="7725" y="12800"/>
                    </a:cubicBezTo>
                    <a:cubicBezTo>
                      <a:pt x="7730" y="12960"/>
                      <a:pt x="7733" y="13120"/>
                      <a:pt x="7735" y="13282"/>
                    </a:cubicBezTo>
                    <a:cubicBezTo>
                      <a:pt x="7738" y="13442"/>
                      <a:pt x="7740" y="13603"/>
                      <a:pt x="7743" y="13767"/>
                    </a:cubicBezTo>
                    <a:cubicBezTo>
                      <a:pt x="7745" y="13892"/>
                      <a:pt x="7748" y="14015"/>
                      <a:pt x="7750" y="14142"/>
                    </a:cubicBezTo>
                    <a:cubicBezTo>
                      <a:pt x="9633" y="14880"/>
                      <a:pt x="11558" y="15205"/>
                      <a:pt x="13540" y="15557"/>
                    </a:cubicBezTo>
                    <a:cubicBezTo>
                      <a:pt x="15970" y="16002"/>
                      <a:pt x="15970" y="16002"/>
                      <a:pt x="16750" y="16392"/>
                    </a:cubicBezTo>
                    <a:cubicBezTo>
                      <a:pt x="17120" y="16425"/>
                      <a:pt x="17120" y="16425"/>
                      <a:pt x="17562" y="16425"/>
                    </a:cubicBezTo>
                    <a:cubicBezTo>
                      <a:pt x="17645" y="16427"/>
                      <a:pt x="17645" y="16427"/>
                      <a:pt x="18067" y="16430"/>
                    </a:cubicBezTo>
                    <a:cubicBezTo>
                      <a:pt x="18253" y="16430"/>
                      <a:pt x="18435" y="16430"/>
                      <a:pt x="18623" y="16430"/>
                    </a:cubicBezTo>
                    <a:cubicBezTo>
                      <a:pt x="18817" y="16430"/>
                      <a:pt x="19010" y="16430"/>
                      <a:pt x="19207" y="16433"/>
                    </a:cubicBezTo>
                    <a:cubicBezTo>
                      <a:pt x="19850" y="16435"/>
                      <a:pt x="20490" y="16435"/>
                      <a:pt x="21130" y="16435"/>
                    </a:cubicBezTo>
                    <a:cubicBezTo>
                      <a:pt x="21575" y="16435"/>
                      <a:pt x="22020" y="16435"/>
                      <a:pt x="22465" y="16438"/>
                    </a:cubicBezTo>
                    <a:cubicBezTo>
                      <a:pt x="23398" y="16438"/>
                      <a:pt x="24330" y="16440"/>
                      <a:pt x="25265" y="16440"/>
                    </a:cubicBezTo>
                    <a:cubicBezTo>
                      <a:pt x="26460" y="16440"/>
                      <a:pt x="27655" y="16442"/>
                      <a:pt x="28850" y="16448"/>
                    </a:cubicBezTo>
                    <a:cubicBezTo>
                      <a:pt x="29770" y="16450"/>
                      <a:pt x="30688" y="16450"/>
                      <a:pt x="31608" y="16450"/>
                    </a:cubicBezTo>
                    <a:cubicBezTo>
                      <a:pt x="32048" y="16450"/>
                      <a:pt x="32490" y="16450"/>
                      <a:pt x="32930" y="16452"/>
                    </a:cubicBezTo>
                    <a:cubicBezTo>
                      <a:pt x="33548" y="16455"/>
                      <a:pt x="34163" y="16455"/>
                      <a:pt x="34780" y="16452"/>
                    </a:cubicBezTo>
                    <a:cubicBezTo>
                      <a:pt x="34962" y="16455"/>
                      <a:pt x="35145" y="16455"/>
                      <a:pt x="35332" y="16457"/>
                    </a:cubicBezTo>
                    <a:cubicBezTo>
                      <a:pt x="36352" y="16452"/>
                      <a:pt x="37077" y="16330"/>
                      <a:pt x="38000" y="15892"/>
                    </a:cubicBezTo>
                    <a:cubicBezTo>
                      <a:pt x="38475" y="15802"/>
                      <a:pt x="38475" y="15802"/>
                      <a:pt x="38918" y="15760"/>
                    </a:cubicBezTo>
                    <a:cubicBezTo>
                      <a:pt x="39082" y="15742"/>
                      <a:pt x="39248" y="15728"/>
                      <a:pt x="39420" y="15710"/>
                    </a:cubicBezTo>
                    <a:cubicBezTo>
                      <a:pt x="39505" y="15700"/>
                      <a:pt x="39505" y="15700"/>
                      <a:pt x="39938" y="15657"/>
                    </a:cubicBezTo>
                    <a:cubicBezTo>
                      <a:pt x="43648" y="15245"/>
                      <a:pt x="43648" y="15245"/>
                      <a:pt x="44750" y="14142"/>
                    </a:cubicBezTo>
                    <a:cubicBezTo>
                      <a:pt x="44618" y="13258"/>
                      <a:pt x="44618" y="13258"/>
                      <a:pt x="44250" y="12892"/>
                    </a:cubicBezTo>
                    <a:cubicBezTo>
                      <a:pt x="43760" y="12903"/>
                      <a:pt x="43285" y="12930"/>
                      <a:pt x="42798" y="12970"/>
                    </a:cubicBezTo>
                    <a:cubicBezTo>
                      <a:pt x="42650" y="12983"/>
                      <a:pt x="42503" y="12995"/>
                      <a:pt x="42350" y="13008"/>
                    </a:cubicBezTo>
                    <a:cubicBezTo>
                      <a:pt x="41430" y="13085"/>
                      <a:pt x="40535" y="13218"/>
                      <a:pt x="39625" y="13392"/>
                    </a:cubicBezTo>
                    <a:cubicBezTo>
                      <a:pt x="38000" y="13685"/>
                      <a:pt x="36378" y="13733"/>
                      <a:pt x="34730" y="13793"/>
                    </a:cubicBezTo>
                    <a:cubicBezTo>
                      <a:pt x="33413" y="13847"/>
                      <a:pt x="32130" y="13955"/>
                      <a:pt x="30827" y="14157"/>
                    </a:cubicBezTo>
                    <a:cubicBezTo>
                      <a:pt x="28095" y="14573"/>
                      <a:pt x="25295" y="14603"/>
                      <a:pt x="22575" y="14087"/>
                    </a:cubicBezTo>
                    <a:cubicBezTo>
                      <a:pt x="21480" y="13892"/>
                      <a:pt x="20403" y="13858"/>
                      <a:pt x="19293" y="13832"/>
                    </a:cubicBezTo>
                    <a:cubicBezTo>
                      <a:pt x="16058" y="13755"/>
                      <a:pt x="13028" y="13245"/>
                      <a:pt x="9875" y="12532"/>
                    </a:cubicBezTo>
                    <a:cubicBezTo>
                      <a:pt x="9670" y="12485"/>
                      <a:pt x="9462" y="12440"/>
                      <a:pt x="9250" y="12392"/>
                    </a:cubicBezTo>
                    <a:cubicBezTo>
                      <a:pt x="9023" y="12340"/>
                      <a:pt x="8795" y="12288"/>
                      <a:pt x="8560" y="12235"/>
                    </a:cubicBezTo>
                    <a:cubicBezTo>
                      <a:pt x="8375" y="12205"/>
                      <a:pt x="8190" y="12172"/>
                      <a:pt x="8000" y="12142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  <p:sp>
            <p:nvSpPr>
              <p:cNvPr id="235" name="database_process vector"/>
              <p:cNvSpPr/>
              <p:nvPr/>
            </p:nvSpPr>
            <p:spPr>
              <a:xfrm>
                <a:off x="7049525" y="1093958"/>
                <a:ext cx="86296" cy="93269"/>
              </a:xfrm>
              <a:custGeom>
                <a:avLst/>
                <a:gdLst/>
                <a:ahLst/>
                <a:cxnLst/>
                <a:rect l="0" t="0" r="r" b="b"/>
                <a:pathLst>
                  <a:path w="9438" h="10200" fill="norm" stroke="0">
                    <a:moveTo>
                      <a:pt x="7347" y="1312"/>
                    </a:moveTo>
                    <a:cubicBezTo>
                      <a:pt x="8212" y="1882"/>
                      <a:pt x="8890" y="2422"/>
                      <a:pt x="9257" y="3410"/>
                    </a:cubicBezTo>
                    <a:cubicBezTo>
                      <a:pt x="9272" y="3642"/>
                      <a:pt x="9288" y="3875"/>
                      <a:pt x="9305" y="4112"/>
                    </a:cubicBezTo>
                    <a:cubicBezTo>
                      <a:pt x="9320" y="4297"/>
                      <a:pt x="9335" y="4480"/>
                      <a:pt x="9352" y="4670"/>
                    </a:cubicBezTo>
                    <a:cubicBezTo>
                      <a:pt x="9438" y="6388"/>
                      <a:pt x="9097" y="7832"/>
                      <a:pt x="8032" y="9218"/>
                    </a:cubicBezTo>
                    <a:cubicBezTo>
                      <a:pt x="7405" y="9875"/>
                      <a:pt x="6885" y="10142"/>
                      <a:pt x="5987" y="10165"/>
                    </a:cubicBezTo>
                    <a:cubicBezTo>
                      <a:pt x="5655" y="10170"/>
                      <a:pt x="5325" y="10173"/>
                      <a:pt x="4992" y="10175"/>
                    </a:cubicBezTo>
                    <a:cubicBezTo>
                      <a:pt x="4827" y="10180"/>
                      <a:pt x="4665" y="10185"/>
                      <a:pt x="4495" y="10192"/>
                    </a:cubicBezTo>
                    <a:cubicBezTo>
                      <a:pt x="3362" y="10200"/>
                      <a:pt x="2482" y="10043"/>
                      <a:pt x="1555" y="9363"/>
                    </a:cubicBezTo>
                    <a:cubicBezTo>
                      <a:pt x="548" y="8192"/>
                      <a:pt x="95" y="6765"/>
                      <a:pt x="0" y="5240"/>
                    </a:cubicBezTo>
                    <a:cubicBezTo>
                      <a:pt x="92" y="4170"/>
                      <a:pt x="532" y="3290"/>
                      <a:pt x="1055" y="2362"/>
                    </a:cubicBezTo>
                    <a:cubicBezTo>
                      <a:pt x="1220" y="2362"/>
                      <a:pt x="1385" y="2362"/>
                      <a:pt x="1555" y="2362"/>
                    </a:cubicBezTo>
                    <a:cubicBezTo>
                      <a:pt x="1600" y="2215"/>
                      <a:pt x="1647" y="2065"/>
                      <a:pt x="1695" y="1910"/>
                    </a:cubicBezTo>
                    <a:cubicBezTo>
                      <a:pt x="2950" y="0"/>
                      <a:pt x="5610" y="343"/>
                      <a:pt x="7347" y="1312"/>
                    </a:cubicBezTo>
                    <a:close/>
                  </a:path>
                </a:pathLst>
              </a:custGeom>
              <a:solidFill>
                <a:srgbClr val="B5C3CB"/>
              </a:solidFill>
              <a:ln w="0">
                <a:noFill/>
              </a:ln>
            </p:spPr>
          </p:sp>
          <p:sp>
            <p:nvSpPr>
              <p:cNvPr id="236" name="database_process vector"/>
              <p:cNvSpPr/>
              <p:nvPr/>
            </p:nvSpPr>
            <p:spPr>
              <a:xfrm>
                <a:off x="6981437" y="1071159"/>
                <a:ext cx="277840" cy="312473"/>
              </a:xfrm>
              <a:custGeom>
                <a:avLst/>
                <a:gdLst/>
                <a:ahLst/>
                <a:cxnLst/>
                <a:rect l="0" t="0" r="r" b="b"/>
                <a:pathLst>
                  <a:path w="30385" h="34172" fill="norm" stroke="0">
                    <a:moveTo>
                      <a:pt x="4010" y="17"/>
                    </a:moveTo>
                    <a:cubicBezTo>
                      <a:pt x="4120" y="17"/>
                      <a:pt x="4120" y="17"/>
                      <a:pt x="4675" y="15"/>
                    </a:cubicBezTo>
                    <a:cubicBezTo>
                      <a:pt x="5395" y="15"/>
                      <a:pt x="6115" y="20"/>
                      <a:pt x="6837" y="25"/>
                    </a:cubicBezTo>
                    <a:cubicBezTo>
                      <a:pt x="7340" y="25"/>
                      <a:pt x="7842" y="25"/>
                      <a:pt x="8347" y="25"/>
                    </a:cubicBezTo>
                    <a:cubicBezTo>
                      <a:pt x="9400" y="28"/>
                      <a:pt x="10452" y="30"/>
                      <a:pt x="11507" y="37"/>
                    </a:cubicBezTo>
                    <a:cubicBezTo>
                      <a:pt x="12855" y="43"/>
                      <a:pt x="14202" y="45"/>
                      <a:pt x="15550" y="47"/>
                    </a:cubicBezTo>
                    <a:cubicBezTo>
                      <a:pt x="16587" y="47"/>
                      <a:pt x="17627" y="50"/>
                      <a:pt x="18665" y="52"/>
                    </a:cubicBezTo>
                    <a:cubicBezTo>
                      <a:pt x="19163" y="55"/>
                      <a:pt x="19660" y="57"/>
                      <a:pt x="20155" y="57"/>
                    </a:cubicBezTo>
                    <a:cubicBezTo>
                      <a:pt x="20850" y="60"/>
                      <a:pt x="21548" y="62"/>
                      <a:pt x="22242" y="67"/>
                    </a:cubicBezTo>
                    <a:cubicBezTo>
                      <a:pt x="22445" y="67"/>
                      <a:pt x="22650" y="67"/>
                      <a:pt x="22857" y="67"/>
                    </a:cubicBezTo>
                    <a:cubicBezTo>
                      <a:pt x="26070" y="90"/>
                      <a:pt x="26070" y="90"/>
                      <a:pt x="27095" y="840"/>
                    </a:cubicBezTo>
                    <a:cubicBezTo>
                      <a:pt x="27215" y="925"/>
                      <a:pt x="27335" y="1010"/>
                      <a:pt x="27460" y="1097"/>
                    </a:cubicBezTo>
                    <a:cubicBezTo>
                      <a:pt x="27750" y="1358"/>
                      <a:pt x="27750" y="1358"/>
                      <a:pt x="28000" y="1858"/>
                    </a:cubicBezTo>
                    <a:cubicBezTo>
                      <a:pt x="27867" y="1785"/>
                      <a:pt x="27732" y="1712"/>
                      <a:pt x="27595" y="1638"/>
                    </a:cubicBezTo>
                    <a:cubicBezTo>
                      <a:pt x="26025" y="895"/>
                      <a:pt x="24760" y="787"/>
                      <a:pt x="23035" y="800"/>
                    </a:cubicBezTo>
                    <a:cubicBezTo>
                      <a:pt x="22913" y="800"/>
                      <a:pt x="22913" y="800"/>
                      <a:pt x="22295" y="800"/>
                    </a:cubicBezTo>
                    <a:cubicBezTo>
                      <a:pt x="21630" y="800"/>
                      <a:pt x="20965" y="802"/>
                      <a:pt x="20300" y="805"/>
                    </a:cubicBezTo>
                    <a:cubicBezTo>
                      <a:pt x="19602" y="810"/>
                      <a:pt x="18908" y="810"/>
                      <a:pt x="18210" y="810"/>
                    </a:cubicBezTo>
                    <a:cubicBezTo>
                      <a:pt x="16893" y="812"/>
                      <a:pt x="15575" y="815"/>
                      <a:pt x="14257" y="820"/>
                    </a:cubicBezTo>
                    <a:cubicBezTo>
                      <a:pt x="12757" y="825"/>
                      <a:pt x="11257" y="830"/>
                      <a:pt x="9757" y="832"/>
                    </a:cubicBezTo>
                    <a:cubicBezTo>
                      <a:pt x="6670" y="837"/>
                      <a:pt x="3585" y="845"/>
                      <a:pt x="500" y="858"/>
                    </a:cubicBezTo>
                    <a:cubicBezTo>
                      <a:pt x="582" y="1022"/>
                      <a:pt x="665" y="1188"/>
                      <a:pt x="750" y="1358"/>
                    </a:cubicBezTo>
                    <a:cubicBezTo>
                      <a:pt x="877" y="1358"/>
                      <a:pt x="1002" y="1358"/>
                      <a:pt x="1132" y="1358"/>
                    </a:cubicBezTo>
                    <a:cubicBezTo>
                      <a:pt x="4197" y="1360"/>
                      <a:pt x="7263" y="1373"/>
                      <a:pt x="10327" y="1390"/>
                    </a:cubicBezTo>
                    <a:cubicBezTo>
                      <a:pt x="11810" y="1397"/>
                      <a:pt x="13293" y="1405"/>
                      <a:pt x="14775" y="1405"/>
                    </a:cubicBezTo>
                    <a:cubicBezTo>
                      <a:pt x="16067" y="1407"/>
                      <a:pt x="17360" y="1412"/>
                      <a:pt x="18655" y="1422"/>
                    </a:cubicBezTo>
                    <a:cubicBezTo>
                      <a:pt x="19337" y="1427"/>
                      <a:pt x="20023" y="1430"/>
                      <a:pt x="20705" y="1427"/>
                    </a:cubicBezTo>
                    <a:cubicBezTo>
                      <a:pt x="21470" y="1425"/>
                      <a:pt x="22237" y="1432"/>
                      <a:pt x="23002" y="1442"/>
                    </a:cubicBezTo>
                    <a:cubicBezTo>
                      <a:pt x="23225" y="1440"/>
                      <a:pt x="23450" y="1438"/>
                      <a:pt x="23680" y="1435"/>
                    </a:cubicBezTo>
                    <a:cubicBezTo>
                      <a:pt x="25240" y="1462"/>
                      <a:pt x="26300" y="1850"/>
                      <a:pt x="27500" y="2858"/>
                    </a:cubicBezTo>
                    <a:cubicBezTo>
                      <a:pt x="28447" y="3902"/>
                      <a:pt x="28822" y="4860"/>
                      <a:pt x="28905" y="6265"/>
                    </a:cubicBezTo>
                    <a:cubicBezTo>
                      <a:pt x="28915" y="6405"/>
                      <a:pt x="28923" y="6543"/>
                      <a:pt x="28933" y="6688"/>
                    </a:cubicBezTo>
                    <a:cubicBezTo>
                      <a:pt x="29053" y="8692"/>
                      <a:pt x="29048" y="10702"/>
                      <a:pt x="29053" y="12710"/>
                    </a:cubicBezTo>
                    <a:cubicBezTo>
                      <a:pt x="29053" y="12818"/>
                      <a:pt x="29053" y="12818"/>
                      <a:pt x="29053" y="13362"/>
                    </a:cubicBezTo>
                    <a:cubicBezTo>
                      <a:pt x="29058" y="14495"/>
                      <a:pt x="29060" y="15628"/>
                      <a:pt x="29060" y="16760"/>
                    </a:cubicBezTo>
                    <a:cubicBezTo>
                      <a:pt x="29062" y="17922"/>
                      <a:pt x="29067" y="19085"/>
                      <a:pt x="29075" y="20248"/>
                    </a:cubicBezTo>
                    <a:cubicBezTo>
                      <a:pt x="29080" y="21147"/>
                      <a:pt x="29080" y="22050"/>
                      <a:pt x="29082" y="22952"/>
                    </a:cubicBezTo>
                    <a:cubicBezTo>
                      <a:pt x="29082" y="23380"/>
                      <a:pt x="29085" y="23810"/>
                      <a:pt x="29087" y="24237"/>
                    </a:cubicBezTo>
                    <a:cubicBezTo>
                      <a:pt x="29127" y="29705"/>
                      <a:pt x="29127" y="29705"/>
                      <a:pt x="27793" y="31215"/>
                    </a:cubicBezTo>
                    <a:cubicBezTo>
                      <a:pt x="27630" y="31345"/>
                      <a:pt x="27465" y="31475"/>
                      <a:pt x="27298" y="31608"/>
                    </a:cubicBezTo>
                    <a:cubicBezTo>
                      <a:pt x="27135" y="31740"/>
                      <a:pt x="26975" y="31875"/>
                      <a:pt x="26808" y="32013"/>
                    </a:cubicBezTo>
                    <a:cubicBezTo>
                      <a:pt x="25357" y="32907"/>
                      <a:pt x="24018" y="32927"/>
                      <a:pt x="22355" y="32913"/>
                    </a:cubicBezTo>
                    <a:cubicBezTo>
                      <a:pt x="22235" y="32913"/>
                      <a:pt x="22235" y="32913"/>
                      <a:pt x="21638" y="32913"/>
                    </a:cubicBezTo>
                    <a:cubicBezTo>
                      <a:pt x="20992" y="32913"/>
                      <a:pt x="20347" y="32910"/>
                      <a:pt x="19702" y="32907"/>
                    </a:cubicBezTo>
                    <a:cubicBezTo>
                      <a:pt x="19025" y="32905"/>
                      <a:pt x="18350" y="32905"/>
                      <a:pt x="17675" y="32902"/>
                    </a:cubicBezTo>
                    <a:cubicBezTo>
                      <a:pt x="16398" y="32902"/>
                      <a:pt x="15120" y="32897"/>
                      <a:pt x="13842" y="32892"/>
                    </a:cubicBezTo>
                    <a:cubicBezTo>
                      <a:pt x="12388" y="32888"/>
                      <a:pt x="10933" y="32885"/>
                      <a:pt x="9477" y="32883"/>
                    </a:cubicBezTo>
                    <a:cubicBezTo>
                      <a:pt x="6485" y="32878"/>
                      <a:pt x="3492" y="32867"/>
                      <a:pt x="500" y="32858"/>
                    </a:cubicBezTo>
                    <a:cubicBezTo>
                      <a:pt x="582" y="33022"/>
                      <a:pt x="665" y="33188"/>
                      <a:pt x="750" y="33358"/>
                    </a:cubicBezTo>
                    <a:cubicBezTo>
                      <a:pt x="4005" y="33392"/>
                      <a:pt x="7257" y="33418"/>
                      <a:pt x="10510" y="33435"/>
                    </a:cubicBezTo>
                    <a:cubicBezTo>
                      <a:pt x="12023" y="33443"/>
                      <a:pt x="13533" y="33452"/>
                      <a:pt x="15043" y="33470"/>
                    </a:cubicBezTo>
                    <a:cubicBezTo>
                      <a:pt x="16360" y="33485"/>
                      <a:pt x="17678" y="33495"/>
                      <a:pt x="18995" y="33497"/>
                    </a:cubicBezTo>
                    <a:cubicBezTo>
                      <a:pt x="19692" y="33500"/>
                      <a:pt x="20390" y="33505"/>
                      <a:pt x="21087" y="33515"/>
                    </a:cubicBezTo>
                    <a:cubicBezTo>
                      <a:pt x="21867" y="33527"/>
                      <a:pt x="22648" y="33527"/>
                      <a:pt x="23428" y="33527"/>
                    </a:cubicBezTo>
                    <a:cubicBezTo>
                      <a:pt x="23655" y="33532"/>
                      <a:pt x="23882" y="33538"/>
                      <a:pt x="24117" y="33543"/>
                    </a:cubicBezTo>
                    <a:cubicBezTo>
                      <a:pt x="25835" y="33527"/>
                      <a:pt x="26960" y="32985"/>
                      <a:pt x="28250" y="31858"/>
                    </a:cubicBezTo>
                    <a:cubicBezTo>
                      <a:pt x="29695" y="30147"/>
                      <a:pt x="29827" y="27772"/>
                      <a:pt x="29820" y="25630"/>
                    </a:cubicBezTo>
                    <a:cubicBezTo>
                      <a:pt x="29820" y="25525"/>
                      <a:pt x="29820" y="25525"/>
                      <a:pt x="29822" y="24992"/>
                    </a:cubicBezTo>
                    <a:cubicBezTo>
                      <a:pt x="29827" y="24305"/>
                      <a:pt x="29827" y="23617"/>
                      <a:pt x="29825" y="22930"/>
                    </a:cubicBezTo>
                    <a:cubicBezTo>
                      <a:pt x="29827" y="22448"/>
                      <a:pt x="29827" y="21965"/>
                      <a:pt x="29830" y="21482"/>
                    </a:cubicBezTo>
                    <a:cubicBezTo>
                      <a:pt x="29830" y="20472"/>
                      <a:pt x="29830" y="19462"/>
                      <a:pt x="29830" y="18452"/>
                    </a:cubicBezTo>
                    <a:cubicBezTo>
                      <a:pt x="29827" y="17293"/>
                      <a:pt x="29830" y="16135"/>
                      <a:pt x="29837" y="14975"/>
                    </a:cubicBezTo>
                    <a:cubicBezTo>
                      <a:pt x="29842" y="13850"/>
                      <a:pt x="29842" y="12725"/>
                      <a:pt x="29842" y="11603"/>
                    </a:cubicBezTo>
                    <a:cubicBezTo>
                      <a:pt x="29842" y="11128"/>
                      <a:pt x="29842" y="10652"/>
                      <a:pt x="29845" y="10180"/>
                    </a:cubicBezTo>
                    <a:cubicBezTo>
                      <a:pt x="29857" y="7630"/>
                      <a:pt x="29817" y="5290"/>
                      <a:pt x="29000" y="2858"/>
                    </a:cubicBezTo>
                    <a:cubicBezTo>
                      <a:pt x="29742" y="3228"/>
                      <a:pt x="29827" y="3763"/>
                      <a:pt x="30095" y="4522"/>
                    </a:cubicBezTo>
                    <a:cubicBezTo>
                      <a:pt x="30360" y="5515"/>
                      <a:pt x="30357" y="6480"/>
                      <a:pt x="30352" y="7500"/>
                    </a:cubicBezTo>
                    <a:cubicBezTo>
                      <a:pt x="30352" y="7733"/>
                      <a:pt x="30355" y="7962"/>
                      <a:pt x="30357" y="8200"/>
                    </a:cubicBezTo>
                    <a:cubicBezTo>
                      <a:pt x="30360" y="8828"/>
                      <a:pt x="30360" y="9455"/>
                      <a:pt x="30360" y="10082"/>
                    </a:cubicBezTo>
                    <a:cubicBezTo>
                      <a:pt x="30360" y="10608"/>
                      <a:pt x="30360" y="11135"/>
                      <a:pt x="30362" y="11660"/>
                    </a:cubicBezTo>
                    <a:cubicBezTo>
                      <a:pt x="30365" y="12902"/>
                      <a:pt x="30365" y="14145"/>
                      <a:pt x="30362" y="15388"/>
                    </a:cubicBezTo>
                    <a:cubicBezTo>
                      <a:pt x="30360" y="16665"/>
                      <a:pt x="30362" y="17940"/>
                      <a:pt x="30370" y="19215"/>
                    </a:cubicBezTo>
                    <a:cubicBezTo>
                      <a:pt x="30375" y="20318"/>
                      <a:pt x="30377" y="21418"/>
                      <a:pt x="30375" y="22520"/>
                    </a:cubicBezTo>
                    <a:cubicBezTo>
                      <a:pt x="30375" y="23175"/>
                      <a:pt x="30375" y="23830"/>
                      <a:pt x="30380" y="24485"/>
                    </a:cubicBezTo>
                    <a:cubicBezTo>
                      <a:pt x="30385" y="25217"/>
                      <a:pt x="30380" y="25948"/>
                      <a:pt x="30375" y="26680"/>
                    </a:cubicBezTo>
                    <a:cubicBezTo>
                      <a:pt x="30377" y="26892"/>
                      <a:pt x="30380" y="27105"/>
                      <a:pt x="30382" y="27325"/>
                    </a:cubicBezTo>
                    <a:cubicBezTo>
                      <a:pt x="30360" y="29302"/>
                      <a:pt x="29690" y="31060"/>
                      <a:pt x="28355" y="32538"/>
                    </a:cubicBezTo>
                    <a:cubicBezTo>
                      <a:pt x="26625" y="34103"/>
                      <a:pt x="24720" y="34145"/>
                      <a:pt x="22497" y="34142"/>
                    </a:cubicBezTo>
                    <a:cubicBezTo>
                      <a:pt x="22275" y="34145"/>
                      <a:pt x="22053" y="34145"/>
                      <a:pt x="21825" y="34145"/>
                    </a:cubicBezTo>
                    <a:cubicBezTo>
                      <a:pt x="21220" y="34147"/>
                      <a:pt x="20615" y="34147"/>
                      <a:pt x="20013" y="34147"/>
                    </a:cubicBezTo>
                    <a:cubicBezTo>
                      <a:pt x="19632" y="34147"/>
                      <a:pt x="19255" y="34150"/>
                      <a:pt x="18877" y="34150"/>
                    </a:cubicBezTo>
                    <a:cubicBezTo>
                      <a:pt x="17553" y="34152"/>
                      <a:pt x="16230" y="34152"/>
                      <a:pt x="14908" y="34152"/>
                    </a:cubicBezTo>
                    <a:cubicBezTo>
                      <a:pt x="13678" y="34152"/>
                      <a:pt x="12447" y="34155"/>
                      <a:pt x="11220" y="34160"/>
                    </a:cubicBezTo>
                    <a:cubicBezTo>
                      <a:pt x="10160" y="34163"/>
                      <a:pt x="9100" y="34165"/>
                      <a:pt x="8043" y="34165"/>
                    </a:cubicBezTo>
                    <a:cubicBezTo>
                      <a:pt x="7410" y="34165"/>
                      <a:pt x="6780" y="34165"/>
                      <a:pt x="6150" y="34168"/>
                    </a:cubicBezTo>
                    <a:cubicBezTo>
                      <a:pt x="5445" y="34170"/>
                      <a:pt x="4740" y="34170"/>
                      <a:pt x="4038" y="34168"/>
                    </a:cubicBezTo>
                    <a:cubicBezTo>
                      <a:pt x="3830" y="34168"/>
                      <a:pt x="3625" y="34170"/>
                      <a:pt x="3413" y="34172"/>
                    </a:cubicBezTo>
                    <a:cubicBezTo>
                      <a:pt x="2195" y="34165"/>
                      <a:pt x="1150" y="34015"/>
                      <a:pt x="0" y="33608"/>
                    </a:cubicBezTo>
                    <a:cubicBezTo>
                      <a:pt x="0" y="33360"/>
                      <a:pt x="0" y="33112"/>
                      <a:pt x="0" y="32858"/>
                    </a:cubicBezTo>
                    <a:cubicBezTo>
                      <a:pt x="1077" y="31922"/>
                      <a:pt x="2173" y="32008"/>
                      <a:pt x="3545" y="32032"/>
                    </a:cubicBezTo>
                    <a:cubicBezTo>
                      <a:pt x="3660" y="32035"/>
                      <a:pt x="3660" y="32035"/>
                      <a:pt x="4240" y="32038"/>
                    </a:cubicBezTo>
                    <a:cubicBezTo>
                      <a:pt x="4735" y="32040"/>
                      <a:pt x="5232" y="32043"/>
                      <a:pt x="5727" y="32050"/>
                    </a:cubicBezTo>
                    <a:cubicBezTo>
                      <a:pt x="6515" y="32060"/>
                      <a:pt x="7300" y="32065"/>
                      <a:pt x="8085" y="32068"/>
                    </a:cubicBezTo>
                    <a:cubicBezTo>
                      <a:pt x="9898" y="32078"/>
                      <a:pt x="11707" y="32095"/>
                      <a:pt x="13520" y="32110"/>
                    </a:cubicBezTo>
                    <a:cubicBezTo>
                      <a:pt x="15178" y="32125"/>
                      <a:pt x="16837" y="32140"/>
                      <a:pt x="18497" y="32147"/>
                    </a:cubicBezTo>
                    <a:cubicBezTo>
                      <a:pt x="19278" y="32150"/>
                      <a:pt x="20058" y="32157"/>
                      <a:pt x="20837" y="32168"/>
                    </a:cubicBezTo>
                    <a:cubicBezTo>
                      <a:pt x="21440" y="32175"/>
                      <a:pt x="22040" y="32177"/>
                      <a:pt x="22643" y="32180"/>
                    </a:cubicBezTo>
                    <a:cubicBezTo>
                      <a:pt x="22747" y="32182"/>
                      <a:pt x="22747" y="32182"/>
                      <a:pt x="23290" y="32193"/>
                    </a:cubicBezTo>
                    <a:cubicBezTo>
                      <a:pt x="24880" y="32193"/>
                      <a:pt x="26067" y="31892"/>
                      <a:pt x="27330" y="30902"/>
                    </a:cubicBezTo>
                    <a:cubicBezTo>
                      <a:pt x="28345" y="29585"/>
                      <a:pt x="28325" y="28182"/>
                      <a:pt x="28320" y="26585"/>
                    </a:cubicBezTo>
                    <a:cubicBezTo>
                      <a:pt x="28320" y="26472"/>
                      <a:pt x="28320" y="26472"/>
                      <a:pt x="28322" y="25905"/>
                    </a:cubicBezTo>
                    <a:cubicBezTo>
                      <a:pt x="28325" y="25295"/>
                      <a:pt x="28327" y="24685"/>
                      <a:pt x="28325" y="24075"/>
                    </a:cubicBezTo>
                    <a:cubicBezTo>
                      <a:pt x="28325" y="23565"/>
                      <a:pt x="28327" y="23052"/>
                      <a:pt x="28327" y="22543"/>
                    </a:cubicBezTo>
                    <a:cubicBezTo>
                      <a:pt x="28330" y="21335"/>
                      <a:pt x="28330" y="20128"/>
                      <a:pt x="28330" y="18920"/>
                    </a:cubicBezTo>
                    <a:cubicBezTo>
                      <a:pt x="28327" y="17680"/>
                      <a:pt x="28330" y="16438"/>
                      <a:pt x="28337" y="15198"/>
                    </a:cubicBezTo>
                    <a:cubicBezTo>
                      <a:pt x="28340" y="14128"/>
                      <a:pt x="28342" y="13057"/>
                      <a:pt x="28342" y="11990"/>
                    </a:cubicBezTo>
                    <a:cubicBezTo>
                      <a:pt x="28340" y="11353"/>
                      <a:pt x="28342" y="10715"/>
                      <a:pt x="28345" y="10078"/>
                    </a:cubicBezTo>
                    <a:cubicBezTo>
                      <a:pt x="28347" y="9367"/>
                      <a:pt x="28347" y="8655"/>
                      <a:pt x="28345" y="7945"/>
                    </a:cubicBezTo>
                    <a:cubicBezTo>
                      <a:pt x="28345" y="7737"/>
                      <a:pt x="28347" y="7527"/>
                      <a:pt x="28350" y="7315"/>
                    </a:cubicBezTo>
                    <a:cubicBezTo>
                      <a:pt x="28337" y="5902"/>
                      <a:pt x="28188" y="4353"/>
                      <a:pt x="27190" y="3267"/>
                    </a:cubicBezTo>
                    <a:cubicBezTo>
                      <a:pt x="26298" y="2505"/>
                      <a:pt x="25365" y="2045"/>
                      <a:pt x="24183" y="2037"/>
                    </a:cubicBezTo>
                    <a:cubicBezTo>
                      <a:pt x="23970" y="2035"/>
                      <a:pt x="23757" y="2032"/>
                      <a:pt x="23540" y="2027"/>
                    </a:cubicBezTo>
                    <a:cubicBezTo>
                      <a:pt x="23310" y="2027"/>
                      <a:pt x="23080" y="2027"/>
                      <a:pt x="22842" y="2027"/>
                    </a:cubicBezTo>
                    <a:cubicBezTo>
                      <a:pt x="22597" y="2025"/>
                      <a:pt x="22355" y="2022"/>
                      <a:pt x="22102" y="2020"/>
                    </a:cubicBezTo>
                    <a:cubicBezTo>
                      <a:pt x="21435" y="2013"/>
                      <a:pt x="20768" y="2007"/>
                      <a:pt x="20100" y="2005"/>
                    </a:cubicBezTo>
                    <a:cubicBezTo>
                      <a:pt x="19403" y="2002"/>
                      <a:pt x="18705" y="1995"/>
                      <a:pt x="18007" y="1987"/>
                    </a:cubicBezTo>
                    <a:cubicBezTo>
                      <a:pt x="16685" y="1978"/>
                      <a:pt x="15365" y="1968"/>
                      <a:pt x="14045" y="1960"/>
                    </a:cubicBezTo>
                    <a:cubicBezTo>
                      <a:pt x="12540" y="1950"/>
                      <a:pt x="11035" y="1938"/>
                      <a:pt x="9533" y="1925"/>
                    </a:cubicBezTo>
                    <a:cubicBezTo>
                      <a:pt x="6438" y="1900"/>
                      <a:pt x="3345" y="1877"/>
                      <a:pt x="250" y="1858"/>
                    </a:cubicBezTo>
                    <a:cubicBezTo>
                      <a:pt x="168" y="1528"/>
                      <a:pt x="85" y="1198"/>
                      <a:pt x="0" y="858"/>
                    </a:cubicBezTo>
                    <a:cubicBezTo>
                      <a:pt x="1355" y="140"/>
                      <a:pt x="2492" y="0"/>
                      <a:pt x="4010" y="17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  <p:sp>
            <p:nvSpPr>
              <p:cNvPr id="237" name="database_process vector"/>
              <p:cNvSpPr/>
              <p:nvPr/>
            </p:nvSpPr>
            <p:spPr>
              <a:xfrm>
                <a:off x="6846570" y="1292230"/>
                <a:ext cx="525277" cy="160134"/>
              </a:xfrm>
              <a:custGeom>
                <a:avLst/>
                <a:gdLst/>
                <a:ahLst/>
                <a:cxnLst/>
                <a:rect l="0" t="0" r="r" b="b"/>
                <a:pathLst>
                  <a:path w="57445" h="17512" fill="norm" stroke="0">
                    <a:moveTo>
                      <a:pt x="56500" y="430"/>
                    </a:moveTo>
                    <a:cubicBezTo>
                      <a:pt x="56942" y="743"/>
                      <a:pt x="57210" y="993"/>
                      <a:pt x="57325" y="1532"/>
                    </a:cubicBezTo>
                    <a:cubicBezTo>
                      <a:pt x="57362" y="1980"/>
                      <a:pt x="57372" y="2420"/>
                      <a:pt x="57375" y="2870"/>
                    </a:cubicBezTo>
                    <a:cubicBezTo>
                      <a:pt x="57378" y="3035"/>
                      <a:pt x="57380" y="3200"/>
                      <a:pt x="57382" y="3373"/>
                    </a:cubicBezTo>
                    <a:cubicBezTo>
                      <a:pt x="57388" y="3722"/>
                      <a:pt x="57390" y="4072"/>
                      <a:pt x="57390" y="4425"/>
                    </a:cubicBezTo>
                    <a:cubicBezTo>
                      <a:pt x="57390" y="4955"/>
                      <a:pt x="57405" y="5485"/>
                      <a:pt x="57418" y="6015"/>
                    </a:cubicBezTo>
                    <a:cubicBezTo>
                      <a:pt x="57445" y="8153"/>
                      <a:pt x="57278" y="9567"/>
                      <a:pt x="55750" y="11180"/>
                    </a:cubicBezTo>
                    <a:cubicBezTo>
                      <a:pt x="54447" y="12447"/>
                      <a:pt x="53003" y="13225"/>
                      <a:pt x="51375" y="14007"/>
                    </a:cubicBezTo>
                    <a:cubicBezTo>
                      <a:pt x="51200" y="14093"/>
                      <a:pt x="51025" y="14178"/>
                      <a:pt x="50845" y="14265"/>
                    </a:cubicBezTo>
                    <a:cubicBezTo>
                      <a:pt x="49750" y="14768"/>
                      <a:pt x="48702" y="15090"/>
                      <a:pt x="47515" y="15305"/>
                    </a:cubicBezTo>
                    <a:cubicBezTo>
                      <a:pt x="46955" y="15440"/>
                      <a:pt x="46510" y="15668"/>
                      <a:pt x="46000" y="15930"/>
                    </a:cubicBezTo>
                    <a:cubicBezTo>
                      <a:pt x="45540" y="16032"/>
                      <a:pt x="45075" y="16120"/>
                      <a:pt x="44610" y="16195"/>
                    </a:cubicBezTo>
                    <a:cubicBezTo>
                      <a:pt x="43312" y="16408"/>
                      <a:pt x="43312" y="16408"/>
                      <a:pt x="42885" y="16555"/>
                    </a:cubicBezTo>
                    <a:cubicBezTo>
                      <a:pt x="42183" y="16782"/>
                      <a:pt x="41450" y="16840"/>
                      <a:pt x="40720" y="16930"/>
                    </a:cubicBezTo>
                    <a:cubicBezTo>
                      <a:pt x="40567" y="16950"/>
                      <a:pt x="40415" y="16973"/>
                      <a:pt x="40260" y="16993"/>
                    </a:cubicBezTo>
                    <a:cubicBezTo>
                      <a:pt x="36445" y="17475"/>
                      <a:pt x="32595" y="17478"/>
                      <a:pt x="28758" y="17478"/>
                    </a:cubicBezTo>
                    <a:cubicBezTo>
                      <a:pt x="28202" y="17478"/>
                      <a:pt x="27648" y="17478"/>
                      <a:pt x="27090" y="17483"/>
                    </a:cubicBezTo>
                    <a:cubicBezTo>
                      <a:pt x="21780" y="17512"/>
                      <a:pt x="16570" y="17132"/>
                      <a:pt x="11360" y="16055"/>
                    </a:cubicBezTo>
                    <a:cubicBezTo>
                      <a:pt x="11212" y="16025"/>
                      <a:pt x="11067" y="15995"/>
                      <a:pt x="10918" y="15965"/>
                    </a:cubicBezTo>
                    <a:cubicBezTo>
                      <a:pt x="10122" y="15795"/>
                      <a:pt x="9475" y="15562"/>
                      <a:pt x="8750" y="15180"/>
                    </a:cubicBezTo>
                    <a:cubicBezTo>
                      <a:pt x="8460" y="15103"/>
                      <a:pt x="8168" y="15035"/>
                      <a:pt x="7875" y="14978"/>
                    </a:cubicBezTo>
                    <a:cubicBezTo>
                      <a:pt x="5893" y="14505"/>
                      <a:pt x="3862" y="13690"/>
                      <a:pt x="2250" y="12430"/>
                    </a:cubicBezTo>
                    <a:cubicBezTo>
                      <a:pt x="2055" y="12280"/>
                      <a:pt x="1862" y="12132"/>
                      <a:pt x="1660" y="11980"/>
                    </a:cubicBezTo>
                    <a:cubicBezTo>
                      <a:pt x="1105" y="11550"/>
                      <a:pt x="553" y="11115"/>
                      <a:pt x="0" y="10680"/>
                    </a:cubicBezTo>
                    <a:cubicBezTo>
                      <a:pt x="82" y="10268"/>
                      <a:pt x="165" y="9855"/>
                      <a:pt x="250" y="9430"/>
                    </a:cubicBezTo>
                    <a:cubicBezTo>
                      <a:pt x="1380" y="9088"/>
                      <a:pt x="2350" y="9275"/>
                      <a:pt x="3500" y="9430"/>
                    </a:cubicBezTo>
                    <a:cubicBezTo>
                      <a:pt x="3650" y="9442"/>
                      <a:pt x="3800" y="9455"/>
                      <a:pt x="3955" y="9468"/>
                    </a:cubicBezTo>
                    <a:cubicBezTo>
                      <a:pt x="5430" y="9610"/>
                      <a:pt x="6705" y="10260"/>
                      <a:pt x="8003" y="10945"/>
                    </a:cubicBezTo>
                    <a:cubicBezTo>
                      <a:pt x="8515" y="11188"/>
                      <a:pt x="8992" y="11322"/>
                      <a:pt x="9548" y="11445"/>
                    </a:cubicBezTo>
                    <a:cubicBezTo>
                      <a:pt x="10472" y="11653"/>
                      <a:pt x="10472" y="11653"/>
                      <a:pt x="10750" y="11930"/>
                    </a:cubicBezTo>
                    <a:cubicBezTo>
                      <a:pt x="11178" y="11998"/>
                      <a:pt x="11605" y="12053"/>
                      <a:pt x="12035" y="12100"/>
                    </a:cubicBezTo>
                    <a:cubicBezTo>
                      <a:pt x="12300" y="12132"/>
                      <a:pt x="12565" y="12163"/>
                      <a:pt x="12832" y="12195"/>
                    </a:cubicBezTo>
                    <a:cubicBezTo>
                      <a:pt x="13250" y="12243"/>
                      <a:pt x="13668" y="12290"/>
                      <a:pt x="14087" y="12335"/>
                    </a:cubicBezTo>
                    <a:cubicBezTo>
                      <a:pt x="16727" y="12632"/>
                      <a:pt x="16727" y="12632"/>
                      <a:pt x="17570" y="12945"/>
                    </a:cubicBezTo>
                    <a:cubicBezTo>
                      <a:pt x="18460" y="13252"/>
                      <a:pt x="19283" y="13298"/>
                      <a:pt x="20220" y="13335"/>
                    </a:cubicBezTo>
                    <a:cubicBezTo>
                      <a:pt x="20425" y="13345"/>
                      <a:pt x="20630" y="13355"/>
                      <a:pt x="20842" y="13365"/>
                    </a:cubicBezTo>
                    <a:cubicBezTo>
                      <a:pt x="23315" y="13458"/>
                      <a:pt x="25790" y="13458"/>
                      <a:pt x="28265" y="13460"/>
                    </a:cubicBezTo>
                    <a:cubicBezTo>
                      <a:pt x="28370" y="13463"/>
                      <a:pt x="28370" y="13463"/>
                      <a:pt x="28903" y="13463"/>
                    </a:cubicBezTo>
                    <a:cubicBezTo>
                      <a:pt x="31217" y="13470"/>
                      <a:pt x="33530" y="13440"/>
                      <a:pt x="35842" y="13335"/>
                    </a:cubicBezTo>
                    <a:cubicBezTo>
                      <a:pt x="36038" y="13328"/>
                      <a:pt x="36232" y="13320"/>
                      <a:pt x="36433" y="13312"/>
                    </a:cubicBezTo>
                    <a:cubicBezTo>
                      <a:pt x="37555" y="13252"/>
                      <a:pt x="38445" y="13058"/>
                      <a:pt x="39500" y="12680"/>
                    </a:cubicBezTo>
                    <a:cubicBezTo>
                      <a:pt x="39938" y="12613"/>
                      <a:pt x="40378" y="12560"/>
                      <a:pt x="40817" y="12520"/>
                    </a:cubicBezTo>
                    <a:cubicBezTo>
                      <a:pt x="41065" y="12495"/>
                      <a:pt x="41310" y="12470"/>
                      <a:pt x="41562" y="12445"/>
                    </a:cubicBezTo>
                    <a:cubicBezTo>
                      <a:pt x="41690" y="12433"/>
                      <a:pt x="41817" y="12420"/>
                      <a:pt x="41950" y="12407"/>
                    </a:cubicBezTo>
                    <a:cubicBezTo>
                      <a:pt x="44655" y="12132"/>
                      <a:pt x="47018" y="11578"/>
                      <a:pt x="49500" y="10430"/>
                    </a:cubicBezTo>
                    <a:cubicBezTo>
                      <a:pt x="49648" y="10365"/>
                      <a:pt x="49795" y="10303"/>
                      <a:pt x="49945" y="10235"/>
                    </a:cubicBezTo>
                    <a:cubicBezTo>
                      <a:pt x="50367" y="10050"/>
                      <a:pt x="50785" y="9860"/>
                      <a:pt x="51202" y="9665"/>
                    </a:cubicBezTo>
                    <a:cubicBezTo>
                      <a:pt x="51265" y="9637"/>
                      <a:pt x="51265" y="9637"/>
                      <a:pt x="51572" y="9498"/>
                    </a:cubicBezTo>
                    <a:cubicBezTo>
                      <a:pt x="52245" y="9160"/>
                      <a:pt x="52773" y="8778"/>
                      <a:pt x="53128" y="8103"/>
                    </a:cubicBezTo>
                    <a:cubicBezTo>
                      <a:pt x="53423" y="7088"/>
                      <a:pt x="53303" y="5993"/>
                      <a:pt x="53265" y="4945"/>
                    </a:cubicBezTo>
                    <a:cubicBezTo>
                      <a:pt x="53173" y="1930"/>
                      <a:pt x="53173" y="1930"/>
                      <a:pt x="53750" y="680"/>
                    </a:cubicBezTo>
                    <a:cubicBezTo>
                      <a:pt x="54548" y="0"/>
                      <a:pt x="55548" y="100"/>
                      <a:pt x="56500" y="430"/>
                    </a:cubicBezTo>
                    <a:close/>
                    <a:moveTo>
                      <a:pt x="54000" y="1180"/>
                    </a:moveTo>
                    <a:cubicBezTo>
                      <a:pt x="53947" y="1685"/>
                      <a:pt x="53925" y="2157"/>
                      <a:pt x="53923" y="2663"/>
                    </a:cubicBezTo>
                    <a:cubicBezTo>
                      <a:pt x="53918" y="2963"/>
                      <a:pt x="53910" y="3263"/>
                      <a:pt x="53905" y="3562"/>
                    </a:cubicBezTo>
                    <a:cubicBezTo>
                      <a:pt x="53898" y="4035"/>
                      <a:pt x="53890" y="4507"/>
                      <a:pt x="53885" y="4980"/>
                    </a:cubicBezTo>
                    <a:cubicBezTo>
                      <a:pt x="53880" y="5435"/>
                      <a:pt x="53870" y="5893"/>
                      <a:pt x="53860" y="6350"/>
                    </a:cubicBezTo>
                    <a:cubicBezTo>
                      <a:pt x="53860" y="6488"/>
                      <a:pt x="53860" y="6627"/>
                      <a:pt x="53860" y="6773"/>
                    </a:cubicBezTo>
                    <a:cubicBezTo>
                      <a:pt x="53835" y="7782"/>
                      <a:pt x="53605" y="8365"/>
                      <a:pt x="53000" y="9180"/>
                    </a:cubicBezTo>
                    <a:cubicBezTo>
                      <a:pt x="52668" y="9447"/>
                      <a:pt x="52668" y="9447"/>
                      <a:pt x="52332" y="9605"/>
                    </a:cubicBezTo>
                    <a:cubicBezTo>
                      <a:pt x="52207" y="9663"/>
                      <a:pt x="52085" y="9723"/>
                      <a:pt x="51957" y="9785"/>
                    </a:cubicBezTo>
                    <a:cubicBezTo>
                      <a:pt x="51827" y="9843"/>
                      <a:pt x="51697" y="9903"/>
                      <a:pt x="51562" y="9960"/>
                    </a:cubicBezTo>
                    <a:cubicBezTo>
                      <a:pt x="51428" y="10025"/>
                      <a:pt x="51293" y="10088"/>
                      <a:pt x="51155" y="10153"/>
                    </a:cubicBezTo>
                    <a:cubicBezTo>
                      <a:pt x="50773" y="10333"/>
                      <a:pt x="50385" y="10507"/>
                      <a:pt x="50000" y="10680"/>
                    </a:cubicBezTo>
                    <a:cubicBezTo>
                      <a:pt x="49830" y="10760"/>
                      <a:pt x="49660" y="10840"/>
                      <a:pt x="49485" y="10925"/>
                    </a:cubicBezTo>
                    <a:cubicBezTo>
                      <a:pt x="48585" y="11335"/>
                      <a:pt x="47690" y="11593"/>
                      <a:pt x="46722" y="11798"/>
                    </a:cubicBezTo>
                    <a:cubicBezTo>
                      <a:pt x="46250" y="11930"/>
                      <a:pt x="46250" y="11930"/>
                      <a:pt x="45812" y="12173"/>
                    </a:cubicBezTo>
                    <a:cubicBezTo>
                      <a:pt x="45140" y="12480"/>
                      <a:pt x="44485" y="12590"/>
                      <a:pt x="43758" y="12690"/>
                    </a:cubicBezTo>
                    <a:cubicBezTo>
                      <a:pt x="43688" y="12700"/>
                      <a:pt x="43688" y="12700"/>
                      <a:pt x="43330" y="12752"/>
                    </a:cubicBezTo>
                    <a:cubicBezTo>
                      <a:pt x="42880" y="12817"/>
                      <a:pt x="42433" y="12882"/>
                      <a:pt x="41985" y="12945"/>
                    </a:cubicBezTo>
                    <a:cubicBezTo>
                      <a:pt x="41535" y="13010"/>
                      <a:pt x="41085" y="13075"/>
                      <a:pt x="40638" y="13143"/>
                    </a:cubicBezTo>
                    <a:cubicBezTo>
                      <a:pt x="40357" y="13183"/>
                      <a:pt x="40080" y="13223"/>
                      <a:pt x="39800" y="13262"/>
                    </a:cubicBezTo>
                    <a:cubicBezTo>
                      <a:pt x="39173" y="13353"/>
                      <a:pt x="38600" y="13480"/>
                      <a:pt x="38000" y="13680"/>
                    </a:cubicBezTo>
                    <a:cubicBezTo>
                      <a:pt x="37247" y="13765"/>
                      <a:pt x="36490" y="13788"/>
                      <a:pt x="35735" y="13820"/>
                    </a:cubicBezTo>
                    <a:cubicBezTo>
                      <a:pt x="35615" y="13825"/>
                      <a:pt x="35615" y="13825"/>
                      <a:pt x="35018" y="13853"/>
                    </a:cubicBezTo>
                    <a:cubicBezTo>
                      <a:pt x="31500" y="13993"/>
                      <a:pt x="27980" y="13973"/>
                      <a:pt x="24462" y="13935"/>
                    </a:cubicBezTo>
                    <a:cubicBezTo>
                      <a:pt x="24053" y="13930"/>
                      <a:pt x="23643" y="13928"/>
                      <a:pt x="23230" y="13925"/>
                    </a:cubicBezTo>
                    <a:cubicBezTo>
                      <a:pt x="20335" y="13893"/>
                      <a:pt x="17515" y="13535"/>
                      <a:pt x="14655" y="13085"/>
                    </a:cubicBezTo>
                    <a:cubicBezTo>
                      <a:pt x="14487" y="13060"/>
                      <a:pt x="14317" y="13032"/>
                      <a:pt x="14143" y="13007"/>
                    </a:cubicBezTo>
                    <a:cubicBezTo>
                      <a:pt x="12420" y="12735"/>
                      <a:pt x="10820" y="12475"/>
                      <a:pt x="9250" y="11680"/>
                    </a:cubicBezTo>
                    <a:cubicBezTo>
                      <a:pt x="8893" y="11555"/>
                      <a:pt x="8533" y="11433"/>
                      <a:pt x="8173" y="11320"/>
                    </a:cubicBezTo>
                    <a:cubicBezTo>
                      <a:pt x="7342" y="11055"/>
                      <a:pt x="6562" y="10738"/>
                      <a:pt x="5765" y="10382"/>
                    </a:cubicBezTo>
                    <a:cubicBezTo>
                      <a:pt x="4655" y="9928"/>
                      <a:pt x="3742" y="9858"/>
                      <a:pt x="2553" y="9913"/>
                    </a:cubicBezTo>
                    <a:cubicBezTo>
                      <a:pt x="1903" y="9933"/>
                      <a:pt x="1372" y="9848"/>
                      <a:pt x="750" y="9680"/>
                    </a:cubicBezTo>
                    <a:cubicBezTo>
                      <a:pt x="680" y="10312"/>
                      <a:pt x="683" y="10590"/>
                      <a:pt x="1072" y="11108"/>
                    </a:cubicBezTo>
                    <a:cubicBezTo>
                      <a:pt x="2470" y="12335"/>
                      <a:pt x="3935" y="13062"/>
                      <a:pt x="5640" y="13778"/>
                    </a:cubicBezTo>
                    <a:cubicBezTo>
                      <a:pt x="5935" y="13903"/>
                      <a:pt x="6227" y="14038"/>
                      <a:pt x="6518" y="14173"/>
                    </a:cubicBezTo>
                    <a:cubicBezTo>
                      <a:pt x="7462" y="14613"/>
                      <a:pt x="8400" y="14850"/>
                      <a:pt x="9423" y="15048"/>
                    </a:cubicBezTo>
                    <a:cubicBezTo>
                      <a:pt x="10000" y="15180"/>
                      <a:pt x="10000" y="15180"/>
                      <a:pt x="10630" y="15413"/>
                    </a:cubicBezTo>
                    <a:cubicBezTo>
                      <a:pt x="11763" y="15800"/>
                      <a:pt x="12952" y="15947"/>
                      <a:pt x="14133" y="16130"/>
                    </a:cubicBezTo>
                    <a:cubicBezTo>
                      <a:pt x="14543" y="16195"/>
                      <a:pt x="14950" y="16260"/>
                      <a:pt x="15360" y="16328"/>
                    </a:cubicBezTo>
                    <a:cubicBezTo>
                      <a:pt x="18247" y="16785"/>
                      <a:pt x="21082" y="16973"/>
                      <a:pt x="24003" y="16980"/>
                    </a:cubicBezTo>
                    <a:cubicBezTo>
                      <a:pt x="24168" y="16983"/>
                      <a:pt x="24330" y="16983"/>
                      <a:pt x="24500" y="16983"/>
                    </a:cubicBezTo>
                    <a:cubicBezTo>
                      <a:pt x="25367" y="16988"/>
                      <a:pt x="26237" y="16990"/>
                      <a:pt x="27107" y="16990"/>
                    </a:cubicBezTo>
                    <a:cubicBezTo>
                      <a:pt x="27810" y="16990"/>
                      <a:pt x="28515" y="16995"/>
                      <a:pt x="29220" y="17000"/>
                    </a:cubicBezTo>
                    <a:cubicBezTo>
                      <a:pt x="43977" y="17118"/>
                      <a:pt x="43977" y="17118"/>
                      <a:pt x="47000" y="14930"/>
                    </a:cubicBezTo>
                    <a:cubicBezTo>
                      <a:pt x="47310" y="14860"/>
                      <a:pt x="47622" y="14805"/>
                      <a:pt x="47938" y="14757"/>
                    </a:cubicBezTo>
                    <a:cubicBezTo>
                      <a:pt x="50903" y="14143"/>
                      <a:pt x="54582" y="12400"/>
                      <a:pt x="56280" y="9833"/>
                    </a:cubicBezTo>
                    <a:cubicBezTo>
                      <a:pt x="56630" y="9192"/>
                      <a:pt x="56780" y="8643"/>
                      <a:pt x="56788" y="7915"/>
                    </a:cubicBezTo>
                    <a:cubicBezTo>
                      <a:pt x="56788" y="7765"/>
                      <a:pt x="56790" y="7618"/>
                      <a:pt x="56790" y="7465"/>
                    </a:cubicBezTo>
                    <a:cubicBezTo>
                      <a:pt x="56793" y="7305"/>
                      <a:pt x="56793" y="7148"/>
                      <a:pt x="56793" y="6983"/>
                    </a:cubicBezTo>
                    <a:cubicBezTo>
                      <a:pt x="56793" y="6820"/>
                      <a:pt x="56793" y="6655"/>
                      <a:pt x="56795" y="6485"/>
                    </a:cubicBezTo>
                    <a:cubicBezTo>
                      <a:pt x="56795" y="6140"/>
                      <a:pt x="56798" y="5793"/>
                      <a:pt x="56798" y="5447"/>
                    </a:cubicBezTo>
                    <a:cubicBezTo>
                      <a:pt x="56798" y="4915"/>
                      <a:pt x="56803" y="4385"/>
                      <a:pt x="56805" y="3853"/>
                    </a:cubicBezTo>
                    <a:cubicBezTo>
                      <a:pt x="56808" y="3518"/>
                      <a:pt x="56808" y="3180"/>
                      <a:pt x="56808" y="2843"/>
                    </a:cubicBezTo>
                    <a:cubicBezTo>
                      <a:pt x="56808" y="2763"/>
                      <a:pt x="56808" y="2763"/>
                      <a:pt x="56812" y="2360"/>
                    </a:cubicBezTo>
                    <a:cubicBezTo>
                      <a:pt x="56808" y="1238"/>
                      <a:pt x="56808" y="1238"/>
                      <a:pt x="56250" y="680"/>
                    </a:cubicBezTo>
                    <a:cubicBezTo>
                      <a:pt x="55835" y="613"/>
                      <a:pt x="55835" y="613"/>
                      <a:pt x="55375" y="618"/>
                    </a:cubicBezTo>
                    <a:cubicBezTo>
                      <a:pt x="55222" y="615"/>
                      <a:pt x="55070" y="615"/>
                      <a:pt x="54915" y="613"/>
                    </a:cubicBezTo>
                    <a:cubicBezTo>
                      <a:pt x="54500" y="680"/>
                      <a:pt x="54500" y="680"/>
                      <a:pt x="54000" y="1180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38" name="database_process vector"/>
              <p:cNvSpPr/>
              <p:nvPr/>
            </p:nvSpPr>
            <p:spPr>
              <a:xfrm>
                <a:off x="6835053" y="856906"/>
                <a:ext cx="536844" cy="183566"/>
              </a:xfrm>
              <a:custGeom>
                <a:avLst/>
                <a:gdLst/>
                <a:ahLst/>
                <a:cxnLst/>
                <a:rect l="0" t="0" r="r" b="b"/>
                <a:pathLst>
                  <a:path w="58710" h="20075" fill="norm" stroke="0">
                    <a:moveTo>
                      <a:pt x="28705" y="5"/>
                    </a:moveTo>
                    <a:cubicBezTo>
                      <a:pt x="29385" y="7"/>
                      <a:pt x="30062" y="5"/>
                      <a:pt x="30743" y="2"/>
                    </a:cubicBezTo>
                    <a:cubicBezTo>
                      <a:pt x="33008" y="2"/>
                      <a:pt x="35270" y="37"/>
                      <a:pt x="37533" y="132"/>
                    </a:cubicBezTo>
                    <a:cubicBezTo>
                      <a:pt x="37638" y="137"/>
                      <a:pt x="37638" y="137"/>
                      <a:pt x="38168" y="157"/>
                    </a:cubicBezTo>
                    <a:cubicBezTo>
                      <a:pt x="39165" y="205"/>
                      <a:pt x="39885" y="270"/>
                      <a:pt x="40760" y="787"/>
                    </a:cubicBezTo>
                    <a:cubicBezTo>
                      <a:pt x="41240" y="882"/>
                      <a:pt x="41240" y="882"/>
                      <a:pt x="41735" y="927"/>
                    </a:cubicBezTo>
                    <a:cubicBezTo>
                      <a:pt x="41915" y="947"/>
                      <a:pt x="42098" y="965"/>
                      <a:pt x="42285" y="985"/>
                    </a:cubicBezTo>
                    <a:cubicBezTo>
                      <a:pt x="42473" y="1002"/>
                      <a:pt x="42660" y="1020"/>
                      <a:pt x="42853" y="1037"/>
                    </a:cubicBezTo>
                    <a:cubicBezTo>
                      <a:pt x="44153" y="1160"/>
                      <a:pt x="45285" y="1340"/>
                      <a:pt x="46510" y="1787"/>
                    </a:cubicBezTo>
                    <a:cubicBezTo>
                      <a:pt x="46878" y="1877"/>
                      <a:pt x="47248" y="1962"/>
                      <a:pt x="47620" y="2037"/>
                    </a:cubicBezTo>
                    <a:cubicBezTo>
                      <a:pt x="51500" y="2882"/>
                      <a:pt x="55543" y="4395"/>
                      <a:pt x="58033" y="7645"/>
                    </a:cubicBezTo>
                    <a:cubicBezTo>
                      <a:pt x="58708" y="8752"/>
                      <a:pt x="58710" y="10035"/>
                      <a:pt x="58510" y="11287"/>
                    </a:cubicBezTo>
                    <a:cubicBezTo>
                      <a:pt x="57658" y="13542"/>
                      <a:pt x="55380" y="15212"/>
                      <a:pt x="53312" y="16298"/>
                    </a:cubicBezTo>
                    <a:cubicBezTo>
                      <a:pt x="52610" y="16602"/>
                      <a:pt x="51918" y="16785"/>
                      <a:pt x="51168" y="16922"/>
                    </a:cubicBezTo>
                    <a:cubicBezTo>
                      <a:pt x="50760" y="17037"/>
                      <a:pt x="50760" y="17037"/>
                      <a:pt x="50260" y="17537"/>
                    </a:cubicBezTo>
                    <a:cubicBezTo>
                      <a:pt x="49783" y="17688"/>
                      <a:pt x="49783" y="17688"/>
                      <a:pt x="49245" y="17802"/>
                    </a:cubicBezTo>
                    <a:cubicBezTo>
                      <a:pt x="48285" y="18012"/>
                      <a:pt x="48285" y="18012"/>
                      <a:pt x="48010" y="18287"/>
                    </a:cubicBezTo>
                    <a:cubicBezTo>
                      <a:pt x="47518" y="18377"/>
                      <a:pt x="47030" y="18455"/>
                      <a:pt x="46535" y="18522"/>
                    </a:cubicBezTo>
                    <a:cubicBezTo>
                      <a:pt x="46388" y="18542"/>
                      <a:pt x="46240" y="18565"/>
                      <a:pt x="46088" y="18587"/>
                    </a:cubicBezTo>
                    <a:cubicBezTo>
                      <a:pt x="45613" y="18655"/>
                      <a:pt x="45140" y="18720"/>
                      <a:pt x="44665" y="18787"/>
                    </a:cubicBezTo>
                    <a:cubicBezTo>
                      <a:pt x="44192" y="18855"/>
                      <a:pt x="43723" y="18920"/>
                      <a:pt x="43250" y="18990"/>
                    </a:cubicBezTo>
                    <a:cubicBezTo>
                      <a:pt x="42955" y="19030"/>
                      <a:pt x="42663" y="19072"/>
                      <a:pt x="42368" y="19112"/>
                    </a:cubicBezTo>
                    <a:cubicBezTo>
                      <a:pt x="41343" y="19260"/>
                      <a:pt x="41343" y="19260"/>
                      <a:pt x="40858" y="19422"/>
                    </a:cubicBezTo>
                    <a:cubicBezTo>
                      <a:pt x="40375" y="19582"/>
                      <a:pt x="39920" y="19587"/>
                      <a:pt x="39413" y="19607"/>
                    </a:cubicBezTo>
                    <a:cubicBezTo>
                      <a:pt x="39305" y="19612"/>
                      <a:pt x="39305" y="19612"/>
                      <a:pt x="38765" y="19635"/>
                    </a:cubicBezTo>
                    <a:cubicBezTo>
                      <a:pt x="38653" y="19640"/>
                      <a:pt x="38653" y="19640"/>
                      <a:pt x="38088" y="19662"/>
                    </a:cubicBezTo>
                    <a:cubicBezTo>
                      <a:pt x="37650" y="19680"/>
                      <a:pt x="37210" y="19697"/>
                      <a:pt x="36773" y="19718"/>
                    </a:cubicBezTo>
                    <a:cubicBezTo>
                      <a:pt x="36577" y="19725"/>
                      <a:pt x="36385" y="19732"/>
                      <a:pt x="36183" y="19740"/>
                    </a:cubicBezTo>
                    <a:cubicBezTo>
                      <a:pt x="35633" y="19780"/>
                      <a:pt x="35098" y="19840"/>
                      <a:pt x="34553" y="19915"/>
                    </a:cubicBezTo>
                    <a:cubicBezTo>
                      <a:pt x="33555" y="20042"/>
                      <a:pt x="32575" y="20075"/>
                      <a:pt x="31570" y="20070"/>
                    </a:cubicBezTo>
                    <a:cubicBezTo>
                      <a:pt x="31483" y="20070"/>
                      <a:pt x="31483" y="20070"/>
                      <a:pt x="31038" y="20072"/>
                    </a:cubicBezTo>
                    <a:cubicBezTo>
                      <a:pt x="30668" y="20072"/>
                      <a:pt x="30300" y="20070"/>
                      <a:pt x="29930" y="20070"/>
                    </a:cubicBezTo>
                    <a:cubicBezTo>
                      <a:pt x="29370" y="20070"/>
                      <a:pt x="28810" y="20070"/>
                      <a:pt x="28248" y="20072"/>
                    </a:cubicBezTo>
                    <a:cubicBezTo>
                      <a:pt x="27888" y="20072"/>
                      <a:pt x="27525" y="20072"/>
                      <a:pt x="27165" y="20070"/>
                    </a:cubicBezTo>
                    <a:cubicBezTo>
                      <a:pt x="27083" y="20070"/>
                      <a:pt x="27083" y="20070"/>
                      <a:pt x="26665" y="20072"/>
                    </a:cubicBezTo>
                    <a:cubicBezTo>
                      <a:pt x="25728" y="20067"/>
                      <a:pt x="24830" y="19992"/>
                      <a:pt x="23905" y="19845"/>
                    </a:cubicBezTo>
                    <a:cubicBezTo>
                      <a:pt x="23385" y="19770"/>
                      <a:pt x="22868" y="19742"/>
                      <a:pt x="22343" y="19725"/>
                    </a:cubicBezTo>
                    <a:cubicBezTo>
                      <a:pt x="22238" y="19722"/>
                      <a:pt x="22238" y="19722"/>
                      <a:pt x="21718" y="19702"/>
                    </a:cubicBezTo>
                    <a:cubicBezTo>
                      <a:pt x="21505" y="19695"/>
                      <a:pt x="21293" y="19688"/>
                      <a:pt x="21072" y="19677"/>
                    </a:cubicBezTo>
                    <a:cubicBezTo>
                      <a:pt x="19510" y="19610"/>
                      <a:pt x="18013" y="19515"/>
                      <a:pt x="16485" y="19185"/>
                    </a:cubicBezTo>
                    <a:cubicBezTo>
                      <a:pt x="15885" y="19062"/>
                      <a:pt x="15295" y="18962"/>
                      <a:pt x="14690" y="18873"/>
                    </a:cubicBezTo>
                    <a:cubicBezTo>
                      <a:pt x="12508" y="18545"/>
                      <a:pt x="10555" y="18135"/>
                      <a:pt x="8510" y="17287"/>
                    </a:cubicBezTo>
                    <a:cubicBezTo>
                      <a:pt x="8238" y="17188"/>
                      <a:pt x="7965" y="17087"/>
                      <a:pt x="7690" y="16990"/>
                    </a:cubicBezTo>
                    <a:cubicBezTo>
                      <a:pt x="4998" y="16015"/>
                      <a:pt x="2090" y="14667"/>
                      <a:pt x="635" y="12052"/>
                    </a:cubicBezTo>
                    <a:cubicBezTo>
                      <a:pt x="197" y="11025"/>
                      <a:pt x="0" y="10137"/>
                      <a:pt x="260" y="9037"/>
                    </a:cubicBezTo>
                    <a:cubicBezTo>
                      <a:pt x="1593" y="5843"/>
                      <a:pt x="4475" y="4347"/>
                      <a:pt x="7510" y="3037"/>
                    </a:cubicBezTo>
                    <a:cubicBezTo>
                      <a:pt x="9183" y="2358"/>
                      <a:pt x="10865" y="1932"/>
                      <a:pt x="12648" y="1645"/>
                    </a:cubicBezTo>
                    <a:cubicBezTo>
                      <a:pt x="13163" y="1555"/>
                      <a:pt x="13625" y="1435"/>
                      <a:pt x="14120" y="1272"/>
                    </a:cubicBezTo>
                    <a:cubicBezTo>
                      <a:pt x="15040" y="983"/>
                      <a:pt x="15985" y="938"/>
                      <a:pt x="16945" y="895"/>
                    </a:cubicBezTo>
                    <a:cubicBezTo>
                      <a:pt x="17505" y="862"/>
                      <a:pt x="17928" y="837"/>
                      <a:pt x="18413" y="542"/>
                    </a:cubicBezTo>
                    <a:cubicBezTo>
                      <a:pt x="19333" y="150"/>
                      <a:pt x="20248" y="170"/>
                      <a:pt x="21235" y="132"/>
                    </a:cubicBezTo>
                    <a:cubicBezTo>
                      <a:pt x="21458" y="125"/>
                      <a:pt x="21678" y="115"/>
                      <a:pt x="21905" y="105"/>
                    </a:cubicBezTo>
                    <a:cubicBezTo>
                      <a:pt x="24170" y="17"/>
                      <a:pt x="26438" y="0"/>
                      <a:pt x="28705" y="5"/>
                    </a:cubicBezTo>
                    <a:close/>
                    <a:moveTo>
                      <a:pt x="21418" y="632"/>
                    </a:moveTo>
                    <a:cubicBezTo>
                      <a:pt x="21225" y="640"/>
                      <a:pt x="21033" y="647"/>
                      <a:pt x="20835" y="657"/>
                    </a:cubicBezTo>
                    <a:cubicBezTo>
                      <a:pt x="19800" y="710"/>
                      <a:pt x="18875" y="852"/>
                      <a:pt x="17888" y="1175"/>
                    </a:cubicBezTo>
                    <a:cubicBezTo>
                      <a:pt x="17305" y="1350"/>
                      <a:pt x="16725" y="1377"/>
                      <a:pt x="16120" y="1412"/>
                    </a:cubicBezTo>
                    <a:cubicBezTo>
                      <a:pt x="15233" y="1480"/>
                      <a:pt x="14493" y="1582"/>
                      <a:pt x="13670" y="1905"/>
                    </a:cubicBezTo>
                    <a:cubicBezTo>
                      <a:pt x="13100" y="2090"/>
                      <a:pt x="12523" y="2175"/>
                      <a:pt x="11933" y="2272"/>
                    </a:cubicBezTo>
                    <a:cubicBezTo>
                      <a:pt x="10650" y="2498"/>
                      <a:pt x="9473" y="2825"/>
                      <a:pt x="8260" y="3287"/>
                    </a:cubicBezTo>
                    <a:cubicBezTo>
                      <a:pt x="8200" y="3310"/>
                      <a:pt x="8200" y="3310"/>
                      <a:pt x="7903" y="3422"/>
                    </a:cubicBezTo>
                    <a:cubicBezTo>
                      <a:pt x="5067" y="4517"/>
                      <a:pt x="2348" y="5828"/>
                      <a:pt x="853" y="8632"/>
                    </a:cubicBezTo>
                    <a:cubicBezTo>
                      <a:pt x="410" y="9740"/>
                      <a:pt x="555" y="10452"/>
                      <a:pt x="1010" y="11532"/>
                    </a:cubicBezTo>
                    <a:cubicBezTo>
                      <a:pt x="1093" y="11700"/>
                      <a:pt x="1175" y="11865"/>
                      <a:pt x="1260" y="12037"/>
                    </a:cubicBezTo>
                    <a:cubicBezTo>
                      <a:pt x="1327" y="12175"/>
                      <a:pt x="1393" y="12315"/>
                      <a:pt x="1463" y="12457"/>
                    </a:cubicBezTo>
                    <a:cubicBezTo>
                      <a:pt x="1650" y="12802"/>
                      <a:pt x="1650" y="12802"/>
                      <a:pt x="2010" y="13287"/>
                    </a:cubicBezTo>
                    <a:cubicBezTo>
                      <a:pt x="2175" y="13287"/>
                      <a:pt x="2340" y="13287"/>
                      <a:pt x="2510" y="13287"/>
                    </a:cubicBezTo>
                    <a:cubicBezTo>
                      <a:pt x="2538" y="13400"/>
                      <a:pt x="2562" y="13510"/>
                      <a:pt x="2593" y="13625"/>
                    </a:cubicBezTo>
                    <a:cubicBezTo>
                      <a:pt x="3020" y="14675"/>
                      <a:pt x="4270" y="15200"/>
                      <a:pt x="5260" y="15620"/>
                    </a:cubicBezTo>
                    <a:cubicBezTo>
                      <a:pt x="6683" y="16190"/>
                      <a:pt x="8130" y="16680"/>
                      <a:pt x="9608" y="17095"/>
                    </a:cubicBezTo>
                    <a:cubicBezTo>
                      <a:pt x="9988" y="17207"/>
                      <a:pt x="10368" y="17328"/>
                      <a:pt x="10740" y="17462"/>
                    </a:cubicBezTo>
                    <a:cubicBezTo>
                      <a:pt x="12215" y="17990"/>
                      <a:pt x="13645" y="18240"/>
                      <a:pt x="15197" y="18427"/>
                    </a:cubicBezTo>
                    <a:cubicBezTo>
                      <a:pt x="17608" y="18725"/>
                      <a:pt x="17608" y="18725"/>
                      <a:pt x="18388" y="19050"/>
                    </a:cubicBezTo>
                    <a:cubicBezTo>
                      <a:pt x="19405" y="19438"/>
                      <a:pt x="20445" y="19410"/>
                      <a:pt x="21525" y="19445"/>
                    </a:cubicBezTo>
                    <a:cubicBezTo>
                      <a:pt x="21653" y="19447"/>
                      <a:pt x="21778" y="19452"/>
                      <a:pt x="21908" y="19457"/>
                    </a:cubicBezTo>
                    <a:cubicBezTo>
                      <a:pt x="27053" y="19642"/>
                      <a:pt x="32225" y="19640"/>
                      <a:pt x="37370" y="19445"/>
                    </a:cubicBezTo>
                    <a:cubicBezTo>
                      <a:pt x="37483" y="19440"/>
                      <a:pt x="37483" y="19440"/>
                      <a:pt x="38062" y="19420"/>
                    </a:cubicBezTo>
                    <a:cubicBezTo>
                      <a:pt x="39170" y="19370"/>
                      <a:pt x="39985" y="19227"/>
                      <a:pt x="41010" y="18787"/>
                    </a:cubicBezTo>
                    <a:cubicBezTo>
                      <a:pt x="41643" y="18675"/>
                      <a:pt x="42278" y="18617"/>
                      <a:pt x="42915" y="18552"/>
                    </a:cubicBezTo>
                    <a:cubicBezTo>
                      <a:pt x="44375" y="18390"/>
                      <a:pt x="45718" y="18140"/>
                      <a:pt x="47125" y="17718"/>
                    </a:cubicBezTo>
                    <a:cubicBezTo>
                      <a:pt x="47985" y="17472"/>
                      <a:pt x="48855" y="17320"/>
                      <a:pt x="49735" y="17170"/>
                    </a:cubicBezTo>
                    <a:cubicBezTo>
                      <a:pt x="50260" y="17037"/>
                      <a:pt x="50260" y="17037"/>
                      <a:pt x="50618" y="16792"/>
                    </a:cubicBezTo>
                    <a:cubicBezTo>
                      <a:pt x="51028" y="16525"/>
                      <a:pt x="51345" y="16430"/>
                      <a:pt x="51820" y="16322"/>
                    </a:cubicBezTo>
                    <a:cubicBezTo>
                      <a:pt x="52848" y="16045"/>
                      <a:pt x="53658" y="15555"/>
                      <a:pt x="54540" y="14975"/>
                    </a:cubicBezTo>
                    <a:cubicBezTo>
                      <a:pt x="54690" y="14882"/>
                      <a:pt x="54838" y="14790"/>
                      <a:pt x="54990" y="14695"/>
                    </a:cubicBezTo>
                    <a:cubicBezTo>
                      <a:pt x="56295" y="13850"/>
                      <a:pt x="57452" y="12775"/>
                      <a:pt x="58010" y="11287"/>
                    </a:cubicBezTo>
                    <a:cubicBezTo>
                      <a:pt x="58258" y="9907"/>
                      <a:pt x="58130" y="8798"/>
                      <a:pt x="57385" y="7600"/>
                    </a:cubicBezTo>
                    <a:cubicBezTo>
                      <a:pt x="55540" y="5152"/>
                      <a:pt x="52750" y="3935"/>
                      <a:pt x="49875" y="3123"/>
                    </a:cubicBezTo>
                    <a:cubicBezTo>
                      <a:pt x="49300" y="2960"/>
                      <a:pt x="48793" y="2805"/>
                      <a:pt x="48258" y="2525"/>
                    </a:cubicBezTo>
                    <a:cubicBezTo>
                      <a:pt x="47608" y="2215"/>
                      <a:pt x="46952" y="2123"/>
                      <a:pt x="46245" y="2022"/>
                    </a:cubicBezTo>
                    <a:cubicBezTo>
                      <a:pt x="44840" y="1815"/>
                      <a:pt x="44840" y="1815"/>
                      <a:pt x="44395" y="1662"/>
                    </a:cubicBezTo>
                    <a:cubicBezTo>
                      <a:pt x="43975" y="1527"/>
                      <a:pt x="43580" y="1465"/>
                      <a:pt x="43143" y="1412"/>
                    </a:cubicBezTo>
                    <a:cubicBezTo>
                      <a:pt x="42980" y="1392"/>
                      <a:pt x="42815" y="1373"/>
                      <a:pt x="42648" y="1350"/>
                    </a:cubicBezTo>
                    <a:cubicBezTo>
                      <a:pt x="42478" y="1330"/>
                      <a:pt x="42310" y="1310"/>
                      <a:pt x="42135" y="1287"/>
                    </a:cubicBezTo>
                    <a:cubicBezTo>
                      <a:pt x="41798" y="1248"/>
                      <a:pt x="41463" y="1205"/>
                      <a:pt x="41128" y="1162"/>
                    </a:cubicBezTo>
                    <a:cubicBezTo>
                      <a:pt x="40978" y="1145"/>
                      <a:pt x="40830" y="1127"/>
                      <a:pt x="40678" y="1108"/>
                    </a:cubicBezTo>
                    <a:cubicBezTo>
                      <a:pt x="40260" y="1037"/>
                      <a:pt x="40260" y="1037"/>
                      <a:pt x="39920" y="912"/>
                    </a:cubicBezTo>
                    <a:cubicBezTo>
                      <a:pt x="39445" y="767"/>
                      <a:pt x="39023" y="735"/>
                      <a:pt x="38528" y="710"/>
                    </a:cubicBezTo>
                    <a:cubicBezTo>
                      <a:pt x="38430" y="705"/>
                      <a:pt x="38430" y="705"/>
                      <a:pt x="37935" y="677"/>
                    </a:cubicBezTo>
                    <a:cubicBezTo>
                      <a:pt x="37723" y="667"/>
                      <a:pt x="37510" y="660"/>
                      <a:pt x="37293" y="650"/>
                    </a:cubicBezTo>
                    <a:cubicBezTo>
                      <a:pt x="37070" y="637"/>
                      <a:pt x="36848" y="627"/>
                      <a:pt x="36620" y="617"/>
                    </a:cubicBezTo>
                    <a:cubicBezTo>
                      <a:pt x="34383" y="520"/>
                      <a:pt x="32148" y="500"/>
                      <a:pt x="29908" y="505"/>
                    </a:cubicBezTo>
                    <a:cubicBezTo>
                      <a:pt x="29243" y="507"/>
                      <a:pt x="28580" y="505"/>
                      <a:pt x="27915" y="502"/>
                    </a:cubicBezTo>
                    <a:cubicBezTo>
                      <a:pt x="25748" y="502"/>
                      <a:pt x="23583" y="535"/>
                      <a:pt x="21418" y="632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39" name="database_process vector"/>
              <p:cNvSpPr/>
              <p:nvPr/>
            </p:nvSpPr>
            <p:spPr>
              <a:xfrm>
                <a:off x="7050024" y="1101852"/>
                <a:ext cx="162283" cy="161414"/>
              </a:xfrm>
              <a:custGeom>
                <a:avLst/>
                <a:gdLst/>
                <a:ahLst/>
                <a:cxnLst/>
                <a:rect l="0" t="0" r="r" b="b"/>
                <a:pathLst>
                  <a:path w="17747" h="17653" fill="norm" stroke="0">
                    <a:moveTo>
                      <a:pt x="13250" y="0"/>
                    </a:moveTo>
                    <a:cubicBezTo>
                      <a:pt x="13867" y="73"/>
                      <a:pt x="14163" y="142"/>
                      <a:pt x="14560" y="630"/>
                    </a:cubicBezTo>
                    <a:cubicBezTo>
                      <a:pt x="14605" y="707"/>
                      <a:pt x="14605" y="707"/>
                      <a:pt x="14827" y="1095"/>
                    </a:cubicBezTo>
                    <a:cubicBezTo>
                      <a:pt x="15400" y="1965"/>
                      <a:pt x="15900" y="2273"/>
                      <a:pt x="16888" y="2575"/>
                    </a:cubicBezTo>
                    <a:cubicBezTo>
                      <a:pt x="17250" y="2750"/>
                      <a:pt x="17250" y="2750"/>
                      <a:pt x="17420" y="3067"/>
                    </a:cubicBezTo>
                    <a:cubicBezTo>
                      <a:pt x="17617" y="4148"/>
                      <a:pt x="17747" y="5390"/>
                      <a:pt x="17330" y="6425"/>
                    </a:cubicBezTo>
                    <a:cubicBezTo>
                      <a:pt x="16878" y="7050"/>
                      <a:pt x="16480" y="7287"/>
                      <a:pt x="15735" y="7470"/>
                    </a:cubicBezTo>
                    <a:cubicBezTo>
                      <a:pt x="15222" y="7605"/>
                      <a:pt x="15045" y="7688"/>
                      <a:pt x="14727" y="8125"/>
                    </a:cubicBezTo>
                    <a:cubicBezTo>
                      <a:pt x="14288" y="9062"/>
                      <a:pt x="14143" y="9740"/>
                      <a:pt x="14500" y="10750"/>
                    </a:cubicBezTo>
                    <a:cubicBezTo>
                      <a:pt x="14582" y="10832"/>
                      <a:pt x="14665" y="10915"/>
                      <a:pt x="14750" y="11000"/>
                    </a:cubicBezTo>
                    <a:cubicBezTo>
                      <a:pt x="14888" y="11827"/>
                      <a:pt x="14908" y="12255"/>
                      <a:pt x="14450" y="12970"/>
                    </a:cubicBezTo>
                    <a:cubicBezTo>
                      <a:pt x="13790" y="13765"/>
                      <a:pt x="13225" y="14365"/>
                      <a:pt x="12250" y="14750"/>
                    </a:cubicBezTo>
                    <a:cubicBezTo>
                      <a:pt x="11117" y="14618"/>
                      <a:pt x="11117" y="14618"/>
                      <a:pt x="10750" y="14250"/>
                    </a:cubicBezTo>
                    <a:cubicBezTo>
                      <a:pt x="9572" y="14137"/>
                      <a:pt x="8460" y="14250"/>
                      <a:pt x="7500" y="15000"/>
                    </a:cubicBezTo>
                    <a:cubicBezTo>
                      <a:pt x="7263" y="15507"/>
                      <a:pt x="7110" y="16012"/>
                      <a:pt x="6947" y="16548"/>
                    </a:cubicBezTo>
                    <a:cubicBezTo>
                      <a:pt x="6750" y="17000"/>
                      <a:pt x="6750" y="17000"/>
                      <a:pt x="6442" y="17250"/>
                    </a:cubicBezTo>
                    <a:cubicBezTo>
                      <a:pt x="5400" y="17653"/>
                      <a:pt x="4320" y="17475"/>
                      <a:pt x="3250" y="17250"/>
                    </a:cubicBezTo>
                    <a:cubicBezTo>
                      <a:pt x="3117" y="17227"/>
                      <a:pt x="2982" y="17205"/>
                      <a:pt x="2845" y="17183"/>
                    </a:cubicBezTo>
                    <a:cubicBezTo>
                      <a:pt x="2303" y="16895"/>
                      <a:pt x="2235" y="16455"/>
                      <a:pt x="2030" y="15890"/>
                    </a:cubicBezTo>
                    <a:cubicBezTo>
                      <a:pt x="1582" y="14790"/>
                      <a:pt x="1582" y="14790"/>
                      <a:pt x="827" y="14423"/>
                    </a:cubicBezTo>
                    <a:cubicBezTo>
                      <a:pt x="638" y="14365"/>
                      <a:pt x="447" y="14308"/>
                      <a:pt x="250" y="14250"/>
                    </a:cubicBezTo>
                    <a:cubicBezTo>
                      <a:pt x="15" y="13750"/>
                      <a:pt x="15" y="13750"/>
                      <a:pt x="0" y="13250"/>
                    </a:cubicBezTo>
                    <a:cubicBezTo>
                      <a:pt x="165" y="13085"/>
                      <a:pt x="330" y="12920"/>
                      <a:pt x="500" y="12750"/>
                    </a:cubicBezTo>
                    <a:cubicBezTo>
                      <a:pt x="1565" y="12822"/>
                      <a:pt x="2660" y="13055"/>
                      <a:pt x="3500" y="13750"/>
                    </a:cubicBezTo>
                    <a:cubicBezTo>
                      <a:pt x="3675" y="14137"/>
                      <a:pt x="3775" y="14510"/>
                      <a:pt x="3878" y="14925"/>
                    </a:cubicBezTo>
                    <a:cubicBezTo>
                      <a:pt x="4000" y="15250"/>
                      <a:pt x="4000" y="15250"/>
                      <a:pt x="4485" y="15500"/>
                    </a:cubicBezTo>
                    <a:cubicBezTo>
                      <a:pt x="5000" y="15500"/>
                      <a:pt x="5000" y="15500"/>
                      <a:pt x="5423" y="15345"/>
                    </a:cubicBezTo>
                    <a:cubicBezTo>
                      <a:pt x="5750" y="15000"/>
                      <a:pt x="5750" y="15000"/>
                      <a:pt x="5775" y="14415"/>
                    </a:cubicBezTo>
                    <a:cubicBezTo>
                      <a:pt x="6038" y="13640"/>
                      <a:pt x="6155" y="13588"/>
                      <a:pt x="6855" y="13227"/>
                    </a:cubicBezTo>
                    <a:cubicBezTo>
                      <a:pt x="7215" y="13067"/>
                      <a:pt x="7575" y="12915"/>
                      <a:pt x="7938" y="12765"/>
                    </a:cubicBezTo>
                    <a:cubicBezTo>
                      <a:pt x="8117" y="12683"/>
                      <a:pt x="8295" y="12602"/>
                      <a:pt x="8480" y="12517"/>
                    </a:cubicBezTo>
                    <a:cubicBezTo>
                      <a:pt x="9822" y="11942"/>
                      <a:pt x="9822" y="11942"/>
                      <a:pt x="10675" y="12218"/>
                    </a:cubicBezTo>
                    <a:cubicBezTo>
                      <a:pt x="10865" y="12310"/>
                      <a:pt x="11055" y="12405"/>
                      <a:pt x="11250" y="12500"/>
                    </a:cubicBezTo>
                    <a:cubicBezTo>
                      <a:pt x="11952" y="12405"/>
                      <a:pt x="11952" y="12405"/>
                      <a:pt x="12500" y="12250"/>
                    </a:cubicBezTo>
                    <a:cubicBezTo>
                      <a:pt x="12467" y="12088"/>
                      <a:pt x="12435" y="11923"/>
                      <a:pt x="12403" y="11755"/>
                    </a:cubicBezTo>
                    <a:cubicBezTo>
                      <a:pt x="12185" y="10315"/>
                      <a:pt x="12217" y="9245"/>
                      <a:pt x="12780" y="7890"/>
                    </a:cubicBezTo>
                    <a:cubicBezTo>
                      <a:pt x="12832" y="7767"/>
                      <a:pt x="12883" y="7642"/>
                      <a:pt x="12933" y="7515"/>
                    </a:cubicBezTo>
                    <a:cubicBezTo>
                      <a:pt x="13300" y="6707"/>
                      <a:pt x="13740" y="6230"/>
                      <a:pt x="14457" y="5713"/>
                    </a:cubicBezTo>
                    <a:cubicBezTo>
                      <a:pt x="14845" y="5430"/>
                      <a:pt x="15170" y="5097"/>
                      <a:pt x="15500" y="4750"/>
                    </a:cubicBezTo>
                    <a:cubicBezTo>
                      <a:pt x="15420" y="4395"/>
                      <a:pt x="15420" y="4395"/>
                      <a:pt x="15250" y="4000"/>
                    </a:cubicBezTo>
                    <a:cubicBezTo>
                      <a:pt x="14925" y="3825"/>
                      <a:pt x="14925" y="3825"/>
                      <a:pt x="14530" y="3688"/>
                    </a:cubicBezTo>
                    <a:cubicBezTo>
                      <a:pt x="13850" y="3375"/>
                      <a:pt x="13590" y="3090"/>
                      <a:pt x="13280" y="2405"/>
                    </a:cubicBezTo>
                    <a:cubicBezTo>
                      <a:pt x="13018" y="1670"/>
                      <a:pt x="12908" y="1035"/>
                      <a:pt x="13000" y="250"/>
                    </a:cubicBezTo>
                    <a:cubicBezTo>
                      <a:pt x="13082" y="168"/>
                      <a:pt x="13165" y="85"/>
                      <a:pt x="13250" y="0"/>
                    </a:cubicBezTo>
                    <a:close/>
                  </a:path>
                </a:pathLst>
              </a:custGeom>
              <a:solidFill>
                <a:srgbClr val="6A899C"/>
              </a:solidFill>
              <a:ln w="0">
                <a:noFill/>
              </a:ln>
            </p:spPr>
          </p:sp>
          <p:sp>
            <p:nvSpPr>
              <p:cNvPr id="240" name="database_process vector"/>
              <p:cNvSpPr/>
              <p:nvPr/>
            </p:nvSpPr>
            <p:spPr>
              <a:xfrm>
                <a:off x="6768096" y="1087172"/>
                <a:ext cx="277086" cy="281155"/>
              </a:xfrm>
              <a:custGeom>
                <a:avLst/>
                <a:gdLst/>
                <a:ahLst/>
                <a:cxnLst/>
                <a:rect l="0" t="0" r="r" b="b"/>
                <a:pathLst>
                  <a:path w="30303" h="30748" fill="norm" stroke="0">
                    <a:moveTo>
                      <a:pt x="12665" y="562"/>
                    </a:moveTo>
                    <a:cubicBezTo>
                      <a:pt x="12942" y="825"/>
                      <a:pt x="12942" y="825"/>
                      <a:pt x="13332" y="1355"/>
                    </a:cubicBezTo>
                    <a:cubicBezTo>
                      <a:pt x="13332" y="1520"/>
                      <a:pt x="13332" y="1685"/>
                      <a:pt x="13332" y="1855"/>
                    </a:cubicBezTo>
                    <a:cubicBezTo>
                      <a:pt x="16500" y="2090"/>
                      <a:pt x="16500" y="2090"/>
                      <a:pt x="17320" y="1513"/>
                    </a:cubicBezTo>
                    <a:cubicBezTo>
                      <a:pt x="17543" y="1235"/>
                      <a:pt x="17762" y="957"/>
                      <a:pt x="17982" y="677"/>
                    </a:cubicBezTo>
                    <a:cubicBezTo>
                      <a:pt x="18332" y="355"/>
                      <a:pt x="18332" y="355"/>
                      <a:pt x="18830" y="267"/>
                    </a:cubicBezTo>
                    <a:cubicBezTo>
                      <a:pt x="20553" y="392"/>
                      <a:pt x="22155" y="1170"/>
                      <a:pt x="23530" y="2188"/>
                    </a:cubicBezTo>
                    <a:cubicBezTo>
                      <a:pt x="23965" y="2790"/>
                      <a:pt x="23862" y="3220"/>
                      <a:pt x="23800" y="3950"/>
                    </a:cubicBezTo>
                    <a:cubicBezTo>
                      <a:pt x="23757" y="5235"/>
                      <a:pt x="23757" y="5235"/>
                      <a:pt x="24107" y="5795"/>
                    </a:cubicBezTo>
                    <a:cubicBezTo>
                      <a:pt x="24457" y="6120"/>
                      <a:pt x="24457" y="6120"/>
                      <a:pt x="24808" y="6380"/>
                    </a:cubicBezTo>
                    <a:cubicBezTo>
                      <a:pt x="24900" y="6455"/>
                      <a:pt x="24990" y="6530"/>
                      <a:pt x="25082" y="6605"/>
                    </a:cubicBezTo>
                    <a:cubicBezTo>
                      <a:pt x="25082" y="6770"/>
                      <a:pt x="25082" y="6935"/>
                      <a:pt x="25082" y="7105"/>
                    </a:cubicBezTo>
                    <a:cubicBezTo>
                      <a:pt x="25265" y="7090"/>
                      <a:pt x="25450" y="7078"/>
                      <a:pt x="25640" y="7062"/>
                    </a:cubicBezTo>
                    <a:cubicBezTo>
                      <a:pt x="27882" y="6957"/>
                      <a:pt x="27882" y="6957"/>
                      <a:pt x="28567" y="7575"/>
                    </a:cubicBezTo>
                    <a:cubicBezTo>
                      <a:pt x="29562" y="8852"/>
                      <a:pt x="30275" y="10623"/>
                      <a:pt x="30162" y="12255"/>
                    </a:cubicBezTo>
                    <a:cubicBezTo>
                      <a:pt x="30035" y="12812"/>
                      <a:pt x="29800" y="13037"/>
                      <a:pt x="29332" y="13355"/>
                    </a:cubicBezTo>
                    <a:cubicBezTo>
                      <a:pt x="29000" y="13525"/>
                      <a:pt x="28668" y="13692"/>
                      <a:pt x="28332" y="13855"/>
                    </a:cubicBezTo>
                    <a:cubicBezTo>
                      <a:pt x="28102" y="16808"/>
                      <a:pt x="28102" y="16808"/>
                      <a:pt x="28657" y="17528"/>
                    </a:cubicBezTo>
                    <a:cubicBezTo>
                      <a:pt x="29067" y="17778"/>
                      <a:pt x="29067" y="17778"/>
                      <a:pt x="29480" y="17952"/>
                    </a:cubicBezTo>
                    <a:cubicBezTo>
                      <a:pt x="29832" y="18105"/>
                      <a:pt x="29832" y="18105"/>
                      <a:pt x="30082" y="18605"/>
                    </a:cubicBezTo>
                    <a:cubicBezTo>
                      <a:pt x="30303" y="20365"/>
                      <a:pt x="29517" y="22097"/>
                      <a:pt x="28505" y="23512"/>
                    </a:cubicBezTo>
                    <a:cubicBezTo>
                      <a:pt x="28137" y="23912"/>
                      <a:pt x="27928" y="24082"/>
                      <a:pt x="27397" y="24213"/>
                    </a:cubicBezTo>
                    <a:cubicBezTo>
                      <a:pt x="26515" y="24248"/>
                      <a:pt x="25835" y="24088"/>
                      <a:pt x="25082" y="23605"/>
                    </a:cubicBezTo>
                    <a:cubicBezTo>
                      <a:pt x="25025" y="23745"/>
                      <a:pt x="24967" y="23885"/>
                      <a:pt x="24910" y="24028"/>
                    </a:cubicBezTo>
                    <a:cubicBezTo>
                      <a:pt x="24597" y="24580"/>
                      <a:pt x="24385" y="24780"/>
                      <a:pt x="23910" y="25168"/>
                    </a:cubicBezTo>
                    <a:cubicBezTo>
                      <a:pt x="23572" y="25485"/>
                      <a:pt x="23572" y="25485"/>
                      <a:pt x="23332" y="25855"/>
                    </a:cubicBezTo>
                    <a:cubicBezTo>
                      <a:pt x="23332" y="26385"/>
                      <a:pt x="23418" y="26830"/>
                      <a:pt x="23558" y="27340"/>
                    </a:cubicBezTo>
                    <a:cubicBezTo>
                      <a:pt x="23587" y="27947"/>
                      <a:pt x="23430" y="28315"/>
                      <a:pt x="23095" y="28820"/>
                    </a:cubicBezTo>
                    <a:cubicBezTo>
                      <a:pt x="22620" y="29338"/>
                      <a:pt x="22043" y="29553"/>
                      <a:pt x="21395" y="29793"/>
                    </a:cubicBezTo>
                    <a:cubicBezTo>
                      <a:pt x="21260" y="29845"/>
                      <a:pt x="21127" y="29895"/>
                      <a:pt x="20987" y="29950"/>
                    </a:cubicBezTo>
                    <a:cubicBezTo>
                      <a:pt x="18845" y="30748"/>
                      <a:pt x="18845" y="30748"/>
                      <a:pt x="18082" y="30605"/>
                    </a:cubicBezTo>
                    <a:cubicBezTo>
                      <a:pt x="17433" y="30178"/>
                      <a:pt x="16972" y="29642"/>
                      <a:pt x="16630" y="28947"/>
                    </a:cubicBezTo>
                    <a:cubicBezTo>
                      <a:pt x="16332" y="28605"/>
                      <a:pt x="16332" y="28605"/>
                      <a:pt x="15725" y="28480"/>
                    </a:cubicBezTo>
                    <a:cubicBezTo>
                      <a:pt x="13805" y="28440"/>
                      <a:pt x="13805" y="28440"/>
                      <a:pt x="13140" y="28933"/>
                    </a:cubicBezTo>
                    <a:cubicBezTo>
                      <a:pt x="12817" y="29340"/>
                      <a:pt x="12817" y="29340"/>
                      <a:pt x="12558" y="29752"/>
                    </a:cubicBezTo>
                    <a:cubicBezTo>
                      <a:pt x="12332" y="30105"/>
                      <a:pt x="12332" y="30105"/>
                      <a:pt x="11832" y="30355"/>
                    </a:cubicBezTo>
                    <a:cubicBezTo>
                      <a:pt x="9832" y="30445"/>
                      <a:pt x="8390" y="29793"/>
                      <a:pt x="6832" y="28605"/>
                    </a:cubicBezTo>
                    <a:cubicBezTo>
                      <a:pt x="6520" y="27980"/>
                      <a:pt x="6612" y="27642"/>
                      <a:pt x="6675" y="26950"/>
                    </a:cubicBezTo>
                    <a:cubicBezTo>
                      <a:pt x="6683" y="25618"/>
                      <a:pt x="6308" y="24905"/>
                      <a:pt x="5385" y="23960"/>
                    </a:cubicBezTo>
                    <a:cubicBezTo>
                      <a:pt x="4548" y="23423"/>
                      <a:pt x="3852" y="23517"/>
                      <a:pt x="2890" y="23592"/>
                    </a:cubicBezTo>
                    <a:cubicBezTo>
                      <a:pt x="2332" y="23605"/>
                      <a:pt x="2332" y="23605"/>
                      <a:pt x="1737" y="23245"/>
                    </a:cubicBezTo>
                    <a:cubicBezTo>
                      <a:pt x="1532" y="22968"/>
                      <a:pt x="1532" y="22968"/>
                      <a:pt x="1332" y="22605"/>
                    </a:cubicBezTo>
                    <a:cubicBezTo>
                      <a:pt x="1240" y="22445"/>
                      <a:pt x="1147" y="22282"/>
                      <a:pt x="1053" y="22118"/>
                    </a:cubicBezTo>
                    <a:cubicBezTo>
                      <a:pt x="397" y="20825"/>
                      <a:pt x="0" y="19553"/>
                      <a:pt x="332" y="18105"/>
                    </a:cubicBezTo>
                    <a:cubicBezTo>
                      <a:pt x="670" y="17570"/>
                      <a:pt x="1040" y="17183"/>
                      <a:pt x="1582" y="16855"/>
                    </a:cubicBezTo>
                    <a:cubicBezTo>
                      <a:pt x="1747" y="16855"/>
                      <a:pt x="1912" y="16855"/>
                      <a:pt x="2082" y="16855"/>
                    </a:cubicBezTo>
                    <a:cubicBezTo>
                      <a:pt x="2072" y="16332"/>
                      <a:pt x="2058" y="15815"/>
                      <a:pt x="2035" y="15293"/>
                    </a:cubicBezTo>
                    <a:cubicBezTo>
                      <a:pt x="2032" y="15148"/>
                      <a:pt x="2032" y="15000"/>
                      <a:pt x="2030" y="14847"/>
                    </a:cubicBezTo>
                    <a:cubicBezTo>
                      <a:pt x="1975" y="13762"/>
                      <a:pt x="1975" y="13762"/>
                      <a:pt x="1550" y="13295"/>
                    </a:cubicBezTo>
                    <a:cubicBezTo>
                      <a:pt x="1210" y="13032"/>
                      <a:pt x="1210" y="13032"/>
                      <a:pt x="872" y="12812"/>
                    </a:cubicBezTo>
                    <a:cubicBezTo>
                      <a:pt x="582" y="12605"/>
                      <a:pt x="582" y="12605"/>
                      <a:pt x="332" y="12105"/>
                    </a:cubicBezTo>
                    <a:cubicBezTo>
                      <a:pt x="250" y="10020"/>
                      <a:pt x="752" y="8710"/>
                      <a:pt x="2082" y="7105"/>
                    </a:cubicBezTo>
                    <a:cubicBezTo>
                      <a:pt x="2582" y="6605"/>
                      <a:pt x="2582" y="6605"/>
                      <a:pt x="3188" y="6600"/>
                    </a:cubicBezTo>
                    <a:cubicBezTo>
                      <a:pt x="3428" y="6618"/>
                      <a:pt x="3665" y="6635"/>
                      <a:pt x="3910" y="6653"/>
                    </a:cubicBezTo>
                    <a:cubicBezTo>
                      <a:pt x="5492" y="6668"/>
                      <a:pt x="5492" y="6668"/>
                      <a:pt x="6112" y="6168"/>
                    </a:cubicBezTo>
                    <a:cubicBezTo>
                      <a:pt x="6685" y="5470"/>
                      <a:pt x="6632" y="4733"/>
                      <a:pt x="6645" y="3870"/>
                    </a:cubicBezTo>
                    <a:cubicBezTo>
                      <a:pt x="6660" y="3032"/>
                      <a:pt x="6707" y="2493"/>
                      <a:pt x="7293" y="1845"/>
                    </a:cubicBezTo>
                    <a:cubicBezTo>
                      <a:pt x="7872" y="1453"/>
                      <a:pt x="8442" y="1142"/>
                      <a:pt x="9082" y="855"/>
                    </a:cubicBezTo>
                    <a:cubicBezTo>
                      <a:pt x="9220" y="790"/>
                      <a:pt x="9360" y="725"/>
                      <a:pt x="9502" y="657"/>
                    </a:cubicBezTo>
                    <a:cubicBezTo>
                      <a:pt x="10438" y="282"/>
                      <a:pt x="11760" y="0"/>
                      <a:pt x="12665" y="562"/>
                    </a:cubicBezTo>
                    <a:close/>
                    <a:moveTo>
                      <a:pt x="9005" y="1590"/>
                    </a:moveTo>
                    <a:cubicBezTo>
                      <a:pt x="8870" y="1660"/>
                      <a:pt x="8735" y="1727"/>
                      <a:pt x="8597" y="1800"/>
                    </a:cubicBezTo>
                    <a:cubicBezTo>
                      <a:pt x="7632" y="2305"/>
                      <a:pt x="7632" y="2305"/>
                      <a:pt x="7332" y="2605"/>
                    </a:cubicBezTo>
                    <a:cubicBezTo>
                      <a:pt x="7360" y="2945"/>
                      <a:pt x="7392" y="3282"/>
                      <a:pt x="7425" y="3620"/>
                    </a:cubicBezTo>
                    <a:cubicBezTo>
                      <a:pt x="7440" y="4668"/>
                      <a:pt x="7210" y="5170"/>
                      <a:pt x="6535" y="5965"/>
                    </a:cubicBezTo>
                    <a:cubicBezTo>
                      <a:pt x="5832" y="6672"/>
                      <a:pt x="5320" y="7178"/>
                      <a:pt x="4332" y="7355"/>
                    </a:cubicBezTo>
                    <a:cubicBezTo>
                      <a:pt x="4080" y="7297"/>
                      <a:pt x="3830" y="7235"/>
                      <a:pt x="3582" y="7168"/>
                    </a:cubicBezTo>
                    <a:cubicBezTo>
                      <a:pt x="3202" y="7085"/>
                      <a:pt x="3202" y="7085"/>
                      <a:pt x="2832" y="7105"/>
                    </a:cubicBezTo>
                    <a:cubicBezTo>
                      <a:pt x="1675" y="7953"/>
                      <a:pt x="1027" y="9445"/>
                      <a:pt x="735" y="10812"/>
                    </a:cubicBezTo>
                    <a:cubicBezTo>
                      <a:pt x="688" y="11298"/>
                      <a:pt x="685" y="11640"/>
                      <a:pt x="832" y="12105"/>
                    </a:cubicBezTo>
                    <a:cubicBezTo>
                      <a:pt x="1170" y="12370"/>
                      <a:pt x="1170" y="12370"/>
                      <a:pt x="1582" y="12620"/>
                    </a:cubicBezTo>
                    <a:cubicBezTo>
                      <a:pt x="2037" y="12942"/>
                      <a:pt x="2287" y="13183"/>
                      <a:pt x="2428" y="13730"/>
                    </a:cubicBezTo>
                    <a:cubicBezTo>
                      <a:pt x="2582" y="14915"/>
                      <a:pt x="2712" y="16315"/>
                      <a:pt x="2000" y="17325"/>
                    </a:cubicBezTo>
                    <a:cubicBezTo>
                      <a:pt x="1597" y="17637"/>
                      <a:pt x="1597" y="17637"/>
                      <a:pt x="1185" y="17858"/>
                    </a:cubicBezTo>
                    <a:cubicBezTo>
                      <a:pt x="832" y="18105"/>
                      <a:pt x="832" y="18105"/>
                      <a:pt x="632" y="18540"/>
                    </a:cubicBezTo>
                    <a:cubicBezTo>
                      <a:pt x="565" y="19298"/>
                      <a:pt x="770" y="19905"/>
                      <a:pt x="1020" y="20605"/>
                    </a:cubicBezTo>
                    <a:cubicBezTo>
                      <a:pt x="1062" y="20735"/>
                      <a:pt x="1105" y="20865"/>
                      <a:pt x="1147" y="21000"/>
                    </a:cubicBezTo>
                    <a:cubicBezTo>
                      <a:pt x="1425" y="21805"/>
                      <a:pt x="1705" y="22507"/>
                      <a:pt x="2332" y="23105"/>
                    </a:cubicBezTo>
                    <a:cubicBezTo>
                      <a:pt x="2840" y="23160"/>
                      <a:pt x="3267" y="23173"/>
                      <a:pt x="3770" y="23153"/>
                    </a:cubicBezTo>
                    <a:cubicBezTo>
                      <a:pt x="4662" y="23173"/>
                      <a:pt x="5188" y="23248"/>
                      <a:pt x="5918" y="23790"/>
                    </a:cubicBezTo>
                    <a:cubicBezTo>
                      <a:pt x="6928" y="24988"/>
                      <a:pt x="7190" y="25817"/>
                      <a:pt x="7070" y="27352"/>
                    </a:cubicBezTo>
                    <a:cubicBezTo>
                      <a:pt x="7085" y="27940"/>
                      <a:pt x="7180" y="28142"/>
                      <a:pt x="7567" y="28575"/>
                    </a:cubicBezTo>
                    <a:cubicBezTo>
                      <a:pt x="8602" y="29423"/>
                      <a:pt x="10065" y="29972"/>
                      <a:pt x="11410" y="29855"/>
                    </a:cubicBezTo>
                    <a:cubicBezTo>
                      <a:pt x="12115" y="29592"/>
                      <a:pt x="12150" y="29560"/>
                      <a:pt x="12507" y="28977"/>
                    </a:cubicBezTo>
                    <a:cubicBezTo>
                      <a:pt x="12822" y="28565"/>
                      <a:pt x="12997" y="28382"/>
                      <a:pt x="13492" y="28225"/>
                    </a:cubicBezTo>
                    <a:cubicBezTo>
                      <a:pt x="13982" y="28170"/>
                      <a:pt x="14450" y="28158"/>
                      <a:pt x="14942" y="28168"/>
                    </a:cubicBezTo>
                    <a:cubicBezTo>
                      <a:pt x="15110" y="28170"/>
                      <a:pt x="15277" y="28170"/>
                      <a:pt x="15452" y="28173"/>
                    </a:cubicBezTo>
                    <a:cubicBezTo>
                      <a:pt x="16252" y="28210"/>
                      <a:pt x="16705" y="28260"/>
                      <a:pt x="17355" y="28750"/>
                    </a:cubicBezTo>
                    <a:cubicBezTo>
                      <a:pt x="17665" y="29192"/>
                      <a:pt x="17895" y="29600"/>
                      <a:pt x="18082" y="30105"/>
                    </a:cubicBezTo>
                    <a:cubicBezTo>
                      <a:pt x="21740" y="29447"/>
                      <a:pt x="21740" y="29447"/>
                      <a:pt x="22832" y="28355"/>
                    </a:cubicBezTo>
                    <a:cubicBezTo>
                      <a:pt x="22805" y="27975"/>
                      <a:pt x="22772" y="27595"/>
                      <a:pt x="22737" y="27215"/>
                    </a:cubicBezTo>
                    <a:cubicBezTo>
                      <a:pt x="22720" y="26090"/>
                      <a:pt x="22930" y="25570"/>
                      <a:pt x="23675" y="24730"/>
                    </a:cubicBezTo>
                    <a:cubicBezTo>
                      <a:pt x="23972" y="24433"/>
                      <a:pt x="24272" y="24140"/>
                      <a:pt x="24582" y="23855"/>
                    </a:cubicBezTo>
                    <a:cubicBezTo>
                      <a:pt x="24747" y="23690"/>
                      <a:pt x="24912" y="23525"/>
                      <a:pt x="25082" y="23355"/>
                    </a:cubicBezTo>
                    <a:cubicBezTo>
                      <a:pt x="25642" y="23405"/>
                      <a:pt x="25642" y="23405"/>
                      <a:pt x="26300" y="23528"/>
                    </a:cubicBezTo>
                    <a:cubicBezTo>
                      <a:pt x="27502" y="23665"/>
                      <a:pt x="27502" y="23665"/>
                      <a:pt x="28175" y="23153"/>
                    </a:cubicBezTo>
                    <a:cubicBezTo>
                      <a:pt x="28380" y="22803"/>
                      <a:pt x="28380" y="22803"/>
                      <a:pt x="28582" y="22355"/>
                    </a:cubicBezTo>
                    <a:cubicBezTo>
                      <a:pt x="28678" y="22162"/>
                      <a:pt x="28772" y="21968"/>
                      <a:pt x="28870" y="21767"/>
                    </a:cubicBezTo>
                    <a:cubicBezTo>
                      <a:pt x="29685" y="19955"/>
                      <a:pt x="29685" y="19955"/>
                      <a:pt x="29597" y="18995"/>
                    </a:cubicBezTo>
                    <a:cubicBezTo>
                      <a:pt x="29240" y="18137"/>
                      <a:pt x="28892" y="18030"/>
                      <a:pt x="28082" y="17605"/>
                    </a:cubicBezTo>
                    <a:cubicBezTo>
                      <a:pt x="27562" y="16592"/>
                      <a:pt x="27710" y="15200"/>
                      <a:pt x="27832" y="14105"/>
                    </a:cubicBezTo>
                    <a:cubicBezTo>
                      <a:pt x="28157" y="13470"/>
                      <a:pt x="28627" y="13200"/>
                      <a:pt x="29270" y="12903"/>
                    </a:cubicBezTo>
                    <a:cubicBezTo>
                      <a:pt x="29657" y="12532"/>
                      <a:pt x="29655" y="12382"/>
                      <a:pt x="29692" y="11855"/>
                    </a:cubicBezTo>
                    <a:cubicBezTo>
                      <a:pt x="29630" y="10460"/>
                      <a:pt x="29130" y="8905"/>
                      <a:pt x="28137" y="7910"/>
                    </a:cubicBezTo>
                    <a:cubicBezTo>
                      <a:pt x="27430" y="7523"/>
                      <a:pt x="26945" y="7530"/>
                      <a:pt x="26145" y="7558"/>
                    </a:cubicBezTo>
                    <a:cubicBezTo>
                      <a:pt x="25897" y="7565"/>
                      <a:pt x="25652" y="7572"/>
                      <a:pt x="25397" y="7580"/>
                    </a:cubicBezTo>
                    <a:cubicBezTo>
                      <a:pt x="25305" y="7582"/>
                      <a:pt x="25305" y="7582"/>
                      <a:pt x="24832" y="7605"/>
                    </a:cubicBezTo>
                    <a:cubicBezTo>
                      <a:pt x="24762" y="7455"/>
                      <a:pt x="24695" y="7305"/>
                      <a:pt x="24625" y="7148"/>
                    </a:cubicBezTo>
                    <a:cubicBezTo>
                      <a:pt x="24345" y="6630"/>
                      <a:pt x="24077" y="6325"/>
                      <a:pt x="23660" y="5918"/>
                    </a:cubicBezTo>
                    <a:cubicBezTo>
                      <a:pt x="23242" y="5442"/>
                      <a:pt x="23077" y="5248"/>
                      <a:pt x="23100" y="4608"/>
                    </a:cubicBezTo>
                    <a:cubicBezTo>
                      <a:pt x="23135" y="4438"/>
                      <a:pt x="23170" y="4265"/>
                      <a:pt x="23207" y="4090"/>
                    </a:cubicBezTo>
                    <a:cubicBezTo>
                      <a:pt x="23377" y="3205"/>
                      <a:pt x="23377" y="3205"/>
                      <a:pt x="23162" y="2735"/>
                    </a:cubicBezTo>
                    <a:cubicBezTo>
                      <a:pt x="22185" y="1645"/>
                      <a:pt x="20560" y="963"/>
                      <a:pt x="19122" y="805"/>
                    </a:cubicBezTo>
                    <a:cubicBezTo>
                      <a:pt x="18580" y="855"/>
                      <a:pt x="18190" y="985"/>
                      <a:pt x="17822" y="1395"/>
                    </a:cubicBezTo>
                    <a:cubicBezTo>
                      <a:pt x="17662" y="1620"/>
                      <a:pt x="17502" y="1843"/>
                      <a:pt x="17342" y="2067"/>
                    </a:cubicBezTo>
                    <a:cubicBezTo>
                      <a:pt x="16975" y="2472"/>
                      <a:pt x="16580" y="2560"/>
                      <a:pt x="16048" y="2610"/>
                    </a:cubicBezTo>
                    <a:cubicBezTo>
                      <a:pt x="15053" y="2600"/>
                      <a:pt x="14067" y="2483"/>
                      <a:pt x="13082" y="2355"/>
                    </a:cubicBezTo>
                    <a:cubicBezTo>
                      <a:pt x="13010" y="2155"/>
                      <a:pt x="12938" y="1953"/>
                      <a:pt x="12862" y="1745"/>
                    </a:cubicBezTo>
                    <a:cubicBezTo>
                      <a:pt x="12582" y="1105"/>
                      <a:pt x="12582" y="1105"/>
                      <a:pt x="12082" y="855"/>
                    </a:cubicBezTo>
                    <a:cubicBezTo>
                      <a:pt x="10845" y="745"/>
                      <a:pt x="10082" y="1002"/>
                      <a:pt x="9005" y="1590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41" name="database_process vector"/>
              <p:cNvSpPr/>
              <p:nvPr/>
            </p:nvSpPr>
            <p:spPr>
              <a:xfrm>
                <a:off x="7270646" y="1017727"/>
                <a:ext cx="97338" cy="134851"/>
              </a:xfrm>
              <a:custGeom>
                <a:avLst/>
                <a:gdLst/>
                <a:ahLst/>
                <a:cxnLst/>
                <a:rect l="0" t="0" r="r" b="b"/>
                <a:pathLst>
                  <a:path w="10645" h="14748" fill="norm" stroke="0">
                    <a:moveTo>
                      <a:pt x="10122" y="700"/>
                    </a:moveTo>
                    <a:cubicBezTo>
                      <a:pt x="10645" y="1743"/>
                      <a:pt x="10450" y="3177"/>
                      <a:pt x="10460" y="4332"/>
                    </a:cubicBezTo>
                    <a:cubicBezTo>
                      <a:pt x="10465" y="4680"/>
                      <a:pt x="10470" y="5025"/>
                      <a:pt x="10480" y="5373"/>
                    </a:cubicBezTo>
                    <a:cubicBezTo>
                      <a:pt x="10545" y="7690"/>
                      <a:pt x="10475" y="9255"/>
                      <a:pt x="8822" y="11022"/>
                    </a:cubicBezTo>
                    <a:cubicBezTo>
                      <a:pt x="8537" y="11293"/>
                      <a:pt x="8250" y="11528"/>
                      <a:pt x="7935" y="11763"/>
                    </a:cubicBezTo>
                    <a:cubicBezTo>
                      <a:pt x="7827" y="11845"/>
                      <a:pt x="7717" y="11927"/>
                      <a:pt x="7607" y="12015"/>
                    </a:cubicBezTo>
                    <a:cubicBezTo>
                      <a:pt x="6597" y="12763"/>
                      <a:pt x="5557" y="13282"/>
                      <a:pt x="4372" y="13700"/>
                    </a:cubicBezTo>
                    <a:cubicBezTo>
                      <a:pt x="4240" y="13748"/>
                      <a:pt x="4110" y="13793"/>
                      <a:pt x="3975" y="13840"/>
                    </a:cubicBezTo>
                    <a:cubicBezTo>
                      <a:pt x="3540" y="13993"/>
                      <a:pt x="3105" y="14135"/>
                      <a:pt x="2670" y="14278"/>
                    </a:cubicBezTo>
                    <a:cubicBezTo>
                      <a:pt x="2532" y="14325"/>
                      <a:pt x="2392" y="14370"/>
                      <a:pt x="2252" y="14418"/>
                    </a:cubicBezTo>
                    <a:cubicBezTo>
                      <a:pt x="1452" y="14665"/>
                      <a:pt x="912" y="14748"/>
                      <a:pt x="122" y="14450"/>
                    </a:cubicBezTo>
                    <a:cubicBezTo>
                      <a:pt x="87" y="14093"/>
                      <a:pt x="65" y="13733"/>
                      <a:pt x="45" y="13373"/>
                    </a:cubicBezTo>
                    <a:cubicBezTo>
                      <a:pt x="30" y="13172"/>
                      <a:pt x="15" y="12973"/>
                      <a:pt x="0" y="12765"/>
                    </a:cubicBezTo>
                    <a:cubicBezTo>
                      <a:pt x="122" y="12200"/>
                      <a:pt x="122" y="12200"/>
                      <a:pt x="612" y="11812"/>
                    </a:cubicBezTo>
                    <a:cubicBezTo>
                      <a:pt x="1780" y="11215"/>
                      <a:pt x="3012" y="10733"/>
                      <a:pt x="4225" y="10235"/>
                    </a:cubicBezTo>
                    <a:cubicBezTo>
                      <a:pt x="5357" y="9748"/>
                      <a:pt x="6427" y="9265"/>
                      <a:pt x="7122" y="8200"/>
                    </a:cubicBezTo>
                    <a:cubicBezTo>
                      <a:pt x="7390" y="7407"/>
                      <a:pt x="7412" y="6647"/>
                      <a:pt x="7435" y="5815"/>
                    </a:cubicBezTo>
                    <a:cubicBezTo>
                      <a:pt x="7442" y="5550"/>
                      <a:pt x="7450" y="5282"/>
                      <a:pt x="7460" y="5015"/>
                    </a:cubicBezTo>
                    <a:cubicBezTo>
                      <a:pt x="7470" y="4600"/>
                      <a:pt x="7482" y="4183"/>
                      <a:pt x="7492" y="3765"/>
                    </a:cubicBezTo>
                    <a:cubicBezTo>
                      <a:pt x="7502" y="3360"/>
                      <a:pt x="7515" y="2955"/>
                      <a:pt x="7527" y="2550"/>
                    </a:cubicBezTo>
                    <a:cubicBezTo>
                      <a:pt x="7535" y="2310"/>
                      <a:pt x="7540" y="2068"/>
                      <a:pt x="7547" y="1820"/>
                    </a:cubicBezTo>
                    <a:cubicBezTo>
                      <a:pt x="7622" y="1198"/>
                      <a:pt x="7715" y="918"/>
                      <a:pt x="8122" y="450"/>
                    </a:cubicBezTo>
                    <a:cubicBezTo>
                      <a:pt x="8847" y="0"/>
                      <a:pt x="9412" y="345"/>
                      <a:pt x="10122" y="700"/>
                    </a:cubicBezTo>
                    <a:close/>
                  </a:path>
                </a:pathLst>
              </a:custGeom>
              <a:solidFill>
                <a:srgbClr val="515558"/>
              </a:solidFill>
              <a:ln w="0">
                <a:noFill/>
              </a:ln>
            </p:spPr>
          </p:sp>
          <p:sp>
            <p:nvSpPr>
              <p:cNvPr id="242" name="database_process vector"/>
              <p:cNvSpPr/>
              <p:nvPr/>
            </p:nvSpPr>
            <p:spPr>
              <a:xfrm>
                <a:off x="7270714" y="1161288"/>
                <a:ext cx="96698" cy="132588"/>
              </a:xfrm>
              <a:custGeom>
                <a:avLst/>
                <a:gdLst/>
                <a:ahLst/>
                <a:cxnLst/>
                <a:rect l="0" t="0" r="r" b="b"/>
                <a:pathLst>
                  <a:path w="10575" h="14500" fill="norm" stroke="0">
                    <a:moveTo>
                      <a:pt x="8865" y="0"/>
                    </a:moveTo>
                    <a:cubicBezTo>
                      <a:pt x="10085" y="438"/>
                      <a:pt x="10085" y="438"/>
                      <a:pt x="10365" y="1000"/>
                    </a:cubicBezTo>
                    <a:cubicBezTo>
                      <a:pt x="10435" y="2042"/>
                      <a:pt x="10442" y="3088"/>
                      <a:pt x="10452" y="4132"/>
                    </a:cubicBezTo>
                    <a:cubicBezTo>
                      <a:pt x="10457" y="4480"/>
                      <a:pt x="10462" y="4825"/>
                      <a:pt x="10472" y="5173"/>
                    </a:cubicBezTo>
                    <a:cubicBezTo>
                      <a:pt x="10575" y="8912"/>
                      <a:pt x="10575" y="8912"/>
                      <a:pt x="9115" y="10500"/>
                    </a:cubicBezTo>
                    <a:cubicBezTo>
                      <a:pt x="7263" y="12412"/>
                      <a:pt x="4643" y="13630"/>
                      <a:pt x="2085" y="14250"/>
                    </a:cubicBezTo>
                    <a:cubicBezTo>
                      <a:pt x="1945" y="14285"/>
                      <a:pt x="1805" y="14317"/>
                      <a:pt x="1663" y="14355"/>
                    </a:cubicBezTo>
                    <a:cubicBezTo>
                      <a:pt x="1270" y="14438"/>
                      <a:pt x="1270" y="14438"/>
                      <a:pt x="615" y="14500"/>
                    </a:cubicBezTo>
                    <a:cubicBezTo>
                      <a:pt x="70" y="13955"/>
                      <a:pt x="38" y="13880"/>
                      <a:pt x="20" y="13155"/>
                    </a:cubicBezTo>
                    <a:cubicBezTo>
                      <a:pt x="15" y="13010"/>
                      <a:pt x="8" y="12863"/>
                      <a:pt x="0" y="12713"/>
                    </a:cubicBezTo>
                    <a:cubicBezTo>
                      <a:pt x="178" y="11998"/>
                      <a:pt x="550" y="11707"/>
                      <a:pt x="1115" y="11250"/>
                    </a:cubicBezTo>
                    <a:cubicBezTo>
                      <a:pt x="1592" y="11060"/>
                      <a:pt x="2030" y="10912"/>
                      <a:pt x="2520" y="10780"/>
                    </a:cubicBezTo>
                    <a:cubicBezTo>
                      <a:pt x="3577" y="10460"/>
                      <a:pt x="4548" y="10085"/>
                      <a:pt x="5505" y="9530"/>
                    </a:cubicBezTo>
                    <a:cubicBezTo>
                      <a:pt x="5702" y="9418"/>
                      <a:pt x="5898" y="9305"/>
                      <a:pt x="6100" y="9190"/>
                    </a:cubicBezTo>
                    <a:cubicBezTo>
                      <a:pt x="7013" y="8410"/>
                      <a:pt x="7322" y="7733"/>
                      <a:pt x="7425" y="6560"/>
                    </a:cubicBezTo>
                    <a:cubicBezTo>
                      <a:pt x="7462" y="5595"/>
                      <a:pt x="7462" y="4630"/>
                      <a:pt x="7455" y="3662"/>
                    </a:cubicBezTo>
                    <a:cubicBezTo>
                      <a:pt x="7442" y="1248"/>
                      <a:pt x="7442" y="1248"/>
                      <a:pt x="7903" y="585"/>
                    </a:cubicBezTo>
                    <a:cubicBezTo>
                      <a:pt x="8250" y="308"/>
                      <a:pt x="8250" y="308"/>
                      <a:pt x="8865" y="0"/>
                    </a:cubicBezTo>
                    <a:close/>
                  </a:path>
                </a:pathLst>
              </a:custGeom>
              <a:solidFill>
                <a:srgbClr val="515558"/>
              </a:solidFill>
              <a:ln w="0">
                <a:noFill/>
              </a:ln>
            </p:spPr>
          </p:sp>
          <p:sp>
            <p:nvSpPr>
              <p:cNvPr id="243" name="database_process vector"/>
              <p:cNvSpPr/>
              <p:nvPr/>
            </p:nvSpPr>
            <p:spPr>
              <a:xfrm>
                <a:off x="6868150" y="866668"/>
                <a:ext cx="472196" cy="144087"/>
              </a:xfrm>
              <a:custGeom>
                <a:avLst/>
                <a:gdLst/>
                <a:ahLst/>
                <a:cxnLst/>
                <a:rect l="0" t="0" r="r" b="b"/>
                <a:pathLst>
                  <a:path w="51640" h="15757" fill="norm" stroke="0">
                    <a:moveTo>
                      <a:pt x="42140" y="3970"/>
                    </a:moveTo>
                    <a:cubicBezTo>
                      <a:pt x="42472" y="4052"/>
                      <a:pt x="42805" y="4125"/>
                      <a:pt x="43140" y="4190"/>
                    </a:cubicBezTo>
                    <a:cubicBezTo>
                      <a:pt x="45960" y="4795"/>
                      <a:pt x="49305" y="5552"/>
                      <a:pt x="51140" y="7970"/>
                    </a:cubicBezTo>
                    <a:cubicBezTo>
                      <a:pt x="51530" y="8580"/>
                      <a:pt x="51530" y="8580"/>
                      <a:pt x="51640" y="9220"/>
                    </a:cubicBezTo>
                    <a:cubicBezTo>
                      <a:pt x="51250" y="10540"/>
                      <a:pt x="50012" y="11233"/>
                      <a:pt x="48875" y="11858"/>
                    </a:cubicBezTo>
                    <a:cubicBezTo>
                      <a:pt x="47942" y="12340"/>
                      <a:pt x="46957" y="12700"/>
                      <a:pt x="45962" y="13035"/>
                    </a:cubicBezTo>
                    <a:cubicBezTo>
                      <a:pt x="44940" y="13392"/>
                      <a:pt x="44940" y="13392"/>
                      <a:pt x="44617" y="13880"/>
                    </a:cubicBezTo>
                    <a:cubicBezTo>
                      <a:pt x="44543" y="13993"/>
                      <a:pt x="44467" y="14105"/>
                      <a:pt x="44390" y="14220"/>
                    </a:cubicBezTo>
                    <a:cubicBezTo>
                      <a:pt x="43890" y="14267"/>
                      <a:pt x="43890" y="14267"/>
                      <a:pt x="43250" y="14220"/>
                    </a:cubicBezTo>
                    <a:cubicBezTo>
                      <a:pt x="41060" y="14153"/>
                      <a:pt x="38915" y="14638"/>
                      <a:pt x="36783" y="15102"/>
                    </a:cubicBezTo>
                    <a:cubicBezTo>
                      <a:pt x="36148" y="15218"/>
                      <a:pt x="35548" y="15267"/>
                      <a:pt x="34903" y="15290"/>
                    </a:cubicBezTo>
                    <a:cubicBezTo>
                      <a:pt x="34670" y="15300"/>
                      <a:pt x="34438" y="15310"/>
                      <a:pt x="34197" y="15317"/>
                    </a:cubicBezTo>
                    <a:cubicBezTo>
                      <a:pt x="33957" y="15328"/>
                      <a:pt x="33715" y="15335"/>
                      <a:pt x="33467" y="15345"/>
                    </a:cubicBezTo>
                    <a:cubicBezTo>
                      <a:pt x="32095" y="15395"/>
                      <a:pt x="30730" y="15452"/>
                      <a:pt x="29362" y="15600"/>
                    </a:cubicBezTo>
                    <a:cubicBezTo>
                      <a:pt x="28155" y="15730"/>
                      <a:pt x="26962" y="15757"/>
                      <a:pt x="25750" y="15750"/>
                    </a:cubicBezTo>
                    <a:cubicBezTo>
                      <a:pt x="25553" y="15752"/>
                      <a:pt x="25357" y="15752"/>
                      <a:pt x="25155" y="15755"/>
                    </a:cubicBezTo>
                    <a:cubicBezTo>
                      <a:pt x="24000" y="15752"/>
                      <a:pt x="22882" y="15672"/>
                      <a:pt x="21740" y="15532"/>
                    </a:cubicBezTo>
                    <a:cubicBezTo>
                      <a:pt x="20332" y="15388"/>
                      <a:pt x="18913" y="15377"/>
                      <a:pt x="17500" y="15340"/>
                    </a:cubicBezTo>
                    <a:cubicBezTo>
                      <a:pt x="16225" y="15295"/>
                      <a:pt x="15062" y="15190"/>
                      <a:pt x="13835" y="14843"/>
                    </a:cubicBezTo>
                    <a:cubicBezTo>
                      <a:pt x="13158" y="14657"/>
                      <a:pt x="12475" y="14565"/>
                      <a:pt x="11780" y="14470"/>
                    </a:cubicBezTo>
                    <a:cubicBezTo>
                      <a:pt x="10645" y="14308"/>
                      <a:pt x="9540" y="14095"/>
                      <a:pt x="8423" y="13828"/>
                    </a:cubicBezTo>
                    <a:cubicBezTo>
                      <a:pt x="7663" y="13675"/>
                      <a:pt x="6900" y="13623"/>
                      <a:pt x="6127" y="13580"/>
                    </a:cubicBezTo>
                    <a:cubicBezTo>
                      <a:pt x="5512" y="13440"/>
                      <a:pt x="5320" y="13170"/>
                      <a:pt x="4890" y="12720"/>
                    </a:cubicBezTo>
                    <a:cubicBezTo>
                      <a:pt x="4377" y="12463"/>
                      <a:pt x="4377" y="12463"/>
                      <a:pt x="3812" y="12235"/>
                    </a:cubicBezTo>
                    <a:cubicBezTo>
                      <a:pt x="2837" y="11820"/>
                      <a:pt x="1980" y="11368"/>
                      <a:pt x="1140" y="10720"/>
                    </a:cubicBezTo>
                    <a:cubicBezTo>
                      <a:pt x="1038" y="10642"/>
                      <a:pt x="933" y="10567"/>
                      <a:pt x="827" y="10487"/>
                    </a:cubicBezTo>
                    <a:cubicBezTo>
                      <a:pt x="268" y="10015"/>
                      <a:pt x="137" y="9707"/>
                      <a:pt x="0" y="8985"/>
                    </a:cubicBezTo>
                    <a:cubicBezTo>
                      <a:pt x="60" y="8170"/>
                      <a:pt x="438" y="7822"/>
                      <a:pt x="1012" y="7278"/>
                    </a:cubicBezTo>
                    <a:cubicBezTo>
                      <a:pt x="1645" y="6760"/>
                      <a:pt x="2340" y="6412"/>
                      <a:pt x="3077" y="6065"/>
                    </a:cubicBezTo>
                    <a:cubicBezTo>
                      <a:pt x="3232" y="5987"/>
                      <a:pt x="3390" y="5912"/>
                      <a:pt x="3550" y="5835"/>
                    </a:cubicBezTo>
                    <a:cubicBezTo>
                      <a:pt x="4722" y="5278"/>
                      <a:pt x="5887" y="4817"/>
                      <a:pt x="7140" y="4470"/>
                    </a:cubicBezTo>
                    <a:cubicBezTo>
                      <a:pt x="7405" y="4390"/>
                      <a:pt x="7670" y="4310"/>
                      <a:pt x="7935" y="4230"/>
                    </a:cubicBezTo>
                    <a:cubicBezTo>
                      <a:pt x="17308" y="1487"/>
                      <a:pt x="32957" y="0"/>
                      <a:pt x="42140" y="3970"/>
                    </a:cubicBezTo>
                    <a:close/>
                    <a:moveTo>
                      <a:pt x="23070" y="2812"/>
                    </a:moveTo>
                    <a:cubicBezTo>
                      <a:pt x="22975" y="2817"/>
                      <a:pt x="22975" y="2817"/>
                      <a:pt x="22487" y="2843"/>
                    </a:cubicBezTo>
                    <a:cubicBezTo>
                      <a:pt x="22082" y="2862"/>
                      <a:pt x="21675" y="2885"/>
                      <a:pt x="21270" y="2905"/>
                    </a:cubicBezTo>
                    <a:cubicBezTo>
                      <a:pt x="20665" y="2938"/>
                      <a:pt x="20060" y="2968"/>
                      <a:pt x="19455" y="2998"/>
                    </a:cubicBezTo>
                    <a:cubicBezTo>
                      <a:pt x="17485" y="3100"/>
                      <a:pt x="15523" y="3235"/>
                      <a:pt x="13560" y="3457"/>
                    </a:cubicBezTo>
                    <a:cubicBezTo>
                      <a:pt x="13390" y="3475"/>
                      <a:pt x="13217" y="3492"/>
                      <a:pt x="13040" y="3513"/>
                    </a:cubicBezTo>
                    <a:cubicBezTo>
                      <a:pt x="12012" y="3635"/>
                      <a:pt x="11112" y="3867"/>
                      <a:pt x="10140" y="4220"/>
                    </a:cubicBezTo>
                    <a:cubicBezTo>
                      <a:pt x="9740" y="4305"/>
                      <a:pt x="9340" y="4385"/>
                      <a:pt x="8938" y="4455"/>
                    </a:cubicBezTo>
                    <a:cubicBezTo>
                      <a:pt x="7707" y="4692"/>
                      <a:pt x="6562" y="5032"/>
                      <a:pt x="5390" y="5470"/>
                    </a:cubicBezTo>
                    <a:cubicBezTo>
                      <a:pt x="5270" y="5513"/>
                      <a:pt x="5150" y="5558"/>
                      <a:pt x="5028" y="5602"/>
                    </a:cubicBezTo>
                    <a:cubicBezTo>
                      <a:pt x="3390" y="6205"/>
                      <a:pt x="1770" y="6817"/>
                      <a:pt x="640" y="8220"/>
                    </a:cubicBezTo>
                    <a:cubicBezTo>
                      <a:pt x="442" y="8677"/>
                      <a:pt x="405" y="8965"/>
                      <a:pt x="390" y="9470"/>
                    </a:cubicBezTo>
                    <a:cubicBezTo>
                      <a:pt x="2798" y="12032"/>
                      <a:pt x="6197" y="13145"/>
                      <a:pt x="9580" y="13632"/>
                    </a:cubicBezTo>
                    <a:cubicBezTo>
                      <a:pt x="10670" y="13802"/>
                      <a:pt x="11747" y="14032"/>
                      <a:pt x="12827" y="14250"/>
                    </a:cubicBezTo>
                    <a:cubicBezTo>
                      <a:pt x="13043" y="14295"/>
                      <a:pt x="13257" y="14338"/>
                      <a:pt x="13477" y="14380"/>
                    </a:cubicBezTo>
                    <a:cubicBezTo>
                      <a:pt x="15055" y="14697"/>
                      <a:pt x="15055" y="14697"/>
                      <a:pt x="15620" y="14852"/>
                    </a:cubicBezTo>
                    <a:cubicBezTo>
                      <a:pt x="16255" y="14995"/>
                      <a:pt x="16860" y="15025"/>
                      <a:pt x="17512" y="15050"/>
                    </a:cubicBezTo>
                    <a:cubicBezTo>
                      <a:pt x="17577" y="15052"/>
                      <a:pt x="17577" y="15052"/>
                      <a:pt x="17915" y="15065"/>
                    </a:cubicBezTo>
                    <a:cubicBezTo>
                      <a:pt x="18350" y="15082"/>
                      <a:pt x="18783" y="15095"/>
                      <a:pt x="19217" y="15110"/>
                    </a:cubicBezTo>
                    <a:cubicBezTo>
                      <a:pt x="19367" y="15115"/>
                      <a:pt x="19518" y="15120"/>
                      <a:pt x="19673" y="15127"/>
                    </a:cubicBezTo>
                    <a:cubicBezTo>
                      <a:pt x="22663" y="15230"/>
                      <a:pt x="25648" y="15270"/>
                      <a:pt x="28640" y="15220"/>
                    </a:cubicBezTo>
                    <a:cubicBezTo>
                      <a:pt x="28778" y="15218"/>
                      <a:pt x="28915" y="15215"/>
                      <a:pt x="29058" y="15213"/>
                    </a:cubicBezTo>
                    <a:cubicBezTo>
                      <a:pt x="29950" y="15200"/>
                      <a:pt x="30842" y="15180"/>
                      <a:pt x="31732" y="15155"/>
                    </a:cubicBezTo>
                    <a:cubicBezTo>
                      <a:pt x="32018" y="15145"/>
                      <a:pt x="32305" y="15140"/>
                      <a:pt x="32590" y="15132"/>
                    </a:cubicBezTo>
                    <a:cubicBezTo>
                      <a:pt x="34423" y="15095"/>
                      <a:pt x="36112" y="14862"/>
                      <a:pt x="37890" y="14405"/>
                    </a:cubicBezTo>
                    <a:cubicBezTo>
                      <a:pt x="39283" y="14048"/>
                      <a:pt x="40722" y="13792"/>
                      <a:pt x="42155" y="13680"/>
                    </a:cubicBezTo>
                    <a:cubicBezTo>
                      <a:pt x="43560" y="13560"/>
                      <a:pt x="44722" y="13230"/>
                      <a:pt x="46015" y="12672"/>
                    </a:cubicBezTo>
                    <a:cubicBezTo>
                      <a:pt x="46200" y="12595"/>
                      <a:pt x="46382" y="12517"/>
                      <a:pt x="46572" y="12438"/>
                    </a:cubicBezTo>
                    <a:cubicBezTo>
                      <a:pt x="48168" y="11748"/>
                      <a:pt x="49650" y="10960"/>
                      <a:pt x="50890" y="9720"/>
                    </a:cubicBezTo>
                    <a:cubicBezTo>
                      <a:pt x="51025" y="8695"/>
                      <a:pt x="51025" y="8695"/>
                      <a:pt x="50890" y="8220"/>
                    </a:cubicBezTo>
                    <a:cubicBezTo>
                      <a:pt x="50200" y="7395"/>
                      <a:pt x="49460" y="6920"/>
                      <a:pt x="48500" y="6455"/>
                    </a:cubicBezTo>
                    <a:cubicBezTo>
                      <a:pt x="48370" y="6390"/>
                      <a:pt x="48240" y="6325"/>
                      <a:pt x="48107" y="6260"/>
                    </a:cubicBezTo>
                    <a:cubicBezTo>
                      <a:pt x="46995" y="5727"/>
                      <a:pt x="45882" y="5400"/>
                      <a:pt x="44685" y="5130"/>
                    </a:cubicBezTo>
                    <a:cubicBezTo>
                      <a:pt x="44140" y="4970"/>
                      <a:pt x="44140" y="4970"/>
                      <a:pt x="43640" y="4470"/>
                    </a:cubicBezTo>
                    <a:cubicBezTo>
                      <a:pt x="43110" y="4338"/>
                      <a:pt x="43110" y="4338"/>
                      <a:pt x="42420" y="4235"/>
                    </a:cubicBezTo>
                    <a:cubicBezTo>
                      <a:pt x="42145" y="4195"/>
                      <a:pt x="41867" y="4153"/>
                      <a:pt x="41590" y="4112"/>
                    </a:cubicBezTo>
                    <a:cubicBezTo>
                      <a:pt x="41438" y="4090"/>
                      <a:pt x="41283" y="4067"/>
                      <a:pt x="41125" y="4045"/>
                    </a:cubicBezTo>
                    <a:cubicBezTo>
                      <a:pt x="40625" y="3968"/>
                      <a:pt x="40127" y="3880"/>
                      <a:pt x="39627" y="3790"/>
                    </a:cubicBezTo>
                    <a:cubicBezTo>
                      <a:pt x="36827" y="3302"/>
                      <a:pt x="34038" y="3085"/>
                      <a:pt x="31202" y="2922"/>
                    </a:cubicBezTo>
                    <a:cubicBezTo>
                      <a:pt x="31110" y="2918"/>
                      <a:pt x="31110" y="2918"/>
                      <a:pt x="30637" y="2890"/>
                    </a:cubicBezTo>
                    <a:cubicBezTo>
                      <a:pt x="30097" y="2860"/>
                      <a:pt x="29560" y="2832"/>
                      <a:pt x="29020" y="2802"/>
                    </a:cubicBezTo>
                    <a:cubicBezTo>
                      <a:pt x="28940" y="2797"/>
                      <a:pt x="28940" y="2797"/>
                      <a:pt x="28535" y="2778"/>
                    </a:cubicBezTo>
                    <a:cubicBezTo>
                      <a:pt x="26707" y="2688"/>
                      <a:pt x="24895" y="2715"/>
                      <a:pt x="23070" y="2812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44" name="database_process vector"/>
              <p:cNvSpPr/>
              <p:nvPr/>
            </p:nvSpPr>
            <p:spPr>
              <a:xfrm>
                <a:off x="6792958" y="1114145"/>
                <a:ext cx="223754" cy="226451"/>
              </a:xfrm>
              <a:custGeom>
                <a:avLst/>
                <a:gdLst/>
                <a:ahLst/>
                <a:cxnLst/>
                <a:rect l="0" t="0" r="r" b="b"/>
                <a:pathLst>
                  <a:path w="24470" h="24765" fill="norm" stroke="0">
                    <a:moveTo>
                      <a:pt x="7972" y="78"/>
                    </a:moveTo>
                    <a:cubicBezTo>
                      <a:pt x="8612" y="155"/>
                      <a:pt x="8612" y="155"/>
                      <a:pt x="9067" y="500"/>
                    </a:cubicBezTo>
                    <a:cubicBezTo>
                      <a:pt x="9362" y="905"/>
                      <a:pt x="9362" y="905"/>
                      <a:pt x="9362" y="1405"/>
                    </a:cubicBezTo>
                    <a:cubicBezTo>
                      <a:pt x="11168" y="1728"/>
                      <a:pt x="13298" y="2005"/>
                      <a:pt x="15112" y="1655"/>
                    </a:cubicBezTo>
                    <a:cubicBezTo>
                      <a:pt x="15610" y="1305"/>
                      <a:pt x="15832" y="1013"/>
                      <a:pt x="16137" y="492"/>
                    </a:cubicBezTo>
                    <a:cubicBezTo>
                      <a:pt x="16362" y="155"/>
                      <a:pt x="16362" y="155"/>
                      <a:pt x="17020" y="0"/>
                    </a:cubicBezTo>
                    <a:cubicBezTo>
                      <a:pt x="17612" y="155"/>
                      <a:pt x="17612" y="155"/>
                      <a:pt x="18067" y="530"/>
                    </a:cubicBezTo>
                    <a:cubicBezTo>
                      <a:pt x="18385" y="1205"/>
                      <a:pt x="18360" y="1385"/>
                      <a:pt x="18285" y="2093"/>
                    </a:cubicBezTo>
                    <a:cubicBezTo>
                      <a:pt x="18250" y="2832"/>
                      <a:pt x="18312" y="3087"/>
                      <a:pt x="18770" y="3685"/>
                    </a:cubicBezTo>
                    <a:cubicBezTo>
                      <a:pt x="19125" y="4032"/>
                      <a:pt x="19487" y="4370"/>
                      <a:pt x="19857" y="4698"/>
                    </a:cubicBezTo>
                    <a:cubicBezTo>
                      <a:pt x="20282" y="5082"/>
                      <a:pt x="20577" y="5420"/>
                      <a:pt x="20895" y="5890"/>
                    </a:cubicBezTo>
                    <a:cubicBezTo>
                      <a:pt x="21520" y="6578"/>
                      <a:pt x="21972" y="6592"/>
                      <a:pt x="22862" y="6655"/>
                    </a:cubicBezTo>
                    <a:cubicBezTo>
                      <a:pt x="24080" y="6873"/>
                      <a:pt x="24080" y="6873"/>
                      <a:pt x="24362" y="7155"/>
                    </a:cubicBezTo>
                    <a:cubicBezTo>
                      <a:pt x="24423" y="7538"/>
                      <a:pt x="24423" y="7538"/>
                      <a:pt x="24442" y="8000"/>
                    </a:cubicBezTo>
                    <a:cubicBezTo>
                      <a:pt x="24445" y="8075"/>
                      <a:pt x="24445" y="8075"/>
                      <a:pt x="24470" y="8457"/>
                    </a:cubicBezTo>
                    <a:cubicBezTo>
                      <a:pt x="24362" y="8905"/>
                      <a:pt x="24362" y="8905"/>
                      <a:pt x="23862" y="9217"/>
                    </a:cubicBezTo>
                    <a:cubicBezTo>
                      <a:pt x="23362" y="9655"/>
                      <a:pt x="23362" y="9655"/>
                      <a:pt x="23250" y="10315"/>
                    </a:cubicBezTo>
                    <a:cubicBezTo>
                      <a:pt x="23250" y="10575"/>
                      <a:pt x="23255" y="10835"/>
                      <a:pt x="23265" y="11095"/>
                    </a:cubicBezTo>
                    <a:cubicBezTo>
                      <a:pt x="23265" y="11165"/>
                      <a:pt x="23265" y="11165"/>
                      <a:pt x="23270" y="11513"/>
                    </a:cubicBezTo>
                    <a:cubicBezTo>
                      <a:pt x="23275" y="11952"/>
                      <a:pt x="23288" y="12390"/>
                      <a:pt x="23300" y="12828"/>
                    </a:cubicBezTo>
                    <a:cubicBezTo>
                      <a:pt x="23305" y="13125"/>
                      <a:pt x="23310" y="13422"/>
                      <a:pt x="23315" y="13720"/>
                    </a:cubicBezTo>
                    <a:cubicBezTo>
                      <a:pt x="23325" y="14450"/>
                      <a:pt x="23342" y="15177"/>
                      <a:pt x="23362" y="15905"/>
                    </a:cubicBezTo>
                    <a:cubicBezTo>
                      <a:pt x="23527" y="15987"/>
                      <a:pt x="23527" y="15987"/>
                      <a:pt x="24362" y="16405"/>
                    </a:cubicBezTo>
                    <a:cubicBezTo>
                      <a:pt x="24413" y="17527"/>
                      <a:pt x="24413" y="17527"/>
                      <a:pt x="24362" y="17905"/>
                    </a:cubicBezTo>
                    <a:cubicBezTo>
                      <a:pt x="24197" y="18070"/>
                      <a:pt x="24032" y="18235"/>
                      <a:pt x="23862" y="18405"/>
                    </a:cubicBezTo>
                    <a:cubicBezTo>
                      <a:pt x="23532" y="18370"/>
                      <a:pt x="23205" y="18320"/>
                      <a:pt x="22877" y="18265"/>
                    </a:cubicBezTo>
                    <a:cubicBezTo>
                      <a:pt x="21975" y="18230"/>
                      <a:pt x="21527" y="18418"/>
                      <a:pt x="20870" y="19008"/>
                    </a:cubicBezTo>
                    <a:cubicBezTo>
                      <a:pt x="20265" y="19605"/>
                      <a:pt x="19692" y="20230"/>
                      <a:pt x="19137" y="20875"/>
                    </a:cubicBezTo>
                    <a:cubicBezTo>
                      <a:pt x="18862" y="21155"/>
                      <a:pt x="18862" y="21155"/>
                      <a:pt x="18362" y="21405"/>
                    </a:cubicBezTo>
                    <a:cubicBezTo>
                      <a:pt x="18257" y="21865"/>
                      <a:pt x="18178" y="22300"/>
                      <a:pt x="18112" y="22765"/>
                    </a:cubicBezTo>
                    <a:cubicBezTo>
                      <a:pt x="17930" y="24087"/>
                      <a:pt x="17930" y="24087"/>
                      <a:pt x="17362" y="24655"/>
                    </a:cubicBezTo>
                    <a:cubicBezTo>
                      <a:pt x="16785" y="24765"/>
                      <a:pt x="16785" y="24765"/>
                      <a:pt x="16112" y="24655"/>
                    </a:cubicBezTo>
                    <a:cubicBezTo>
                      <a:pt x="15870" y="24378"/>
                      <a:pt x="15870" y="24378"/>
                      <a:pt x="15617" y="24032"/>
                    </a:cubicBezTo>
                    <a:cubicBezTo>
                      <a:pt x="14985" y="23375"/>
                      <a:pt x="14482" y="23298"/>
                      <a:pt x="13582" y="23240"/>
                    </a:cubicBezTo>
                    <a:cubicBezTo>
                      <a:pt x="13092" y="23237"/>
                      <a:pt x="12602" y="23240"/>
                      <a:pt x="12112" y="23250"/>
                    </a:cubicBezTo>
                    <a:cubicBezTo>
                      <a:pt x="11867" y="23245"/>
                      <a:pt x="11620" y="23240"/>
                      <a:pt x="11367" y="23235"/>
                    </a:cubicBezTo>
                    <a:cubicBezTo>
                      <a:pt x="9597" y="23248"/>
                      <a:pt x="9597" y="23248"/>
                      <a:pt x="8938" y="23695"/>
                    </a:cubicBezTo>
                    <a:cubicBezTo>
                      <a:pt x="8610" y="24043"/>
                      <a:pt x="8610" y="24043"/>
                      <a:pt x="8357" y="24390"/>
                    </a:cubicBezTo>
                    <a:cubicBezTo>
                      <a:pt x="8277" y="24478"/>
                      <a:pt x="8195" y="24565"/>
                      <a:pt x="8112" y="24655"/>
                    </a:cubicBezTo>
                    <a:cubicBezTo>
                      <a:pt x="7065" y="24608"/>
                      <a:pt x="7065" y="24608"/>
                      <a:pt x="6612" y="24155"/>
                    </a:cubicBezTo>
                    <a:cubicBezTo>
                      <a:pt x="6587" y="23760"/>
                      <a:pt x="6567" y="23365"/>
                      <a:pt x="6550" y="22967"/>
                    </a:cubicBezTo>
                    <a:cubicBezTo>
                      <a:pt x="6475" y="22070"/>
                      <a:pt x="6407" y="21545"/>
                      <a:pt x="5737" y="20922"/>
                    </a:cubicBezTo>
                    <a:cubicBezTo>
                      <a:pt x="5683" y="20880"/>
                      <a:pt x="5683" y="20880"/>
                      <a:pt x="5402" y="20665"/>
                    </a:cubicBezTo>
                    <a:cubicBezTo>
                      <a:pt x="5055" y="20355"/>
                      <a:pt x="4975" y="20100"/>
                      <a:pt x="4862" y="19655"/>
                    </a:cubicBezTo>
                    <a:cubicBezTo>
                      <a:pt x="4697" y="19655"/>
                      <a:pt x="4532" y="19655"/>
                      <a:pt x="4362" y="19655"/>
                    </a:cubicBezTo>
                    <a:cubicBezTo>
                      <a:pt x="4275" y="19455"/>
                      <a:pt x="4188" y="19253"/>
                      <a:pt x="4097" y="19048"/>
                    </a:cubicBezTo>
                    <a:cubicBezTo>
                      <a:pt x="3907" y="18698"/>
                      <a:pt x="3907" y="18698"/>
                      <a:pt x="3612" y="18405"/>
                    </a:cubicBezTo>
                    <a:cubicBezTo>
                      <a:pt x="3043" y="18272"/>
                      <a:pt x="2510" y="18235"/>
                      <a:pt x="1928" y="18215"/>
                    </a:cubicBezTo>
                    <a:cubicBezTo>
                      <a:pt x="1293" y="18147"/>
                      <a:pt x="897" y="18003"/>
                      <a:pt x="362" y="17655"/>
                    </a:cubicBezTo>
                    <a:cubicBezTo>
                      <a:pt x="60" y="17163"/>
                      <a:pt x="0" y="16722"/>
                      <a:pt x="112" y="16155"/>
                    </a:cubicBezTo>
                    <a:cubicBezTo>
                      <a:pt x="462" y="15775"/>
                      <a:pt x="820" y="15508"/>
                      <a:pt x="1252" y="15225"/>
                    </a:cubicBezTo>
                    <a:cubicBezTo>
                      <a:pt x="1827" y="14717"/>
                      <a:pt x="1837" y="14212"/>
                      <a:pt x="1900" y="13470"/>
                    </a:cubicBezTo>
                    <a:cubicBezTo>
                      <a:pt x="1933" y="12955"/>
                      <a:pt x="1947" y="12440"/>
                      <a:pt x="1957" y="11922"/>
                    </a:cubicBezTo>
                    <a:cubicBezTo>
                      <a:pt x="1965" y="11745"/>
                      <a:pt x="1975" y="11570"/>
                      <a:pt x="1985" y="11388"/>
                    </a:cubicBezTo>
                    <a:cubicBezTo>
                      <a:pt x="2007" y="10112"/>
                      <a:pt x="2007" y="10112"/>
                      <a:pt x="1595" y="9520"/>
                    </a:cubicBezTo>
                    <a:cubicBezTo>
                      <a:pt x="1282" y="9205"/>
                      <a:pt x="960" y="8930"/>
                      <a:pt x="612" y="8655"/>
                    </a:cubicBezTo>
                    <a:cubicBezTo>
                      <a:pt x="447" y="8490"/>
                      <a:pt x="282" y="8325"/>
                      <a:pt x="112" y="8155"/>
                    </a:cubicBezTo>
                    <a:cubicBezTo>
                      <a:pt x="175" y="7515"/>
                      <a:pt x="175" y="7515"/>
                      <a:pt x="362" y="6905"/>
                    </a:cubicBezTo>
                    <a:cubicBezTo>
                      <a:pt x="935" y="6620"/>
                      <a:pt x="1232" y="6655"/>
                      <a:pt x="1862" y="6655"/>
                    </a:cubicBezTo>
                    <a:cubicBezTo>
                      <a:pt x="3517" y="6495"/>
                      <a:pt x="4540" y="5328"/>
                      <a:pt x="5612" y="4155"/>
                    </a:cubicBezTo>
                    <a:cubicBezTo>
                      <a:pt x="5710" y="4052"/>
                      <a:pt x="5805" y="3950"/>
                      <a:pt x="5902" y="3845"/>
                    </a:cubicBezTo>
                    <a:cubicBezTo>
                      <a:pt x="6507" y="3150"/>
                      <a:pt x="6735" y="2677"/>
                      <a:pt x="6770" y="1733"/>
                    </a:cubicBezTo>
                    <a:cubicBezTo>
                      <a:pt x="6812" y="752"/>
                      <a:pt x="6872" y="218"/>
                      <a:pt x="7972" y="78"/>
                    </a:cubicBezTo>
                    <a:close/>
                    <a:moveTo>
                      <a:pt x="7362" y="655"/>
                    </a:moveTo>
                    <a:cubicBezTo>
                      <a:pt x="7303" y="1182"/>
                      <a:pt x="7303" y="1182"/>
                      <a:pt x="7285" y="1843"/>
                    </a:cubicBezTo>
                    <a:cubicBezTo>
                      <a:pt x="7165" y="3263"/>
                      <a:pt x="7165" y="3263"/>
                      <a:pt x="6582" y="3828"/>
                    </a:cubicBezTo>
                    <a:cubicBezTo>
                      <a:pt x="6345" y="4022"/>
                      <a:pt x="6105" y="4215"/>
                      <a:pt x="5862" y="4405"/>
                    </a:cubicBezTo>
                    <a:cubicBezTo>
                      <a:pt x="5543" y="4710"/>
                      <a:pt x="5225" y="5017"/>
                      <a:pt x="4910" y="5328"/>
                    </a:cubicBezTo>
                    <a:cubicBezTo>
                      <a:pt x="4760" y="5472"/>
                      <a:pt x="4607" y="5617"/>
                      <a:pt x="4452" y="5767"/>
                    </a:cubicBezTo>
                    <a:cubicBezTo>
                      <a:pt x="4112" y="6155"/>
                      <a:pt x="4112" y="6155"/>
                      <a:pt x="4112" y="6655"/>
                    </a:cubicBezTo>
                    <a:cubicBezTo>
                      <a:pt x="3040" y="6820"/>
                      <a:pt x="1967" y="6985"/>
                      <a:pt x="862" y="7155"/>
                    </a:cubicBezTo>
                    <a:cubicBezTo>
                      <a:pt x="780" y="7485"/>
                      <a:pt x="697" y="7815"/>
                      <a:pt x="612" y="8155"/>
                    </a:cubicBezTo>
                    <a:cubicBezTo>
                      <a:pt x="1550" y="8905"/>
                      <a:pt x="1550" y="8905"/>
                      <a:pt x="2112" y="8905"/>
                    </a:cubicBezTo>
                    <a:cubicBezTo>
                      <a:pt x="2150" y="9772"/>
                      <a:pt x="2178" y="10640"/>
                      <a:pt x="2195" y="11508"/>
                    </a:cubicBezTo>
                    <a:cubicBezTo>
                      <a:pt x="2202" y="11802"/>
                      <a:pt x="2212" y="12097"/>
                      <a:pt x="2227" y="12390"/>
                    </a:cubicBezTo>
                    <a:cubicBezTo>
                      <a:pt x="2332" y="14847"/>
                      <a:pt x="2332" y="14847"/>
                      <a:pt x="1772" y="15635"/>
                    </a:cubicBezTo>
                    <a:cubicBezTo>
                      <a:pt x="1400" y="15945"/>
                      <a:pt x="1048" y="16190"/>
                      <a:pt x="612" y="16405"/>
                    </a:cubicBezTo>
                    <a:cubicBezTo>
                      <a:pt x="707" y="16890"/>
                      <a:pt x="707" y="16890"/>
                      <a:pt x="862" y="17405"/>
                    </a:cubicBezTo>
                    <a:cubicBezTo>
                      <a:pt x="1490" y="17720"/>
                      <a:pt x="2082" y="17742"/>
                      <a:pt x="2770" y="17798"/>
                    </a:cubicBezTo>
                    <a:cubicBezTo>
                      <a:pt x="2835" y="17802"/>
                      <a:pt x="2835" y="17802"/>
                      <a:pt x="3160" y="17830"/>
                    </a:cubicBezTo>
                    <a:cubicBezTo>
                      <a:pt x="3477" y="17855"/>
                      <a:pt x="3795" y="17880"/>
                      <a:pt x="4112" y="17905"/>
                    </a:cubicBezTo>
                    <a:cubicBezTo>
                      <a:pt x="4175" y="18092"/>
                      <a:pt x="4235" y="18280"/>
                      <a:pt x="4300" y="18472"/>
                    </a:cubicBezTo>
                    <a:cubicBezTo>
                      <a:pt x="4590" y="19198"/>
                      <a:pt x="5020" y="19585"/>
                      <a:pt x="5627" y="20078"/>
                    </a:cubicBezTo>
                    <a:cubicBezTo>
                      <a:pt x="6815" y="21045"/>
                      <a:pt x="6815" y="21045"/>
                      <a:pt x="6942" y="22003"/>
                    </a:cubicBezTo>
                    <a:cubicBezTo>
                      <a:pt x="6962" y="22228"/>
                      <a:pt x="6982" y="22455"/>
                      <a:pt x="7002" y="22688"/>
                    </a:cubicBezTo>
                    <a:cubicBezTo>
                      <a:pt x="7015" y="22800"/>
                      <a:pt x="7015" y="22800"/>
                      <a:pt x="7067" y="23378"/>
                    </a:cubicBezTo>
                    <a:cubicBezTo>
                      <a:pt x="7082" y="23550"/>
                      <a:pt x="7097" y="23725"/>
                      <a:pt x="7112" y="23905"/>
                    </a:cubicBezTo>
                    <a:cubicBezTo>
                      <a:pt x="7535" y="24108"/>
                      <a:pt x="7535" y="24108"/>
                      <a:pt x="8112" y="24155"/>
                    </a:cubicBezTo>
                    <a:cubicBezTo>
                      <a:pt x="8360" y="23897"/>
                      <a:pt x="8360" y="23897"/>
                      <a:pt x="8627" y="23552"/>
                    </a:cubicBezTo>
                    <a:cubicBezTo>
                      <a:pt x="9075" y="23060"/>
                      <a:pt x="9298" y="22918"/>
                      <a:pt x="9962" y="22798"/>
                    </a:cubicBezTo>
                    <a:cubicBezTo>
                      <a:pt x="10688" y="22772"/>
                      <a:pt x="11405" y="22785"/>
                      <a:pt x="12127" y="22813"/>
                    </a:cubicBezTo>
                    <a:cubicBezTo>
                      <a:pt x="12380" y="22815"/>
                      <a:pt x="12630" y="22820"/>
                      <a:pt x="12880" y="22823"/>
                    </a:cubicBezTo>
                    <a:cubicBezTo>
                      <a:pt x="15027" y="22865"/>
                      <a:pt x="15027" y="22865"/>
                      <a:pt x="15862" y="23155"/>
                    </a:cubicBezTo>
                    <a:cubicBezTo>
                      <a:pt x="16175" y="23672"/>
                      <a:pt x="16175" y="23672"/>
                      <a:pt x="16362" y="24155"/>
                    </a:cubicBezTo>
                    <a:cubicBezTo>
                      <a:pt x="16692" y="24073"/>
                      <a:pt x="17022" y="23990"/>
                      <a:pt x="17362" y="23905"/>
                    </a:cubicBezTo>
                    <a:cubicBezTo>
                      <a:pt x="17375" y="23745"/>
                      <a:pt x="17390" y="23585"/>
                      <a:pt x="17402" y="23420"/>
                    </a:cubicBezTo>
                    <a:cubicBezTo>
                      <a:pt x="17575" y="22110"/>
                      <a:pt x="17785" y="21332"/>
                      <a:pt x="18817" y="20467"/>
                    </a:cubicBezTo>
                    <a:cubicBezTo>
                      <a:pt x="18995" y="20332"/>
                      <a:pt x="19175" y="20195"/>
                      <a:pt x="19360" y="20055"/>
                    </a:cubicBezTo>
                    <a:cubicBezTo>
                      <a:pt x="19842" y="19672"/>
                      <a:pt x="20147" y="19313"/>
                      <a:pt x="20502" y="18813"/>
                    </a:cubicBezTo>
                    <a:cubicBezTo>
                      <a:pt x="20962" y="18228"/>
                      <a:pt x="21265" y="18055"/>
                      <a:pt x="22002" y="17952"/>
                    </a:cubicBezTo>
                    <a:cubicBezTo>
                      <a:pt x="22290" y="17935"/>
                      <a:pt x="22577" y="17920"/>
                      <a:pt x="22862" y="17905"/>
                    </a:cubicBezTo>
                    <a:cubicBezTo>
                      <a:pt x="23197" y="17828"/>
                      <a:pt x="23532" y="17748"/>
                      <a:pt x="23862" y="17655"/>
                    </a:cubicBezTo>
                    <a:cubicBezTo>
                      <a:pt x="23765" y="16948"/>
                      <a:pt x="23690" y="16503"/>
                      <a:pt x="23235" y="15940"/>
                    </a:cubicBezTo>
                    <a:cubicBezTo>
                      <a:pt x="22560" y="14970"/>
                      <a:pt x="22735" y="13835"/>
                      <a:pt x="22737" y="12688"/>
                    </a:cubicBezTo>
                    <a:cubicBezTo>
                      <a:pt x="22730" y="12443"/>
                      <a:pt x="22725" y="12198"/>
                      <a:pt x="22717" y="11943"/>
                    </a:cubicBezTo>
                    <a:cubicBezTo>
                      <a:pt x="22710" y="9925"/>
                      <a:pt x="22710" y="9925"/>
                      <a:pt x="23500" y="9020"/>
                    </a:cubicBezTo>
                    <a:cubicBezTo>
                      <a:pt x="23615" y="8913"/>
                      <a:pt x="23730" y="8805"/>
                      <a:pt x="23847" y="8695"/>
                    </a:cubicBezTo>
                    <a:cubicBezTo>
                      <a:pt x="23892" y="8647"/>
                      <a:pt x="23892" y="8647"/>
                      <a:pt x="24112" y="8405"/>
                    </a:cubicBezTo>
                    <a:cubicBezTo>
                      <a:pt x="24067" y="7813"/>
                      <a:pt x="24067" y="7813"/>
                      <a:pt x="23862" y="7405"/>
                    </a:cubicBezTo>
                    <a:cubicBezTo>
                      <a:pt x="23397" y="7275"/>
                      <a:pt x="22955" y="7160"/>
                      <a:pt x="22472" y="7140"/>
                    </a:cubicBezTo>
                    <a:cubicBezTo>
                      <a:pt x="21545" y="7085"/>
                      <a:pt x="21020" y="6918"/>
                      <a:pt x="20357" y="6253"/>
                    </a:cubicBezTo>
                    <a:cubicBezTo>
                      <a:pt x="20120" y="5983"/>
                      <a:pt x="19887" y="5712"/>
                      <a:pt x="19660" y="5438"/>
                    </a:cubicBezTo>
                    <a:cubicBezTo>
                      <a:pt x="19540" y="5300"/>
                      <a:pt x="19423" y="5165"/>
                      <a:pt x="19300" y="5025"/>
                    </a:cubicBezTo>
                    <a:cubicBezTo>
                      <a:pt x="17825" y="3328"/>
                      <a:pt x="17825" y="3328"/>
                      <a:pt x="17707" y="1983"/>
                    </a:cubicBezTo>
                    <a:cubicBezTo>
                      <a:pt x="17697" y="1883"/>
                      <a:pt x="17697" y="1883"/>
                      <a:pt x="17650" y="1373"/>
                    </a:cubicBezTo>
                    <a:cubicBezTo>
                      <a:pt x="17637" y="1218"/>
                      <a:pt x="17625" y="1065"/>
                      <a:pt x="17612" y="905"/>
                    </a:cubicBezTo>
                    <a:cubicBezTo>
                      <a:pt x="17282" y="823"/>
                      <a:pt x="16952" y="740"/>
                      <a:pt x="16612" y="655"/>
                    </a:cubicBezTo>
                    <a:cubicBezTo>
                      <a:pt x="16548" y="742"/>
                      <a:pt x="16480" y="830"/>
                      <a:pt x="16413" y="920"/>
                    </a:cubicBezTo>
                    <a:cubicBezTo>
                      <a:pt x="16322" y="1035"/>
                      <a:pt x="16235" y="1147"/>
                      <a:pt x="16145" y="1265"/>
                    </a:cubicBezTo>
                    <a:cubicBezTo>
                      <a:pt x="16100" y="1323"/>
                      <a:pt x="16100" y="1323"/>
                      <a:pt x="15880" y="1608"/>
                    </a:cubicBezTo>
                    <a:cubicBezTo>
                      <a:pt x="15482" y="2050"/>
                      <a:pt x="15178" y="2150"/>
                      <a:pt x="14590" y="2200"/>
                    </a:cubicBezTo>
                    <a:cubicBezTo>
                      <a:pt x="13900" y="2218"/>
                      <a:pt x="13210" y="2228"/>
                      <a:pt x="12520" y="2233"/>
                    </a:cubicBezTo>
                    <a:cubicBezTo>
                      <a:pt x="12400" y="2237"/>
                      <a:pt x="12400" y="2237"/>
                      <a:pt x="11793" y="2255"/>
                    </a:cubicBezTo>
                    <a:cubicBezTo>
                      <a:pt x="10067" y="2272"/>
                      <a:pt x="10067" y="2272"/>
                      <a:pt x="9490" y="1943"/>
                    </a:cubicBezTo>
                    <a:cubicBezTo>
                      <a:pt x="9222" y="1677"/>
                      <a:pt x="9222" y="1677"/>
                      <a:pt x="8862" y="1155"/>
                    </a:cubicBezTo>
                    <a:cubicBezTo>
                      <a:pt x="8617" y="900"/>
                      <a:pt x="8370" y="650"/>
                      <a:pt x="8112" y="405"/>
                    </a:cubicBezTo>
                    <a:cubicBezTo>
                      <a:pt x="7862" y="405"/>
                      <a:pt x="7862" y="405"/>
                      <a:pt x="7362" y="655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45" name="database_process vector"/>
              <p:cNvSpPr/>
              <p:nvPr/>
            </p:nvSpPr>
            <p:spPr>
              <a:xfrm>
                <a:off x="7104453" y="1233492"/>
                <a:ext cx="122507" cy="120426"/>
              </a:xfrm>
              <a:custGeom>
                <a:avLst/>
                <a:gdLst/>
                <a:ahLst/>
                <a:cxnLst/>
                <a:rect l="0" t="0" r="r" b="b"/>
                <a:pathLst>
                  <a:path w="13397" h="13170" fill="norm" stroke="0">
                    <a:moveTo>
                      <a:pt x="10780" y="67"/>
                    </a:moveTo>
                    <a:cubicBezTo>
                      <a:pt x="12137" y="0"/>
                      <a:pt x="12137" y="0"/>
                      <a:pt x="12783" y="415"/>
                    </a:cubicBezTo>
                    <a:cubicBezTo>
                      <a:pt x="13397" y="1428"/>
                      <a:pt x="13327" y="2455"/>
                      <a:pt x="13298" y="3602"/>
                    </a:cubicBezTo>
                    <a:cubicBezTo>
                      <a:pt x="12127" y="3235"/>
                      <a:pt x="12127" y="3235"/>
                      <a:pt x="11720" y="2572"/>
                    </a:cubicBezTo>
                    <a:cubicBezTo>
                      <a:pt x="11663" y="2417"/>
                      <a:pt x="11605" y="2262"/>
                      <a:pt x="11548" y="2102"/>
                    </a:cubicBezTo>
                    <a:cubicBezTo>
                      <a:pt x="10985" y="2135"/>
                      <a:pt x="10985" y="2135"/>
                      <a:pt x="10298" y="2352"/>
                    </a:cubicBezTo>
                    <a:cubicBezTo>
                      <a:pt x="10062" y="2678"/>
                      <a:pt x="10062" y="2678"/>
                      <a:pt x="9845" y="3072"/>
                    </a:cubicBezTo>
                    <a:cubicBezTo>
                      <a:pt x="9240" y="4093"/>
                      <a:pt x="8402" y="4312"/>
                      <a:pt x="7298" y="4602"/>
                    </a:cubicBezTo>
                    <a:cubicBezTo>
                      <a:pt x="7165" y="4642"/>
                      <a:pt x="7033" y="4680"/>
                      <a:pt x="6895" y="4720"/>
                    </a:cubicBezTo>
                    <a:cubicBezTo>
                      <a:pt x="5857" y="4965"/>
                      <a:pt x="5020" y="4702"/>
                      <a:pt x="4048" y="4352"/>
                    </a:cubicBezTo>
                    <a:cubicBezTo>
                      <a:pt x="4065" y="4457"/>
                      <a:pt x="4065" y="4457"/>
                      <a:pt x="4145" y="4977"/>
                    </a:cubicBezTo>
                    <a:cubicBezTo>
                      <a:pt x="4418" y="7002"/>
                      <a:pt x="4335" y="8410"/>
                      <a:pt x="3048" y="10102"/>
                    </a:cubicBezTo>
                    <a:cubicBezTo>
                      <a:pt x="2580" y="10525"/>
                      <a:pt x="2120" y="10840"/>
                      <a:pt x="1548" y="11102"/>
                    </a:cubicBezTo>
                    <a:cubicBezTo>
                      <a:pt x="1610" y="11572"/>
                      <a:pt x="1610" y="11572"/>
                      <a:pt x="1798" y="12102"/>
                    </a:cubicBezTo>
                    <a:cubicBezTo>
                      <a:pt x="2312" y="12415"/>
                      <a:pt x="2312" y="12415"/>
                      <a:pt x="2798" y="12602"/>
                    </a:cubicBezTo>
                    <a:cubicBezTo>
                      <a:pt x="2298" y="13102"/>
                      <a:pt x="2298" y="13102"/>
                      <a:pt x="1882" y="13170"/>
                    </a:cubicBezTo>
                    <a:cubicBezTo>
                      <a:pt x="1732" y="13170"/>
                      <a:pt x="1580" y="13167"/>
                      <a:pt x="1423" y="13165"/>
                    </a:cubicBezTo>
                    <a:cubicBezTo>
                      <a:pt x="1347" y="13167"/>
                      <a:pt x="1347" y="13167"/>
                      <a:pt x="962" y="13170"/>
                    </a:cubicBezTo>
                    <a:cubicBezTo>
                      <a:pt x="548" y="13102"/>
                      <a:pt x="548" y="13102"/>
                      <a:pt x="48" y="12602"/>
                    </a:cubicBezTo>
                    <a:cubicBezTo>
                      <a:pt x="12" y="12080"/>
                      <a:pt x="0" y="11593"/>
                      <a:pt x="17" y="11072"/>
                    </a:cubicBezTo>
                    <a:cubicBezTo>
                      <a:pt x="17" y="10933"/>
                      <a:pt x="20" y="10790"/>
                      <a:pt x="22" y="10645"/>
                    </a:cubicBezTo>
                    <a:cubicBezTo>
                      <a:pt x="30" y="10298"/>
                      <a:pt x="38" y="9950"/>
                      <a:pt x="48" y="9602"/>
                    </a:cubicBezTo>
                    <a:cubicBezTo>
                      <a:pt x="163" y="9575"/>
                      <a:pt x="277" y="9548"/>
                      <a:pt x="395" y="9517"/>
                    </a:cubicBezTo>
                    <a:cubicBezTo>
                      <a:pt x="1185" y="9265"/>
                      <a:pt x="1668" y="9032"/>
                      <a:pt x="2163" y="8347"/>
                    </a:cubicBezTo>
                    <a:cubicBezTo>
                      <a:pt x="2890" y="6882"/>
                      <a:pt x="2890" y="6882"/>
                      <a:pt x="2673" y="6222"/>
                    </a:cubicBezTo>
                    <a:cubicBezTo>
                      <a:pt x="2465" y="5933"/>
                      <a:pt x="2257" y="5642"/>
                      <a:pt x="2048" y="5352"/>
                    </a:cubicBezTo>
                    <a:cubicBezTo>
                      <a:pt x="2150" y="4778"/>
                      <a:pt x="2235" y="4570"/>
                      <a:pt x="2548" y="4102"/>
                    </a:cubicBezTo>
                    <a:cubicBezTo>
                      <a:pt x="2635" y="3965"/>
                      <a:pt x="2722" y="3825"/>
                      <a:pt x="2812" y="3683"/>
                    </a:cubicBezTo>
                    <a:cubicBezTo>
                      <a:pt x="3197" y="3188"/>
                      <a:pt x="3490" y="2900"/>
                      <a:pt x="4048" y="2602"/>
                    </a:cubicBezTo>
                    <a:cubicBezTo>
                      <a:pt x="4705" y="2593"/>
                      <a:pt x="5300" y="2647"/>
                      <a:pt x="5947" y="2738"/>
                    </a:cubicBezTo>
                    <a:cubicBezTo>
                      <a:pt x="6860" y="2857"/>
                      <a:pt x="7482" y="2887"/>
                      <a:pt x="8272" y="2395"/>
                    </a:cubicBezTo>
                    <a:cubicBezTo>
                      <a:pt x="8725" y="1915"/>
                      <a:pt x="8900" y="1343"/>
                      <a:pt x="9125" y="732"/>
                    </a:cubicBezTo>
                    <a:cubicBezTo>
                      <a:pt x="9298" y="352"/>
                      <a:pt x="9298" y="352"/>
                      <a:pt x="9720" y="120"/>
                    </a:cubicBezTo>
                    <a:cubicBezTo>
                      <a:pt x="10072" y="110"/>
                      <a:pt x="10428" y="95"/>
                      <a:pt x="10780" y="67"/>
                    </a:cubicBezTo>
                    <a:close/>
                  </a:path>
                </a:pathLst>
              </a:custGeom>
              <a:solidFill>
                <a:srgbClr val="6A899C"/>
              </a:solidFill>
              <a:ln w="0">
                <a:noFill/>
              </a:ln>
            </p:spPr>
          </p:sp>
          <p:sp>
            <p:nvSpPr>
              <p:cNvPr id="246" name="database_process vector"/>
              <p:cNvSpPr/>
              <p:nvPr/>
            </p:nvSpPr>
            <p:spPr>
              <a:xfrm>
                <a:off x="7043166" y="1098194"/>
                <a:ext cx="172547" cy="170056"/>
              </a:xfrm>
              <a:custGeom>
                <a:avLst/>
                <a:gdLst/>
                <a:ahLst/>
                <a:cxnLst/>
                <a:rect l="0" t="0" r="r" b="b"/>
                <a:pathLst>
                  <a:path w="18870" h="18597" fill="norm" stroke="0">
                    <a:moveTo>
                      <a:pt x="13250" y="150"/>
                    </a:moveTo>
                    <a:cubicBezTo>
                      <a:pt x="13945" y="43"/>
                      <a:pt x="14560" y="0"/>
                      <a:pt x="15250" y="150"/>
                    </a:cubicBezTo>
                    <a:cubicBezTo>
                      <a:pt x="15640" y="555"/>
                      <a:pt x="15893" y="980"/>
                      <a:pt x="16178" y="1463"/>
                    </a:cubicBezTo>
                    <a:cubicBezTo>
                      <a:pt x="16635" y="2085"/>
                      <a:pt x="17143" y="2250"/>
                      <a:pt x="17862" y="2475"/>
                    </a:cubicBezTo>
                    <a:cubicBezTo>
                      <a:pt x="18383" y="2710"/>
                      <a:pt x="18515" y="2877"/>
                      <a:pt x="18750" y="3400"/>
                    </a:cubicBezTo>
                    <a:cubicBezTo>
                      <a:pt x="18812" y="3948"/>
                      <a:pt x="18842" y="4448"/>
                      <a:pt x="18845" y="4995"/>
                    </a:cubicBezTo>
                    <a:cubicBezTo>
                      <a:pt x="18850" y="5135"/>
                      <a:pt x="18855" y="5275"/>
                      <a:pt x="18862" y="5423"/>
                    </a:cubicBezTo>
                    <a:cubicBezTo>
                      <a:pt x="18870" y="6383"/>
                      <a:pt x="18678" y="6943"/>
                      <a:pt x="18025" y="7657"/>
                    </a:cubicBezTo>
                    <a:cubicBezTo>
                      <a:pt x="17658" y="7980"/>
                      <a:pt x="17312" y="8135"/>
                      <a:pt x="16845" y="8275"/>
                    </a:cubicBezTo>
                    <a:cubicBezTo>
                      <a:pt x="16163" y="8535"/>
                      <a:pt x="16035" y="8595"/>
                      <a:pt x="15625" y="9245"/>
                    </a:cubicBezTo>
                    <a:cubicBezTo>
                      <a:pt x="15487" y="9972"/>
                      <a:pt x="15535" y="10445"/>
                      <a:pt x="15750" y="11150"/>
                    </a:cubicBezTo>
                    <a:cubicBezTo>
                      <a:pt x="15832" y="11232"/>
                      <a:pt x="15915" y="11315"/>
                      <a:pt x="16000" y="11400"/>
                    </a:cubicBezTo>
                    <a:cubicBezTo>
                      <a:pt x="16183" y="12222"/>
                      <a:pt x="16150" y="12898"/>
                      <a:pt x="15717" y="13627"/>
                    </a:cubicBezTo>
                    <a:cubicBezTo>
                      <a:pt x="14997" y="14513"/>
                      <a:pt x="14168" y="15438"/>
                      <a:pt x="13000" y="15650"/>
                    </a:cubicBezTo>
                    <a:cubicBezTo>
                      <a:pt x="12545" y="15568"/>
                      <a:pt x="12135" y="15430"/>
                      <a:pt x="11700" y="15273"/>
                    </a:cubicBezTo>
                    <a:cubicBezTo>
                      <a:pt x="10815" y="15030"/>
                      <a:pt x="9915" y="15193"/>
                      <a:pt x="9102" y="15600"/>
                    </a:cubicBezTo>
                    <a:cubicBezTo>
                      <a:pt x="8650" y="15985"/>
                      <a:pt x="8528" y="16350"/>
                      <a:pt x="8312" y="16900"/>
                    </a:cubicBezTo>
                    <a:cubicBezTo>
                      <a:pt x="7870" y="17820"/>
                      <a:pt x="7870" y="17820"/>
                      <a:pt x="7375" y="18150"/>
                    </a:cubicBezTo>
                    <a:cubicBezTo>
                      <a:pt x="6025" y="18597"/>
                      <a:pt x="4513" y="18425"/>
                      <a:pt x="3192" y="17950"/>
                    </a:cubicBezTo>
                    <a:cubicBezTo>
                      <a:pt x="2750" y="17650"/>
                      <a:pt x="2750" y="17650"/>
                      <a:pt x="2622" y="17200"/>
                    </a:cubicBezTo>
                    <a:cubicBezTo>
                      <a:pt x="2607" y="17028"/>
                      <a:pt x="2592" y="16857"/>
                      <a:pt x="2577" y="16680"/>
                    </a:cubicBezTo>
                    <a:cubicBezTo>
                      <a:pt x="2475" y="16145"/>
                      <a:pt x="2475" y="16145"/>
                      <a:pt x="2250" y="15650"/>
                    </a:cubicBezTo>
                    <a:cubicBezTo>
                      <a:pt x="1543" y="15180"/>
                      <a:pt x="808" y="14903"/>
                      <a:pt x="0" y="14650"/>
                    </a:cubicBezTo>
                    <a:cubicBezTo>
                      <a:pt x="80" y="13903"/>
                      <a:pt x="163" y="13498"/>
                      <a:pt x="673" y="12930"/>
                    </a:cubicBezTo>
                    <a:cubicBezTo>
                      <a:pt x="1447" y="12555"/>
                      <a:pt x="1962" y="12640"/>
                      <a:pt x="2750" y="12900"/>
                    </a:cubicBezTo>
                    <a:cubicBezTo>
                      <a:pt x="4540" y="13548"/>
                      <a:pt x="4540" y="13548"/>
                      <a:pt x="4987" y="14300"/>
                    </a:cubicBezTo>
                    <a:cubicBezTo>
                      <a:pt x="5125" y="14713"/>
                      <a:pt x="5125" y="14713"/>
                      <a:pt x="5250" y="15400"/>
                    </a:cubicBezTo>
                    <a:cubicBezTo>
                      <a:pt x="5497" y="15400"/>
                      <a:pt x="5745" y="15400"/>
                      <a:pt x="6000" y="15400"/>
                    </a:cubicBezTo>
                    <a:cubicBezTo>
                      <a:pt x="6043" y="15175"/>
                      <a:pt x="6085" y="14950"/>
                      <a:pt x="6128" y="14720"/>
                    </a:cubicBezTo>
                    <a:cubicBezTo>
                      <a:pt x="6445" y="13770"/>
                      <a:pt x="7040" y="13477"/>
                      <a:pt x="7905" y="13045"/>
                    </a:cubicBezTo>
                    <a:cubicBezTo>
                      <a:pt x="8085" y="12960"/>
                      <a:pt x="8268" y="12877"/>
                      <a:pt x="8452" y="12790"/>
                    </a:cubicBezTo>
                    <a:cubicBezTo>
                      <a:pt x="8543" y="12745"/>
                      <a:pt x="8543" y="12745"/>
                      <a:pt x="8992" y="12515"/>
                    </a:cubicBezTo>
                    <a:cubicBezTo>
                      <a:pt x="9783" y="12135"/>
                      <a:pt x="10305" y="11885"/>
                      <a:pt x="11190" y="11953"/>
                    </a:cubicBezTo>
                    <a:cubicBezTo>
                      <a:pt x="11375" y="12018"/>
                      <a:pt x="11560" y="12083"/>
                      <a:pt x="11750" y="12150"/>
                    </a:cubicBezTo>
                    <a:cubicBezTo>
                      <a:pt x="11845" y="12173"/>
                      <a:pt x="11845" y="12173"/>
                      <a:pt x="12327" y="12290"/>
                    </a:cubicBezTo>
                    <a:cubicBezTo>
                      <a:pt x="12467" y="12328"/>
                      <a:pt x="12607" y="12363"/>
                      <a:pt x="12750" y="12400"/>
                    </a:cubicBezTo>
                    <a:cubicBezTo>
                      <a:pt x="12722" y="12215"/>
                      <a:pt x="12697" y="12032"/>
                      <a:pt x="12670" y="11843"/>
                    </a:cubicBezTo>
                    <a:cubicBezTo>
                      <a:pt x="12390" y="9568"/>
                      <a:pt x="12390" y="9568"/>
                      <a:pt x="13250" y="8400"/>
                    </a:cubicBezTo>
                    <a:cubicBezTo>
                      <a:pt x="13365" y="8018"/>
                      <a:pt x="13475" y="7630"/>
                      <a:pt x="13577" y="7245"/>
                    </a:cubicBezTo>
                    <a:cubicBezTo>
                      <a:pt x="13888" y="6243"/>
                      <a:pt x="13888" y="6243"/>
                      <a:pt x="14380" y="5838"/>
                    </a:cubicBezTo>
                    <a:cubicBezTo>
                      <a:pt x="14798" y="5635"/>
                      <a:pt x="14798" y="5635"/>
                      <a:pt x="15500" y="5400"/>
                    </a:cubicBezTo>
                    <a:cubicBezTo>
                      <a:pt x="15500" y="5153"/>
                      <a:pt x="15500" y="4905"/>
                      <a:pt x="15500" y="4650"/>
                    </a:cubicBezTo>
                    <a:cubicBezTo>
                      <a:pt x="15273" y="4578"/>
                      <a:pt x="15048" y="4505"/>
                      <a:pt x="14812" y="4430"/>
                    </a:cubicBezTo>
                    <a:cubicBezTo>
                      <a:pt x="13790" y="3925"/>
                      <a:pt x="13538" y="3060"/>
                      <a:pt x="13143" y="2043"/>
                    </a:cubicBezTo>
                    <a:cubicBezTo>
                      <a:pt x="12982" y="1323"/>
                      <a:pt x="13058" y="855"/>
                      <a:pt x="13250" y="150"/>
                    </a:cubicBezTo>
                    <a:close/>
                    <a:moveTo>
                      <a:pt x="14000" y="400"/>
                    </a:moveTo>
                    <a:cubicBezTo>
                      <a:pt x="13918" y="483"/>
                      <a:pt x="13835" y="565"/>
                      <a:pt x="13750" y="650"/>
                    </a:cubicBezTo>
                    <a:cubicBezTo>
                      <a:pt x="13780" y="1673"/>
                      <a:pt x="13857" y="2833"/>
                      <a:pt x="14500" y="3650"/>
                    </a:cubicBezTo>
                    <a:cubicBezTo>
                      <a:pt x="15062" y="4025"/>
                      <a:pt x="15645" y="4345"/>
                      <a:pt x="16250" y="4650"/>
                    </a:cubicBezTo>
                    <a:cubicBezTo>
                      <a:pt x="16220" y="5088"/>
                      <a:pt x="16220" y="5088"/>
                      <a:pt x="16000" y="5650"/>
                    </a:cubicBezTo>
                    <a:cubicBezTo>
                      <a:pt x="15640" y="5945"/>
                      <a:pt x="15268" y="6180"/>
                      <a:pt x="14867" y="6418"/>
                    </a:cubicBezTo>
                    <a:cubicBezTo>
                      <a:pt x="13773" y="7110"/>
                      <a:pt x="13420" y="8318"/>
                      <a:pt x="13077" y="9508"/>
                    </a:cubicBezTo>
                    <a:cubicBezTo>
                      <a:pt x="12870" y="10553"/>
                      <a:pt x="13065" y="11615"/>
                      <a:pt x="13250" y="12650"/>
                    </a:cubicBezTo>
                    <a:cubicBezTo>
                      <a:pt x="12138" y="12968"/>
                      <a:pt x="12138" y="12968"/>
                      <a:pt x="11425" y="12620"/>
                    </a:cubicBezTo>
                    <a:cubicBezTo>
                      <a:pt x="10378" y="12280"/>
                      <a:pt x="9673" y="12710"/>
                      <a:pt x="8702" y="13150"/>
                    </a:cubicBezTo>
                    <a:cubicBezTo>
                      <a:pt x="8612" y="13188"/>
                      <a:pt x="8612" y="13188"/>
                      <a:pt x="8155" y="13373"/>
                    </a:cubicBezTo>
                    <a:cubicBezTo>
                      <a:pt x="6860" y="13943"/>
                      <a:pt x="6860" y="13943"/>
                      <a:pt x="6543" y="14537"/>
                    </a:cubicBezTo>
                    <a:cubicBezTo>
                      <a:pt x="6438" y="14907"/>
                      <a:pt x="6342" y="15278"/>
                      <a:pt x="6250" y="15650"/>
                    </a:cubicBezTo>
                    <a:cubicBezTo>
                      <a:pt x="5808" y="15863"/>
                      <a:pt x="5575" y="15912"/>
                      <a:pt x="5090" y="15835"/>
                    </a:cubicBezTo>
                    <a:cubicBezTo>
                      <a:pt x="4977" y="15773"/>
                      <a:pt x="4865" y="15713"/>
                      <a:pt x="4750" y="15650"/>
                    </a:cubicBezTo>
                    <a:cubicBezTo>
                      <a:pt x="4692" y="15417"/>
                      <a:pt x="4638" y="15185"/>
                      <a:pt x="4577" y="14948"/>
                    </a:cubicBezTo>
                    <a:cubicBezTo>
                      <a:pt x="4418" y="14383"/>
                      <a:pt x="4293" y="14183"/>
                      <a:pt x="3817" y="13820"/>
                    </a:cubicBezTo>
                    <a:cubicBezTo>
                      <a:pt x="2365" y="13042"/>
                      <a:pt x="2365" y="13042"/>
                      <a:pt x="1500" y="13213"/>
                    </a:cubicBezTo>
                    <a:cubicBezTo>
                      <a:pt x="1335" y="13275"/>
                      <a:pt x="1170" y="13338"/>
                      <a:pt x="1000" y="13400"/>
                    </a:cubicBezTo>
                    <a:cubicBezTo>
                      <a:pt x="845" y="13870"/>
                      <a:pt x="845" y="13870"/>
                      <a:pt x="750" y="14400"/>
                    </a:cubicBezTo>
                    <a:cubicBezTo>
                      <a:pt x="1250" y="14900"/>
                      <a:pt x="1250" y="14900"/>
                      <a:pt x="1860" y="15055"/>
                    </a:cubicBezTo>
                    <a:cubicBezTo>
                      <a:pt x="2500" y="15400"/>
                      <a:pt x="2500" y="15400"/>
                      <a:pt x="2688" y="15860"/>
                    </a:cubicBezTo>
                    <a:cubicBezTo>
                      <a:pt x="2737" y="16037"/>
                      <a:pt x="2790" y="16215"/>
                      <a:pt x="2845" y="16400"/>
                    </a:cubicBezTo>
                    <a:cubicBezTo>
                      <a:pt x="3148" y="17328"/>
                      <a:pt x="3148" y="17328"/>
                      <a:pt x="3605" y="17650"/>
                    </a:cubicBezTo>
                    <a:cubicBezTo>
                      <a:pt x="4768" y="18032"/>
                      <a:pt x="6085" y="18013"/>
                      <a:pt x="7250" y="17650"/>
                    </a:cubicBezTo>
                    <a:cubicBezTo>
                      <a:pt x="7808" y="17165"/>
                      <a:pt x="7977" y="16597"/>
                      <a:pt x="8062" y="15870"/>
                    </a:cubicBezTo>
                    <a:cubicBezTo>
                      <a:pt x="8298" y="15280"/>
                      <a:pt x="8482" y="15227"/>
                      <a:pt x="9048" y="14963"/>
                    </a:cubicBezTo>
                    <a:cubicBezTo>
                      <a:pt x="9915" y="14638"/>
                      <a:pt x="10580" y="14545"/>
                      <a:pt x="11500" y="14650"/>
                    </a:cubicBezTo>
                    <a:cubicBezTo>
                      <a:pt x="11565" y="14695"/>
                      <a:pt x="11565" y="14695"/>
                      <a:pt x="11890" y="14915"/>
                    </a:cubicBezTo>
                    <a:cubicBezTo>
                      <a:pt x="12250" y="15150"/>
                      <a:pt x="12250" y="15150"/>
                      <a:pt x="12812" y="15150"/>
                    </a:cubicBezTo>
                    <a:cubicBezTo>
                      <a:pt x="13903" y="14752"/>
                      <a:pt x="14972" y="13955"/>
                      <a:pt x="15500" y="12900"/>
                    </a:cubicBezTo>
                    <a:cubicBezTo>
                      <a:pt x="15543" y="12540"/>
                      <a:pt x="15543" y="12540"/>
                      <a:pt x="15548" y="12150"/>
                    </a:cubicBezTo>
                    <a:cubicBezTo>
                      <a:pt x="15550" y="12020"/>
                      <a:pt x="15555" y="11893"/>
                      <a:pt x="15558" y="11760"/>
                    </a:cubicBezTo>
                    <a:cubicBezTo>
                      <a:pt x="15500" y="11400"/>
                      <a:pt x="15500" y="11400"/>
                      <a:pt x="15000" y="10900"/>
                    </a:cubicBezTo>
                    <a:cubicBezTo>
                      <a:pt x="15048" y="10365"/>
                      <a:pt x="15120" y="9915"/>
                      <a:pt x="15250" y="9400"/>
                    </a:cubicBezTo>
                    <a:cubicBezTo>
                      <a:pt x="15303" y="9178"/>
                      <a:pt x="15352" y="8958"/>
                      <a:pt x="15405" y="8727"/>
                    </a:cubicBezTo>
                    <a:cubicBezTo>
                      <a:pt x="15847" y="7988"/>
                      <a:pt x="16260" y="7868"/>
                      <a:pt x="17062" y="7618"/>
                    </a:cubicBezTo>
                    <a:cubicBezTo>
                      <a:pt x="17670" y="7315"/>
                      <a:pt x="17910" y="6983"/>
                      <a:pt x="18250" y="6400"/>
                    </a:cubicBezTo>
                    <a:cubicBezTo>
                      <a:pt x="18340" y="5790"/>
                      <a:pt x="18340" y="5790"/>
                      <a:pt x="18327" y="5150"/>
                    </a:cubicBezTo>
                    <a:cubicBezTo>
                      <a:pt x="18327" y="4938"/>
                      <a:pt x="18325" y="4728"/>
                      <a:pt x="18325" y="4510"/>
                    </a:cubicBezTo>
                    <a:cubicBezTo>
                      <a:pt x="18245" y="3853"/>
                      <a:pt x="18117" y="3448"/>
                      <a:pt x="17750" y="2900"/>
                    </a:cubicBezTo>
                    <a:cubicBezTo>
                      <a:pt x="17362" y="2700"/>
                      <a:pt x="17362" y="2700"/>
                      <a:pt x="16923" y="2573"/>
                    </a:cubicBezTo>
                    <a:cubicBezTo>
                      <a:pt x="15938" y="2208"/>
                      <a:pt x="15558" y="1645"/>
                      <a:pt x="15035" y="758"/>
                    </a:cubicBezTo>
                    <a:cubicBezTo>
                      <a:pt x="14940" y="640"/>
                      <a:pt x="14847" y="520"/>
                      <a:pt x="14750" y="400"/>
                    </a:cubicBezTo>
                    <a:cubicBezTo>
                      <a:pt x="14503" y="400"/>
                      <a:pt x="14255" y="400"/>
                      <a:pt x="14000" y="400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47" name="database_process vector"/>
              <p:cNvSpPr/>
              <p:nvPr/>
            </p:nvSpPr>
            <p:spPr>
              <a:xfrm>
                <a:off x="6874624" y="1195479"/>
                <a:ext cx="62956" cy="64191"/>
              </a:xfrm>
              <a:custGeom>
                <a:avLst/>
                <a:gdLst/>
                <a:ahLst/>
                <a:cxnLst/>
                <a:rect l="0" t="0" r="r" b="b"/>
                <a:pathLst>
                  <a:path w="6885" h="7020" fill="norm" stroke="0">
                    <a:moveTo>
                      <a:pt x="4867" y="442"/>
                    </a:moveTo>
                    <a:cubicBezTo>
                      <a:pt x="5692" y="947"/>
                      <a:pt x="6387" y="1565"/>
                      <a:pt x="6683" y="2510"/>
                    </a:cubicBezTo>
                    <a:cubicBezTo>
                      <a:pt x="6867" y="3510"/>
                      <a:pt x="6885" y="4355"/>
                      <a:pt x="6425" y="5278"/>
                    </a:cubicBezTo>
                    <a:cubicBezTo>
                      <a:pt x="5632" y="6330"/>
                      <a:pt x="4795" y="6822"/>
                      <a:pt x="3492" y="7020"/>
                    </a:cubicBezTo>
                    <a:cubicBezTo>
                      <a:pt x="2520" y="7002"/>
                      <a:pt x="1887" y="6667"/>
                      <a:pt x="1183" y="6010"/>
                    </a:cubicBezTo>
                    <a:cubicBezTo>
                      <a:pt x="497" y="5170"/>
                      <a:pt x="0" y="4252"/>
                      <a:pt x="85" y="3147"/>
                    </a:cubicBezTo>
                    <a:cubicBezTo>
                      <a:pt x="355" y="2067"/>
                      <a:pt x="907" y="1248"/>
                      <a:pt x="1745" y="528"/>
                    </a:cubicBezTo>
                    <a:cubicBezTo>
                      <a:pt x="2795" y="120"/>
                      <a:pt x="3805" y="0"/>
                      <a:pt x="4867" y="4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48" name="database_process vector"/>
              <p:cNvSpPr/>
              <p:nvPr/>
            </p:nvSpPr>
            <p:spPr>
              <a:xfrm>
                <a:off x="6839481" y="861478"/>
                <a:ext cx="516865" cy="116929"/>
              </a:xfrm>
              <a:custGeom>
                <a:avLst/>
                <a:gdLst/>
                <a:ahLst/>
                <a:cxnLst/>
                <a:rect l="0" t="0" r="r" b="b"/>
                <a:pathLst>
                  <a:path w="56525" h="12787" fill="norm" stroke="0">
                    <a:moveTo>
                      <a:pt x="28095" y="5"/>
                    </a:moveTo>
                    <a:cubicBezTo>
                      <a:pt x="28758" y="7"/>
                      <a:pt x="29423" y="5"/>
                      <a:pt x="30085" y="2"/>
                    </a:cubicBezTo>
                    <a:cubicBezTo>
                      <a:pt x="32308" y="2"/>
                      <a:pt x="34525" y="37"/>
                      <a:pt x="36745" y="132"/>
                    </a:cubicBezTo>
                    <a:cubicBezTo>
                      <a:pt x="36947" y="140"/>
                      <a:pt x="37153" y="147"/>
                      <a:pt x="37363" y="157"/>
                    </a:cubicBezTo>
                    <a:cubicBezTo>
                      <a:pt x="38430" y="210"/>
                      <a:pt x="39385" y="340"/>
                      <a:pt x="40403" y="675"/>
                    </a:cubicBezTo>
                    <a:cubicBezTo>
                      <a:pt x="40980" y="850"/>
                      <a:pt x="41553" y="877"/>
                      <a:pt x="42150" y="912"/>
                    </a:cubicBezTo>
                    <a:cubicBezTo>
                      <a:pt x="43095" y="985"/>
                      <a:pt x="43928" y="1112"/>
                      <a:pt x="44825" y="1405"/>
                    </a:cubicBezTo>
                    <a:cubicBezTo>
                      <a:pt x="45375" y="1567"/>
                      <a:pt x="45930" y="1667"/>
                      <a:pt x="46495" y="1772"/>
                    </a:cubicBezTo>
                    <a:cubicBezTo>
                      <a:pt x="47717" y="2010"/>
                      <a:pt x="48855" y="2362"/>
                      <a:pt x="50025" y="2787"/>
                    </a:cubicBezTo>
                    <a:cubicBezTo>
                      <a:pt x="50280" y="2873"/>
                      <a:pt x="50538" y="2957"/>
                      <a:pt x="50793" y="3042"/>
                    </a:cubicBezTo>
                    <a:cubicBezTo>
                      <a:pt x="52260" y="3550"/>
                      <a:pt x="53558" y="4140"/>
                      <a:pt x="54822" y="5052"/>
                    </a:cubicBezTo>
                    <a:cubicBezTo>
                      <a:pt x="54880" y="5095"/>
                      <a:pt x="54880" y="5095"/>
                      <a:pt x="55168" y="5302"/>
                    </a:cubicBezTo>
                    <a:cubicBezTo>
                      <a:pt x="55830" y="5807"/>
                      <a:pt x="56217" y="6262"/>
                      <a:pt x="56525" y="7037"/>
                    </a:cubicBezTo>
                    <a:cubicBezTo>
                      <a:pt x="56025" y="7037"/>
                      <a:pt x="56025" y="7037"/>
                      <a:pt x="55773" y="6807"/>
                    </a:cubicBezTo>
                    <a:cubicBezTo>
                      <a:pt x="55680" y="6703"/>
                      <a:pt x="55590" y="6597"/>
                      <a:pt x="55495" y="6490"/>
                    </a:cubicBezTo>
                    <a:cubicBezTo>
                      <a:pt x="53633" y="4575"/>
                      <a:pt x="50775" y="3410"/>
                      <a:pt x="48180" y="2902"/>
                    </a:cubicBezTo>
                    <a:cubicBezTo>
                      <a:pt x="47775" y="2787"/>
                      <a:pt x="47775" y="2787"/>
                      <a:pt x="47455" y="2542"/>
                    </a:cubicBezTo>
                    <a:cubicBezTo>
                      <a:pt x="46778" y="2142"/>
                      <a:pt x="46048" y="2112"/>
                      <a:pt x="45275" y="2022"/>
                    </a:cubicBezTo>
                    <a:cubicBezTo>
                      <a:pt x="44962" y="1983"/>
                      <a:pt x="44650" y="1945"/>
                      <a:pt x="44337" y="1905"/>
                    </a:cubicBezTo>
                    <a:cubicBezTo>
                      <a:pt x="44200" y="1887"/>
                      <a:pt x="44062" y="1870"/>
                      <a:pt x="43920" y="1855"/>
                    </a:cubicBezTo>
                    <a:cubicBezTo>
                      <a:pt x="43518" y="1787"/>
                      <a:pt x="43160" y="1667"/>
                      <a:pt x="42775" y="1537"/>
                    </a:cubicBezTo>
                    <a:cubicBezTo>
                      <a:pt x="42317" y="1487"/>
                      <a:pt x="41860" y="1447"/>
                      <a:pt x="41400" y="1412"/>
                    </a:cubicBezTo>
                    <a:cubicBezTo>
                      <a:pt x="40103" y="1315"/>
                      <a:pt x="40103" y="1315"/>
                      <a:pt x="39670" y="1162"/>
                    </a:cubicBezTo>
                    <a:cubicBezTo>
                      <a:pt x="39202" y="1015"/>
                      <a:pt x="38783" y="985"/>
                      <a:pt x="38293" y="960"/>
                    </a:cubicBezTo>
                    <a:cubicBezTo>
                      <a:pt x="38095" y="950"/>
                      <a:pt x="37900" y="940"/>
                      <a:pt x="37697" y="927"/>
                    </a:cubicBezTo>
                    <a:cubicBezTo>
                      <a:pt x="37485" y="917"/>
                      <a:pt x="37275" y="910"/>
                      <a:pt x="37055" y="900"/>
                    </a:cubicBezTo>
                    <a:cubicBezTo>
                      <a:pt x="36832" y="887"/>
                      <a:pt x="36613" y="877"/>
                      <a:pt x="36383" y="867"/>
                    </a:cubicBezTo>
                    <a:cubicBezTo>
                      <a:pt x="33935" y="760"/>
                      <a:pt x="31490" y="750"/>
                      <a:pt x="29040" y="757"/>
                    </a:cubicBezTo>
                    <a:cubicBezTo>
                      <a:pt x="28812" y="757"/>
                      <a:pt x="28585" y="757"/>
                      <a:pt x="28350" y="757"/>
                    </a:cubicBezTo>
                    <a:cubicBezTo>
                      <a:pt x="19275" y="772"/>
                      <a:pt x="19275" y="772"/>
                      <a:pt x="17775" y="1287"/>
                    </a:cubicBezTo>
                    <a:cubicBezTo>
                      <a:pt x="17337" y="1332"/>
                      <a:pt x="16900" y="1367"/>
                      <a:pt x="16462" y="1397"/>
                    </a:cubicBezTo>
                    <a:cubicBezTo>
                      <a:pt x="15488" y="1477"/>
                      <a:pt x="14630" y="1620"/>
                      <a:pt x="13702" y="1925"/>
                    </a:cubicBezTo>
                    <a:cubicBezTo>
                      <a:pt x="13225" y="2050"/>
                      <a:pt x="12785" y="2075"/>
                      <a:pt x="12290" y="2100"/>
                    </a:cubicBezTo>
                    <a:cubicBezTo>
                      <a:pt x="10610" y="2260"/>
                      <a:pt x="9067" y="2968"/>
                      <a:pt x="7515" y="3593"/>
                    </a:cubicBezTo>
                    <a:cubicBezTo>
                      <a:pt x="7070" y="3770"/>
                      <a:pt x="6620" y="3938"/>
                      <a:pt x="6170" y="4102"/>
                    </a:cubicBezTo>
                    <a:cubicBezTo>
                      <a:pt x="3918" y="4947"/>
                      <a:pt x="2190" y="6175"/>
                      <a:pt x="988" y="8315"/>
                    </a:cubicBezTo>
                    <a:cubicBezTo>
                      <a:pt x="670" y="9025"/>
                      <a:pt x="558" y="9548"/>
                      <a:pt x="775" y="10287"/>
                    </a:cubicBezTo>
                    <a:cubicBezTo>
                      <a:pt x="1150" y="11147"/>
                      <a:pt x="1572" y="11968"/>
                      <a:pt x="2025" y="12787"/>
                    </a:cubicBezTo>
                    <a:cubicBezTo>
                      <a:pt x="1695" y="12740"/>
                      <a:pt x="1695" y="12740"/>
                      <a:pt x="1275" y="12537"/>
                    </a:cubicBezTo>
                    <a:cubicBezTo>
                      <a:pt x="590" y="11535"/>
                      <a:pt x="0" y="10410"/>
                      <a:pt x="50" y="9175"/>
                    </a:cubicBezTo>
                    <a:cubicBezTo>
                      <a:pt x="638" y="7153"/>
                      <a:pt x="2325" y="5375"/>
                      <a:pt x="4135" y="4330"/>
                    </a:cubicBezTo>
                    <a:cubicBezTo>
                      <a:pt x="4523" y="4132"/>
                      <a:pt x="4910" y="3950"/>
                      <a:pt x="5308" y="3772"/>
                    </a:cubicBezTo>
                    <a:cubicBezTo>
                      <a:pt x="5447" y="3707"/>
                      <a:pt x="5587" y="3642"/>
                      <a:pt x="5733" y="3578"/>
                    </a:cubicBezTo>
                    <a:cubicBezTo>
                      <a:pt x="6863" y="3075"/>
                      <a:pt x="7990" y="2730"/>
                      <a:pt x="9190" y="2447"/>
                    </a:cubicBezTo>
                    <a:cubicBezTo>
                      <a:pt x="9775" y="2287"/>
                      <a:pt x="9775" y="2287"/>
                      <a:pt x="10265" y="2035"/>
                    </a:cubicBezTo>
                    <a:cubicBezTo>
                      <a:pt x="10893" y="1730"/>
                      <a:pt x="11478" y="1632"/>
                      <a:pt x="12165" y="1522"/>
                    </a:cubicBezTo>
                    <a:cubicBezTo>
                      <a:pt x="13462" y="1310"/>
                      <a:pt x="13462" y="1310"/>
                      <a:pt x="13885" y="1162"/>
                    </a:cubicBezTo>
                    <a:cubicBezTo>
                      <a:pt x="14308" y="1027"/>
                      <a:pt x="14702" y="965"/>
                      <a:pt x="15143" y="912"/>
                    </a:cubicBezTo>
                    <a:cubicBezTo>
                      <a:pt x="15305" y="892"/>
                      <a:pt x="15470" y="873"/>
                      <a:pt x="15638" y="850"/>
                    </a:cubicBezTo>
                    <a:cubicBezTo>
                      <a:pt x="15808" y="830"/>
                      <a:pt x="15808" y="830"/>
                      <a:pt x="16663" y="725"/>
                    </a:cubicBezTo>
                    <a:cubicBezTo>
                      <a:pt x="16827" y="705"/>
                      <a:pt x="16990" y="685"/>
                      <a:pt x="17158" y="662"/>
                    </a:cubicBezTo>
                    <a:cubicBezTo>
                      <a:pt x="17308" y="645"/>
                      <a:pt x="17455" y="627"/>
                      <a:pt x="17608" y="608"/>
                    </a:cubicBezTo>
                    <a:cubicBezTo>
                      <a:pt x="18025" y="537"/>
                      <a:pt x="18025" y="537"/>
                      <a:pt x="18368" y="412"/>
                    </a:cubicBezTo>
                    <a:cubicBezTo>
                      <a:pt x="18825" y="272"/>
                      <a:pt x="19228" y="235"/>
                      <a:pt x="19702" y="210"/>
                    </a:cubicBezTo>
                    <a:cubicBezTo>
                      <a:pt x="19888" y="200"/>
                      <a:pt x="20072" y="190"/>
                      <a:pt x="20263" y="177"/>
                    </a:cubicBezTo>
                    <a:cubicBezTo>
                      <a:pt x="20465" y="167"/>
                      <a:pt x="20665" y="160"/>
                      <a:pt x="20870" y="150"/>
                    </a:cubicBezTo>
                    <a:cubicBezTo>
                      <a:pt x="21080" y="137"/>
                      <a:pt x="21290" y="127"/>
                      <a:pt x="21508" y="117"/>
                    </a:cubicBezTo>
                    <a:cubicBezTo>
                      <a:pt x="23702" y="15"/>
                      <a:pt x="25898" y="0"/>
                      <a:pt x="28095" y="5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  <p:sp>
            <p:nvSpPr>
              <p:cNvPr id="249" name="database_process vector"/>
              <p:cNvSpPr/>
              <p:nvPr/>
            </p:nvSpPr>
            <p:spPr>
              <a:xfrm>
                <a:off x="7099562" y="1228839"/>
                <a:ext cx="135628" cy="130005"/>
              </a:xfrm>
              <a:custGeom>
                <a:avLst/>
                <a:gdLst/>
                <a:ahLst/>
                <a:cxnLst/>
                <a:rect l="0" t="0" r="r" b="b"/>
                <a:pathLst>
                  <a:path w="14832" h="14218" fill="norm" stroke="0">
                    <a:moveTo>
                      <a:pt x="13332" y="363"/>
                    </a:moveTo>
                    <a:cubicBezTo>
                      <a:pt x="13798" y="843"/>
                      <a:pt x="13890" y="1005"/>
                      <a:pt x="14082" y="1613"/>
                    </a:cubicBezTo>
                    <a:cubicBezTo>
                      <a:pt x="14150" y="1823"/>
                      <a:pt x="14220" y="2035"/>
                      <a:pt x="14290" y="2250"/>
                    </a:cubicBezTo>
                    <a:cubicBezTo>
                      <a:pt x="14482" y="2870"/>
                      <a:pt x="14663" y="3488"/>
                      <a:pt x="14832" y="4113"/>
                    </a:cubicBezTo>
                    <a:cubicBezTo>
                      <a:pt x="14332" y="4613"/>
                      <a:pt x="14332" y="4613"/>
                      <a:pt x="13612" y="4738"/>
                    </a:cubicBezTo>
                    <a:cubicBezTo>
                      <a:pt x="13212" y="4728"/>
                      <a:pt x="13212" y="4728"/>
                      <a:pt x="12832" y="4613"/>
                    </a:cubicBezTo>
                    <a:cubicBezTo>
                      <a:pt x="12507" y="4252"/>
                      <a:pt x="12295" y="3895"/>
                      <a:pt x="12072" y="3465"/>
                    </a:cubicBezTo>
                    <a:cubicBezTo>
                      <a:pt x="11783" y="3040"/>
                      <a:pt x="11575" y="2973"/>
                      <a:pt x="11082" y="2863"/>
                    </a:cubicBezTo>
                    <a:cubicBezTo>
                      <a:pt x="11015" y="3100"/>
                      <a:pt x="10947" y="3338"/>
                      <a:pt x="10880" y="3583"/>
                    </a:cubicBezTo>
                    <a:cubicBezTo>
                      <a:pt x="10737" y="4080"/>
                      <a:pt x="10645" y="4310"/>
                      <a:pt x="10242" y="4645"/>
                    </a:cubicBezTo>
                    <a:cubicBezTo>
                      <a:pt x="9685" y="4940"/>
                      <a:pt x="9122" y="5073"/>
                      <a:pt x="8512" y="5223"/>
                    </a:cubicBezTo>
                    <a:cubicBezTo>
                      <a:pt x="8082" y="5363"/>
                      <a:pt x="8082" y="5363"/>
                      <a:pt x="7725" y="5635"/>
                    </a:cubicBezTo>
                    <a:cubicBezTo>
                      <a:pt x="7168" y="5958"/>
                      <a:pt x="6790" y="5860"/>
                      <a:pt x="6160" y="5768"/>
                    </a:cubicBezTo>
                    <a:cubicBezTo>
                      <a:pt x="5957" y="5740"/>
                      <a:pt x="5757" y="5713"/>
                      <a:pt x="5548" y="5685"/>
                    </a:cubicBezTo>
                    <a:cubicBezTo>
                      <a:pt x="5395" y="5660"/>
                      <a:pt x="5240" y="5638"/>
                      <a:pt x="5082" y="5613"/>
                    </a:cubicBezTo>
                    <a:cubicBezTo>
                      <a:pt x="5170" y="5793"/>
                      <a:pt x="5257" y="5973"/>
                      <a:pt x="5347" y="6160"/>
                    </a:cubicBezTo>
                    <a:cubicBezTo>
                      <a:pt x="5793" y="7495"/>
                      <a:pt x="5137" y="8783"/>
                      <a:pt x="4627" y="10035"/>
                    </a:cubicBezTo>
                    <a:cubicBezTo>
                      <a:pt x="4220" y="10833"/>
                      <a:pt x="3840" y="11148"/>
                      <a:pt x="3082" y="11613"/>
                    </a:cubicBezTo>
                    <a:cubicBezTo>
                      <a:pt x="2933" y="11715"/>
                      <a:pt x="2783" y="11817"/>
                      <a:pt x="2630" y="11925"/>
                    </a:cubicBezTo>
                    <a:cubicBezTo>
                      <a:pt x="2533" y="11988"/>
                      <a:pt x="2433" y="12050"/>
                      <a:pt x="2332" y="12113"/>
                    </a:cubicBezTo>
                    <a:cubicBezTo>
                      <a:pt x="2827" y="12278"/>
                      <a:pt x="3322" y="12442"/>
                      <a:pt x="3832" y="12613"/>
                    </a:cubicBezTo>
                    <a:cubicBezTo>
                      <a:pt x="3793" y="12817"/>
                      <a:pt x="3793" y="12817"/>
                      <a:pt x="3582" y="13863"/>
                    </a:cubicBezTo>
                    <a:cubicBezTo>
                      <a:pt x="2442" y="14218"/>
                      <a:pt x="1440" y="14055"/>
                      <a:pt x="332" y="13613"/>
                    </a:cubicBezTo>
                    <a:cubicBezTo>
                      <a:pt x="12" y="12970"/>
                      <a:pt x="33" y="12485"/>
                      <a:pt x="20" y="11768"/>
                    </a:cubicBezTo>
                    <a:cubicBezTo>
                      <a:pt x="12" y="11530"/>
                      <a:pt x="7" y="11290"/>
                      <a:pt x="0" y="11045"/>
                    </a:cubicBezTo>
                    <a:cubicBezTo>
                      <a:pt x="95" y="10257"/>
                      <a:pt x="280" y="9923"/>
                      <a:pt x="832" y="9363"/>
                    </a:cubicBezTo>
                    <a:cubicBezTo>
                      <a:pt x="1038" y="9343"/>
                      <a:pt x="1245" y="9323"/>
                      <a:pt x="1457" y="9300"/>
                    </a:cubicBezTo>
                    <a:cubicBezTo>
                      <a:pt x="2082" y="9113"/>
                      <a:pt x="2082" y="9113"/>
                      <a:pt x="2347" y="8680"/>
                    </a:cubicBezTo>
                    <a:cubicBezTo>
                      <a:pt x="2565" y="8148"/>
                      <a:pt x="2752" y="7685"/>
                      <a:pt x="2832" y="7113"/>
                    </a:cubicBezTo>
                    <a:cubicBezTo>
                      <a:pt x="2602" y="6720"/>
                      <a:pt x="2602" y="6720"/>
                      <a:pt x="2332" y="6363"/>
                    </a:cubicBezTo>
                    <a:cubicBezTo>
                      <a:pt x="2207" y="5658"/>
                      <a:pt x="2247" y="5043"/>
                      <a:pt x="2553" y="4393"/>
                    </a:cubicBezTo>
                    <a:cubicBezTo>
                      <a:pt x="2645" y="4300"/>
                      <a:pt x="2737" y="4208"/>
                      <a:pt x="2832" y="4113"/>
                    </a:cubicBezTo>
                    <a:cubicBezTo>
                      <a:pt x="2997" y="4113"/>
                      <a:pt x="3163" y="4113"/>
                      <a:pt x="3332" y="4113"/>
                    </a:cubicBezTo>
                    <a:cubicBezTo>
                      <a:pt x="3390" y="3963"/>
                      <a:pt x="3445" y="3812"/>
                      <a:pt x="3505" y="3660"/>
                    </a:cubicBezTo>
                    <a:cubicBezTo>
                      <a:pt x="3935" y="2942"/>
                      <a:pt x="4312" y="2685"/>
                      <a:pt x="5082" y="2363"/>
                    </a:cubicBezTo>
                    <a:cubicBezTo>
                      <a:pt x="5502" y="2518"/>
                      <a:pt x="5920" y="2685"/>
                      <a:pt x="6332" y="2863"/>
                    </a:cubicBezTo>
                    <a:cubicBezTo>
                      <a:pt x="7137" y="2843"/>
                      <a:pt x="7860" y="2723"/>
                      <a:pt x="8582" y="2363"/>
                    </a:cubicBezTo>
                    <a:cubicBezTo>
                      <a:pt x="8715" y="2028"/>
                      <a:pt x="8715" y="2028"/>
                      <a:pt x="8817" y="1627"/>
                    </a:cubicBezTo>
                    <a:cubicBezTo>
                      <a:pt x="8970" y="1138"/>
                      <a:pt x="9043" y="903"/>
                      <a:pt x="9410" y="535"/>
                    </a:cubicBezTo>
                    <a:cubicBezTo>
                      <a:pt x="10692" y="13"/>
                      <a:pt x="12002" y="0"/>
                      <a:pt x="13332" y="363"/>
                    </a:cubicBezTo>
                    <a:close/>
                    <a:moveTo>
                      <a:pt x="9582" y="1113"/>
                    </a:moveTo>
                    <a:cubicBezTo>
                      <a:pt x="9367" y="1553"/>
                      <a:pt x="9210" y="1978"/>
                      <a:pt x="9075" y="2448"/>
                    </a:cubicBezTo>
                    <a:cubicBezTo>
                      <a:pt x="8700" y="3090"/>
                      <a:pt x="8288" y="3178"/>
                      <a:pt x="7582" y="3363"/>
                    </a:cubicBezTo>
                    <a:cubicBezTo>
                      <a:pt x="7077" y="3315"/>
                      <a:pt x="6610" y="3250"/>
                      <a:pt x="6112" y="3160"/>
                    </a:cubicBezTo>
                    <a:cubicBezTo>
                      <a:pt x="5305" y="3050"/>
                      <a:pt x="4737" y="3023"/>
                      <a:pt x="4007" y="3448"/>
                    </a:cubicBezTo>
                    <a:cubicBezTo>
                      <a:pt x="3267" y="4170"/>
                      <a:pt x="2700" y="4805"/>
                      <a:pt x="2582" y="5863"/>
                    </a:cubicBezTo>
                    <a:cubicBezTo>
                      <a:pt x="2765" y="6210"/>
                      <a:pt x="2765" y="6210"/>
                      <a:pt x="3020" y="6535"/>
                    </a:cubicBezTo>
                    <a:cubicBezTo>
                      <a:pt x="3235" y="6915"/>
                      <a:pt x="3235" y="6915"/>
                      <a:pt x="3332" y="7363"/>
                    </a:cubicBezTo>
                    <a:cubicBezTo>
                      <a:pt x="3035" y="8350"/>
                      <a:pt x="2567" y="9317"/>
                      <a:pt x="1663" y="9868"/>
                    </a:cubicBezTo>
                    <a:cubicBezTo>
                      <a:pt x="1255" y="10002"/>
                      <a:pt x="1255" y="10002"/>
                      <a:pt x="582" y="10113"/>
                    </a:cubicBezTo>
                    <a:cubicBezTo>
                      <a:pt x="570" y="10603"/>
                      <a:pt x="560" y="11093"/>
                      <a:pt x="553" y="11583"/>
                    </a:cubicBezTo>
                    <a:cubicBezTo>
                      <a:pt x="548" y="11720"/>
                      <a:pt x="543" y="11860"/>
                      <a:pt x="538" y="12002"/>
                    </a:cubicBezTo>
                    <a:cubicBezTo>
                      <a:pt x="535" y="12373"/>
                      <a:pt x="558" y="12743"/>
                      <a:pt x="582" y="13113"/>
                    </a:cubicBezTo>
                    <a:cubicBezTo>
                      <a:pt x="1082" y="13613"/>
                      <a:pt x="1082" y="13613"/>
                      <a:pt x="1497" y="13680"/>
                    </a:cubicBezTo>
                    <a:cubicBezTo>
                      <a:pt x="1572" y="13678"/>
                      <a:pt x="1572" y="13678"/>
                      <a:pt x="1957" y="13675"/>
                    </a:cubicBezTo>
                    <a:cubicBezTo>
                      <a:pt x="2110" y="13678"/>
                      <a:pt x="2262" y="13678"/>
                      <a:pt x="2418" y="13680"/>
                    </a:cubicBezTo>
                    <a:cubicBezTo>
                      <a:pt x="2832" y="13613"/>
                      <a:pt x="2832" y="13613"/>
                      <a:pt x="3332" y="13113"/>
                    </a:cubicBezTo>
                    <a:cubicBezTo>
                      <a:pt x="2920" y="12865"/>
                      <a:pt x="2507" y="12618"/>
                      <a:pt x="2082" y="12363"/>
                    </a:cubicBezTo>
                    <a:cubicBezTo>
                      <a:pt x="2130" y="11910"/>
                      <a:pt x="2130" y="11910"/>
                      <a:pt x="2332" y="11363"/>
                    </a:cubicBezTo>
                    <a:cubicBezTo>
                      <a:pt x="2517" y="11270"/>
                      <a:pt x="2705" y="11178"/>
                      <a:pt x="2895" y="11083"/>
                    </a:cubicBezTo>
                    <a:cubicBezTo>
                      <a:pt x="3880" y="10540"/>
                      <a:pt x="4377" y="9533"/>
                      <a:pt x="4742" y="8500"/>
                    </a:cubicBezTo>
                    <a:cubicBezTo>
                      <a:pt x="5020" y="7317"/>
                      <a:pt x="4770" y="6045"/>
                      <a:pt x="4582" y="4863"/>
                    </a:cubicBezTo>
                    <a:cubicBezTo>
                      <a:pt x="4692" y="4903"/>
                      <a:pt x="4800" y="4940"/>
                      <a:pt x="4913" y="4980"/>
                    </a:cubicBezTo>
                    <a:cubicBezTo>
                      <a:pt x="6678" y="5558"/>
                      <a:pt x="7915" y="5178"/>
                      <a:pt x="9572" y="4425"/>
                    </a:cubicBezTo>
                    <a:cubicBezTo>
                      <a:pt x="10230" y="4023"/>
                      <a:pt x="10505" y="3578"/>
                      <a:pt x="10875" y="2915"/>
                    </a:cubicBezTo>
                    <a:cubicBezTo>
                      <a:pt x="11082" y="2613"/>
                      <a:pt x="11082" y="2613"/>
                      <a:pt x="11597" y="2440"/>
                    </a:cubicBezTo>
                    <a:cubicBezTo>
                      <a:pt x="12315" y="2695"/>
                      <a:pt x="12457" y="3223"/>
                      <a:pt x="12832" y="3863"/>
                    </a:cubicBezTo>
                    <a:cubicBezTo>
                      <a:pt x="13380" y="4065"/>
                      <a:pt x="13380" y="4065"/>
                      <a:pt x="13832" y="4113"/>
                    </a:cubicBezTo>
                    <a:cubicBezTo>
                      <a:pt x="13898" y="2913"/>
                      <a:pt x="13808" y="1973"/>
                      <a:pt x="13332" y="863"/>
                    </a:cubicBezTo>
                    <a:cubicBezTo>
                      <a:pt x="12225" y="310"/>
                      <a:pt x="10600" y="442"/>
                      <a:pt x="9582" y="1113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50" name="database_process vector"/>
              <p:cNvSpPr/>
              <p:nvPr/>
            </p:nvSpPr>
            <p:spPr>
              <a:xfrm>
                <a:off x="7268726" y="1158202"/>
                <a:ext cx="103167" cy="141115"/>
              </a:xfrm>
              <a:custGeom>
                <a:avLst/>
                <a:gdLst/>
                <a:ahLst/>
                <a:cxnLst/>
                <a:rect l="0" t="0" r="r" b="b"/>
                <a:pathLst>
                  <a:path w="11283" h="15433" fill="norm" stroke="0">
                    <a:moveTo>
                      <a:pt x="10332" y="338"/>
                    </a:moveTo>
                    <a:cubicBezTo>
                      <a:pt x="11150" y="1185"/>
                      <a:pt x="11202" y="1870"/>
                      <a:pt x="11207" y="2988"/>
                    </a:cubicBezTo>
                    <a:cubicBezTo>
                      <a:pt x="11210" y="3148"/>
                      <a:pt x="11212" y="3305"/>
                      <a:pt x="11215" y="3470"/>
                    </a:cubicBezTo>
                    <a:cubicBezTo>
                      <a:pt x="11220" y="3808"/>
                      <a:pt x="11222" y="4143"/>
                      <a:pt x="11222" y="4480"/>
                    </a:cubicBezTo>
                    <a:cubicBezTo>
                      <a:pt x="11222" y="4988"/>
                      <a:pt x="11237" y="5493"/>
                      <a:pt x="11250" y="6000"/>
                    </a:cubicBezTo>
                    <a:cubicBezTo>
                      <a:pt x="11283" y="8347"/>
                      <a:pt x="10915" y="9910"/>
                      <a:pt x="9273" y="11667"/>
                    </a:cubicBezTo>
                    <a:cubicBezTo>
                      <a:pt x="8995" y="11912"/>
                      <a:pt x="8995" y="11912"/>
                      <a:pt x="8428" y="12275"/>
                    </a:cubicBezTo>
                    <a:cubicBezTo>
                      <a:pt x="8322" y="12343"/>
                      <a:pt x="8217" y="12410"/>
                      <a:pt x="8107" y="12480"/>
                    </a:cubicBezTo>
                    <a:cubicBezTo>
                      <a:pt x="7770" y="12693"/>
                      <a:pt x="7430" y="12890"/>
                      <a:pt x="7082" y="13088"/>
                    </a:cubicBezTo>
                    <a:cubicBezTo>
                      <a:pt x="6962" y="13155"/>
                      <a:pt x="6842" y="13225"/>
                      <a:pt x="6720" y="13295"/>
                    </a:cubicBezTo>
                    <a:cubicBezTo>
                      <a:pt x="4793" y="14375"/>
                      <a:pt x="2592" y="15433"/>
                      <a:pt x="332" y="15338"/>
                    </a:cubicBezTo>
                    <a:cubicBezTo>
                      <a:pt x="28" y="14727"/>
                      <a:pt x="33" y="14300"/>
                      <a:pt x="20" y="13618"/>
                    </a:cubicBezTo>
                    <a:cubicBezTo>
                      <a:pt x="12" y="13403"/>
                      <a:pt x="7" y="13188"/>
                      <a:pt x="0" y="12965"/>
                    </a:cubicBezTo>
                    <a:cubicBezTo>
                      <a:pt x="100" y="12195"/>
                      <a:pt x="288" y="11885"/>
                      <a:pt x="832" y="11338"/>
                    </a:cubicBezTo>
                    <a:cubicBezTo>
                      <a:pt x="1403" y="11075"/>
                      <a:pt x="1403" y="11075"/>
                      <a:pt x="2067" y="10868"/>
                    </a:cubicBezTo>
                    <a:cubicBezTo>
                      <a:pt x="3150" y="10508"/>
                      <a:pt x="4192" y="10095"/>
                      <a:pt x="5222" y="9602"/>
                    </a:cubicBezTo>
                    <a:cubicBezTo>
                      <a:pt x="5350" y="9545"/>
                      <a:pt x="5480" y="9490"/>
                      <a:pt x="5610" y="9430"/>
                    </a:cubicBezTo>
                    <a:cubicBezTo>
                      <a:pt x="6220" y="9133"/>
                      <a:pt x="6558" y="8877"/>
                      <a:pt x="6918" y="8303"/>
                    </a:cubicBezTo>
                    <a:cubicBezTo>
                      <a:pt x="7145" y="7323"/>
                      <a:pt x="7112" y="6400"/>
                      <a:pt x="7082" y="5400"/>
                    </a:cubicBezTo>
                    <a:cubicBezTo>
                      <a:pt x="7028" y="1535"/>
                      <a:pt x="7028" y="1535"/>
                      <a:pt x="8005" y="308"/>
                    </a:cubicBezTo>
                    <a:cubicBezTo>
                      <a:pt x="8808" y="2"/>
                      <a:pt x="9535" y="0"/>
                      <a:pt x="10332" y="338"/>
                    </a:cubicBezTo>
                    <a:close/>
                    <a:moveTo>
                      <a:pt x="8102" y="920"/>
                    </a:moveTo>
                    <a:cubicBezTo>
                      <a:pt x="7472" y="1893"/>
                      <a:pt x="7668" y="3308"/>
                      <a:pt x="7678" y="4433"/>
                    </a:cubicBezTo>
                    <a:cubicBezTo>
                      <a:pt x="7685" y="7915"/>
                      <a:pt x="7685" y="7915"/>
                      <a:pt x="6832" y="9088"/>
                    </a:cubicBezTo>
                    <a:cubicBezTo>
                      <a:pt x="6335" y="9518"/>
                      <a:pt x="6335" y="9518"/>
                      <a:pt x="5755" y="9852"/>
                    </a:cubicBezTo>
                    <a:cubicBezTo>
                      <a:pt x="5650" y="9915"/>
                      <a:pt x="5543" y="9975"/>
                      <a:pt x="5435" y="10037"/>
                    </a:cubicBezTo>
                    <a:cubicBezTo>
                      <a:pt x="4345" y="10638"/>
                      <a:pt x="3178" y="11035"/>
                      <a:pt x="1995" y="11403"/>
                    </a:cubicBezTo>
                    <a:cubicBezTo>
                      <a:pt x="918" y="11750"/>
                      <a:pt x="918" y="11750"/>
                      <a:pt x="485" y="12193"/>
                    </a:cubicBezTo>
                    <a:cubicBezTo>
                      <a:pt x="310" y="12643"/>
                      <a:pt x="257" y="12995"/>
                      <a:pt x="255" y="13477"/>
                    </a:cubicBezTo>
                    <a:cubicBezTo>
                      <a:pt x="250" y="13627"/>
                      <a:pt x="245" y="13778"/>
                      <a:pt x="242" y="13933"/>
                    </a:cubicBezTo>
                    <a:cubicBezTo>
                      <a:pt x="332" y="14338"/>
                      <a:pt x="332" y="14338"/>
                      <a:pt x="630" y="14655"/>
                    </a:cubicBezTo>
                    <a:cubicBezTo>
                      <a:pt x="1780" y="15118"/>
                      <a:pt x="3415" y="14352"/>
                      <a:pt x="4528" y="13910"/>
                    </a:cubicBezTo>
                    <a:cubicBezTo>
                      <a:pt x="6857" y="12907"/>
                      <a:pt x="9273" y="11635"/>
                      <a:pt x="10425" y="9263"/>
                    </a:cubicBezTo>
                    <a:cubicBezTo>
                      <a:pt x="10692" y="8537"/>
                      <a:pt x="10685" y="7843"/>
                      <a:pt x="10673" y="7078"/>
                    </a:cubicBezTo>
                    <a:cubicBezTo>
                      <a:pt x="10673" y="6915"/>
                      <a:pt x="10673" y="6752"/>
                      <a:pt x="10673" y="6585"/>
                    </a:cubicBezTo>
                    <a:cubicBezTo>
                      <a:pt x="10673" y="6243"/>
                      <a:pt x="10670" y="5903"/>
                      <a:pt x="10668" y="5560"/>
                    </a:cubicBezTo>
                    <a:cubicBezTo>
                      <a:pt x="10660" y="5040"/>
                      <a:pt x="10663" y="4518"/>
                      <a:pt x="10663" y="3995"/>
                    </a:cubicBezTo>
                    <a:cubicBezTo>
                      <a:pt x="10663" y="3662"/>
                      <a:pt x="10660" y="3330"/>
                      <a:pt x="10658" y="2998"/>
                    </a:cubicBezTo>
                    <a:cubicBezTo>
                      <a:pt x="10658" y="2843"/>
                      <a:pt x="10658" y="2688"/>
                      <a:pt x="10658" y="2528"/>
                    </a:cubicBezTo>
                    <a:cubicBezTo>
                      <a:pt x="10635" y="1165"/>
                      <a:pt x="10635" y="1165"/>
                      <a:pt x="10082" y="588"/>
                    </a:cubicBezTo>
                    <a:cubicBezTo>
                      <a:pt x="9288" y="178"/>
                      <a:pt x="8780" y="353"/>
                      <a:pt x="8102" y="920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51" name="database_process vector"/>
              <p:cNvSpPr/>
              <p:nvPr/>
            </p:nvSpPr>
            <p:spPr>
              <a:xfrm>
                <a:off x="6931152" y="1376172"/>
                <a:ext cx="402336" cy="50612"/>
              </a:xfrm>
              <a:custGeom>
                <a:avLst/>
                <a:gdLst/>
                <a:ahLst/>
                <a:cxnLst/>
                <a:rect l="0" t="0" r="r" b="b"/>
                <a:pathLst>
                  <a:path w="44000" h="5535" fill="norm" stroke="0">
                    <a:moveTo>
                      <a:pt x="43750" y="0"/>
                    </a:moveTo>
                    <a:cubicBezTo>
                      <a:pt x="43832" y="165"/>
                      <a:pt x="43915" y="330"/>
                      <a:pt x="44000" y="500"/>
                    </a:cubicBezTo>
                    <a:cubicBezTo>
                      <a:pt x="42043" y="1835"/>
                      <a:pt x="40043" y="2718"/>
                      <a:pt x="37702" y="3127"/>
                    </a:cubicBezTo>
                    <a:cubicBezTo>
                      <a:pt x="37250" y="3250"/>
                      <a:pt x="37250" y="3250"/>
                      <a:pt x="36750" y="3750"/>
                    </a:cubicBezTo>
                    <a:cubicBezTo>
                      <a:pt x="36383" y="3868"/>
                      <a:pt x="36383" y="3868"/>
                      <a:pt x="35950" y="3945"/>
                    </a:cubicBezTo>
                    <a:cubicBezTo>
                      <a:pt x="35788" y="3975"/>
                      <a:pt x="35628" y="4005"/>
                      <a:pt x="35462" y="4035"/>
                    </a:cubicBezTo>
                    <a:cubicBezTo>
                      <a:pt x="35288" y="4065"/>
                      <a:pt x="35115" y="4095"/>
                      <a:pt x="34938" y="4125"/>
                    </a:cubicBezTo>
                    <a:cubicBezTo>
                      <a:pt x="34760" y="4157"/>
                      <a:pt x="34582" y="4188"/>
                      <a:pt x="34398" y="4222"/>
                    </a:cubicBezTo>
                    <a:cubicBezTo>
                      <a:pt x="32808" y="4500"/>
                      <a:pt x="31212" y="4740"/>
                      <a:pt x="29612" y="4950"/>
                    </a:cubicBezTo>
                    <a:cubicBezTo>
                      <a:pt x="29300" y="4993"/>
                      <a:pt x="28987" y="5040"/>
                      <a:pt x="28675" y="5085"/>
                    </a:cubicBezTo>
                    <a:cubicBezTo>
                      <a:pt x="27567" y="5245"/>
                      <a:pt x="26492" y="5262"/>
                      <a:pt x="25372" y="5235"/>
                    </a:cubicBezTo>
                    <a:cubicBezTo>
                      <a:pt x="24750" y="5250"/>
                      <a:pt x="24750" y="5250"/>
                      <a:pt x="24077" y="5375"/>
                    </a:cubicBezTo>
                    <a:cubicBezTo>
                      <a:pt x="23183" y="5528"/>
                      <a:pt x="22308" y="5535"/>
                      <a:pt x="21403" y="5532"/>
                    </a:cubicBezTo>
                    <a:cubicBezTo>
                      <a:pt x="21227" y="5532"/>
                      <a:pt x="21053" y="5535"/>
                      <a:pt x="20875" y="5535"/>
                    </a:cubicBezTo>
                    <a:cubicBezTo>
                      <a:pt x="20312" y="5535"/>
                      <a:pt x="19750" y="5532"/>
                      <a:pt x="19188" y="5530"/>
                    </a:cubicBezTo>
                    <a:cubicBezTo>
                      <a:pt x="18995" y="5530"/>
                      <a:pt x="18803" y="5530"/>
                      <a:pt x="18605" y="5530"/>
                    </a:cubicBezTo>
                    <a:cubicBezTo>
                      <a:pt x="14808" y="5520"/>
                      <a:pt x="11080" y="5387"/>
                      <a:pt x="7312" y="4890"/>
                    </a:cubicBezTo>
                    <a:cubicBezTo>
                      <a:pt x="7195" y="4875"/>
                      <a:pt x="7195" y="4875"/>
                      <a:pt x="6607" y="4798"/>
                    </a:cubicBezTo>
                    <a:cubicBezTo>
                      <a:pt x="5428" y="4632"/>
                      <a:pt x="4370" y="4400"/>
                      <a:pt x="3250" y="4000"/>
                    </a:cubicBezTo>
                    <a:cubicBezTo>
                      <a:pt x="2607" y="3873"/>
                      <a:pt x="1965" y="3767"/>
                      <a:pt x="1317" y="3665"/>
                    </a:cubicBezTo>
                    <a:cubicBezTo>
                      <a:pt x="683" y="3480"/>
                      <a:pt x="420" y="3252"/>
                      <a:pt x="0" y="2750"/>
                    </a:cubicBezTo>
                    <a:cubicBezTo>
                      <a:pt x="130" y="2785"/>
                      <a:pt x="263" y="2817"/>
                      <a:pt x="398" y="2852"/>
                    </a:cubicBezTo>
                    <a:cubicBezTo>
                      <a:pt x="8947" y="4933"/>
                      <a:pt x="17658" y="5007"/>
                      <a:pt x="26405" y="4655"/>
                    </a:cubicBezTo>
                    <a:cubicBezTo>
                      <a:pt x="26513" y="4653"/>
                      <a:pt x="26513" y="4653"/>
                      <a:pt x="27050" y="4632"/>
                    </a:cubicBezTo>
                    <a:cubicBezTo>
                      <a:pt x="28158" y="4577"/>
                      <a:pt x="29155" y="4420"/>
                      <a:pt x="30220" y="4127"/>
                    </a:cubicBezTo>
                    <a:cubicBezTo>
                      <a:pt x="31490" y="3820"/>
                      <a:pt x="32805" y="3713"/>
                      <a:pt x="34100" y="3558"/>
                    </a:cubicBezTo>
                    <a:cubicBezTo>
                      <a:pt x="35400" y="3387"/>
                      <a:pt x="36360" y="3145"/>
                      <a:pt x="37500" y="2500"/>
                    </a:cubicBezTo>
                    <a:cubicBezTo>
                      <a:pt x="37995" y="2352"/>
                      <a:pt x="37995" y="2352"/>
                      <a:pt x="38438" y="2265"/>
                    </a:cubicBezTo>
                    <a:cubicBezTo>
                      <a:pt x="40340" y="1825"/>
                      <a:pt x="42097" y="1030"/>
                      <a:pt x="43750" y="0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  <p:sp>
            <p:nvSpPr>
              <p:cNvPr id="252" name="database_process vector"/>
              <p:cNvSpPr/>
              <p:nvPr/>
            </p:nvSpPr>
            <p:spPr>
              <a:xfrm>
                <a:off x="7268989" y="1014698"/>
                <a:ext cx="102641" cy="142464"/>
              </a:xfrm>
              <a:custGeom>
                <a:avLst/>
                <a:gdLst/>
                <a:ahLst/>
                <a:cxnLst/>
                <a:rect l="0" t="0" r="r" b="b"/>
                <a:pathLst>
                  <a:path w="11225" h="15580" fill="norm" stroke="0">
                    <a:moveTo>
                      <a:pt x="9460" y="0"/>
                    </a:moveTo>
                    <a:cubicBezTo>
                      <a:pt x="10228" y="362"/>
                      <a:pt x="10638" y="795"/>
                      <a:pt x="11055" y="1530"/>
                    </a:cubicBezTo>
                    <a:cubicBezTo>
                      <a:pt x="11192" y="2097"/>
                      <a:pt x="11200" y="2642"/>
                      <a:pt x="11195" y="3222"/>
                    </a:cubicBezTo>
                    <a:cubicBezTo>
                      <a:pt x="11195" y="3303"/>
                      <a:pt x="11195" y="3303"/>
                      <a:pt x="11200" y="3707"/>
                    </a:cubicBezTo>
                    <a:cubicBezTo>
                      <a:pt x="11203" y="4045"/>
                      <a:pt x="11200" y="4382"/>
                      <a:pt x="11197" y="4720"/>
                    </a:cubicBezTo>
                    <a:cubicBezTo>
                      <a:pt x="11195" y="5230"/>
                      <a:pt x="11203" y="5740"/>
                      <a:pt x="11213" y="6250"/>
                    </a:cubicBezTo>
                    <a:cubicBezTo>
                      <a:pt x="11225" y="8145"/>
                      <a:pt x="11125" y="9553"/>
                      <a:pt x="9805" y="11030"/>
                    </a:cubicBezTo>
                    <a:cubicBezTo>
                      <a:pt x="9650" y="11205"/>
                      <a:pt x="9498" y="11377"/>
                      <a:pt x="9340" y="11558"/>
                    </a:cubicBezTo>
                    <a:cubicBezTo>
                      <a:pt x="7445" y="13185"/>
                      <a:pt x="5430" y="14202"/>
                      <a:pt x="3085" y="15015"/>
                    </a:cubicBezTo>
                    <a:cubicBezTo>
                      <a:pt x="2928" y="15072"/>
                      <a:pt x="2770" y="15127"/>
                      <a:pt x="2608" y="15185"/>
                    </a:cubicBezTo>
                    <a:cubicBezTo>
                      <a:pt x="1665" y="15493"/>
                      <a:pt x="1033" y="15580"/>
                      <a:pt x="55" y="15280"/>
                    </a:cubicBezTo>
                    <a:cubicBezTo>
                      <a:pt x="40" y="14798"/>
                      <a:pt x="30" y="14312"/>
                      <a:pt x="23" y="13828"/>
                    </a:cubicBezTo>
                    <a:cubicBezTo>
                      <a:pt x="18" y="13692"/>
                      <a:pt x="15" y="13555"/>
                      <a:pt x="10" y="13412"/>
                    </a:cubicBezTo>
                    <a:cubicBezTo>
                      <a:pt x="0" y="12615"/>
                      <a:pt x="33" y="12142"/>
                      <a:pt x="555" y="11530"/>
                    </a:cubicBezTo>
                    <a:cubicBezTo>
                      <a:pt x="923" y="11350"/>
                      <a:pt x="923" y="11350"/>
                      <a:pt x="1353" y="11227"/>
                    </a:cubicBezTo>
                    <a:cubicBezTo>
                      <a:pt x="1510" y="11180"/>
                      <a:pt x="1668" y="11132"/>
                      <a:pt x="1830" y="11085"/>
                    </a:cubicBezTo>
                    <a:cubicBezTo>
                      <a:pt x="1913" y="11060"/>
                      <a:pt x="1913" y="11060"/>
                      <a:pt x="2335" y="10938"/>
                    </a:cubicBezTo>
                    <a:cubicBezTo>
                      <a:pt x="4050" y="10405"/>
                      <a:pt x="5513" y="9822"/>
                      <a:pt x="6805" y="8530"/>
                    </a:cubicBezTo>
                    <a:cubicBezTo>
                      <a:pt x="7060" y="7157"/>
                      <a:pt x="7065" y="5737"/>
                      <a:pt x="7055" y="4345"/>
                    </a:cubicBezTo>
                    <a:cubicBezTo>
                      <a:pt x="7045" y="1612"/>
                      <a:pt x="7045" y="1612"/>
                      <a:pt x="7610" y="888"/>
                    </a:cubicBezTo>
                    <a:cubicBezTo>
                      <a:pt x="8225" y="312"/>
                      <a:pt x="8605" y="40"/>
                      <a:pt x="9460" y="0"/>
                    </a:cubicBezTo>
                    <a:close/>
                    <a:moveTo>
                      <a:pt x="8055" y="1030"/>
                    </a:moveTo>
                    <a:cubicBezTo>
                      <a:pt x="7735" y="1668"/>
                      <a:pt x="7760" y="2138"/>
                      <a:pt x="7743" y="2847"/>
                    </a:cubicBezTo>
                    <a:cubicBezTo>
                      <a:pt x="7735" y="3115"/>
                      <a:pt x="7725" y="3380"/>
                      <a:pt x="7718" y="3648"/>
                    </a:cubicBezTo>
                    <a:cubicBezTo>
                      <a:pt x="7705" y="4065"/>
                      <a:pt x="7695" y="4483"/>
                      <a:pt x="7685" y="4900"/>
                    </a:cubicBezTo>
                    <a:cubicBezTo>
                      <a:pt x="7675" y="5305"/>
                      <a:pt x="7663" y="5710"/>
                      <a:pt x="7648" y="6115"/>
                    </a:cubicBezTo>
                    <a:cubicBezTo>
                      <a:pt x="7643" y="6355"/>
                      <a:pt x="7635" y="6597"/>
                      <a:pt x="7630" y="6847"/>
                    </a:cubicBezTo>
                    <a:cubicBezTo>
                      <a:pt x="7513" y="7905"/>
                      <a:pt x="7240" y="8748"/>
                      <a:pt x="6398" y="9428"/>
                    </a:cubicBezTo>
                    <a:cubicBezTo>
                      <a:pt x="5520" y="10110"/>
                      <a:pt x="4565" y="10523"/>
                      <a:pt x="3538" y="10938"/>
                    </a:cubicBezTo>
                    <a:cubicBezTo>
                      <a:pt x="1008" y="11980"/>
                      <a:pt x="1008" y="11980"/>
                      <a:pt x="305" y="12530"/>
                    </a:cubicBezTo>
                    <a:cubicBezTo>
                      <a:pt x="183" y="13097"/>
                      <a:pt x="183" y="13097"/>
                      <a:pt x="225" y="13702"/>
                    </a:cubicBezTo>
                    <a:cubicBezTo>
                      <a:pt x="238" y="13905"/>
                      <a:pt x="248" y="14108"/>
                      <a:pt x="260" y="14315"/>
                    </a:cubicBezTo>
                    <a:cubicBezTo>
                      <a:pt x="275" y="14470"/>
                      <a:pt x="290" y="14623"/>
                      <a:pt x="305" y="14780"/>
                    </a:cubicBezTo>
                    <a:cubicBezTo>
                      <a:pt x="1230" y="15125"/>
                      <a:pt x="1930" y="14922"/>
                      <a:pt x="2835" y="14625"/>
                    </a:cubicBezTo>
                    <a:cubicBezTo>
                      <a:pt x="2908" y="14602"/>
                      <a:pt x="2908" y="14602"/>
                      <a:pt x="3270" y="14485"/>
                    </a:cubicBezTo>
                    <a:cubicBezTo>
                      <a:pt x="5973" y="13582"/>
                      <a:pt x="8790" y="12207"/>
                      <a:pt x="10305" y="9685"/>
                    </a:cubicBezTo>
                    <a:cubicBezTo>
                      <a:pt x="10793" y="8410"/>
                      <a:pt x="10707" y="7065"/>
                      <a:pt x="10675" y="5718"/>
                    </a:cubicBezTo>
                    <a:cubicBezTo>
                      <a:pt x="10663" y="5200"/>
                      <a:pt x="10660" y="4683"/>
                      <a:pt x="10658" y="4165"/>
                    </a:cubicBezTo>
                    <a:cubicBezTo>
                      <a:pt x="10655" y="3835"/>
                      <a:pt x="10650" y="3505"/>
                      <a:pt x="10648" y="3175"/>
                    </a:cubicBezTo>
                    <a:cubicBezTo>
                      <a:pt x="10645" y="3020"/>
                      <a:pt x="10645" y="2868"/>
                      <a:pt x="10643" y="2707"/>
                    </a:cubicBezTo>
                    <a:cubicBezTo>
                      <a:pt x="10605" y="1355"/>
                      <a:pt x="10605" y="1355"/>
                      <a:pt x="10055" y="780"/>
                    </a:cubicBezTo>
                    <a:cubicBezTo>
                      <a:pt x="9233" y="425"/>
                      <a:pt x="8793" y="547"/>
                      <a:pt x="8055" y="1030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53" name="database_process vector"/>
              <p:cNvSpPr/>
              <p:nvPr/>
            </p:nvSpPr>
            <p:spPr>
              <a:xfrm>
                <a:off x="7070026" y="1123295"/>
                <a:ext cx="45651" cy="44966"/>
              </a:xfrm>
              <a:custGeom>
                <a:avLst/>
                <a:gdLst/>
                <a:ahLst/>
                <a:cxnLst/>
                <a:rect l="0" t="0" r="r" b="b"/>
                <a:pathLst>
                  <a:path w="4992" h="4918" fill="norm" stroke="0">
                    <a:moveTo>
                      <a:pt x="3562" y="155"/>
                    </a:moveTo>
                    <a:cubicBezTo>
                      <a:pt x="4165" y="463"/>
                      <a:pt x="4500" y="808"/>
                      <a:pt x="4812" y="1405"/>
                    </a:cubicBezTo>
                    <a:cubicBezTo>
                      <a:pt x="4987" y="2115"/>
                      <a:pt x="4992" y="2697"/>
                      <a:pt x="4812" y="3405"/>
                    </a:cubicBezTo>
                    <a:cubicBezTo>
                      <a:pt x="4370" y="4115"/>
                      <a:pt x="3825" y="4528"/>
                      <a:pt x="3077" y="4890"/>
                    </a:cubicBezTo>
                    <a:cubicBezTo>
                      <a:pt x="2188" y="4918"/>
                      <a:pt x="1450" y="4710"/>
                      <a:pt x="745" y="4155"/>
                    </a:cubicBezTo>
                    <a:cubicBezTo>
                      <a:pt x="163" y="3530"/>
                      <a:pt x="3" y="3055"/>
                      <a:pt x="0" y="2203"/>
                    </a:cubicBezTo>
                    <a:cubicBezTo>
                      <a:pt x="15" y="1935"/>
                      <a:pt x="35" y="1670"/>
                      <a:pt x="62" y="1405"/>
                    </a:cubicBezTo>
                    <a:cubicBezTo>
                      <a:pt x="183" y="1373"/>
                      <a:pt x="305" y="1338"/>
                      <a:pt x="428" y="1303"/>
                    </a:cubicBezTo>
                    <a:cubicBezTo>
                      <a:pt x="492" y="1280"/>
                      <a:pt x="492" y="1280"/>
                      <a:pt x="812" y="1155"/>
                    </a:cubicBezTo>
                    <a:cubicBezTo>
                      <a:pt x="952" y="780"/>
                      <a:pt x="952" y="780"/>
                      <a:pt x="1062" y="405"/>
                    </a:cubicBezTo>
                    <a:cubicBezTo>
                      <a:pt x="1875" y="0"/>
                      <a:pt x="2675" y="10"/>
                      <a:pt x="3562" y="1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54" name="database_process vector"/>
              <p:cNvSpPr/>
              <p:nvPr/>
            </p:nvSpPr>
            <p:spPr>
              <a:xfrm>
                <a:off x="6852993" y="1170139"/>
                <a:ext cx="107968" cy="112700"/>
              </a:xfrm>
              <a:custGeom>
                <a:avLst/>
                <a:gdLst/>
                <a:ahLst/>
                <a:cxnLst/>
                <a:rect l="0" t="0" r="r" b="b"/>
                <a:pathLst>
                  <a:path w="11808" h="12325" fill="norm" stroke="0">
                    <a:moveTo>
                      <a:pt x="8990" y="1410"/>
                    </a:moveTo>
                    <a:cubicBezTo>
                      <a:pt x="9775" y="1935"/>
                      <a:pt x="10293" y="2490"/>
                      <a:pt x="10798" y="3282"/>
                    </a:cubicBezTo>
                    <a:cubicBezTo>
                      <a:pt x="10878" y="3387"/>
                      <a:pt x="10955" y="3495"/>
                      <a:pt x="11038" y="3605"/>
                    </a:cubicBezTo>
                    <a:cubicBezTo>
                      <a:pt x="11808" y="4808"/>
                      <a:pt x="11788" y="6412"/>
                      <a:pt x="11548" y="7782"/>
                    </a:cubicBezTo>
                    <a:cubicBezTo>
                      <a:pt x="11018" y="9290"/>
                      <a:pt x="10133" y="10412"/>
                      <a:pt x="8798" y="11282"/>
                    </a:cubicBezTo>
                    <a:cubicBezTo>
                      <a:pt x="8683" y="11360"/>
                      <a:pt x="8567" y="11435"/>
                      <a:pt x="8447" y="11515"/>
                    </a:cubicBezTo>
                    <a:cubicBezTo>
                      <a:pt x="7403" y="12120"/>
                      <a:pt x="6250" y="12325"/>
                      <a:pt x="5048" y="12282"/>
                    </a:cubicBezTo>
                    <a:cubicBezTo>
                      <a:pt x="4540" y="12100"/>
                      <a:pt x="4240" y="11865"/>
                      <a:pt x="3798" y="11532"/>
                    </a:cubicBezTo>
                    <a:cubicBezTo>
                      <a:pt x="3695" y="11495"/>
                      <a:pt x="3695" y="11495"/>
                      <a:pt x="3173" y="11312"/>
                    </a:cubicBezTo>
                    <a:cubicBezTo>
                      <a:pt x="2355" y="10945"/>
                      <a:pt x="1875" y="10458"/>
                      <a:pt x="1298" y="9782"/>
                    </a:cubicBezTo>
                    <a:cubicBezTo>
                      <a:pt x="1202" y="9677"/>
                      <a:pt x="1105" y="9572"/>
                      <a:pt x="1005" y="9463"/>
                    </a:cubicBezTo>
                    <a:cubicBezTo>
                      <a:pt x="82" y="8310"/>
                      <a:pt x="0" y="6970"/>
                      <a:pt x="48" y="5532"/>
                    </a:cubicBezTo>
                    <a:cubicBezTo>
                      <a:pt x="345" y="3765"/>
                      <a:pt x="1528" y="2343"/>
                      <a:pt x="2905" y="1250"/>
                    </a:cubicBezTo>
                    <a:cubicBezTo>
                      <a:pt x="4865" y="0"/>
                      <a:pt x="7055" y="345"/>
                      <a:pt x="8990" y="1410"/>
                    </a:cubicBezTo>
                    <a:close/>
                    <a:moveTo>
                      <a:pt x="1548" y="3032"/>
                    </a:moveTo>
                    <a:cubicBezTo>
                      <a:pt x="645" y="4510"/>
                      <a:pt x="375" y="5917"/>
                      <a:pt x="612" y="7627"/>
                    </a:cubicBezTo>
                    <a:cubicBezTo>
                      <a:pt x="977" y="8920"/>
                      <a:pt x="1783" y="10012"/>
                      <a:pt x="2923" y="10735"/>
                    </a:cubicBezTo>
                    <a:cubicBezTo>
                      <a:pt x="3025" y="10785"/>
                      <a:pt x="3025" y="10785"/>
                      <a:pt x="3548" y="11032"/>
                    </a:cubicBezTo>
                    <a:cubicBezTo>
                      <a:pt x="3665" y="11100"/>
                      <a:pt x="3785" y="11170"/>
                      <a:pt x="3905" y="11240"/>
                    </a:cubicBezTo>
                    <a:cubicBezTo>
                      <a:pt x="4773" y="11732"/>
                      <a:pt x="5550" y="12012"/>
                      <a:pt x="6548" y="11782"/>
                    </a:cubicBezTo>
                    <a:cubicBezTo>
                      <a:pt x="8543" y="11047"/>
                      <a:pt x="9812" y="10018"/>
                      <a:pt x="10893" y="8205"/>
                    </a:cubicBezTo>
                    <a:cubicBezTo>
                      <a:pt x="11280" y="6535"/>
                      <a:pt x="11243" y="4993"/>
                      <a:pt x="10380" y="3487"/>
                    </a:cubicBezTo>
                    <a:cubicBezTo>
                      <a:pt x="9487" y="2265"/>
                      <a:pt x="8322" y="1275"/>
                      <a:pt x="6798" y="1032"/>
                    </a:cubicBezTo>
                    <a:cubicBezTo>
                      <a:pt x="4692" y="808"/>
                      <a:pt x="2928" y="1385"/>
                      <a:pt x="1548" y="3032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55" name="database_process vector"/>
              <p:cNvSpPr/>
              <p:nvPr/>
            </p:nvSpPr>
            <p:spPr>
              <a:xfrm>
                <a:off x="6838866" y="1018024"/>
                <a:ext cx="28529" cy="60968"/>
              </a:xfrm>
              <a:custGeom>
                <a:avLst/>
                <a:gdLst/>
                <a:ahLst/>
                <a:cxnLst/>
                <a:rect l="0" t="0" r="r" b="b"/>
                <a:pathLst>
                  <a:path w="3120" h="6668" fill="norm" stroke="0">
                    <a:moveTo>
                      <a:pt x="2842" y="668"/>
                    </a:moveTo>
                    <a:cubicBezTo>
                      <a:pt x="3092" y="918"/>
                      <a:pt x="3092" y="918"/>
                      <a:pt x="3120" y="1383"/>
                    </a:cubicBezTo>
                    <a:cubicBezTo>
                      <a:pt x="3120" y="1580"/>
                      <a:pt x="3117" y="1778"/>
                      <a:pt x="3117" y="1980"/>
                    </a:cubicBezTo>
                    <a:cubicBezTo>
                      <a:pt x="3115" y="2195"/>
                      <a:pt x="3115" y="2407"/>
                      <a:pt x="3115" y="2628"/>
                    </a:cubicBezTo>
                    <a:cubicBezTo>
                      <a:pt x="3112" y="2853"/>
                      <a:pt x="3110" y="3078"/>
                      <a:pt x="3107" y="3308"/>
                    </a:cubicBezTo>
                    <a:cubicBezTo>
                      <a:pt x="3107" y="3533"/>
                      <a:pt x="3105" y="3760"/>
                      <a:pt x="3105" y="3990"/>
                    </a:cubicBezTo>
                    <a:cubicBezTo>
                      <a:pt x="3102" y="4550"/>
                      <a:pt x="3097" y="5108"/>
                      <a:pt x="3092" y="5668"/>
                    </a:cubicBezTo>
                    <a:cubicBezTo>
                      <a:pt x="2735" y="5850"/>
                      <a:pt x="2375" y="6025"/>
                      <a:pt x="2015" y="6198"/>
                    </a:cubicBezTo>
                    <a:cubicBezTo>
                      <a:pt x="1815" y="6297"/>
                      <a:pt x="1615" y="6395"/>
                      <a:pt x="1408" y="6498"/>
                    </a:cubicBezTo>
                    <a:cubicBezTo>
                      <a:pt x="842" y="6668"/>
                      <a:pt x="842" y="6668"/>
                      <a:pt x="438" y="6487"/>
                    </a:cubicBezTo>
                    <a:cubicBezTo>
                      <a:pt x="92" y="6168"/>
                      <a:pt x="92" y="6168"/>
                      <a:pt x="0" y="5740"/>
                    </a:cubicBezTo>
                    <a:cubicBezTo>
                      <a:pt x="0" y="5573"/>
                      <a:pt x="0" y="5405"/>
                      <a:pt x="2" y="5233"/>
                    </a:cubicBezTo>
                    <a:cubicBezTo>
                      <a:pt x="2" y="5047"/>
                      <a:pt x="2" y="4865"/>
                      <a:pt x="2" y="4675"/>
                    </a:cubicBezTo>
                    <a:cubicBezTo>
                      <a:pt x="5" y="4480"/>
                      <a:pt x="10" y="4288"/>
                      <a:pt x="15" y="4090"/>
                    </a:cubicBezTo>
                    <a:cubicBezTo>
                      <a:pt x="12" y="3900"/>
                      <a:pt x="12" y="3710"/>
                      <a:pt x="12" y="3513"/>
                    </a:cubicBezTo>
                    <a:cubicBezTo>
                      <a:pt x="22" y="2450"/>
                      <a:pt x="87" y="1612"/>
                      <a:pt x="592" y="668"/>
                    </a:cubicBezTo>
                    <a:cubicBezTo>
                      <a:pt x="1435" y="0"/>
                      <a:pt x="1928" y="198"/>
                      <a:pt x="2842" y="668"/>
                    </a:cubicBezTo>
                    <a:close/>
                  </a:path>
                </a:pathLst>
              </a:custGeom>
              <a:solidFill>
                <a:srgbClr val="59666E"/>
              </a:solidFill>
              <a:ln w="0">
                <a:noFill/>
              </a:ln>
            </p:spPr>
          </p:sp>
          <p:sp>
            <p:nvSpPr>
              <p:cNvPr id="256" name="database_process vector"/>
              <p:cNvSpPr/>
              <p:nvPr/>
            </p:nvSpPr>
            <p:spPr>
              <a:xfrm>
                <a:off x="7270714" y="1161288"/>
                <a:ext cx="96698" cy="132588"/>
              </a:xfrm>
              <a:custGeom>
                <a:avLst/>
                <a:gdLst/>
                <a:ahLst/>
                <a:cxnLst/>
                <a:rect l="0" t="0" r="r" b="b"/>
                <a:pathLst>
                  <a:path w="10575" h="14500" fill="norm" stroke="0">
                    <a:moveTo>
                      <a:pt x="8865" y="0"/>
                    </a:moveTo>
                    <a:cubicBezTo>
                      <a:pt x="10085" y="438"/>
                      <a:pt x="10085" y="438"/>
                      <a:pt x="10365" y="1000"/>
                    </a:cubicBezTo>
                    <a:cubicBezTo>
                      <a:pt x="10435" y="2042"/>
                      <a:pt x="10442" y="3088"/>
                      <a:pt x="10452" y="4132"/>
                    </a:cubicBezTo>
                    <a:cubicBezTo>
                      <a:pt x="10457" y="4480"/>
                      <a:pt x="10462" y="4825"/>
                      <a:pt x="10472" y="5173"/>
                    </a:cubicBezTo>
                    <a:cubicBezTo>
                      <a:pt x="10575" y="8912"/>
                      <a:pt x="10575" y="8912"/>
                      <a:pt x="9115" y="10500"/>
                    </a:cubicBezTo>
                    <a:cubicBezTo>
                      <a:pt x="7263" y="12412"/>
                      <a:pt x="4643" y="13630"/>
                      <a:pt x="2085" y="14250"/>
                    </a:cubicBezTo>
                    <a:cubicBezTo>
                      <a:pt x="1945" y="14285"/>
                      <a:pt x="1805" y="14317"/>
                      <a:pt x="1663" y="14355"/>
                    </a:cubicBezTo>
                    <a:cubicBezTo>
                      <a:pt x="1270" y="14438"/>
                      <a:pt x="1270" y="14438"/>
                      <a:pt x="615" y="14500"/>
                    </a:cubicBezTo>
                    <a:cubicBezTo>
                      <a:pt x="70" y="13955"/>
                      <a:pt x="38" y="13880"/>
                      <a:pt x="20" y="13155"/>
                    </a:cubicBezTo>
                    <a:cubicBezTo>
                      <a:pt x="15" y="13010"/>
                      <a:pt x="8" y="12863"/>
                      <a:pt x="0" y="12713"/>
                    </a:cubicBezTo>
                    <a:cubicBezTo>
                      <a:pt x="178" y="11998"/>
                      <a:pt x="550" y="11707"/>
                      <a:pt x="1115" y="11250"/>
                    </a:cubicBezTo>
                    <a:cubicBezTo>
                      <a:pt x="1592" y="11060"/>
                      <a:pt x="2030" y="10912"/>
                      <a:pt x="2520" y="10780"/>
                    </a:cubicBezTo>
                    <a:cubicBezTo>
                      <a:pt x="3577" y="10460"/>
                      <a:pt x="4548" y="10085"/>
                      <a:pt x="5505" y="9530"/>
                    </a:cubicBezTo>
                    <a:cubicBezTo>
                      <a:pt x="5702" y="9418"/>
                      <a:pt x="5898" y="9305"/>
                      <a:pt x="6100" y="9190"/>
                    </a:cubicBezTo>
                    <a:cubicBezTo>
                      <a:pt x="7013" y="8410"/>
                      <a:pt x="7322" y="7733"/>
                      <a:pt x="7425" y="6560"/>
                    </a:cubicBezTo>
                    <a:cubicBezTo>
                      <a:pt x="7462" y="5595"/>
                      <a:pt x="7462" y="4630"/>
                      <a:pt x="7455" y="3662"/>
                    </a:cubicBezTo>
                    <a:cubicBezTo>
                      <a:pt x="7442" y="1248"/>
                      <a:pt x="7442" y="1248"/>
                      <a:pt x="7903" y="585"/>
                    </a:cubicBezTo>
                    <a:cubicBezTo>
                      <a:pt x="8250" y="308"/>
                      <a:pt x="8250" y="308"/>
                      <a:pt x="8865" y="0"/>
                    </a:cubicBezTo>
                    <a:close/>
                    <a:moveTo>
                      <a:pt x="8210" y="912"/>
                    </a:moveTo>
                    <a:cubicBezTo>
                      <a:pt x="7795" y="1620"/>
                      <a:pt x="7768" y="2178"/>
                      <a:pt x="7780" y="2975"/>
                    </a:cubicBezTo>
                    <a:cubicBezTo>
                      <a:pt x="7778" y="3262"/>
                      <a:pt x="7775" y="3550"/>
                      <a:pt x="7770" y="3838"/>
                    </a:cubicBezTo>
                    <a:cubicBezTo>
                      <a:pt x="7770" y="4285"/>
                      <a:pt x="7773" y="4735"/>
                      <a:pt x="7775" y="5183"/>
                    </a:cubicBezTo>
                    <a:cubicBezTo>
                      <a:pt x="7788" y="7700"/>
                      <a:pt x="7788" y="7700"/>
                      <a:pt x="7352" y="8455"/>
                    </a:cubicBezTo>
                    <a:cubicBezTo>
                      <a:pt x="7043" y="8767"/>
                      <a:pt x="6730" y="9007"/>
                      <a:pt x="6365" y="9250"/>
                    </a:cubicBezTo>
                    <a:cubicBezTo>
                      <a:pt x="6245" y="9387"/>
                      <a:pt x="6125" y="9523"/>
                      <a:pt x="6000" y="9665"/>
                    </a:cubicBezTo>
                    <a:cubicBezTo>
                      <a:pt x="5462" y="10135"/>
                      <a:pt x="4850" y="10368"/>
                      <a:pt x="4192" y="10625"/>
                    </a:cubicBezTo>
                    <a:cubicBezTo>
                      <a:pt x="4060" y="10680"/>
                      <a:pt x="3928" y="10735"/>
                      <a:pt x="3793" y="10790"/>
                    </a:cubicBezTo>
                    <a:cubicBezTo>
                      <a:pt x="3018" y="11105"/>
                      <a:pt x="2243" y="11365"/>
                      <a:pt x="1442" y="11610"/>
                    </a:cubicBezTo>
                    <a:cubicBezTo>
                      <a:pt x="675" y="11887"/>
                      <a:pt x="675" y="11887"/>
                      <a:pt x="420" y="12363"/>
                    </a:cubicBezTo>
                    <a:cubicBezTo>
                      <a:pt x="335" y="12765"/>
                      <a:pt x="335" y="12765"/>
                      <a:pt x="365" y="13500"/>
                    </a:cubicBezTo>
                    <a:cubicBezTo>
                      <a:pt x="530" y="13665"/>
                      <a:pt x="695" y="13830"/>
                      <a:pt x="865" y="14000"/>
                    </a:cubicBezTo>
                    <a:cubicBezTo>
                      <a:pt x="3528" y="13898"/>
                      <a:pt x="6920" y="12178"/>
                      <a:pt x="8773" y="10347"/>
                    </a:cubicBezTo>
                    <a:cubicBezTo>
                      <a:pt x="9493" y="9517"/>
                      <a:pt x="9895" y="8852"/>
                      <a:pt x="9898" y="7735"/>
                    </a:cubicBezTo>
                    <a:cubicBezTo>
                      <a:pt x="9898" y="7660"/>
                      <a:pt x="9898" y="7660"/>
                      <a:pt x="9900" y="7285"/>
                    </a:cubicBezTo>
                    <a:cubicBezTo>
                      <a:pt x="9900" y="7125"/>
                      <a:pt x="9898" y="6968"/>
                      <a:pt x="9898" y="6803"/>
                    </a:cubicBezTo>
                    <a:cubicBezTo>
                      <a:pt x="9898" y="6640"/>
                      <a:pt x="9898" y="6475"/>
                      <a:pt x="9900" y="6305"/>
                    </a:cubicBezTo>
                    <a:cubicBezTo>
                      <a:pt x="9900" y="5960"/>
                      <a:pt x="9898" y="5613"/>
                      <a:pt x="9898" y="5267"/>
                    </a:cubicBezTo>
                    <a:cubicBezTo>
                      <a:pt x="9898" y="4735"/>
                      <a:pt x="9898" y="4205"/>
                      <a:pt x="9900" y="3673"/>
                    </a:cubicBezTo>
                    <a:cubicBezTo>
                      <a:pt x="9900" y="3338"/>
                      <a:pt x="9898" y="3000"/>
                      <a:pt x="9898" y="2662"/>
                    </a:cubicBezTo>
                    <a:cubicBezTo>
                      <a:pt x="9898" y="2505"/>
                      <a:pt x="9900" y="2345"/>
                      <a:pt x="9900" y="2180"/>
                    </a:cubicBezTo>
                    <a:cubicBezTo>
                      <a:pt x="9893" y="1058"/>
                      <a:pt x="9893" y="1058"/>
                      <a:pt x="9615" y="500"/>
                    </a:cubicBezTo>
                    <a:cubicBezTo>
                      <a:pt x="8930" y="405"/>
                      <a:pt x="8707" y="407"/>
                      <a:pt x="8210" y="912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  <p:sp>
            <p:nvSpPr>
              <p:cNvPr id="257" name="database_process vector"/>
              <p:cNvSpPr/>
              <p:nvPr/>
            </p:nvSpPr>
            <p:spPr>
              <a:xfrm>
                <a:off x="7270646" y="1017727"/>
                <a:ext cx="97338" cy="134851"/>
              </a:xfrm>
              <a:custGeom>
                <a:avLst/>
                <a:gdLst/>
                <a:ahLst/>
                <a:cxnLst/>
                <a:rect l="0" t="0" r="r" b="b"/>
                <a:pathLst>
                  <a:path w="10645" h="14748" fill="norm" stroke="0">
                    <a:moveTo>
                      <a:pt x="10122" y="700"/>
                    </a:moveTo>
                    <a:cubicBezTo>
                      <a:pt x="10645" y="1743"/>
                      <a:pt x="10450" y="3177"/>
                      <a:pt x="10460" y="4332"/>
                    </a:cubicBezTo>
                    <a:cubicBezTo>
                      <a:pt x="10465" y="4680"/>
                      <a:pt x="10470" y="5025"/>
                      <a:pt x="10480" y="5373"/>
                    </a:cubicBezTo>
                    <a:cubicBezTo>
                      <a:pt x="10545" y="7690"/>
                      <a:pt x="10475" y="9255"/>
                      <a:pt x="8822" y="11022"/>
                    </a:cubicBezTo>
                    <a:cubicBezTo>
                      <a:pt x="8537" y="11293"/>
                      <a:pt x="8250" y="11528"/>
                      <a:pt x="7935" y="11763"/>
                    </a:cubicBezTo>
                    <a:cubicBezTo>
                      <a:pt x="7827" y="11845"/>
                      <a:pt x="7717" y="11927"/>
                      <a:pt x="7607" y="12015"/>
                    </a:cubicBezTo>
                    <a:cubicBezTo>
                      <a:pt x="6597" y="12763"/>
                      <a:pt x="5557" y="13282"/>
                      <a:pt x="4372" y="13700"/>
                    </a:cubicBezTo>
                    <a:cubicBezTo>
                      <a:pt x="4240" y="13748"/>
                      <a:pt x="4110" y="13793"/>
                      <a:pt x="3975" y="13840"/>
                    </a:cubicBezTo>
                    <a:cubicBezTo>
                      <a:pt x="3540" y="13993"/>
                      <a:pt x="3105" y="14135"/>
                      <a:pt x="2670" y="14278"/>
                    </a:cubicBezTo>
                    <a:cubicBezTo>
                      <a:pt x="2532" y="14325"/>
                      <a:pt x="2392" y="14370"/>
                      <a:pt x="2252" y="14418"/>
                    </a:cubicBezTo>
                    <a:cubicBezTo>
                      <a:pt x="1452" y="14665"/>
                      <a:pt x="912" y="14748"/>
                      <a:pt x="122" y="14450"/>
                    </a:cubicBezTo>
                    <a:cubicBezTo>
                      <a:pt x="87" y="14093"/>
                      <a:pt x="65" y="13733"/>
                      <a:pt x="45" y="13373"/>
                    </a:cubicBezTo>
                    <a:cubicBezTo>
                      <a:pt x="30" y="13172"/>
                      <a:pt x="15" y="12973"/>
                      <a:pt x="0" y="12765"/>
                    </a:cubicBezTo>
                    <a:cubicBezTo>
                      <a:pt x="122" y="12200"/>
                      <a:pt x="122" y="12200"/>
                      <a:pt x="612" y="11812"/>
                    </a:cubicBezTo>
                    <a:cubicBezTo>
                      <a:pt x="1780" y="11215"/>
                      <a:pt x="3012" y="10733"/>
                      <a:pt x="4225" y="10235"/>
                    </a:cubicBezTo>
                    <a:cubicBezTo>
                      <a:pt x="5357" y="9748"/>
                      <a:pt x="6427" y="9265"/>
                      <a:pt x="7122" y="8200"/>
                    </a:cubicBezTo>
                    <a:cubicBezTo>
                      <a:pt x="7390" y="7407"/>
                      <a:pt x="7412" y="6647"/>
                      <a:pt x="7435" y="5815"/>
                    </a:cubicBezTo>
                    <a:cubicBezTo>
                      <a:pt x="7442" y="5550"/>
                      <a:pt x="7450" y="5282"/>
                      <a:pt x="7460" y="5015"/>
                    </a:cubicBezTo>
                    <a:cubicBezTo>
                      <a:pt x="7470" y="4600"/>
                      <a:pt x="7482" y="4183"/>
                      <a:pt x="7492" y="3765"/>
                    </a:cubicBezTo>
                    <a:cubicBezTo>
                      <a:pt x="7502" y="3360"/>
                      <a:pt x="7515" y="2955"/>
                      <a:pt x="7527" y="2550"/>
                    </a:cubicBezTo>
                    <a:cubicBezTo>
                      <a:pt x="7535" y="2310"/>
                      <a:pt x="7540" y="2068"/>
                      <a:pt x="7547" y="1820"/>
                    </a:cubicBezTo>
                    <a:cubicBezTo>
                      <a:pt x="7622" y="1198"/>
                      <a:pt x="7715" y="918"/>
                      <a:pt x="8122" y="450"/>
                    </a:cubicBezTo>
                    <a:cubicBezTo>
                      <a:pt x="8847" y="0"/>
                      <a:pt x="9412" y="345"/>
                      <a:pt x="10122" y="700"/>
                    </a:cubicBezTo>
                    <a:close/>
                    <a:moveTo>
                      <a:pt x="8122" y="950"/>
                    </a:moveTo>
                    <a:cubicBezTo>
                      <a:pt x="7770" y="1633"/>
                      <a:pt x="7852" y="2385"/>
                      <a:pt x="7862" y="3133"/>
                    </a:cubicBezTo>
                    <a:cubicBezTo>
                      <a:pt x="7862" y="3420"/>
                      <a:pt x="7862" y="3705"/>
                      <a:pt x="7860" y="3990"/>
                    </a:cubicBezTo>
                    <a:cubicBezTo>
                      <a:pt x="7857" y="4438"/>
                      <a:pt x="7857" y="4885"/>
                      <a:pt x="7867" y="5332"/>
                    </a:cubicBezTo>
                    <a:cubicBezTo>
                      <a:pt x="7915" y="7808"/>
                      <a:pt x="7915" y="7808"/>
                      <a:pt x="7190" y="8780"/>
                    </a:cubicBezTo>
                    <a:cubicBezTo>
                      <a:pt x="6272" y="9598"/>
                      <a:pt x="5262" y="10245"/>
                      <a:pt x="4122" y="10700"/>
                    </a:cubicBezTo>
                    <a:cubicBezTo>
                      <a:pt x="3932" y="10778"/>
                      <a:pt x="3740" y="10855"/>
                      <a:pt x="3545" y="10935"/>
                    </a:cubicBezTo>
                    <a:cubicBezTo>
                      <a:pt x="3135" y="11098"/>
                      <a:pt x="2720" y="11250"/>
                      <a:pt x="2302" y="11392"/>
                    </a:cubicBezTo>
                    <a:cubicBezTo>
                      <a:pt x="1692" y="11620"/>
                      <a:pt x="1162" y="11832"/>
                      <a:pt x="622" y="12200"/>
                    </a:cubicBezTo>
                    <a:cubicBezTo>
                      <a:pt x="360" y="12793"/>
                      <a:pt x="327" y="13308"/>
                      <a:pt x="372" y="13950"/>
                    </a:cubicBezTo>
                    <a:cubicBezTo>
                      <a:pt x="955" y="14190"/>
                      <a:pt x="1287" y="14213"/>
                      <a:pt x="1890" y="14040"/>
                    </a:cubicBezTo>
                    <a:cubicBezTo>
                      <a:pt x="1962" y="14020"/>
                      <a:pt x="1962" y="14020"/>
                      <a:pt x="2332" y="13918"/>
                    </a:cubicBezTo>
                    <a:cubicBezTo>
                      <a:pt x="2485" y="13873"/>
                      <a:pt x="2637" y="13825"/>
                      <a:pt x="2795" y="13778"/>
                    </a:cubicBezTo>
                    <a:cubicBezTo>
                      <a:pt x="2872" y="13755"/>
                      <a:pt x="2872" y="13755"/>
                      <a:pt x="3272" y="13638"/>
                    </a:cubicBezTo>
                    <a:cubicBezTo>
                      <a:pt x="5707" y="12890"/>
                      <a:pt x="8178" y="11635"/>
                      <a:pt x="9622" y="9450"/>
                    </a:cubicBezTo>
                    <a:cubicBezTo>
                      <a:pt x="9830" y="8930"/>
                      <a:pt x="9905" y="8493"/>
                      <a:pt x="9910" y="7935"/>
                    </a:cubicBezTo>
                    <a:cubicBezTo>
                      <a:pt x="9910" y="7785"/>
                      <a:pt x="9912" y="7638"/>
                      <a:pt x="9912" y="7485"/>
                    </a:cubicBezTo>
                    <a:cubicBezTo>
                      <a:pt x="9915" y="7325"/>
                      <a:pt x="9915" y="7168"/>
                      <a:pt x="9915" y="7003"/>
                    </a:cubicBezTo>
                    <a:cubicBezTo>
                      <a:pt x="9915" y="6840"/>
                      <a:pt x="9915" y="6675"/>
                      <a:pt x="9917" y="6505"/>
                    </a:cubicBezTo>
                    <a:cubicBezTo>
                      <a:pt x="9917" y="6160"/>
                      <a:pt x="9920" y="5812"/>
                      <a:pt x="9920" y="5468"/>
                    </a:cubicBezTo>
                    <a:cubicBezTo>
                      <a:pt x="9920" y="4935"/>
                      <a:pt x="9925" y="4405"/>
                      <a:pt x="9928" y="3873"/>
                    </a:cubicBezTo>
                    <a:cubicBezTo>
                      <a:pt x="9930" y="3538"/>
                      <a:pt x="9930" y="3200"/>
                      <a:pt x="9930" y="2862"/>
                    </a:cubicBezTo>
                    <a:cubicBezTo>
                      <a:pt x="9932" y="2705"/>
                      <a:pt x="9932" y="2545"/>
                      <a:pt x="9935" y="2380"/>
                    </a:cubicBezTo>
                    <a:cubicBezTo>
                      <a:pt x="9930" y="1258"/>
                      <a:pt x="9930" y="1258"/>
                      <a:pt x="9372" y="700"/>
                    </a:cubicBezTo>
                    <a:cubicBezTo>
                      <a:pt x="8622" y="700"/>
                      <a:pt x="8622" y="700"/>
                      <a:pt x="8122" y="950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  <p:sp>
            <p:nvSpPr>
              <p:cNvPr id="258" name="database_process vector"/>
              <p:cNvSpPr/>
              <p:nvPr/>
            </p:nvSpPr>
            <p:spPr>
              <a:xfrm>
                <a:off x="7062811" y="1100554"/>
                <a:ext cx="64945" cy="35593"/>
              </a:xfrm>
              <a:custGeom>
                <a:avLst/>
                <a:gdLst/>
                <a:ahLst/>
                <a:cxnLst/>
                <a:rect l="0" t="0" r="r" b="b"/>
                <a:pathLst>
                  <a:path w="7103" h="3892" fill="norm" stroke="0">
                    <a:moveTo>
                      <a:pt x="5523" y="912"/>
                    </a:moveTo>
                    <a:cubicBezTo>
                      <a:pt x="6220" y="1400"/>
                      <a:pt x="6725" y="1865"/>
                      <a:pt x="7085" y="2657"/>
                    </a:cubicBezTo>
                    <a:cubicBezTo>
                      <a:pt x="7103" y="3142"/>
                      <a:pt x="7103" y="3142"/>
                      <a:pt x="6743" y="3580"/>
                    </a:cubicBezTo>
                    <a:cubicBezTo>
                      <a:pt x="6678" y="3630"/>
                      <a:pt x="6678" y="3630"/>
                      <a:pt x="6353" y="3892"/>
                    </a:cubicBezTo>
                    <a:cubicBezTo>
                      <a:pt x="6250" y="3805"/>
                      <a:pt x="6148" y="3718"/>
                      <a:pt x="6040" y="3627"/>
                    </a:cubicBezTo>
                    <a:cubicBezTo>
                      <a:pt x="5973" y="3570"/>
                      <a:pt x="5973" y="3570"/>
                      <a:pt x="5633" y="3282"/>
                    </a:cubicBezTo>
                    <a:cubicBezTo>
                      <a:pt x="5500" y="3170"/>
                      <a:pt x="5365" y="3058"/>
                      <a:pt x="5228" y="2940"/>
                    </a:cubicBezTo>
                    <a:cubicBezTo>
                      <a:pt x="4455" y="2327"/>
                      <a:pt x="3815" y="2310"/>
                      <a:pt x="2858" y="2317"/>
                    </a:cubicBezTo>
                    <a:cubicBezTo>
                      <a:pt x="2178" y="2417"/>
                      <a:pt x="1860" y="2688"/>
                      <a:pt x="1375" y="3153"/>
                    </a:cubicBezTo>
                    <a:cubicBezTo>
                      <a:pt x="990" y="3490"/>
                      <a:pt x="600" y="3567"/>
                      <a:pt x="103" y="3642"/>
                    </a:cubicBezTo>
                    <a:cubicBezTo>
                      <a:pt x="38" y="2780"/>
                      <a:pt x="0" y="2102"/>
                      <a:pt x="383" y="1315"/>
                    </a:cubicBezTo>
                    <a:cubicBezTo>
                      <a:pt x="1760" y="75"/>
                      <a:pt x="3950" y="0"/>
                      <a:pt x="5523" y="912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  <p:sp>
            <p:nvSpPr>
              <p:cNvPr id="259" name="database_process vector"/>
              <p:cNvSpPr/>
              <p:nvPr/>
            </p:nvSpPr>
            <p:spPr>
              <a:xfrm>
                <a:off x="7169604" y="1302267"/>
                <a:ext cx="57036" cy="48760"/>
              </a:xfrm>
              <a:custGeom>
                <a:avLst/>
                <a:gdLst/>
                <a:ahLst/>
                <a:cxnLst/>
                <a:rect l="0" t="0" r="r" b="b"/>
                <a:pathLst>
                  <a:path w="6237" h="5333" fill="norm" stroke="0">
                    <a:moveTo>
                      <a:pt x="5865" y="657"/>
                    </a:moveTo>
                    <a:cubicBezTo>
                      <a:pt x="6237" y="1172"/>
                      <a:pt x="6237" y="1460"/>
                      <a:pt x="6173" y="2083"/>
                    </a:cubicBezTo>
                    <a:cubicBezTo>
                      <a:pt x="5950" y="2053"/>
                      <a:pt x="5727" y="2023"/>
                      <a:pt x="5498" y="1993"/>
                    </a:cubicBezTo>
                    <a:cubicBezTo>
                      <a:pt x="5202" y="1960"/>
                      <a:pt x="4905" y="1928"/>
                      <a:pt x="4610" y="1895"/>
                    </a:cubicBezTo>
                    <a:cubicBezTo>
                      <a:pt x="4538" y="1885"/>
                      <a:pt x="4538" y="1885"/>
                      <a:pt x="4165" y="1833"/>
                    </a:cubicBezTo>
                    <a:cubicBezTo>
                      <a:pt x="3097" y="1725"/>
                      <a:pt x="3097" y="1725"/>
                      <a:pt x="2600" y="2030"/>
                    </a:cubicBezTo>
                    <a:cubicBezTo>
                      <a:pt x="1942" y="2657"/>
                      <a:pt x="1780" y="3197"/>
                      <a:pt x="1673" y="4083"/>
                    </a:cubicBezTo>
                    <a:cubicBezTo>
                      <a:pt x="1590" y="4500"/>
                      <a:pt x="1505" y="4915"/>
                      <a:pt x="1423" y="5333"/>
                    </a:cubicBezTo>
                    <a:cubicBezTo>
                      <a:pt x="1010" y="5250"/>
                      <a:pt x="597" y="5167"/>
                      <a:pt x="173" y="5083"/>
                    </a:cubicBezTo>
                    <a:cubicBezTo>
                      <a:pt x="20" y="3692"/>
                      <a:pt x="0" y="2630"/>
                      <a:pt x="830" y="1458"/>
                    </a:cubicBezTo>
                    <a:cubicBezTo>
                      <a:pt x="1398" y="803"/>
                      <a:pt x="1885" y="300"/>
                      <a:pt x="2745" y="110"/>
                    </a:cubicBezTo>
                    <a:cubicBezTo>
                      <a:pt x="3820" y="40"/>
                      <a:pt x="4970" y="0"/>
                      <a:pt x="5865" y="657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  <p:sp>
            <p:nvSpPr>
              <p:cNvPr id="260" name="database_process vector"/>
              <p:cNvSpPr/>
              <p:nvPr/>
            </p:nvSpPr>
            <p:spPr>
              <a:xfrm>
                <a:off x="7164431" y="1296512"/>
                <a:ext cx="70752" cy="59847"/>
              </a:xfrm>
              <a:custGeom>
                <a:avLst/>
                <a:gdLst/>
                <a:ahLst/>
                <a:cxnLst/>
                <a:rect l="0" t="0" r="r" b="b"/>
                <a:pathLst>
                  <a:path w="7738" h="6545" fill="norm" stroke="0">
                    <a:moveTo>
                      <a:pt x="6398" y="700"/>
                    </a:moveTo>
                    <a:cubicBezTo>
                      <a:pt x="7020" y="1177"/>
                      <a:pt x="7478" y="1717"/>
                      <a:pt x="7738" y="2462"/>
                    </a:cubicBezTo>
                    <a:cubicBezTo>
                      <a:pt x="7550" y="3180"/>
                      <a:pt x="7550" y="3180"/>
                      <a:pt x="7238" y="3712"/>
                    </a:cubicBezTo>
                    <a:cubicBezTo>
                      <a:pt x="6585" y="3585"/>
                      <a:pt x="6077" y="3380"/>
                      <a:pt x="5505" y="3055"/>
                    </a:cubicBezTo>
                    <a:cubicBezTo>
                      <a:pt x="4938" y="2765"/>
                      <a:pt x="4733" y="2712"/>
                      <a:pt x="4067" y="2727"/>
                    </a:cubicBezTo>
                    <a:cubicBezTo>
                      <a:pt x="3308" y="3035"/>
                      <a:pt x="3093" y="3217"/>
                      <a:pt x="2738" y="3962"/>
                    </a:cubicBezTo>
                    <a:cubicBezTo>
                      <a:pt x="2678" y="4715"/>
                      <a:pt x="2695" y="5457"/>
                      <a:pt x="2738" y="6212"/>
                    </a:cubicBezTo>
                    <a:cubicBezTo>
                      <a:pt x="2250" y="6455"/>
                      <a:pt x="2018" y="6507"/>
                      <a:pt x="1488" y="6525"/>
                    </a:cubicBezTo>
                    <a:cubicBezTo>
                      <a:pt x="1360" y="6530"/>
                      <a:pt x="1230" y="6537"/>
                      <a:pt x="1098" y="6545"/>
                    </a:cubicBezTo>
                    <a:cubicBezTo>
                      <a:pt x="738" y="6462"/>
                      <a:pt x="738" y="6462"/>
                      <a:pt x="450" y="6155"/>
                    </a:cubicBezTo>
                    <a:cubicBezTo>
                      <a:pt x="0" y="5212"/>
                      <a:pt x="72" y="4222"/>
                      <a:pt x="238" y="3212"/>
                    </a:cubicBezTo>
                    <a:cubicBezTo>
                      <a:pt x="745" y="2032"/>
                      <a:pt x="1418" y="1017"/>
                      <a:pt x="2598" y="445"/>
                    </a:cubicBezTo>
                    <a:cubicBezTo>
                      <a:pt x="3920" y="17"/>
                      <a:pt x="5173" y="0"/>
                      <a:pt x="6398" y="700"/>
                    </a:cubicBezTo>
                    <a:close/>
                    <a:moveTo>
                      <a:pt x="1255" y="2227"/>
                    </a:moveTo>
                    <a:cubicBezTo>
                      <a:pt x="533" y="3325"/>
                      <a:pt x="623" y="4445"/>
                      <a:pt x="738" y="5712"/>
                    </a:cubicBezTo>
                    <a:cubicBezTo>
                      <a:pt x="1150" y="5795"/>
                      <a:pt x="1562" y="5877"/>
                      <a:pt x="1988" y="5962"/>
                    </a:cubicBezTo>
                    <a:cubicBezTo>
                      <a:pt x="2025" y="5780"/>
                      <a:pt x="2060" y="5600"/>
                      <a:pt x="2098" y="5415"/>
                    </a:cubicBezTo>
                    <a:cubicBezTo>
                      <a:pt x="2145" y="5183"/>
                      <a:pt x="2190" y="4950"/>
                      <a:pt x="2238" y="4712"/>
                    </a:cubicBezTo>
                    <a:cubicBezTo>
                      <a:pt x="2250" y="4605"/>
                      <a:pt x="2250" y="4605"/>
                      <a:pt x="2317" y="4070"/>
                    </a:cubicBezTo>
                    <a:cubicBezTo>
                      <a:pt x="2545" y="3262"/>
                      <a:pt x="2803" y="2947"/>
                      <a:pt x="3488" y="2462"/>
                    </a:cubicBezTo>
                    <a:cubicBezTo>
                      <a:pt x="4570" y="2272"/>
                      <a:pt x="5675" y="2505"/>
                      <a:pt x="6738" y="2712"/>
                    </a:cubicBezTo>
                    <a:cubicBezTo>
                      <a:pt x="6675" y="1725"/>
                      <a:pt x="6675" y="1725"/>
                      <a:pt x="6488" y="1212"/>
                    </a:cubicBezTo>
                    <a:cubicBezTo>
                      <a:pt x="4723" y="102"/>
                      <a:pt x="2538" y="692"/>
                      <a:pt x="1255" y="2227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61" name="database_process vector"/>
              <p:cNvSpPr/>
              <p:nvPr/>
            </p:nvSpPr>
            <p:spPr>
              <a:xfrm>
                <a:off x="6874624" y="1195479"/>
                <a:ext cx="62956" cy="64191"/>
              </a:xfrm>
              <a:custGeom>
                <a:avLst/>
                <a:gdLst/>
                <a:ahLst/>
                <a:cxnLst/>
                <a:rect l="0" t="0" r="r" b="b"/>
                <a:pathLst>
                  <a:path w="6885" h="7020" fill="norm" stroke="0">
                    <a:moveTo>
                      <a:pt x="4867" y="442"/>
                    </a:moveTo>
                    <a:cubicBezTo>
                      <a:pt x="5692" y="947"/>
                      <a:pt x="6387" y="1565"/>
                      <a:pt x="6683" y="2510"/>
                    </a:cubicBezTo>
                    <a:cubicBezTo>
                      <a:pt x="6867" y="3510"/>
                      <a:pt x="6885" y="4355"/>
                      <a:pt x="6425" y="5278"/>
                    </a:cubicBezTo>
                    <a:cubicBezTo>
                      <a:pt x="5632" y="6330"/>
                      <a:pt x="4795" y="6822"/>
                      <a:pt x="3492" y="7020"/>
                    </a:cubicBezTo>
                    <a:cubicBezTo>
                      <a:pt x="2520" y="7002"/>
                      <a:pt x="1887" y="6667"/>
                      <a:pt x="1183" y="6010"/>
                    </a:cubicBezTo>
                    <a:cubicBezTo>
                      <a:pt x="497" y="5170"/>
                      <a:pt x="0" y="4252"/>
                      <a:pt x="85" y="3147"/>
                    </a:cubicBezTo>
                    <a:cubicBezTo>
                      <a:pt x="355" y="2067"/>
                      <a:pt x="907" y="1248"/>
                      <a:pt x="1745" y="528"/>
                    </a:cubicBezTo>
                    <a:cubicBezTo>
                      <a:pt x="2795" y="120"/>
                      <a:pt x="3805" y="0"/>
                      <a:pt x="4867" y="442"/>
                    </a:cubicBezTo>
                    <a:close/>
                    <a:moveTo>
                      <a:pt x="1183" y="1760"/>
                    </a:moveTo>
                    <a:cubicBezTo>
                      <a:pt x="662" y="2635"/>
                      <a:pt x="602" y="3355"/>
                      <a:pt x="777" y="4332"/>
                    </a:cubicBezTo>
                    <a:cubicBezTo>
                      <a:pt x="1047" y="5077"/>
                      <a:pt x="1582" y="5520"/>
                      <a:pt x="2183" y="6010"/>
                    </a:cubicBezTo>
                    <a:cubicBezTo>
                      <a:pt x="2265" y="6093"/>
                      <a:pt x="2347" y="6175"/>
                      <a:pt x="2433" y="6260"/>
                    </a:cubicBezTo>
                    <a:cubicBezTo>
                      <a:pt x="3337" y="6435"/>
                      <a:pt x="4120" y="6415"/>
                      <a:pt x="4952" y="6005"/>
                    </a:cubicBezTo>
                    <a:cubicBezTo>
                      <a:pt x="5660" y="5485"/>
                      <a:pt x="6102" y="5067"/>
                      <a:pt x="6325" y="4205"/>
                    </a:cubicBezTo>
                    <a:cubicBezTo>
                      <a:pt x="6370" y="3280"/>
                      <a:pt x="6302" y="2532"/>
                      <a:pt x="5745" y="1778"/>
                    </a:cubicBezTo>
                    <a:cubicBezTo>
                      <a:pt x="5017" y="1042"/>
                      <a:pt x="4352" y="738"/>
                      <a:pt x="3322" y="667"/>
                    </a:cubicBezTo>
                    <a:cubicBezTo>
                      <a:pt x="2357" y="697"/>
                      <a:pt x="1797" y="1028"/>
                      <a:pt x="1183" y="1760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62" name="database_process vector"/>
              <p:cNvSpPr/>
              <p:nvPr/>
            </p:nvSpPr>
            <p:spPr>
              <a:xfrm>
                <a:off x="7066026" y="1147572"/>
                <a:ext cx="59436" cy="35319"/>
              </a:xfrm>
              <a:custGeom>
                <a:avLst/>
                <a:gdLst/>
                <a:ahLst/>
                <a:cxnLst/>
                <a:rect l="0" t="0" r="r" b="b"/>
                <a:pathLst>
                  <a:path w="6500" h="3863" fill="norm" stroke="0">
                    <a:moveTo>
                      <a:pt x="5750" y="0"/>
                    </a:moveTo>
                    <a:cubicBezTo>
                      <a:pt x="5997" y="83"/>
                      <a:pt x="6245" y="165"/>
                      <a:pt x="6500" y="250"/>
                    </a:cubicBezTo>
                    <a:cubicBezTo>
                      <a:pt x="6385" y="1308"/>
                      <a:pt x="6265" y="2300"/>
                      <a:pt x="5750" y="3250"/>
                    </a:cubicBezTo>
                    <a:cubicBezTo>
                      <a:pt x="4880" y="3838"/>
                      <a:pt x="4033" y="3855"/>
                      <a:pt x="3015" y="3860"/>
                    </a:cubicBezTo>
                    <a:cubicBezTo>
                      <a:pt x="2860" y="3860"/>
                      <a:pt x="2702" y="3863"/>
                      <a:pt x="2540" y="3863"/>
                    </a:cubicBezTo>
                    <a:cubicBezTo>
                      <a:pt x="1650" y="3840"/>
                      <a:pt x="1060" y="3792"/>
                      <a:pt x="405" y="3125"/>
                    </a:cubicBezTo>
                    <a:cubicBezTo>
                      <a:pt x="273" y="2920"/>
                      <a:pt x="138" y="2713"/>
                      <a:pt x="0" y="2500"/>
                    </a:cubicBezTo>
                    <a:cubicBezTo>
                      <a:pt x="82" y="2252"/>
                      <a:pt x="165" y="2005"/>
                      <a:pt x="250" y="1750"/>
                    </a:cubicBezTo>
                    <a:cubicBezTo>
                      <a:pt x="352" y="1785"/>
                      <a:pt x="455" y="1822"/>
                      <a:pt x="562" y="1860"/>
                    </a:cubicBezTo>
                    <a:cubicBezTo>
                      <a:pt x="1898" y="2287"/>
                      <a:pt x="3403" y="2623"/>
                      <a:pt x="4720" y="1970"/>
                    </a:cubicBezTo>
                    <a:cubicBezTo>
                      <a:pt x="5420" y="1350"/>
                      <a:pt x="5530" y="898"/>
                      <a:pt x="5750" y="0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  <p:sp>
            <p:nvSpPr>
              <p:cNvPr id="263" name="database_process vector"/>
              <p:cNvSpPr/>
              <p:nvPr/>
            </p:nvSpPr>
            <p:spPr>
              <a:xfrm>
                <a:off x="6998292" y="1097234"/>
                <a:ext cx="26586" cy="36622"/>
              </a:xfrm>
              <a:custGeom>
                <a:avLst/>
                <a:gdLst/>
                <a:ahLst/>
                <a:cxnLst/>
                <a:rect l="0" t="0" r="r" b="b"/>
                <a:pathLst>
                  <a:path w="2908" h="4005" fill="norm" stroke="0">
                    <a:moveTo>
                      <a:pt x="2908" y="505"/>
                    </a:moveTo>
                    <a:cubicBezTo>
                      <a:pt x="2795" y="1792"/>
                      <a:pt x="2467" y="2845"/>
                      <a:pt x="1908" y="4005"/>
                    </a:cubicBezTo>
                    <a:cubicBezTo>
                      <a:pt x="1413" y="4005"/>
                      <a:pt x="918" y="4005"/>
                      <a:pt x="408" y="4005"/>
                    </a:cubicBezTo>
                    <a:cubicBezTo>
                      <a:pt x="0" y="2927"/>
                      <a:pt x="58" y="1890"/>
                      <a:pt x="345" y="785"/>
                    </a:cubicBezTo>
                    <a:cubicBezTo>
                      <a:pt x="658" y="255"/>
                      <a:pt x="658" y="255"/>
                      <a:pt x="1110" y="20"/>
                    </a:cubicBezTo>
                    <a:cubicBezTo>
                      <a:pt x="1808" y="0"/>
                      <a:pt x="2283" y="210"/>
                      <a:pt x="2908" y="505"/>
                    </a:cubicBezTo>
                    <a:close/>
                  </a:path>
                </a:pathLst>
              </a:custGeom>
              <a:solidFill>
                <a:srgbClr val="95AAB7"/>
              </a:solidFill>
              <a:ln w="0">
                <a:noFill/>
              </a:ln>
            </p:spPr>
          </p:sp>
          <p:sp>
            <p:nvSpPr>
              <p:cNvPr id="264" name="database_process vector"/>
              <p:cNvSpPr/>
              <p:nvPr/>
            </p:nvSpPr>
            <p:spPr>
              <a:xfrm>
                <a:off x="6834568" y="1014984"/>
                <a:ext cx="38199" cy="67026"/>
              </a:xfrm>
              <a:custGeom>
                <a:avLst/>
                <a:gdLst/>
                <a:ahLst/>
                <a:cxnLst/>
                <a:rect l="0" t="0" r="r" b="b"/>
                <a:pathLst>
                  <a:path w="4178" h="7330" fill="norm" stroke="0">
                    <a:moveTo>
                      <a:pt x="1812" y="0"/>
                    </a:moveTo>
                    <a:cubicBezTo>
                      <a:pt x="2410" y="13"/>
                      <a:pt x="2775" y="23"/>
                      <a:pt x="3312" y="250"/>
                    </a:cubicBezTo>
                    <a:cubicBezTo>
                      <a:pt x="4133" y="1235"/>
                      <a:pt x="4178" y="2415"/>
                      <a:pt x="4158" y="3640"/>
                    </a:cubicBezTo>
                    <a:cubicBezTo>
                      <a:pt x="4160" y="3803"/>
                      <a:pt x="4163" y="3965"/>
                      <a:pt x="4165" y="4130"/>
                    </a:cubicBezTo>
                    <a:cubicBezTo>
                      <a:pt x="4158" y="5225"/>
                      <a:pt x="3992" y="5882"/>
                      <a:pt x="3312" y="6750"/>
                    </a:cubicBezTo>
                    <a:cubicBezTo>
                      <a:pt x="2508" y="7273"/>
                      <a:pt x="1500" y="7330"/>
                      <a:pt x="562" y="7250"/>
                    </a:cubicBezTo>
                    <a:cubicBezTo>
                      <a:pt x="0" y="6688"/>
                      <a:pt x="235" y="5457"/>
                      <a:pt x="225" y="4700"/>
                    </a:cubicBezTo>
                    <a:cubicBezTo>
                      <a:pt x="220" y="4442"/>
                      <a:pt x="215" y="4188"/>
                      <a:pt x="205" y="3930"/>
                    </a:cubicBezTo>
                    <a:cubicBezTo>
                      <a:pt x="125" y="1802"/>
                      <a:pt x="125" y="1802"/>
                      <a:pt x="587" y="1055"/>
                    </a:cubicBezTo>
                    <a:cubicBezTo>
                      <a:pt x="898" y="745"/>
                      <a:pt x="1200" y="495"/>
                      <a:pt x="1562" y="250"/>
                    </a:cubicBezTo>
                    <a:cubicBezTo>
                      <a:pt x="1645" y="168"/>
                      <a:pt x="1727" y="85"/>
                      <a:pt x="1812" y="0"/>
                    </a:cubicBezTo>
                    <a:close/>
                    <a:moveTo>
                      <a:pt x="812" y="1250"/>
                    </a:moveTo>
                    <a:cubicBezTo>
                      <a:pt x="490" y="2297"/>
                      <a:pt x="508" y="3320"/>
                      <a:pt x="500" y="4405"/>
                    </a:cubicBezTo>
                    <a:cubicBezTo>
                      <a:pt x="495" y="4600"/>
                      <a:pt x="490" y="4795"/>
                      <a:pt x="485" y="4995"/>
                    </a:cubicBezTo>
                    <a:cubicBezTo>
                      <a:pt x="482" y="5180"/>
                      <a:pt x="482" y="5365"/>
                      <a:pt x="480" y="5558"/>
                    </a:cubicBezTo>
                    <a:cubicBezTo>
                      <a:pt x="477" y="5725"/>
                      <a:pt x="475" y="5895"/>
                      <a:pt x="472" y="6070"/>
                    </a:cubicBezTo>
                    <a:cubicBezTo>
                      <a:pt x="562" y="6500"/>
                      <a:pt x="562" y="6500"/>
                      <a:pt x="908" y="6820"/>
                    </a:cubicBezTo>
                    <a:cubicBezTo>
                      <a:pt x="1312" y="7000"/>
                      <a:pt x="1312" y="7000"/>
                      <a:pt x="1878" y="6830"/>
                    </a:cubicBezTo>
                    <a:cubicBezTo>
                      <a:pt x="2077" y="6733"/>
                      <a:pt x="2278" y="6632"/>
                      <a:pt x="2485" y="6530"/>
                    </a:cubicBezTo>
                    <a:cubicBezTo>
                      <a:pt x="2688" y="6435"/>
                      <a:pt x="2888" y="6338"/>
                      <a:pt x="3097" y="6237"/>
                    </a:cubicBezTo>
                    <a:cubicBezTo>
                      <a:pt x="3250" y="6157"/>
                      <a:pt x="3405" y="6080"/>
                      <a:pt x="3562" y="6000"/>
                    </a:cubicBezTo>
                    <a:cubicBezTo>
                      <a:pt x="3592" y="5225"/>
                      <a:pt x="3610" y="4447"/>
                      <a:pt x="3625" y="3672"/>
                    </a:cubicBezTo>
                    <a:cubicBezTo>
                      <a:pt x="3633" y="3453"/>
                      <a:pt x="3643" y="3233"/>
                      <a:pt x="3650" y="3005"/>
                    </a:cubicBezTo>
                    <a:cubicBezTo>
                      <a:pt x="3675" y="1375"/>
                      <a:pt x="3675" y="1375"/>
                      <a:pt x="3090" y="722"/>
                    </a:cubicBezTo>
                    <a:cubicBezTo>
                      <a:pt x="2192" y="343"/>
                      <a:pt x="1510" y="597"/>
                      <a:pt x="812" y="1250"/>
                    </a:cubicBezTo>
                    <a:close/>
                  </a:path>
                </a:pathLst>
              </a:custGeom>
              <a:solidFill>
                <a:srgbClr val="B9C6CE"/>
              </a:solidFill>
              <a:ln w="0">
                <a:noFill/>
              </a:ln>
            </p:spPr>
          </p:sp>
          <p:sp>
            <p:nvSpPr>
              <p:cNvPr id="265" name="database_process vector"/>
              <p:cNvSpPr/>
              <p:nvPr/>
            </p:nvSpPr>
            <p:spPr>
              <a:xfrm>
                <a:off x="6851142" y="1380744"/>
                <a:ext cx="80010" cy="21900"/>
              </a:xfrm>
              <a:custGeom>
                <a:avLst/>
                <a:gdLst/>
                <a:ahLst/>
                <a:cxnLst/>
                <a:rect l="0" t="0" r="r" b="b"/>
                <a:pathLst>
                  <a:path w="8750" h="2395" fill="norm" stroke="0">
                    <a:moveTo>
                      <a:pt x="250" y="0"/>
                    </a:moveTo>
                    <a:cubicBezTo>
                      <a:pt x="678" y="35"/>
                      <a:pt x="1105" y="72"/>
                      <a:pt x="1530" y="110"/>
                    </a:cubicBezTo>
                    <a:cubicBezTo>
                      <a:pt x="1650" y="120"/>
                      <a:pt x="1650" y="120"/>
                      <a:pt x="2253" y="170"/>
                    </a:cubicBezTo>
                    <a:cubicBezTo>
                      <a:pt x="3617" y="308"/>
                      <a:pt x="4760" y="558"/>
                      <a:pt x="6015" y="1125"/>
                    </a:cubicBezTo>
                    <a:cubicBezTo>
                      <a:pt x="6925" y="1532"/>
                      <a:pt x="7755" y="1840"/>
                      <a:pt x="8750" y="2000"/>
                    </a:cubicBezTo>
                    <a:cubicBezTo>
                      <a:pt x="8750" y="2083"/>
                      <a:pt x="8750" y="2165"/>
                      <a:pt x="8750" y="2250"/>
                    </a:cubicBezTo>
                    <a:cubicBezTo>
                      <a:pt x="7482" y="2395"/>
                      <a:pt x="6663" y="2145"/>
                      <a:pt x="5530" y="1625"/>
                    </a:cubicBezTo>
                    <a:cubicBezTo>
                      <a:pt x="4385" y="1100"/>
                      <a:pt x="3490" y="875"/>
                      <a:pt x="2210" y="980"/>
                    </a:cubicBezTo>
                    <a:cubicBezTo>
                      <a:pt x="1750" y="1000"/>
                      <a:pt x="1750" y="1000"/>
                      <a:pt x="1000" y="750"/>
                    </a:cubicBezTo>
                    <a:cubicBezTo>
                      <a:pt x="1165" y="998"/>
                      <a:pt x="1165" y="998"/>
                      <a:pt x="2000" y="2250"/>
                    </a:cubicBezTo>
                    <a:cubicBezTo>
                      <a:pt x="1138" y="1880"/>
                      <a:pt x="630" y="1425"/>
                      <a:pt x="0" y="750"/>
                    </a:cubicBezTo>
                    <a:cubicBezTo>
                      <a:pt x="82" y="502"/>
                      <a:pt x="165" y="255"/>
                      <a:pt x="250" y="0"/>
                    </a:cubicBezTo>
                    <a:close/>
                  </a:path>
                </a:pathLst>
              </a:custGeom>
              <a:solidFill>
                <a:srgbClr val="6B8A9D"/>
              </a:solidFill>
              <a:ln w="0">
                <a:noFill/>
              </a:ln>
            </p:spPr>
          </p:sp>
        </p:grpSp>
        <p:sp>
          <p:nvSpPr>
            <p:cNvPr id="267" name="Data Processing"/>
            <p:cNvSpPr txBox="1"/>
            <p:nvPr/>
          </p:nvSpPr>
          <p:spPr>
            <a:xfrm>
              <a:off x="7534656" y="918972"/>
              <a:ext cx="3685032" cy="347472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0">
                  <a:solidFill>
                    <a:srgbClr val="000000"/>
                  </a:solidFill>
                  <a:latin typeface="Times New Roman"/>
                </a:rPr>
                <a:t>Data Processing</a:t>
              </a:r>
            </a:p>
          </p:txBody>
        </p:sp>
        <p:sp>
          <p:nvSpPr>
            <p:cNvPr id="268" name="Rectangle"/>
            <p:cNvSpPr/>
            <p:nvPr/>
          </p:nvSpPr>
          <p:spPr>
            <a:xfrm>
              <a:off x="6821424" y="1517904"/>
              <a:ext cx="1517904" cy="1408176"/>
            </a:xfrm>
            <a:prstGeom prst="roundRect">
              <a:avLst>
                <a:gd name="adj" fmla="val 8441"/>
              </a:avLst>
            </a:prstGeom>
            <a:solidFill>
              <a:srgbClr val="FFFFFF"/>
            </a:solidFill>
            <a:ln w="27432">
              <a:solidFill>
                <a:srgbClr val="5B5B5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"/>
            <p:cNvSpPr/>
            <p:nvPr/>
          </p:nvSpPr>
          <p:spPr>
            <a:xfrm>
              <a:off x="6949440" y="1581912"/>
              <a:ext cx="1280160" cy="566928"/>
            </a:xfrm>
            <a:prstGeom prst="roundRect">
              <a:avLst>
                <a:gd name="adj" fmla="val 19354"/>
              </a:avLst>
            </a:prstGeom>
            <a:solidFill>
              <a:srgbClr val="DEEBF7"/>
            </a:solidFill>
            <a:ln w="27432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News Title, Visual Entity"/>
            <p:cNvSpPr txBox="1"/>
            <p:nvPr/>
          </p:nvSpPr>
          <p:spPr>
            <a:xfrm>
              <a:off x="7077456" y="1650492"/>
              <a:ext cx="1124712" cy="5486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6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Arial Narrow"/>
                </a:rPr>
                <a:t>News Title,</a:t>
              </a:r>
            </a:p>
            <a:p>
              <a:pPr algn="l">
                <a:lnSpc>
                  <a:spcPts val="16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Arial Narrow"/>
                </a:rPr>
                <a:t>Visual Entity</a:t>
              </a:r>
            </a:p>
          </p:txBody>
        </p:sp>
        <p:grpSp>
          <p:nvGrpSpPr>
            <p:cNvPr id="275" name="Video frames icon"/>
            <p:cNvGrpSpPr/>
            <p:nvPr/>
          </p:nvGrpSpPr>
          <p:grpSpPr>
            <a:xfrm>
              <a:off x="7251192" y="2212848"/>
              <a:ext cx="603504" cy="493776"/>
              <a:chOff x="7251192" y="2212848"/>
              <a:chExt cx="603504" cy="493776"/>
            </a:xfrm>
          </p:grpSpPr>
          <p:sp>
            <p:nvSpPr>
              <p:cNvPr id="271" name="Rectangle"/>
              <p:cNvSpPr/>
              <p:nvPr/>
            </p:nvSpPr>
            <p:spPr>
              <a:xfrm>
                <a:off x="7342632" y="2212848"/>
                <a:ext cx="512064" cy="384048"/>
              </a:xfrm>
              <a:prstGeom prst="rect">
                <a:avLst/>
              </a:prstGeom>
              <a:solidFill>
                <a:srgbClr val="FFFFFF"/>
              </a:solidFill>
              <a:ln w="36576">
                <a:solidFill>
                  <a:srgbClr val="32303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Rectangle"/>
              <p:cNvSpPr/>
              <p:nvPr/>
            </p:nvSpPr>
            <p:spPr>
              <a:xfrm>
                <a:off x="7251192" y="2276856"/>
                <a:ext cx="521208" cy="429768"/>
              </a:xfrm>
              <a:prstGeom prst="rect">
                <a:avLst/>
              </a:prstGeom>
              <a:solidFill>
                <a:srgbClr val="FFFFFF"/>
              </a:solidFill>
              <a:ln w="36576">
                <a:solidFill>
                  <a:srgbClr val="32303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Vector path"/>
              <p:cNvSpPr/>
              <p:nvPr/>
            </p:nvSpPr>
            <p:spPr>
              <a:xfrm>
                <a:off x="7306056" y="2377440"/>
                <a:ext cx="429768" cy="265176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29000" fill="norm" stroke="0">
                    <a:moveTo>
                      <a:pt x="0" y="29000"/>
                    </a:moveTo>
                    <a:lnTo>
                      <a:pt x="11000" y="0"/>
                    </a:lnTo>
                    <a:lnTo>
                      <a:pt x="26000" y="19000"/>
                    </a:lnTo>
                    <a:lnTo>
                      <a:pt x="34000" y="10000"/>
                    </a:lnTo>
                    <a:lnTo>
                      <a:pt x="47000" y="29000"/>
                    </a:lnTo>
                    <a:lnTo>
                      <a:pt x="0" y="29000"/>
                    </a:lnTo>
                    <a:close/>
                  </a:path>
                </a:pathLst>
              </a:custGeom>
              <a:solidFill>
                <a:srgbClr val="32303F"/>
              </a:solidFill>
              <a:ln w="18288">
                <a:noFill/>
              </a:ln>
            </p:spPr>
          </p:sp>
          <p:sp>
            <p:nvSpPr>
              <p:cNvPr id="274" name="Ellipse"/>
              <p:cNvSpPr/>
              <p:nvPr/>
            </p:nvSpPr>
            <p:spPr>
              <a:xfrm>
                <a:off x="7607808" y="2340864"/>
                <a:ext cx="100584" cy="100584"/>
              </a:xfrm>
              <a:prstGeom prst="ellipse">
                <a:avLst/>
              </a:prstGeom>
              <a:solidFill>
                <a:srgbClr val="32303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76" name="Video Frames"/>
            <p:cNvSpPr txBox="1"/>
            <p:nvPr/>
          </p:nvSpPr>
          <p:spPr>
            <a:xfrm>
              <a:off x="6903720" y="2729484"/>
              <a:ext cx="1362456" cy="28575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8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Video Frames</a:t>
              </a:r>
            </a:p>
          </p:txBody>
        </p:sp>
        <p:sp>
          <p:nvSpPr>
            <p:cNvPr id="277" name="Arrow"/>
            <p:cNvSpPr/>
            <p:nvPr/>
          </p:nvSpPr>
          <p:spPr>
            <a:xfrm>
              <a:off x="8458200" y="2112264"/>
              <a:ext cx="301752" cy="164592"/>
            </a:xfrm>
            <a:custGeom>
              <a:avLst/>
              <a:gdLst/>
              <a:ahLst/>
              <a:cxnLst/>
              <a:rect l="0" t="0" r="r" b="b"/>
              <a:pathLst>
                <a:path w="33000" h="18000" fill="norm" stroke="1">
                  <a:moveTo>
                    <a:pt x="0" y="5000"/>
                  </a:moveTo>
                  <a:lnTo>
                    <a:pt x="21000" y="5000"/>
                  </a:lnTo>
                  <a:lnTo>
                    <a:pt x="21000" y="0"/>
                  </a:lnTo>
                  <a:lnTo>
                    <a:pt x="33000" y="9000"/>
                  </a:lnTo>
                  <a:lnTo>
                    <a:pt x="21000" y="18000"/>
                  </a:lnTo>
                  <a:lnTo>
                    <a:pt x="21000" y="13000"/>
                  </a:lnTo>
                  <a:lnTo>
                    <a:pt x="0" y="13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grpSp>
          <p:nvGrpSpPr>
            <p:cNvPr id="289" name="Designed prompt lightbulb"/>
            <p:cNvGrpSpPr/>
            <p:nvPr/>
          </p:nvGrpSpPr>
          <p:grpSpPr>
            <a:xfrm>
              <a:off x="8417052" y="1280160"/>
              <a:ext cx="347472" cy="365851"/>
              <a:chOff x="8417052" y="1280160"/>
              <a:chExt cx="347472" cy="365851"/>
            </a:xfrm>
          </p:grpSpPr>
          <p:sp>
            <p:nvSpPr>
              <p:cNvPr id="278" name="Ellipse"/>
              <p:cNvSpPr/>
              <p:nvPr/>
            </p:nvSpPr>
            <p:spPr>
              <a:xfrm>
                <a:off x="8485632" y="1335024"/>
                <a:ext cx="210312" cy="237744"/>
              </a:xfrm>
              <a:prstGeom prst="ellipse">
                <a:avLst/>
              </a:prstGeom>
              <a:noFill/>
              <a:ln w="24688">
                <a:solidFill>
                  <a:srgbClr val="74747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Line"/>
              <p:cNvSpPr/>
              <p:nvPr/>
            </p:nvSpPr>
            <p:spPr>
              <a:xfrm>
                <a:off x="8540496" y="1609344"/>
                <a:ext cx="10972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0" fill="none" stroke="1">
                    <a:moveTo>
                      <a:pt x="0" y="0"/>
                    </a:moveTo>
                    <a:lnTo>
                      <a:pt x="12000" y="0"/>
                    </a:lnTo>
                  </a:path>
                </a:pathLst>
              </a:custGeom>
              <a:noFill/>
              <a:ln w="21946">
                <a:solidFill>
                  <a:srgbClr val="747474"/>
                </a:solidFill>
                <a:round/>
              </a:ln>
            </p:spPr>
          </p:sp>
          <p:sp>
            <p:nvSpPr>
              <p:cNvPr id="280" name="Line"/>
              <p:cNvSpPr/>
              <p:nvPr/>
            </p:nvSpPr>
            <p:spPr>
              <a:xfrm>
                <a:off x="8567928" y="1645920"/>
                <a:ext cx="54864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000" h="10" fill="none" stroke="1">
                    <a:moveTo>
                      <a:pt x="0" y="0"/>
                    </a:moveTo>
                    <a:lnTo>
                      <a:pt x="6000" y="0"/>
                    </a:lnTo>
                  </a:path>
                </a:pathLst>
              </a:custGeom>
              <a:noFill/>
              <a:ln w="21946">
                <a:solidFill>
                  <a:srgbClr val="747474"/>
                </a:solidFill>
                <a:round/>
              </a:ln>
            </p:spPr>
          </p:sp>
          <p:sp>
            <p:nvSpPr>
              <p:cNvPr id="281" name="Line"/>
              <p:cNvSpPr/>
              <p:nvPr/>
            </p:nvSpPr>
            <p:spPr>
              <a:xfrm>
                <a:off x="8746236" y="1453896"/>
                <a:ext cx="1828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0" fill="none" stroke="1">
                    <a:moveTo>
                      <a:pt x="0" y="0"/>
                    </a:moveTo>
                    <a:lnTo>
                      <a:pt x="200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282" name="Line"/>
              <p:cNvSpPr/>
              <p:nvPr/>
            </p:nvSpPr>
            <p:spPr>
              <a:xfrm>
                <a:off x="8700706" y="1563814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0" y="0"/>
                    </a:moveTo>
                    <a:lnTo>
                      <a:pt x="1414" y="1414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283" name="Line"/>
              <p:cNvSpPr/>
              <p:nvPr/>
            </p:nvSpPr>
            <p:spPr>
              <a:xfrm>
                <a:off x="8590788" y="1609344"/>
                <a:ext cx="91" cy="18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000" fill="none" stroke="1">
                    <a:moveTo>
                      <a:pt x="0" y="0"/>
                    </a:moveTo>
                    <a:lnTo>
                      <a:pt x="0" y="200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284" name="Line"/>
              <p:cNvSpPr/>
              <p:nvPr/>
            </p:nvSpPr>
            <p:spPr>
              <a:xfrm>
                <a:off x="8467938" y="1563814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1414" y="0"/>
                    </a:moveTo>
                    <a:lnTo>
                      <a:pt x="0" y="1414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285" name="Line"/>
              <p:cNvSpPr/>
              <p:nvPr/>
            </p:nvSpPr>
            <p:spPr>
              <a:xfrm>
                <a:off x="8417052" y="1453896"/>
                <a:ext cx="1828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0" fill="none" stroke="1">
                    <a:moveTo>
                      <a:pt x="20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286" name="Line"/>
              <p:cNvSpPr/>
              <p:nvPr/>
            </p:nvSpPr>
            <p:spPr>
              <a:xfrm>
                <a:off x="8467938" y="1331046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1414" y="1414"/>
                    </a:moveTo>
                    <a:lnTo>
                      <a:pt x="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287" name="Line"/>
              <p:cNvSpPr/>
              <p:nvPr/>
            </p:nvSpPr>
            <p:spPr>
              <a:xfrm>
                <a:off x="8590788" y="1280160"/>
                <a:ext cx="91" cy="18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000" fill="none" stroke="1">
                    <a:moveTo>
                      <a:pt x="0" y="2000"/>
                    </a:moveTo>
                    <a:lnTo>
                      <a:pt x="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288" name="Line"/>
              <p:cNvSpPr/>
              <p:nvPr/>
            </p:nvSpPr>
            <p:spPr>
              <a:xfrm>
                <a:off x="8700706" y="1331046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0" y="1414"/>
                    </a:moveTo>
                    <a:lnTo>
                      <a:pt x="1414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</p:grpSp>
        <p:sp>
          <p:nvSpPr>
            <p:cNvPr id="290" name="Designed Prompt"/>
            <p:cNvSpPr txBox="1"/>
            <p:nvPr/>
          </p:nvSpPr>
          <p:spPr>
            <a:xfrm>
              <a:off x="8787384" y="1257300"/>
              <a:ext cx="932688" cy="57150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Designed</a:t>
              </a:r>
            </a:p>
            <a:p>
              <a:pPr algn="l">
                <a:lnSpc>
                  <a:spcPts val="17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Prompt</a:t>
              </a:r>
            </a:p>
          </p:txBody>
        </p:sp>
        <p:sp>
          <p:nvSpPr>
            <p:cNvPr id="291" name="Arrow"/>
            <p:cNvSpPr/>
            <p:nvPr/>
          </p:nvSpPr>
          <p:spPr>
            <a:xfrm>
              <a:off x="9038844" y="1719072"/>
              <a:ext cx="137160" cy="173736"/>
            </a:xfrm>
            <a:custGeom>
              <a:avLst/>
              <a:gdLst/>
              <a:ahLst/>
              <a:cxnLst/>
              <a:rect l="0" t="0" r="r" b="b"/>
              <a:pathLst>
                <a:path w="15000" h="19000" fill="norm" stroke="1">
                  <a:moveTo>
                    <a:pt x="10500" y="0"/>
                  </a:moveTo>
                  <a:lnTo>
                    <a:pt x="10500" y="9000"/>
                  </a:lnTo>
                  <a:lnTo>
                    <a:pt x="15000" y="9000"/>
                  </a:lnTo>
                  <a:lnTo>
                    <a:pt x="7500" y="19000"/>
                  </a:lnTo>
                  <a:lnTo>
                    <a:pt x="0" y="9000"/>
                  </a:lnTo>
                  <a:lnTo>
                    <a:pt x="4500" y="9000"/>
                  </a:lnTo>
                  <a:lnTo>
                    <a:pt x="4500" y="0"/>
                  </a:lnTo>
                  <a:lnTo>
                    <a:pt x="10500" y="0"/>
                  </a:lnTo>
                  <a:close/>
                </a:path>
              </a:pathLst>
            </a:custGeom>
            <a:solidFill>
              <a:srgbClr val="FFFFFF"/>
            </a:solidFill>
            <a:ln w="23774">
              <a:solidFill>
                <a:srgbClr val="000000"/>
              </a:solidFill>
              <a:round/>
            </a:ln>
          </p:spPr>
        </p:sp>
        <p:grpSp>
          <p:nvGrpSpPr>
            <p:cNvPr id="311" name="Vector icon - gpt4o"/>
            <p:cNvGrpSpPr/>
            <p:nvPr/>
          </p:nvGrpSpPr>
          <p:grpSpPr>
            <a:xfrm>
              <a:off x="8796528" y="1920240"/>
              <a:ext cx="621792" cy="621792"/>
              <a:chOff x="8796528" y="1920240"/>
              <a:chExt cx="621792" cy="621792"/>
            </a:xfrm>
          </p:grpSpPr>
          <p:sp>
            <p:nvSpPr>
              <p:cNvPr id="292" name="gpt4o vector"/>
              <p:cNvSpPr/>
              <p:nvPr/>
            </p:nvSpPr>
            <p:spPr>
              <a:xfrm>
                <a:off x="8796528" y="1920240"/>
                <a:ext cx="621792" cy="621792"/>
              </a:xfrm>
              <a:custGeom>
                <a:avLst/>
                <a:gdLst/>
                <a:ahLst/>
                <a:cxnLst/>
                <a:rect l="0" t="0" r="r" b="b"/>
                <a:pathLst>
                  <a:path w="68000" h="68000" fill="norm" stroke="0">
                    <a:moveTo>
                      <a:pt x="0" y="0"/>
                    </a:moveTo>
                    <a:cubicBezTo>
                      <a:pt x="22440" y="0"/>
                      <a:pt x="44880" y="0"/>
                      <a:pt x="68000" y="0"/>
                    </a:cubicBezTo>
                    <a:cubicBezTo>
                      <a:pt x="68000" y="22440"/>
                      <a:pt x="68000" y="44880"/>
                      <a:pt x="68000" y="68000"/>
                    </a:cubicBezTo>
                    <a:cubicBezTo>
                      <a:pt x="45560" y="68000"/>
                      <a:pt x="23120" y="68000"/>
                      <a:pt x="0" y="68000"/>
                    </a:cubicBezTo>
                    <a:cubicBezTo>
                      <a:pt x="0" y="45560"/>
                      <a:pt x="0" y="23120"/>
                      <a:pt x="0" y="0"/>
                    </a:cubicBezTo>
                    <a:close/>
                  </a:path>
                </a:pathLst>
              </a:custGeom>
              <a:solidFill>
                <a:srgbClr val="73AA9C"/>
              </a:solidFill>
              <a:ln w="0">
                <a:noFill/>
              </a:ln>
            </p:spPr>
          </p:sp>
          <p:sp>
            <p:nvSpPr>
              <p:cNvPr id="293" name="gpt4o vector"/>
              <p:cNvSpPr/>
              <p:nvPr/>
            </p:nvSpPr>
            <p:spPr>
              <a:xfrm>
                <a:off x="8884665" y="2009828"/>
                <a:ext cx="449702" cy="448467"/>
              </a:xfrm>
              <a:custGeom>
                <a:avLst/>
                <a:gdLst/>
                <a:ahLst/>
                <a:cxnLst/>
                <a:rect l="0" t="0" r="r" b="b"/>
                <a:pathLst>
                  <a:path w="49180" h="49045" fill="norm" stroke="0">
                    <a:moveTo>
                      <a:pt x="21508" y="115"/>
                    </a:moveTo>
                    <a:cubicBezTo>
                      <a:pt x="21823" y="110"/>
                      <a:pt x="22140" y="105"/>
                      <a:pt x="22455" y="95"/>
                    </a:cubicBezTo>
                    <a:cubicBezTo>
                      <a:pt x="25567" y="0"/>
                      <a:pt x="27817" y="843"/>
                      <a:pt x="30363" y="2703"/>
                    </a:cubicBezTo>
                    <a:cubicBezTo>
                      <a:pt x="30613" y="2953"/>
                      <a:pt x="30863" y="3203"/>
                      <a:pt x="31113" y="3453"/>
                    </a:cubicBezTo>
                    <a:cubicBezTo>
                      <a:pt x="31700" y="3748"/>
                      <a:pt x="32075" y="3740"/>
                      <a:pt x="32730" y="3755"/>
                    </a:cubicBezTo>
                    <a:cubicBezTo>
                      <a:pt x="32955" y="3763"/>
                      <a:pt x="33180" y="3770"/>
                      <a:pt x="33413" y="3778"/>
                    </a:cubicBezTo>
                    <a:cubicBezTo>
                      <a:pt x="33883" y="3790"/>
                      <a:pt x="34353" y="3800"/>
                      <a:pt x="34823" y="3810"/>
                    </a:cubicBezTo>
                    <a:cubicBezTo>
                      <a:pt x="37043" y="3885"/>
                      <a:pt x="38855" y="4448"/>
                      <a:pt x="40753" y="5593"/>
                    </a:cubicBezTo>
                    <a:cubicBezTo>
                      <a:pt x="40817" y="5630"/>
                      <a:pt x="40817" y="5630"/>
                      <a:pt x="41155" y="5823"/>
                    </a:cubicBezTo>
                    <a:cubicBezTo>
                      <a:pt x="41483" y="6018"/>
                      <a:pt x="41800" y="6233"/>
                      <a:pt x="42113" y="6453"/>
                    </a:cubicBezTo>
                    <a:cubicBezTo>
                      <a:pt x="42113" y="6618"/>
                      <a:pt x="42113" y="6782"/>
                      <a:pt x="42113" y="6953"/>
                    </a:cubicBezTo>
                    <a:cubicBezTo>
                      <a:pt x="42260" y="7015"/>
                      <a:pt x="42410" y="7075"/>
                      <a:pt x="42565" y="7140"/>
                    </a:cubicBezTo>
                    <a:cubicBezTo>
                      <a:pt x="44035" y="7983"/>
                      <a:pt x="44780" y="9955"/>
                      <a:pt x="45398" y="11465"/>
                    </a:cubicBezTo>
                    <a:cubicBezTo>
                      <a:pt x="45613" y="11953"/>
                      <a:pt x="45613" y="11953"/>
                      <a:pt x="45865" y="12295"/>
                    </a:cubicBezTo>
                    <a:cubicBezTo>
                      <a:pt x="46648" y="13588"/>
                      <a:pt x="46353" y="15485"/>
                      <a:pt x="46283" y="16928"/>
                    </a:cubicBezTo>
                    <a:cubicBezTo>
                      <a:pt x="46173" y="19468"/>
                      <a:pt x="46398" y="21120"/>
                      <a:pt x="47900" y="23185"/>
                    </a:cubicBezTo>
                    <a:cubicBezTo>
                      <a:pt x="48420" y="23928"/>
                      <a:pt x="48498" y="24600"/>
                      <a:pt x="48543" y="25495"/>
                    </a:cubicBezTo>
                    <a:cubicBezTo>
                      <a:pt x="48620" y="26020"/>
                      <a:pt x="48815" y="26270"/>
                      <a:pt x="49113" y="26703"/>
                    </a:cubicBezTo>
                    <a:cubicBezTo>
                      <a:pt x="49175" y="27075"/>
                      <a:pt x="49175" y="27075"/>
                      <a:pt x="49178" y="27460"/>
                    </a:cubicBezTo>
                    <a:cubicBezTo>
                      <a:pt x="49178" y="27600"/>
                      <a:pt x="49180" y="27743"/>
                      <a:pt x="49180" y="27888"/>
                    </a:cubicBezTo>
                    <a:cubicBezTo>
                      <a:pt x="49178" y="28033"/>
                      <a:pt x="49175" y="28178"/>
                      <a:pt x="49175" y="28328"/>
                    </a:cubicBezTo>
                    <a:cubicBezTo>
                      <a:pt x="49175" y="28473"/>
                      <a:pt x="49178" y="28618"/>
                      <a:pt x="49180" y="28768"/>
                    </a:cubicBezTo>
                    <a:cubicBezTo>
                      <a:pt x="49175" y="29592"/>
                      <a:pt x="49115" y="30030"/>
                      <a:pt x="48613" y="30703"/>
                    </a:cubicBezTo>
                    <a:cubicBezTo>
                      <a:pt x="48535" y="31075"/>
                      <a:pt x="48475" y="31450"/>
                      <a:pt x="48425" y="31828"/>
                    </a:cubicBezTo>
                    <a:cubicBezTo>
                      <a:pt x="47900" y="34578"/>
                      <a:pt x="46263" y="36848"/>
                      <a:pt x="44000" y="38460"/>
                    </a:cubicBezTo>
                    <a:cubicBezTo>
                      <a:pt x="42812" y="39252"/>
                      <a:pt x="41683" y="39955"/>
                      <a:pt x="40253" y="40155"/>
                    </a:cubicBezTo>
                    <a:cubicBezTo>
                      <a:pt x="39588" y="40283"/>
                      <a:pt x="39418" y="40370"/>
                      <a:pt x="39033" y="40940"/>
                    </a:cubicBezTo>
                    <a:cubicBezTo>
                      <a:pt x="38828" y="41368"/>
                      <a:pt x="38633" y="41800"/>
                      <a:pt x="38445" y="42238"/>
                    </a:cubicBezTo>
                    <a:cubicBezTo>
                      <a:pt x="37528" y="44312"/>
                      <a:pt x="36028" y="46007"/>
                      <a:pt x="34113" y="47202"/>
                    </a:cubicBezTo>
                    <a:cubicBezTo>
                      <a:pt x="33963" y="47300"/>
                      <a:pt x="33812" y="47398"/>
                      <a:pt x="33658" y="47498"/>
                    </a:cubicBezTo>
                    <a:cubicBezTo>
                      <a:pt x="32788" y="48030"/>
                      <a:pt x="31950" y="48365"/>
                      <a:pt x="30958" y="48605"/>
                    </a:cubicBezTo>
                    <a:cubicBezTo>
                      <a:pt x="30613" y="48702"/>
                      <a:pt x="30613" y="48702"/>
                      <a:pt x="30363" y="48952"/>
                    </a:cubicBezTo>
                    <a:cubicBezTo>
                      <a:pt x="29915" y="48985"/>
                      <a:pt x="29478" y="49000"/>
                      <a:pt x="29030" y="49002"/>
                    </a:cubicBezTo>
                    <a:cubicBezTo>
                      <a:pt x="28898" y="49005"/>
                      <a:pt x="28763" y="49005"/>
                      <a:pt x="28625" y="49007"/>
                    </a:cubicBezTo>
                    <a:cubicBezTo>
                      <a:pt x="28340" y="49010"/>
                      <a:pt x="28053" y="49012"/>
                      <a:pt x="27768" y="49012"/>
                    </a:cubicBezTo>
                    <a:cubicBezTo>
                      <a:pt x="27338" y="49015"/>
                      <a:pt x="26905" y="49023"/>
                      <a:pt x="26475" y="49030"/>
                    </a:cubicBezTo>
                    <a:cubicBezTo>
                      <a:pt x="24960" y="49045"/>
                      <a:pt x="23703" y="48975"/>
                      <a:pt x="22363" y="48202"/>
                    </a:cubicBezTo>
                    <a:cubicBezTo>
                      <a:pt x="22123" y="48082"/>
                      <a:pt x="21883" y="47965"/>
                      <a:pt x="21643" y="47845"/>
                    </a:cubicBezTo>
                    <a:cubicBezTo>
                      <a:pt x="21418" y="47725"/>
                      <a:pt x="21195" y="47605"/>
                      <a:pt x="20970" y="47485"/>
                    </a:cubicBezTo>
                    <a:cubicBezTo>
                      <a:pt x="20860" y="47425"/>
                      <a:pt x="20750" y="47368"/>
                      <a:pt x="20635" y="47310"/>
                    </a:cubicBezTo>
                    <a:cubicBezTo>
                      <a:pt x="19968" y="46947"/>
                      <a:pt x="19473" y="46570"/>
                      <a:pt x="18933" y="46038"/>
                    </a:cubicBezTo>
                    <a:cubicBezTo>
                      <a:pt x="17935" y="45180"/>
                      <a:pt x="16855" y="45310"/>
                      <a:pt x="15595" y="45327"/>
                    </a:cubicBezTo>
                    <a:cubicBezTo>
                      <a:pt x="13353" y="45288"/>
                      <a:pt x="11588" y="45023"/>
                      <a:pt x="9613" y="43952"/>
                    </a:cubicBezTo>
                    <a:cubicBezTo>
                      <a:pt x="9488" y="43885"/>
                      <a:pt x="9363" y="43820"/>
                      <a:pt x="9235" y="43750"/>
                    </a:cubicBezTo>
                    <a:cubicBezTo>
                      <a:pt x="6273" y="42118"/>
                      <a:pt x="4435" y="39665"/>
                      <a:pt x="3363" y="36452"/>
                    </a:cubicBezTo>
                    <a:cubicBezTo>
                      <a:pt x="3005" y="34735"/>
                      <a:pt x="3073" y="32970"/>
                      <a:pt x="3155" y="31228"/>
                    </a:cubicBezTo>
                    <a:cubicBezTo>
                      <a:pt x="3228" y="29500"/>
                      <a:pt x="3225" y="28600"/>
                      <a:pt x="2028" y="27255"/>
                    </a:cubicBezTo>
                    <a:cubicBezTo>
                      <a:pt x="188" y="24812"/>
                      <a:pt x="0" y="21380"/>
                      <a:pt x="363" y="18453"/>
                    </a:cubicBezTo>
                    <a:cubicBezTo>
                      <a:pt x="938" y="14930"/>
                      <a:pt x="3095" y="12343"/>
                      <a:pt x="5863" y="10203"/>
                    </a:cubicBezTo>
                    <a:cubicBezTo>
                      <a:pt x="6585" y="9698"/>
                      <a:pt x="7290" y="9270"/>
                      <a:pt x="8160" y="9088"/>
                    </a:cubicBezTo>
                    <a:cubicBezTo>
                      <a:pt x="9618" y="8785"/>
                      <a:pt x="9618" y="8785"/>
                      <a:pt x="10080" y="8155"/>
                    </a:cubicBezTo>
                    <a:cubicBezTo>
                      <a:pt x="10295" y="7770"/>
                      <a:pt x="10488" y="7382"/>
                      <a:pt x="10675" y="6985"/>
                    </a:cubicBezTo>
                    <a:cubicBezTo>
                      <a:pt x="12143" y="3880"/>
                      <a:pt x="14683" y="1683"/>
                      <a:pt x="17863" y="453"/>
                    </a:cubicBezTo>
                    <a:cubicBezTo>
                      <a:pt x="17968" y="407"/>
                      <a:pt x="18073" y="363"/>
                      <a:pt x="18180" y="317"/>
                    </a:cubicBezTo>
                    <a:cubicBezTo>
                      <a:pt x="19238" y="35"/>
                      <a:pt x="20418" y="125"/>
                      <a:pt x="21508" y="1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94" name="gpt4o vector"/>
              <p:cNvSpPr/>
              <p:nvPr/>
            </p:nvSpPr>
            <p:spPr>
              <a:xfrm>
                <a:off x="8796528" y="1920240"/>
                <a:ext cx="621792" cy="621792"/>
              </a:xfrm>
              <a:custGeom>
                <a:avLst/>
                <a:gdLst/>
                <a:ahLst/>
                <a:cxnLst/>
                <a:rect l="0" t="0" r="r" b="b"/>
                <a:pathLst>
                  <a:path w="68000" h="68000" fill="norm" stroke="0">
                    <a:moveTo>
                      <a:pt x="0" y="0"/>
                    </a:moveTo>
                    <a:cubicBezTo>
                      <a:pt x="10808" y="0"/>
                      <a:pt x="21615" y="0"/>
                      <a:pt x="32750" y="0"/>
                    </a:cubicBezTo>
                    <a:cubicBezTo>
                      <a:pt x="32668" y="330"/>
                      <a:pt x="32585" y="660"/>
                      <a:pt x="32500" y="1000"/>
                    </a:cubicBezTo>
                    <a:cubicBezTo>
                      <a:pt x="32305" y="1002"/>
                      <a:pt x="32107" y="1005"/>
                      <a:pt x="31908" y="1007"/>
                    </a:cubicBezTo>
                    <a:cubicBezTo>
                      <a:pt x="30045" y="1032"/>
                      <a:pt x="28185" y="1058"/>
                      <a:pt x="26325" y="1085"/>
                    </a:cubicBezTo>
                    <a:cubicBezTo>
                      <a:pt x="25370" y="1097"/>
                      <a:pt x="24413" y="1113"/>
                      <a:pt x="23457" y="1125"/>
                    </a:cubicBezTo>
                    <a:cubicBezTo>
                      <a:pt x="22530" y="1137"/>
                      <a:pt x="21605" y="1150"/>
                      <a:pt x="20680" y="1162"/>
                    </a:cubicBezTo>
                    <a:cubicBezTo>
                      <a:pt x="20330" y="1167"/>
                      <a:pt x="19980" y="1173"/>
                      <a:pt x="19630" y="1178"/>
                    </a:cubicBezTo>
                    <a:cubicBezTo>
                      <a:pt x="17862" y="1200"/>
                      <a:pt x="16097" y="1240"/>
                      <a:pt x="14335" y="1350"/>
                    </a:cubicBezTo>
                    <a:cubicBezTo>
                      <a:pt x="14265" y="1355"/>
                      <a:pt x="14265" y="1355"/>
                      <a:pt x="13905" y="1375"/>
                    </a:cubicBezTo>
                    <a:cubicBezTo>
                      <a:pt x="12635" y="1463"/>
                      <a:pt x="11615" y="1887"/>
                      <a:pt x="10500" y="2500"/>
                    </a:cubicBezTo>
                    <a:cubicBezTo>
                      <a:pt x="10220" y="2630"/>
                      <a:pt x="9938" y="2760"/>
                      <a:pt x="9655" y="2890"/>
                    </a:cubicBezTo>
                    <a:cubicBezTo>
                      <a:pt x="9000" y="3250"/>
                      <a:pt x="9000" y="3250"/>
                      <a:pt x="8610" y="3640"/>
                    </a:cubicBezTo>
                    <a:cubicBezTo>
                      <a:pt x="8250" y="4000"/>
                      <a:pt x="8250" y="4000"/>
                      <a:pt x="7673" y="4202"/>
                    </a:cubicBezTo>
                    <a:cubicBezTo>
                      <a:pt x="6862" y="4560"/>
                      <a:pt x="6423" y="5040"/>
                      <a:pt x="5832" y="5690"/>
                    </a:cubicBezTo>
                    <a:cubicBezTo>
                      <a:pt x="5500" y="6000"/>
                      <a:pt x="5500" y="6000"/>
                      <a:pt x="5000" y="6000"/>
                    </a:cubicBezTo>
                    <a:cubicBezTo>
                      <a:pt x="4605" y="6760"/>
                      <a:pt x="4280" y="7532"/>
                      <a:pt x="3970" y="8330"/>
                    </a:cubicBezTo>
                    <a:cubicBezTo>
                      <a:pt x="3750" y="8750"/>
                      <a:pt x="3750" y="8750"/>
                      <a:pt x="3400" y="9088"/>
                    </a:cubicBezTo>
                    <a:cubicBezTo>
                      <a:pt x="2855" y="9650"/>
                      <a:pt x="2555" y="10265"/>
                      <a:pt x="2220" y="10970"/>
                    </a:cubicBezTo>
                    <a:cubicBezTo>
                      <a:pt x="2153" y="11093"/>
                      <a:pt x="2087" y="11218"/>
                      <a:pt x="2018" y="11345"/>
                    </a:cubicBezTo>
                    <a:cubicBezTo>
                      <a:pt x="1572" y="12280"/>
                      <a:pt x="1428" y="13183"/>
                      <a:pt x="1357" y="14208"/>
                    </a:cubicBezTo>
                    <a:cubicBezTo>
                      <a:pt x="1347" y="14347"/>
                      <a:pt x="1337" y="14490"/>
                      <a:pt x="1325" y="14637"/>
                    </a:cubicBezTo>
                    <a:cubicBezTo>
                      <a:pt x="1215" y="16322"/>
                      <a:pt x="1215" y="18007"/>
                      <a:pt x="1217" y="19695"/>
                    </a:cubicBezTo>
                    <a:cubicBezTo>
                      <a:pt x="1217" y="20053"/>
                      <a:pt x="1217" y="20410"/>
                      <a:pt x="1217" y="20767"/>
                    </a:cubicBezTo>
                    <a:cubicBezTo>
                      <a:pt x="1215" y="21730"/>
                      <a:pt x="1215" y="22690"/>
                      <a:pt x="1217" y="23650"/>
                    </a:cubicBezTo>
                    <a:cubicBezTo>
                      <a:pt x="1217" y="24660"/>
                      <a:pt x="1217" y="25670"/>
                      <a:pt x="1215" y="26680"/>
                    </a:cubicBezTo>
                    <a:cubicBezTo>
                      <a:pt x="1215" y="28373"/>
                      <a:pt x="1215" y="30065"/>
                      <a:pt x="1217" y="31757"/>
                    </a:cubicBezTo>
                    <a:cubicBezTo>
                      <a:pt x="1220" y="33713"/>
                      <a:pt x="1217" y="35667"/>
                      <a:pt x="1217" y="37620"/>
                    </a:cubicBezTo>
                    <a:cubicBezTo>
                      <a:pt x="1215" y="39305"/>
                      <a:pt x="1215" y="40988"/>
                      <a:pt x="1217" y="42673"/>
                    </a:cubicBezTo>
                    <a:cubicBezTo>
                      <a:pt x="1217" y="43675"/>
                      <a:pt x="1217" y="44678"/>
                      <a:pt x="1215" y="45680"/>
                    </a:cubicBezTo>
                    <a:cubicBezTo>
                      <a:pt x="1215" y="46622"/>
                      <a:pt x="1215" y="47565"/>
                      <a:pt x="1217" y="48505"/>
                    </a:cubicBezTo>
                    <a:cubicBezTo>
                      <a:pt x="1217" y="48850"/>
                      <a:pt x="1217" y="49195"/>
                      <a:pt x="1217" y="49540"/>
                    </a:cubicBezTo>
                    <a:cubicBezTo>
                      <a:pt x="1215" y="50012"/>
                      <a:pt x="1217" y="50485"/>
                      <a:pt x="1217" y="50955"/>
                    </a:cubicBezTo>
                    <a:cubicBezTo>
                      <a:pt x="1217" y="51090"/>
                      <a:pt x="1217" y="51228"/>
                      <a:pt x="1217" y="51365"/>
                    </a:cubicBezTo>
                    <a:cubicBezTo>
                      <a:pt x="1220" y="52275"/>
                      <a:pt x="1340" y="53110"/>
                      <a:pt x="1500" y="54000"/>
                    </a:cubicBezTo>
                    <a:cubicBezTo>
                      <a:pt x="1490" y="54442"/>
                      <a:pt x="1490" y="54442"/>
                      <a:pt x="1452" y="54812"/>
                    </a:cubicBezTo>
                    <a:cubicBezTo>
                      <a:pt x="1425" y="56220"/>
                      <a:pt x="2130" y="57562"/>
                      <a:pt x="2783" y="58778"/>
                    </a:cubicBezTo>
                    <a:cubicBezTo>
                      <a:pt x="3000" y="59250"/>
                      <a:pt x="3000" y="59250"/>
                      <a:pt x="3000" y="60000"/>
                    </a:cubicBezTo>
                    <a:cubicBezTo>
                      <a:pt x="3150" y="60053"/>
                      <a:pt x="3300" y="60103"/>
                      <a:pt x="3452" y="60155"/>
                    </a:cubicBezTo>
                    <a:cubicBezTo>
                      <a:pt x="4082" y="60553"/>
                      <a:pt x="4210" y="60910"/>
                      <a:pt x="4508" y="61570"/>
                    </a:cubicBezTo>
                    <a:cubicBezTo>
                      <a:pt x="5217" y="62827"/>
                      <a:pt x="6340" y="63755"/>
                      <a:pt x="7653" y="64315"/>
                    </a:cubicBezTo>
                    <a:cubicBezTo>
                      <a:pt x="8058" y="64530"/>
                      <a:pt x="8290" y="64783"/>
                      <a:pt x="8595" y="65125"/>
                    </a:cubicBezTo>
                    <a:cubicBezTo>
                      <a:pt x="9755" y="66365"/>
                      <a:pt x="11605" y="66692"/>
                      <a:pt x="13245" y="66775"/>
                    </a:cubicBezTo>
                    <a:cubicBezTo>
                      <a:pt x="13825" y="66785"/>
                      <a:pt x="14408" y="66790"/>
                      <a:pt x="14990" y="66790"/>
                    </a:cubicBezTo>
                    <a:cubicBezTo>
                      <a:pt x="15102" y="66790"/>
                      <a:pt x="15102" y="66790"/>
                      <a:pt x="15665" y="66793"/>
                    </a:cubicBezTo>
                    <a:cubicBezTo>
                      <a:pt x="16280" y="66798"/>
                      <a:pt x="16895" y="66798"/>
                      <a:pt x="17510" y="66800"/>
                    </a:cubicBezTo>
                    <a:cubicBezTo>
                      <a:pt x="18175" y="66803"/>
                      <a:pt x="18840" y="66805"/>
                      <a:pt x="19505" y="66810"/>
                    </a:cubicBezTo>
                    <a:cubicBezTo>
                      <a:pt x="20655" y="66815"/>
                      <a:pt x="21805" y="66820"/>
                      <a:pt x="22955" y="66822"/>
                    </a:cubicBezTo>
                    <a:cubicBezTo>
                      <a:pt x="24617" y="66827"/>
                      <a:pt x="26283" y="66835"/>
                      <a:pt x="27945" y="66842"/>
                    </a:cubicBezTo>
                    <a:cubicBezTo>
                      <a:pt x="30645" y="66855"/>
                      <a:pt x="33342" y="66865"/>
                      <a:pt x="36043" y="66875"/>
                    </a:cubicBezTo>
                    <a:cubicBezTo>
                      <a:pt x="38663" y="66885"/>
                      <a:pt x="41283" y="66895"/>
                      <a:pt x="43905" y="66908"/>
                    </a:cubicBezTo>
                    <a:cubicBezTo>
                      <a:pt x="43985" y="66908"/>
                      <a:pt x="43985" y="66908"/>
                      <a:pt x="44395" y="66910"/>
                    </a:cubicBezTo>
                    <a:cubicBezTo>
                      <a:pt x="45205" y="66913"/>
                      <a:pt x="46015" y="66915"/>
                      <a:pt x="46827" y="66920"/>
                    </a:cubicBezTo>
                    <a:cubicBezTo>
                      <a:pt x="53553" y="66947"/>
                      <a:pt x="60275" y="66975"/>
                      <a:pt x="67000" y="67000"/>
                    </a:cubicBezTo>
                    <a:cubicBezTo>
                      <a:pt x="66980" y="60160"/>
                      <a:pt x="66957" y="53317"/>
                      <a:pt x="66930" y="46478"/>
                    </a:cubicBezTo>
                    <a:cubicBezTo>
                      <a:pt x="66928" y="45670"/>
                      <a:pt x="66922" y="44860"/>
                      <a:pt x="66920" y="44053"/>
                    </a:cubicBezTo>
                    <a:cubicBezTo>
                      <a:pt x="66920" y="43972"/>
                      <a:pt x="66920" y="43972"/>
                      <a:pt x="66920" y="43565"/>
                    </a:cubicBezTo>
                    <a:cubicBezTo>
                      <a:pt x="66910" y="40963"/>
                      <a:pt x="66900" y="38360"/>
                      <a:pt x="66892" y="35755"/>
                    </a:cubicBezTo>
                    <a:cubicBezTo>
                      <a:pt x="66885" y="33085"/>
                      <a:pt x="66875" y="30412"/>
                      <a:pt x="66865" y="27740"/>
                    </a:cubicBezTo>
                    <a:cubicBezTo>
                      <a:pt x="66858" y="26092"/>
                      <a:pt x="66852" y="24442"/>
                      <a:pt x="66848" y="22795"/>
                    </a:cubicBezTo>
                    <a:cubicBezTo>
                      <a:pt x="66845" y="21665"/>
                      <a:pt x="66840" y="20532"/>
                      <a:pt x="66835" y="19403"/>
                    </a:cubicBezTo>
                    <a:cubicBezTo>
                      <a:pt x="66832" y="18750"/>
                      <a:pt x="66830" y="18097"/>
                      <a:pt x="66830" y="17447"/>
                    </a:cubicBezTo>
                    <a:cubicBezTo>
                      <a:pt x="66828" y="16738"/>
                      <a:pt x="66825" y="16030"/>
                      <a:pt x="66820" y="15320"/>
                    </a:cubicBezTo>
                    <a:cubicBezTo>
                      <a:pt x="66820" y="15220"/>
                      <a:pt x="66820" y="15220"/>
                      <a:pt x="66820" y="14705"/>
                    </a:cubicBezTo>
                    <a:cubicBezTo>
                      <a:pt x="66810" y="13502"/>
                      <a:pt x="66660" y="12410"/>
                      <a:pt x="66365" y="11245"/>
                    </a:cubicBezTo>
                    <a:cubicBezTo>
                      <a:pt x="66260" y="10790"/>
                      <a:pt x="66203" y="10355"/>
                      <a:pt x="66155" y="9890"/>
                    </a:cubicBezTo>
                    <a:cubicBezTo>
                      <a:pt x="66105" y="9680"/>
                      <a:pt x="66053" y="9468"/>
                      <a:pt x="66000" y="9250"/>
                    </a:cubicBezTo>
                    <a:cubicBezTo>
                      <a:pt x="65547" y="8985"/>
                      <a:pt x="65547" y="8985"/>
                      <a:pt x="65000" y="8750"/>
                    </a:cubicBezTo>
                    <a:cubicBezTo>
                      <a:pt x="64430" y="8200"/>
                      <a:pt x="64053" y="7662"/>
                      <a:pt x="63812" y="6905"/>
                    </a:cubicBezTo>
                    <a:cubicBezTo>
                      <a:pt x="63130" y="5472"/>
                      <a:pt x="61602" y="4495"/>
                      <a:pt x="60258" y="3705"/>
                    </a:cubicBezTo>
                    <a:cubicBezTo>
                      <a:pt x="60173" y="3637"/>
                      <a:pt x="60087" y="3570"/>
                      <a:pt x="60000" y="3500"/>
                    </a:cubicBezTo>
                    <a:cubicBezTo>
                      <a:pt x="60000" y="3335"/>
                      <a:pt x="60000" y="3170"/>
                      <a:pt x="60000" y="3000"/>
                    </a:cubicBezTo>
                    <a:cubicBezTo>
                      <a:pt x="59938" y="2995"/>
                      <a:pt x="59938" y="2995"/>
                      <a:pt x="59625" y="2963"/>
                    </a:cubicBezTo>
                    <a:cubicBezTo>
                      <a:pt x="59465" y="2945"/>
                      <a:pt x="59305" y="2925"/>
                      <a:pt x="59140" y="2905"/>
                    </a:cubicBezTo>
                    <a:cubicBezTo>
                      <a:pt x="58980" y="2890"/>
                      <a:pt x="58822" y="2873"/>
                      <a:pt x="58658" y="2852"/>
                    </a:cubicBezTo>
                    <a:cubicBezTo>
                      <a:pt x="58523" y="2820"/>
                      <a:pt x="58388" y="2785"/>
                      <a:pt x="58250" y="2750"/>
                    </a:cubicBezTo>
                    <a:cubicBezTo>
                      <a:pt x="58168" y="2585"/>
                      <a:pt x="58085" y="2420"/>
                      <a:pt x="58000" y="2250"/>
                    </a:cubicBezTo>
                    <a:cubicBezTo>
                      <a:pt x="56700" y="1618"/>
                      <a:pt x="55442" y="1420"/>
                      <a:pt x="54010" y="1498"/>
                    </a:cubicBezTo>
                    <a:cubicBezTo>
                      <a:pt x="53500" y="1500"/>
                      <a:pt x="53500" y="1500"/>
                      <a:pt x="53072" y="1377"/>
                    </a:cubicBezTo>
                    <a:cubicBezTo>
                      <a:pt x="52320" y="1210"/>
                      <a:pt x="51595" y="1205"/>
                      <a:pt x="50825" y="1197"/>
                    </a:cubicBezTo>
                    <a:cubicBezTo>
                      <a:pt x="50660" y="1195"/>
                      <a:pt x="50495" y="1192"/>
                      <a:pt x="50322" y="1190"/>
                    </a:cubicBezTo>
                    <a:cubicBezTo>
                      <a:pt x="49778" y="1183"/>
                      <a:pt x="49230" y="1178"/>
                      <a:pt x="48683" y="1170"/>
                    </a:cubicBezTo>
                    <a:cubicBezTo>
                      <a:pt x="48305" y="1165"/>
                      <a:pt x="47925" y="1160"/>
                      <a:pt x="47545" y="1155"/>
                    </a:cubicBezTo>
                    <a:cubicBezTo>
                      <a:pt x="46548" y="1143"/>
                      <a:pt x="45548" y="1130"/>
                      <a:pt x="44550" y="1118"/>
                    </a:cubicBezTo>
                    <a:cubicBezTo>
                      <a:pt x="43533" y="1105"/>
                      <a:pt x="42513" y="1090"/>
                      <a:pt x="41495" y="1077"/>
                    </a:cubicBezTo>
                    <a:cubicBezTo>
                      <a:pt x="39495" y="1050"/>
                      <a:pt x="37497" y="1025"/>
                      <a:pt x="35500" y="1000"/>
                    </a:cubicBezTo>
                    <a:cubicBezTo>
                      <a:pt x="35418" y="670"/>
                      <a:pt x="35335" y="340"/>
                      <a:pt x="35250" y="0"/>
                    </a:cubicBezTo>
                    <a:cubicBezTo>
                      <a:pt x="46058" y="0"/>
                      <a:pt x="56865" y="0"/>
                      <a:pt x="68000" y="0"/>
                    </a:cubicBezTo>
                    <a:cubicBezTo>
                      <a:pt x="68000" y="22440"/>
                      <a:pt x="68000" y="44880"/>
                      <a:pt x="68000" y="68000"/>
                    </a:cubicBezTo>
                    <a:cubicBezTo>
                      <a:pt x="45560" y="68000"/>
                      <a:pt x="23120" y="68000"/>
                      <a:pt x="0" y="68000"/>
                    </a:cubicBezTo>
                    <a:cubicBezTo>
                      <a:pt x="0" y="45560"/>
                      <a:pt x="0" y="2312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95" name="gpt4o vector"/>
              <p:cNvSpPr/>
              <p:nvPr/>
            </p:nvSpPr>
            <p:spPr>
              <a:xfrm>
                <a:off x="8996050" y="2033614"/>
                <a:ext cx="140246" cy="208940"/>
              </a:xfrm>
              <a:custGeom>
                <a:avLst/>
                <a:gdLst/>
                <a:ahLst/>
                <a:cxnLst/>
                <a:rect l="0" t="0" r="r" b="b"/>
                <a:pathLst>
                  <a:path w="15337" h="22850" fill="norm" stroke="0">
                    <a:moveTo>
                      <a:pt x="14742" y="1320"/>
                    </a:moveTo>
                    <a:cubicBezTo>
                      <a:pt x="15180" y="1850"/>
                      <a:pt x="15180" y="1850"/>
                      <a:pt x="15337" y="2493"/>
                    </a:cubicBezTo>
                    <a:cubicBezTo>
                      <a:pt x="15180" y="3100"/>
                      <a:pt x="15180" y="3100"/>
                      <a:pt x="14695" y="3475"/>
                    </a:cubicBezTo>
                    <a:cubicBezTo>
                      <a:pt x="14442" y="3605"/>
                      <a:pt x="14188" y="3730"/>
                      <a:pt x="13930" y="3850"/>
                    </a:cubicBezTo>
                    <a:cubicBezTo>
                      <a:pt x="12330" y="4712"/>
                      <a:pt x="10765" y="5630"/>
                      <a:pt x="9202" y="6558"/>
                    </a:cubicBezTo>
                    <a:cubicBezTo>
                      <a:pt x="8832" y="6775"/>
                      <a:pt x="8462" y="6995"/>
                      <a:pt x="8090" y="7212"/>
                    </a:cubicBezTo>
                    <a:cubicBezTo>
                      <a:pt x="6765" y="7998"/>
                      <a:pt x="6765" y="7998"/>
                      <a:pt x="6180" y="8350"/>
                    </a:cubicBezTo>
                    <a:cubicBezTo>
                      <a:pt x="6047" y="8412"/>
                      <a:pt x="5915" y="8475"/>
                      <a:pt x="5777" y="8540"/>
                    </a:cubicBezTo>
                    <a:cubicBezTo>
                      <a:pt x="5430" y="8850"/>
                      <a:pt x="5430" y="8850"/>
                      <a:pt x="5330" y="9433"/>
                    </a:cubicBezTo>
                    <a:cubicBezTo>
                      <a:pt x="5327" y="9678"/>
                      <a:pt x="5325" y="9920"/>
                      <a:pt x="5322" y="10170"/>
                    </a:cubicBezTo>
                    <a:cubicBezTo>
                      <a:pt x="5320" y="10305"/>
                      <a:pt x="5317" y="10438"/>
                      <a:pt x="5315" y="10577"/>
                    </a:cubicBezTo>
                    <a:cubicBezTo>
                      <a:pt x="5308" y="11020"/>
                      <a:pt x="5305" y="11465"/>
                      <a:pt x="5302" y="11907"/>
                    </a:cubicBezTo>
                    <a:cubicBezTo>
                      <a:pt x="5297" y="12215"/>
                      <a:pt x="5292" y="12522"/>
                      <a:pt x="5287" y="12830"/>
                    </a:cubicBezTo>
                    <a:cubicBezTo>
                      <a:pt x="5277" y="13640"/>
                      <a:pt x="5270" y="14450"/>
                      <a:pt x="5262" y="15260"/>
                    </a:cubicBezTo>
                    <a:cubicBezTo>
                      <a:pt x="5255" y="16085"/>
                      <a:pt x="5242" y="16912"/>
                      <a:pt x="5232" y="17737"/>
                    </a:cubicBezTo>
                    <a:cubicBezTo>
                      <a:pt x="5210" y="19360"/>
                      <a:pt x="5195" y="20980"/>
                      <a:pt x="5180" y="22600"/>
                    </a:cubicBezTo>
                    <a:cubicBezTo>
                      <a:pt x="4122" y="22850"/>
                      <a:pt x="3655" y="22830"/>
                      <a:pt x="2680" y="22320"/>
                    </a:cubicBezTo>
                    <a:cubicBezTo>
                      <a:pt x="2472" y="22215"/>
                      <a:pt x="2267" y="22113"/>
                      <a:pt x="2055" y="22005"/>
                    </a:cubicBezTo>
                    <a:cubicBezTo>
                      <a:pt x="625" y="21080"/>
                      <a:pt x="625" y="21080"/>
                      <a:pt x="180" y="20350"/>
                    </a:cubicBezTo>
                    <a:cubicBezTo>
                      <a:pt x="0" y="19428"/>
                      <a:pt x="22" y="18512"/>
                      <a:pt x="40" y="17575"/>
                    </a:cubicBezTo>
                    <a:cubicBezTo>
                      <a:pt x="42" y="17305"/>
                      <a:pt x="42" y="17032"/>
                      <a:pt x="42" y="16762"/>
                    </a:cubicBezTo>
                    <a:cubicBezTo>
                      <a:pt x="42" y="16197"/>
                      <a:pt x="50" y="15630"/>
                      <a:pt x="58" y="15065"/>
                    </a:cubicBezTo>
                    <a:cubicBezTo>
                      <a:pt x="70" y="14340"/>
                      <a:pt x="72" y="13615"/>
                      <a:pt x="75" y="12890"/>
                    </a:cubicBezTo>
                    <a:cubicBezTo>
                      <a:pt x="75" y="12330"/>
                      <a:pt x="80" y="11772"/>
                      <a:pt x="85" y="11212"/>
                    </a:cubicBezTo>
                    <a:cubicBezTo>
                      <a:pt x="85" y="10945"/>
                      <a:pt x="87" y="10678"/>
                      <a:pt x="90" y="10410"/>
                    </a:cubicBezTo>
                    <a:cubicBezTo>
                      <a:pt x="90" y="10037"/>
                      <a:pt x="97" y="9665"/>
                      <a:pt x="102" y="9290"/>
                    </a:cubicBezTo>
                    <a:cubicBezTo>
                      <a:pt x="105" y="9080"/>
                      <a:pt x="107" y="8868"/>
                      <a:pt x="112" y="8647"/>
                    </a:cubicBezTo>
                    <a:cubicBezTo>
                      <a:pt x="185" y="8065"/>
                      <a:pt x="327" y="7810"/>
                      <a:pt x="680" y="7350"/>
                    </a:cubicBezTo>
                    <a:cubicBezTo>
                      <a:pt x="752" y="7047"/>
                      <a:pt x="815" y="6737"/>
                      <a:pt x="867" y="6430"/>
                    </a:cubicBezTo>
                    <a:cubicBezTo>
                      <a:pt x="1167" y="5162"/>
                      <a:pt x="1840" y="4320"/>
                      <a:pt x="2680" y="3350"/>
                    </a:cubicBezTo>
                    <a:cubicBezTo>
                      <a:pt x="2810" y="3195"/>
                      <a:pt x="2938" y="3040"/>
                      <a:pt x="3070" y="2880"/>
                    </a:cubicBezTo>
                    <a:cubicBezTo>
                      <a:pt x="4697" y="1075"/>
                      <a:pt x="6665" y="290"/>
                      <a:pt x="9040" y="100"/>
                    </a:cubicBezTo>
                    <a:cubicBezTo>
                      <a:pt x="10972" y="0"/>
                      <a:pt x="13100" y="197"/>
                      <a:pt x="14742" y="1320"/>
                    </a:cubicBezTo>
                    <a:close/>
                  </a:path>
                </a:pathLst>
              </a:custGeom>
              <a:solidFill>
                <a:srgbClr val="74AA9C"/>
              </a:solidFill>
              <a:ln w="0">
                <a:noFill/>
              </a:ln>
            </p:spPr>
          </p:sp>
          <p:sp>
            <p:nvSpPr>
              <p:cNvPr id="296" name="gpt4o vector"/>
              <p:cNvSpPr/>
              <p:nvPr/>
            </p:nvSpPr>
            <p:spPr>
              <a:xfrm>
                <a:off x="8913114" y="2117659"/>
                <a:ext cx="166878" cy="206472"/>
              </a:xfrm>
              <a:custGeom>
                <a:avLst/>
                <a:gdLst/>
                <a:ahLst/>
                <a:cxnLst/>
                <a:rect l="0" t="0" r="r" b="b"/>
                <a:pathLst>
                  <a:path w="18250" h="22580" fill="norm" stroke="0">
                    <a:moveTo>
                      <a:pt x="6500" y="410"/>
                    </a:moveTo>
                    <a:cubicBezTo>
                      <a:pt x="6750" y="660"/>
                      <a:pt x="6750" y="660"/>
                      <a:pt x="6775" y="1135"/>
                    </a:cubicBezTo>
                    <a:cubicBezTo>
                      <a:pt x="6773" y="1343"/>
                      <a:pt x="6768" y="1552"/>
                      <a:pt x="6765" y="1765"/>
                    </a:cubicBezTo>
                    <a:cubicBezTo>
                      <a:pt x="6763" y="2002"/>
                      <a:pt x="6760" y="2237"/>
                      <a:pt x="6758" y="2480"/>
                    </a:cubicBezTo>
                    <a:cubicBezTo>
                      <a:pt x="6758" y="2605"/>
                      <a:pt x="6755" y="2732"/>
                      <a:pt x="6755" y="2862"/>
                    </a:cubicBezTo>
                    <a:cubicBezTo>
                      <a:pt x="6747" y="3532"/>
                      <a:pt x="6750" y="4205"/>
                      <a:pt x="6750" y="4875"/>
                    </a:cubicBezTo>
                    <a:cubicBezTo>
                      <a:pt x="6753" y="5727"/>
                      <a:pt x="6750" y="6580"/>
                      <a:pt x="6737" y="7433"/>
                    </a:cubicBezTo>
                    <a:cubicBezTo>
                      <a:pt x="6725" y="8123"/>
                      <a:pt x="6725" y="8812"/>
                      <a:pt x="6732" y="9500"/>
                    </a:cubicBezTo>
                    <a:cubicBezTo>
                      <a:pt x="6735" y="9762"/>
                      <a:pt x="6730" y="10025"/>
                      <a:pt x="6722" y="10287"/>
                    </a:cubicBezTo>
                    <a:cubicBezTo>
                      <a:pt x="6700" y="11125"/>
                      <a:pt x="6725" y="11865"/>
                      <a:pt x="7000" y="12660"/>
                    </a:cubicBezTo>
                    <a:cubicBezTo>
                      <a:pt x="7675" y="13328"/>
                      <a:pt x="8405" y="13740"/>
                      <a:pt x="9250" y="14160"/>
                    </a:cubicBezTo>
                    <a:cubicBezTo>
                      <a:pt x="9475" y="14297"/>
                      <a:pt x="9700" y="14438"/>
                      <a:pt x="9923" y="14583"/>
                    </a:cubicBezTo>
                    <a:cubicBezTo>
                      <a:pt x="10455" y="14885"/>
                      <a:pt x="10997" y="15153"/>
                      <a:pt x="11548" y="15422"/>
                    </a:cubicBezTo>
                    <a:cubicBezTo>
                      <a:pt x="12355" y="15847"/>
                      <a:pt x="13130" y="16333"/>
                      <a:pt x="13908" y="16810"/>
                    </a:cubicBezTo>
                    <a:cubicBezTo>
                      <a:pt x="14430" y="17117"/>
                      <a:pt x="14955" y="17398"/>
                      <a:pt x="15500" y="17660"/>
                    </a:cubicBezTo>
                    <a:cubicBezTo>
                      <a:pt x="15500" y="17825"/>
                      <a:pt x="15500" y="17990"/>
                      <a:pt x="15500" y="18160"/>
                    </a:cubicBezTo>
                    <a:cubicBezTo>
                      <a:pt x="15722" y="18227"/>
                      <a:pt x="15942" y="18295"/>
                      <a:pt x="16173" y="18362"/>
                    </a:cubicBezTo>
                    <a:cubicBezTo>
                      <a:pt x="16942" y="18617"/>
                      <a:pt x="17570" y="18970"/>
                      <a:pt x="18250" y="19410"/>
                    </a:cubicBezTo>
                    <a:cubicBezTo>
                      <a:pt x="18170" y="20175"/>
                      <a:pt x="18105" y="20558"/>
                      <a:pt x="17545" y="21102"/>
                    </a:cubicBezTo>
                    <a:cubicBezTo>
                      <a:pt x="17355" y="21225"/>
                      <a:pt x="17165" y="21347"/>
                      <a:pt x="16970" y="21472"/>
                    </a:cubicBezTo>
                    <a:cubicBezTo>
                      <a:pt x="16783" y="21597"/>
                      <a:pt x="16595" y="21722"/>
                      <a:pt x="16405" y="21852"/>
                    </a:cubicBezTo>
                    <a:cubicBezTo>
                      <a:pt x="15525" y="22268"/>
                      <a:pt x="14580" y="22580"/>
                      <a:pt x="13612" y="22295"/>
                    </a:cubicBezTo>
                    <a:cubicBezTo>
                      <a:pt x="13225" y="22107"/>
                      <a:pt x="12867" y="21898"/>
                      <a:pt x="12505" y="21667"/>
                    </a:cubicBezTo>
                    <a:cubicBezTo>
                      <a:pt x="12367" y="21588"/>
                      <a:pt x="12232" y="21507"/>
                      <a:pt x="12095" y="21425"/>
                    </a:cubicBezTo>
                    <a:cubicBezTo>
                      <a:pt x="11665" y="21167"/>
                      <a:pt x="11237" y="20908"/>
                      <a:pt x="10812" y="20645"/>
                    </a:cubicBezTo>
                    <a:cubicBezTo>
                      <a:pt x="10530" y="20475"/>
                      <a:pt x="10250" y="20305"/>
                      <a:pt x="9967" y="20137"/>
                    </a:cubicBezTo>
                    <a:cubicBezTo>
                      <a:pt x="9548" y="19887"/>
                      <a:pt x="9130" y="19637"/>
                      <a:pt x="8715" y="19385"/>
                    </a:cubicBezTo>
                    <a:cubicBezTo>
                      <a:pt x="7822" y="18845"/>
                      <a:pt x="6920" y="18340"/>
                      <a:pt x="6000" y="17852"/>
                    </a:cubicBezTo>
                    <a:cubicBezTo>
                      <a:pt x="5067" y="17352"/>
                      <a:pt x="4210" y="16840"/>
                      <a:pt x="3438" y="16112"/>
                    </a:cubicBezTo>
                    <a:cubicBezTo>
                      <a:pt x="3337" y="16020"/>
                      <a:pt x="3235" y="15925"/>
                      <a:pt x="3133" y="15830"/>
                    </a:cubicBezTo>
                    <a:cubicBezTo>
                      <a:pt x="1385" y="14135"/>
                      <a:pt x="140" y="12135"/>
                      <a:pt x="0" y="9660"/>
                    </a:cubicBezTo>
                    <a:cubicBezTo>
                      <a:pt x="48" y="7023"/>
                      <a:pt x="628" y="4360"/>
                      <a:pt x="2500" y="2410"/>
                    </a:cubicBezTo>
                    <a:cubicBezTo>
                      <a:pt x="5087" y="0"/>
                      <a:pt x="5087" y="0"/>
                      <a:pt x="6500" y="410"/>
                    </a:cubicBezTo>
                    <a:close/>
                  </a:path>
                </a:pathLst>
              </a:custGeom>
              <a:solidFill>
                <a:srgbClr val="73AA9C"/>
              </a:solidFill>
              <a:ln w="0">
                <a:noFill/>
              </a:ln>
            </p:spPr>
          </p:sp>
          <p:sp>
            <p:nvSpPr>
              <p:cNvPr id="297" name="gpt4o vector"/>
              <p:cNvSpPr/>
              <p:nvPr/>
            </p:nvSpPr>
            <p:spPr>
              <a:xfrm>
                <a:off x="9082278" y="2224278"/>
                <a:ext cx="142669" cy="211409"/>
              </a:xfrm>
              <a:custGeom>
                <a:avLst/>
                <a:gdLst/>
                <a:ahLst/>
                <a:cxnLst/>
                <a:rect l="0" t="0" r="r" b="b"/>
                <a:pathLst>
                  <a:path w="15602" h="23120" fill="norm" stroke="0">
                    <a:moveTo>
                      <a:pt x="10750" y="0"/>
                    </a:moveTo>
                    <a:cubicBezTo>
                      <a:pt x="11747" y="192"/>
                      <a:pt x="12518" y="447"/>
                      <a:pt x="13405" y="923"/>
                    </a:cubicBezTo>
                    <a:cubicBezTo>
                      <a:pt x="13525" y="980"/>
                      <a:pt x="13645" y="1037"/>
                      <a:pt x="13768" y="1097"/>
                    </a:cubicBezTo>
                    <a:cubicBezTo>
                      <a:pt x="14730" y="1610"/>
                      <a:pt x="15163" y="2218"/>
                      <a:pt x="15500" y="3250"/>
                    </a:cubicBezTo>
                    <a:cubicBezTo>
                      <a:pt x="15602" y="4032"/>
                      <a:pt x="15600" y="4805"/>
                      <a:pt x="15590" y="5595"/>
                    </a:cubicBezTo>
                    <a:cubicBezTo>
                      <a:pt x="15590" y="5705"/>
                      <a:pt x="15590" y="5705"/>
                      <a:pt x="15590" y="6267"/>
                    </a:cubicBezTo>
                    <a:cubicBezTo>
                      <a:pt x="15590" y="6738"/>
                      <a:pt x="15587" y="7205"/>
                      <a:pt x="15585" y="7675"/>
                    </a:cubicBezTo>
                    <a:cubicBezTo>
                      <a:pt x="15577" y="8390"/>
                      <a:pt x="15580" y="9105"/>
                      <a:pt x="15580" y="9820"/>
                    </a:cubicBezTo>
                    <a:cubicBezTo>
                      <a:pt x="15580" y="10275"/>
                      <a:pt x="15577" y="10733"/>
                      <a:pt x="15575" y="11188"/>
                    </a:cubicBezTo>
                    <a:cubicBezTo>
                      <a:pt x="15575" y="11295"/>
                      <a:pt x="15575" y="11295"/>
                      <a:pt x="15575" y="11835"/>
                    </a:cubicBezTo>
                    <a:cubicBezTo>
                      <a:pt x="15562" y="12938"/>
                      <a:pt x="15487" y="13757"/>
                      <a:pt x="15000" y="14750"/>
                    </a:cubicBezTo>
                    <a:cubicBezTo>
                      <a:pt x="14925" y="15108"/>
                      <a:pt x="14857" y="15467"/>
                      <a:pt x="14798" y="15827"/>
                    </a:cubicBezTo>
                    <a:cubicBezTo>
                      <a:pt x="14413" y="17635"/>
                      <a:pt x="13385" y="19058"/>
                      <a:pt x="12000" y="20250"/>
                    </a:cubicBezTo>
                    <a:cubicBezTo>
                      <a:pt x="11842" y="20392"/>
                      <a:pt x="11688" y="20533"/>
                      <a:pt x="11528" y="20680"/>
                    </a:cubicBezTo>
                    <a:cubicBezTo>
                      <a:pt x="9680" y="22250"/>
                      <a:pt x="7697" y="23120"/>
                      <a:pt x="5250" y="23015"/>
                    </a:cubicBezTo>
                    <a:cubicBezTo>
                      <a:pt x="4145" y="22873"/>
                      <a:pt x="3145" y="22592"/>
                      <a:pt x="2110" y="22188"/>
                    </a:cubicBezTo>
                    <a:cubicBezTo>
                      <a:pt x="1985" y="22140"/>
                      <a:pt x="1860" y="22092"/>
                      <a:pt x="1730" y="22043"/>
                    </a:cubicBezTo>
                    <a:cubicBezTo>
                      <a:pt x="773" y="21625"/>
                      <a:pt x="447" y="21150"/>
                      <a:pt x="0" y="20250"/>
                    </a:cubicBezTo>
                    <a:cubicBezTo>
                      <a:pt x="570" y="19625"/>
                      <a:pt x="1158" y="19230"/>
                      <a:pt x="1893" y="18815"/>
                    </a:cubicBezTo>
                    <a:cubicBezTo>
                      <a:pt x="1947" y="18783"/>
                      <a:pt x="1947" y="18783"/>
                      <a:pt x="2227" y="18625"/>
                    </a:cubicBezTo>
                    <a:cubicBezTo>
                      <a:pt x="2577" y="18425"/>
                      <a:pt x="2930" y="18228"/>
                      <a:pt x="3280" y="18030"/>
                    </a:cubicBezTo>
                    <a:cubicBezTo>
                      <a:pt x="3513" y="17900"/>
                      <a:pt x="3742" y="17770"/>
                      <a:pt x="3972" y="17640"/>
                    </a:cubicBezTo>
                    <a:cubicBezTo>
                      <a:pt x="4857" y="17140"/>
                      <a:pt x="5742" y="16642"/>
                      <a:pt x="6633" y="16153"/>
                    </a:cubicBezTo>
                    <a:cubicBezTo>
                      <a:pt x="7587" y="15630"/>
                      <a:pt x="8510" y="15115"/>
                      <a:pt x="9375" y="14452"/>
                    </a:cubicBezTo>
                    <a:cubicBezTo>
                      <a:pt x="9455" y="14392"/>
                      <a:pt x="9455" y="14392"/>
                      <a:pt x="9867" y="14082"/>
                    </a:cubicBezTo>
                    <a:cubicBezTo>
                      <a:pt x="10380" y="13637"/>
                      <a:pt x="10492" y="13365"/>
                      <a:pt x="10540" y="12688"/>
                    </a:cubicBezTo>
                    <a:cubicBezTo>
                      <a:pt x="10543" y="12452"/>
                      <a:pt x="10548" y="12218"/>
                      <a:pt x="10553" y="11977"/>
                    </a:cubicBezTo>
                    <a:cubicBezTo>
                      <a:pt x="10555" y="11847"/>
                      <a:pt x="10558" y="11718"/>
                      <a:pt x="10560" y="11585"/>
                    </a:cubicBezTo>
                    <a:cubicBezTo>
                      <a:pt x="10567" y="11157"/>
                      <a:pt x="10572" y="10730"/>
                      <a:pt x="10580" y="10303"/>
                    </a:cubicBezTo>
                    <a:cubicBezTo>
                      <a:pt x="10585" y="10007"/>
                      <a:pt x="10590" y="9710"/>
                      <a:pt x="10595" y="9412"/>
                    </a:cubicBezTo>
                    <a:cubicBezTo>
                      <a:pt x="10607" y="8632"/>
                      <a:pt x="10620" y="7852"/>
                      <a:pt x="10633" y="7072"/>
                    </a:cubicBezTo>
                    <a:cubicBezTo>
                      <a:pt x="10645" y="6278"/>
                      <a:pt x="10660" y="5483"/>
                      <a:pt x="10673" y="4685"/>
                    </a:cubicBezTo>
                    <a:cubicBezTo>
                      <a:pt x="10700" y="3123"/>
                      <a:pt x="10725" y="1562"/>
                      <a:pt x="10750" y="0"/>
                    </a:cubicBezTo>
                    <a:close/>
                  </a:path>
                </a:pathLst>
              </a:custGeom>
              <a:solidFill>
                <a:srgbClr val="74AA9C"/>
              </a:solidFill>
              <a:ln w="0">
                <a:noFill/>
              </a:ln>
            </p:spPr>
          </p:sp>
          <p:sp>
            <p:nvSpPr>
              <p:cNvPr id="298" name="gpt4o vector"/>
              <p:cNvSpPr/>
              <p:nvPr/>
            </p:nvSpPr>
            <p:spPr>
              <a:xfrm>
                <a:off x="9139428" y="2142645"/>
                <a:ext cx="165164" cy="205077"/>
              </a:xfrm>
              <a:custGeom>
                <a:avLst/>
                <a:gdLst/>
                <a:ahLst/>
                <a:cxnLst/>
                <a:rect l="0" t="0" r="r" b="b"/>
                <a:pathLst>
                  <a:path w="18062" h="22428" fill="norm" stroke="0">
                    <a:moveTo>
                      <a:pt x="4750" y="428"/>
                    </a:moveTo>
                    <a:cubicBezTo>
                      <a:pt x="5518" y="800"/>
                      <a:pt x="6222" y="1243"/>
                      <a:pt x="6930" y="1715"/>
                    </a:cubicBezTo>
                    <a:cubicBezTo>
                      <a:pt x="7440" y="2053"/>
                      <a:pt x="7962" y="2365"/>
                      <a:pt x="8485" y="2678"/>
                    </a:cubicBezTo>
                    <a:cubicBezTo>
                      <a:pt x="8690" y="2803"/>
                      <a:pt x="8898" y="2928"/>
                      <a:pt x="9110" y="3055"/>
                    </a:cubicBezTo>
                    <a:cubicBezTo>
                      <a:pt x="9650" y="3370"/>
                      <a:pt x="10197" y="3665"/>
                      <a:pt x="10753" y="3953"/>
                    </a:cubicBezTo>
                    <a:cubicBezTo>
                      <a:pt x="13445" y="5360"/>
                      <a:pt x="16497" y="7265"/>
                      <a:pt x="17620" y="10225"/>
                    </a:cubicBezTo>
                    <a:cubicBezTo>
                      <a:pt x="18062" y="11755"/>
                      <a:pt x="18055" y="13348"/>
                      <a:pt x="18000" y="14928"/>
                    </a:cubicBezTo>
                    <a:cubicBezTo>
                      <a:pt x="17997" y="15110"/>
                      <a:pt x="17997" y="15293"/>
                      <a:pt x="17995" y="15483"/>
                    </a:cubicBezTo>
                    <a:cubicBezTo>
                      <a:pt x="17913" y="17165"/>
                      <a:pt x="17178" y="18333"/>
                      <a:pt x="16250" y="19678"/>
                    </a:cubicBezTo>
                    <a:cubicBezTo>
                      <a:pt x="16170" y="19805"/>
                      <a:pt x="16090" y="19930"/>
                      <a:pt x="16008" y="20060"/>
                    </a:cubicBezTo>
                    <a:cubicBezTo>
                      <a:pt x="15290" y="21098"/>
                      <a:pt x="14138" y="21918"/>
                      <a:pt x="13000" y="22428"/>
                    </a:cubicBezTo>
                    <a:cubicBezTo>
                      <a:pt x="12340" y="22317"/>
                      <a:pt x="12340" y="22317"/>
                      <a:pt x="11750" y="22178"/>
                    </a:cubicBezTo>
                    <a:cubicBezTo>
                      <a:pt x="11712" y="21113"/>
                      <a:pt x="11678" y="20045"/>
                      <a:pt x="11643" y="18980"/>
                    </a:cubicBezTo>
                    <a:cubicBezTo>
                      <a:pt x="11633" y="18618"/>
                      <a:pt x="11620" y="18257"/>
                      <a:pt x="11607" y="17898"/>
                    </a:cubicBezTo>
                    <a:cubicBezTo>
                      <a:pt x="11590" y="17370"/>
                      <a:pt x="11572" y="16845"/>
                      <a:pt x="11555" y="16317"/>
                    </a:cubicBezTo>
                    <a:cubicBezTo>
                      <a:pt x="11548" y="16143"/>
                      <a:pt x="11543" y="15968"/>
                      <a:pt x="11535" y="15788"/>
                    </a:cubicBezTo>
                    <a:cubicBezTo>
                      <a:pt x="11508" y="14873"/>
                      <a:pt x="11503" y="13968"/>
                      <a:pt x="11535" y="13055"/>
                    </a:cubicBezTo>
                    <a:cubicBezTo>
                      <a:pt x="11543" y="12873"/>
                      <a:pt x="11548" y="12692"/>
                      <a:pt x="11553" y="12505"/>
                    </a:cubicBezTo>
                    <a:cubicBezTo>
                      <a:pt x="11565" y="12160"/>
                      <a:pt x="11580" y="11815"/>
                      <a:pt x="11602" y="11473"/>
                    </a:cubicBezTo>
                    <a:cubicBezTo>
                      <a:pt x="11638" y="10345"/>
                      <a:pt x="11638" y="10345"/>
                      <a:pt x="11240" y="9860"/>
                    </a:cubicBezTo>
                    <a:cubicBezTo>
                      <a:pt x="10923" y="9600"/>
                      <a:pt x="10605" y="9385"/>
                      <a:pt x="10250" y="9178"/>
                    </a:cubicBezTo>
                    <a:cubicBezTo>
                      <a:pt x="10128" y="9095"/>
                      <a:pt x="10003" y="9013"/>
                      <a:pt x="9878" y="8928"/>
                    </a:cubicBezTo>
                    <a:cubicBezTo>
                      <a:pt x="9775" y="8868"/>
                      <a:pt x="9673" y="8810"/>
                      <a:pt x="9567" y="8750"/>
                    </a:cubicBezTo>
                    <a:cubicBezTo>
                      <a:pt x="9450" y="8683"/>
                      <a:pt x="9335" y="8615"/>
                      <a:pt x="9212" y="8545"/>
                    </a:cubicBezTo>
                    <a:cubicBezTo>
                      <a:pt x="9092" y="8475"/>
                      <a:pt x="8970" y="8405"/>
                      <a:pt x="8845" y="8333"/>
                    </a:cubicBezTo>
                    <a:cubicBezTo>
                      <a:pt x="8778" y="8295"/>
                      <a:pt x="8778" y="8295"/>
                      <a:pt x="8447" y="8105"/>
                    </a:cubicBezTo>
                    <a:cubicBezTo>
                      <a:pt x="7492" y="7558"/>
                      <a:pt x="6528" y="7035"/>
                      <a:pt x="5558" y="6515"/>
                    </a:cubicBezTo>
                    <a:cubicBezTo>
                      <a:pt x="4210" y="5782"/>
                      <a:pt x="2915" y="4965"/>
                      <a:pt x="1612" y="4153"/>
                    </a:cubicBezTo>
                    <a:cubicBezTo>
                      <a:pt x="1080" y="3823"/>
                      <a:pt x="540" y="3500"/>
                      <a:pt x="0" y="3178"/>
                    </a:cubicBezTo>
                    <a:cubicBezTo>
                      <a:pt x="75" y="2377"/>
                      <a:pt x="143" y="2025"/>
                      <a:pt x="750" y="1478"/>
                    </a:cubicBezTo>
                    <a:cubicBezTo>
                      <a:pt x="3250" y="0"/>
                      <a:pt x="3250" y="0"/>
                      <a:pt x="4750" y="428"/>
                    </a:cubicBezTo>
                    <a:close/>
                  </a:path>
                </a:pathLst>
              </a:custGeom>
              <a:solidFill>
                <a:srgbClr val="74AA9C"/>
              </a:solidFill>
              <a:ln w="0">
                <a:noFill/>
              </a:ln>
            </p:spPr>
          </p:sp>
          <p:sp>
            <p:nvSpPr>
              <p:cNvPr id="299" name="gpt4o vector"/>
              <p:cNvSpPr/>
              <p:nvPr/>
            </p:nvSpPr>
            <p:spPr>
              <a:xfrm>
                <a:off x="9063325" y="2063562"/>
                <a:ext cx="221856" cy="112700"/>
              </a:xfrm>
              <a:custGeom>
                <a:avLst/>
                <a:gdLst/>
                <a:ahLst/>
                <a:cxnLst/>
                <a:rect l="0" t="0" r="r" b="b"/>
                <a:pathLst>
                  <a:path w="24262" h="12325" fill="norm" stroke="0">
                    <a:moveTo>
                      <a:pt x="18670" y="1512"/>
                    </a:moveTo>
                    <a:cubicBezTo>
                      <a:pt x="21322" y="3100"/>
                      <a:pt x="23095" y="5415"/>
                      <a:pt x="23917" y="8392"/>
                    </a:cubicBezTo>
                    <a:cubicBezTo>
                      <a:pt x="24173" y="9517"/>
                      <a:pt x="24262" y="10362"/>
                      <a:pt x="23822" y="11435"/>
                    </a:cubicBezTo>
                    <a:cubicBezTo>
                      <a:pt x="23740" y="11565"/>
                      <a:pt x="23657" y="11692"/>
                      <a:pt x="23572" y="11825"/>
                    </a:cubicBezTo>
                    <a:cubicBezTo>
                      <a:pt x="22385" y="11357"/>
                      <a:pt x="22385" y="11357"/>
                      <a:pt x="21822" y="11075"/>
                    </a:cubicBezTo>
                    <a:cubicBezTo>
                      <a:pt x="21822" y="10910"/>
                      <a:pt x="21822" y="10745"/>
                      <a:pt x="21822" y="10575"/>
                    </a:cubicBezTo>
                    <a:cubicBezTo>
                      <a:pt x="21710" y="10552"/>
                      <a:pt x="21710" y="10552"/>
                      <a:pt x="21135" y="10435"/>
                    </a:cubicBezTo>
                    <a:cubicBezTo>
                      <a:pt x="19780" y="10055"/>
                      <a:pt x="18615" y="9270"/>
                      <a:pt x="17425" y="8542"/>
                    </a:cubicBezTo>
                    <a:cubicBezTo>
                      <a:pt x="17092" y="8337"/>
                      <a:pt x="16757" y="8137"/>
                      <a:pt x="16425" y="7938"/>
                    </a:cubicBezTo>
                    <a:cubicBezTo>
                      <a:pt x="16037" y="7705"/>
                      <a:pt x="15652" y="7470"/>
                      <a:pt x="15270" y="7230"/>
                    </a:cubicBezTo>
                    <a:cubicBezTo>
                      <a:pt x="13392" y="6102"/>
                      <a:pt x="13392" y="6102"/>
                      <a:pt x="12322" y="6188"/>
                    </a:cubicBezTo>
                    <a:cubicBezTo>
                      <a:pt x="10405" y="6715"/>
                      <a:pt x="8678" y="7880"/>
                      <a:pt x="7058" y="9000"/>
                    </a:cubicBezTo>
                    <a:cubicBezTo>
                      <a:pt x="6550" y="9342"/>
                      <a:pt x="6040" y="9605"/>
                      <a:pt x="5487" y="9865"/>
                    </a:cubicBezTo>
                    <a:cubicBezTo>
                      <a:pt x="4380" y="10427"/>
                      <a:pt x="3270" y="11090"/>
                      <a:pt x="2252" y="11800"/>
                    </a:cubicBezTo>
                    <a:cubicBezTo>
                      <a:pt x="1933" y="12012"/>
                      <a:pt x="1933" y="12012"/>
                      <a:pt x="1322" y="12325"/>
                    </a:cubicBezTo>
                    <a:cubicBezTo>
                      <a:pt x="785" y="12220"/>
                      <a:pt x="785" y="12220"/>
                      <a:pt x="322" y="12075"/>
                    </a:cubicBezTo>
                    <a:cubicBezTo>
                      <a:pt x="0" y="8112"/>
                      <a:pt x="0" y="8112"/>
                      <a:pt x="673" y="6995"/>
                    </a:cubicBezTo>
                    <a:cubicBezTo>
                      <a:pt x="1202" y="6600"/>
                      <a:pt x="1715" y="6340"/>
                      <a:pt x="2322" y="6075"/>
                    </a:cubicBezTo>
                    <a:cubicBezTo>
                      <a:pt x="2647" y="5895"/>
                      <a:pt x="2972" y="5715"/>
                      <a:pt x="3295" y="5532"/>
                    </a:cubicBezTo>
                    <a:cubicBezTo>
                      <a:pt x="3640" y="5337"/>
                      <a:pt x="3990" y="5152"/>
                      <a:pt x="4342" y="4967"/>
                    </a:cubicBezTo>
                    <a:cubicBezTo>
                      <a:pt x="5097" y="4567"/>
                      <a:pt x="5835" y="4135"/>
                      <a:pt x="6572" y="3700"/>
                    </a:cubicBezTo>
                    <a:cubicBezTo>
                      <a:pt x="7072" y="3407"/>
                      <a:pt x="7572" y="3117"/>
                      <a:pt x="8072" y="2825"/>
                    </a:cubicBezTo>
                    <a:cubicBezTo>
                      <a:pt x="8192" y="2757"/>
                      <a:pt x="8312" y="2688"/>
                      <a:pt x="8438" y="2615"/>
                    </a:cubicBezTo>
                    <a:cubicBezTo>
                      <a:pt x="9935" y="1750"/>
                      <a:pt x="11402" y="1060"/>
                      <a:pt x="13072" y="575"/>
                    </a:cubicBezTo>
                    <a:cubicBezTo>
                      <a:pt x="13197" y="527"/>
                      <a:pt x="13325" y="480"/>
                      <a:pt x="13455" y="427"/>
                    </a:cubicBezTo>
                    <a:cubicBezTo>
                      <a:pt x="14992" y="0"/>
                      <a:pt x="17325" y="790"/>
                      <a:pt x="18670" y="1512"/>
                    </a:cubicBezTo>
                    <a:close/>
                  </a:path>
                </a:pathLst>
              </a:custGeom>
              <a:solidFill>
                <a:srgbClr val="74AA9C"/>
              </a:solidFill>
              <a:ln w="0">
                <a:noFill/>
              </a:ln>
            </p:spPr>
          </p:sp>
          <p:sp>
            <p:nvSpPr>
              <p:cNvPr id="300" name="gpt4o vector"/>
              <p:cNvSpPr/>
              <p:nvPr/>
            </p:nvSpPr>
            <p:spPr>
              <a:xfrm>
                <a:off x="8937193" y="2290562"/>
                <a:ext cx="219502" cy="109797"/>
              </a:xfrm>
              <a:custGeom>
                <a:avLst/>
                <a:gdLst/>
                <a:ahLst/>
                <a:cxnLst/>
                <a:rect l="0" t="0" r="r" b="b"/>
                <a:pathLst>
                  <a:path w="24005" h="12007" fill="norm" stroke="0">
                    <a:moveTo>
                      <a:pt x="23270" y="67"/>
                    </a:moveTo>
                    <a:cubicBezTo>
                      <a:pt x="23617" y="250"/>
                      <a:pt x="23617" y="250"/>
                      <a:pt x="23867" y="750"/>
                    </a:cubicBezTo>
                    <a:cubicBezTo>
                      <a:pt x="23942" y="1357"/>
                      <a:pt x="23947" y="1968"/>
                      <a:pt x="23960" y="2580"/>
                    </a:cubicBezTo>
                    <a:cubicBezTo>
                      <a:pt x="23965" y="2662"/>
                      <a:pt x="23965" y="2662"/>
                      <a:pt x="23990" y="3082"/>
                    </a:cubicBezTo>
                    <a:cubicBezTo>
                      <a:pt x="24005" y="3970"/>
                      <a:pt x="23955" y="4530"/>
                      <a:pt x="23330" y="5190"/>
                    </a:cubicBezTo>
                    <a:cubicBezTo>
                      <a:pt x="22648" y="5772"/>
                      <a:pt x="21903" y="6227"/>
                      <a:pt x="21117" y="6658"/>
                    </a:cubicBezTo>
                    <a:cubicBezTo>
                      <a:pt x="20862" y="6800"/>
                      <a:pt x="20605" y="6945"/>
                      <a:pt x="20350" y="7090"/>
                    </a:cubicBezTo>
                    <a:cubicBezTo>
                      <a:pt x="20227" y="7158"/>
                      <a:pt x="20102" y="7227"/>
                      <a:pt x="19972" y="7300"/>
                    </a:cubicBezTo>
                    <a:cubicBezTo>
                      <a:pt x="19650" y="7483"/>
                      <a:pt x="19330" y="7675"/>
                      <a:pt x="19012" y="7868"/>
                    </a:cubicBezTo>
                    <a:cubicBezTo>
                      <a:pt x="18202" y="8358"/>
                      <a:pt x="17362" y="8793"/>
                      <a:pt x="16523" y="9235"/>
                    </a:cubicBezTo>
                    <a:cubicBezTo>
                      <a:pt x="16202" y="9405"/>
                      <a:pt x="15882" y="9572"/>
                      <a:pt x="15565" y="9743"/>
                    </a:cubicBezTo>
                    <a:cubicBezTo>
                      <a:pt x="15408" y="9825"/>
                      <a:pt x="15250" y="9908"/>
                      <a:pt x="15087" y="9995"/>
                    </a:cubicBezTo>
                    <a:cubicBezTo>
                      <a:pt x="14617" y="10250"/>
                      <a:pt x="14163" y="10520"/>
                      <a:pt x="13702" y="10795"/>
                    </a:cubicBezTo>
                    <a:cubicBezTo>
                      <a:pt x="11715" y="11935"/>
                      <a:pt x="9077" y="12007"/>
                      <a:pt x="6867" y="11500"/>
                    </a:cubicBezTo>
                    <a:cubicBezTo>
                      <a:pt x="6035" y="11183"/>
                      <a:pt x="5345" y="10760"/>
                      <a:pt x="4617" y="10250"/>
                    </a:cubicBezTo>
                    <a:cubicBezTo>
                      <a:pt x="4445" y="10142"/>
                      <a:pt x="4273" y="10035"/>
                      <a:pt x="4095" y="9923"/>
                    </a:cubicBezTo>
                    <a:cubicBezTo>
                      <a:pt x="2308" y="8717"/>
                      <a:pt x="915" y="6860"/>
                      <a:pt x="222" y="4808"/>
                    </a:cubicBezTo>
                    <a:cubicBezTo>
                      <a:pt x="0" y="3635"/>
                      <a:pt x="62" y="2440"/>
                      <a:pt x="117" y="1250"/>
                    </a:cubicBezTo>
                    <a:cubicBezTo>
                      <a:pt x="497" y="938"/>
                      <a:pt x="497" y="938"/>
                      <a:pt x="1117" y="750"/>
                    </a:cubicBezTo>
                    <a:cubicBezTo>
                      <a:pt x="1805" y="990"/>
                      <a:pt x="2403" y="1373"/>
                      <a:pt x="3023" y="1750"/>
                    </a:cubicBezTo>
                    <a:cubicBezTo>
                      <a:pt x="3112" y="1805"/>
                      <a:pt x="3112" y="1805"/>
                      <a:pt x="3565" y="2070"/>
                    </a:cubicBezTo>
                    <a:cubicBezTo>
                      <a:pt x="4085" y="2377"/>
                      <a:pt x="4602" y="2688"/>
                      <a:pt x="5117" y="3000"/>
                    </a:cubicBezTo>
                    <a:cubicBezTo>
                      <a:pt x="5352" y="3142"/>
                      <a:pt x="5585" y="3285"/>
                      <a:pt x="5820" y="3425"/>
                    </a:cubicBezTo>
                    <a:cubicBezTo>
                      <a:pt x="6017" y="3542"/>
                      <a:pt x="6212" y="3660"/>
                      <a:pt x="6413" y="3782"/>
                    </a:cubicBezTo>
                    <a:cubicBezTo>
                      <a:pt x="6815" y="4022"/>
                      <a:pt x="7215" y="4262"/>
                      <a:pt x="7617" y="4500"/>
                    </a:cubicBezTo>
                    <a:cubicBezTo>
                      <a:pt x="7745" y="4580"/>
                      <a:pt x="7875" y="4657"/>
                      <a:pt x="8007" y="4738"/>
                    </a:cubicBezTo>
                    <a:cubicBezTo>
                      <a:pt x="8433" y="4993"/>
                      <a:pt x="8860" y="5240"/>
                      <a:pt x="9288" y="5485"/>
                    </a:cubicBezTo>
                    <a:cubicBezTo>
                      <a:pt x="9420" y="5565"/>
                      <a:pt x="9550" y="5645"/>
                      <a:pt x="9685" y="5727"/>
                    </a:cubicBezTo>
                    <a:cubicBezTo>
                      <a:pt x="10577" y="6230"/>
                      <a:pt x="11210" y="6332"/>
                      <a:pt x="12217" y="6125"/>
                    </a:cubicBezTo>
                    <a:cubicBezTo>
                      <a:pt x="12783" y="5950"/>
                      <a:pt x="13195" y="5685"/>
                      <a:pt x="13663" y="5330"/>
                    </a:cubicBezTo>
                    <a:cubicBezTo>
                      <a:pt x="14540" y="4705"/>
                      <a:pt x="15413" y="4202"/>
                      <a:pt x="16382" y="3735"/>
                    </a:cubicBezTo>
                    <a:cubicBezTo>
                      <a:pt x="17445" y="3222"/>
                      <a:pt x="18442" y="2665"/>
                      <a:pt x="19433" y="2022"/>
                    </a:cubicBezTo>
                    <a:cubicBezTo>
                      <a:pt x="19942" y="1705"/>
                      <a:pt x="20465" y="1447"/>
                      <a:pt x="21007" y="1192"/>
                    </a:cubicBezTo>
                    <a:cubicBezTo>
                      <a:pt x="21548" y="905"/>
                      <a:pt x="22030" y="540"/>
                      <a:pt x="22517" y="170"/>
                    </a:cubicBezTo>
                    <a:cubicBezTo>
                      <a:pt x="22867" y="0"/>
                      <a:pt x="22867" y="0"/>
                      <a:pt x="23270" y="67"/>
                    </a:cubicBezTo>
                    <a:close/>
                  </a:path>
                </a:pathLst>
              </a:custGeom>
              <a:solidFill>
                <a:srgbClr val="73AA9C"/>
              </a:solidFill>
              <a:ln w="0">
                <a:noFill/>
              </a:ln>
            </p:spPr>
          </p:sp>
          <p:sp>
            <p:nvSpPr>
              <p:cNvPr id="301" name="gpt4o vector"/>
              <p:cNvSpPr/>
              <p:nvPr/>
            </p:nvSpPr>
            <p:spPr>
              <a:xfrm>
                <a:off x="8805146" y="1920240"/>
                <a:ext cx="606590" cy="615254"/>
              </a:xfrm>
              <a:custGeom>
                <a:avLst/>
                <a:gdLst/>
                <a:ahLst/>
                <a:cxnLst/>
                <a:rect l="0" t="0" r="r" b="b"/>
                <a:pathLst>
                  <a:path w="66337" h="67285" fill="norm" stroke="0">
                    <a:moveTo>
                      <a:pt x="31808" y="0"/>
                    </a:moveTo>
                    <a:cubicBezTo>
                      <a:pt x="31962" y="468"/>
                      <a:pt x="31962" y="468"/>
                      <a:pt x="32058" y="1000"/>
                    </a:cubicBezTo>
                    <a:cubicBezTo>
                      <a:pt x="31558" y="1500"/>
                      <a:pt x="31558" y="1500"/>
                      <a:pt x="30952" y="1558"/>
                    </a:cubicBezTo>
                    <a:cubicBezTo>
                      <a:pt x="30695" y="1558"/>
                      <a:pt x="30440" y="1555"/>
                      <a:pt x="30183" y="1550"/>
                    </a:cubicBezTo>
                    <a:cubicBezTo>
                      <a:pt x="30043" y="1548"/>
                      <a:pt x="29903" y="1548"/>
                      <a:pt x="29758" y="1548"/>
                    </a:cubicBezTo>
                    <a:cubicBezTo>
                      <a:pt x="29452" y="1545"/>
                      <a:pt x="29148" y="1542"/>
                      <a:pt x="28842" y="1537"/>
                    </a:cubicBezTo>
                    <a:cubicBezTo>
                      <a:pt x="28357" y="1530"/>
                      <a:pt x="27873" y="1528"/>
                      <a:pt x="27388" y="1525"/>
                    </a:cubicBezTo>
                    <a:cubicBezTo>
                      <a:pt x="26183" y="1520"/>
                      <a:pt x="24975" y="1507"/>
                      <a:pt x="23770" y="1495"/>
                    </a:cubicBezTo>
                    <a:cubicBezTo>
                      <a:pt x="22755" y="1485"/>
                      <a:pt x="21737" y="1477"/>
                      <a:pt x="20720" y="1472"/>
                    </a:cubicBezTo>
                    <a:cubicBezTo>
                      <a:pt x="20248" y="1470"/>
                      <a:pt x="19773" y="1463"/>
                      <a:pt x="19298" y="1455"/>
                    </a:cubicBezTo>
                    <a:cubicBezTo>
                      <a:pt x="17810" y="1442"/>
                      <a:pt x="16450" y="1498"/>
                      <a:pt x="14998" y="1885"/>
                    </a:cubicBezTo>
                    <a:cubicBezTo>
                      <a:pt x="14415" y="2037"/>
                      <a:pt x="13847" y="2060"/>
                      <a:pt x="13245" y="2077"/>
                    </a:cubicBezTo>
                    <a:cubicBezTo>
                      <a:pt x="12102" y="2167"/>
                      <a:pt x="11128" y="2435"/>
                      <a:pt x="10058" y="2845"/>
                    </a:cubicBezTo>
                    <a:cubicBezTo>
                      <a:pt x="9920" y="2895"/>
                      <a:pt x="9783" y="2947"/>
                      <a:pt x="9640" y="3002"/>
                    </a:cubicBezTo>
                    <a:cubicBezTo>
                      <a:pt x="8862" y="3317"/>
                      <a:pt x="8393" y="3640"/>
                      <a:pt x="7808" y="4250"/>
                    </a:cubicBezTo>
                    <a:cubicBezTo>
                      <a:pt x="7405" y="4377"/>
                      <a:pt x="7405" y="4377"/>
                      <a:pt x="7010" y="4423"/>
                    </a:cubicBezTo>
                    <a:cubicBezTo>
                      <a:pt x="6778" y="4447"/>
                      <a:pt x="6548" y="4472"/>
                      <a:pt x="6308" y="4500"/>
                    </a:cubicBezTo>
                    <a:cubicBezTo>
                      <a:pt x="6308" y="4665"/>
                      <a:pt x="6308" y="4830"/>
                      <a:pt x="6308" y="5000"/>
                    </a:cubicBezTo>
                    <a:cubicBezTo>
                      <a:pt x="5880" y="5415"/>
                      <a:pt x="5880" y="5415"/>
                      <a:pt x="5322" y="5875"/>
                    </a:cubicBezTo>
                    <a:cubicBezTo>
                      <a:pt x="4332" y="6700"/>
                      <a:pt x="4332" y="6700"/>
                      <a:pt x="4058" y="7250"/>
                    </a:cubicBezTo>
                    <a:cubicBezTo>
                      <a:pt x="3893" y="7250"/>
                      <a:pt x="3727" y="7250"/>
                      <a:pt x="3558" y="7250"/>
                    </a:cubicBezTo>
                    <a:cubicBezTo>
                      <a:pt x="3528" y="7370"/>
                      <a:pt x="3498" y="7490"/>
                      <a:pt x="3465" y="7615"/>
                    </a:cubicBezTo>
                    <a:cubicBezTo>
                      <a:pt x="3445" y="7695"/>
                      <a:pt x="3445" y="7695"/>
                      <a:pt x="3337" y="8095"/>
                    </a:cubicBezTo>
                    <a:cubicBezTo>
                      <a:pt x="3298" y="8250"/>
                      <a:pt x="3258" y="8407"/>
                      <a:pt x="3215" y="8567"/>
                    </a:cubicBezTo>
                    <a:cubicBezTo>
                      <a:pt x="3058" y="9000"/>
                      <a:pt x="3058" y="9000"/>
                      <a:pt x="2558" y="9500"/>
                    </a:cubicBezTo>
                    <a:cubicBezTo>
                      <a:pt x="2418" y="9860"/>
                      <a:pt x="2295" y="10225"/>
                      <a:pt x="2183" y="10595"/>
                    </a:cubicBezTo>
                    <a:cubicBezTo>
                      <a:pt x="2003" y="11178"/>
                      <a:pt x="1832" y="11702"/>
                      <a:pt x="1543" y="12240"/>
                    </a:cubicBezTo>
                    <a:cubicBezTo>
                      <a:pt x="1258" y="12860"/>
                      <a:pt x="1222" y="13368"/>
                      <a:pt x="1183" y="14048"/>
                    </a:cubicBezTo>
                    <a:cubicBezTo>
                      <a:pt x="1133" y="14898"/>
                      <a:pt x="1023" y="15645"/>
                      <a:pt x="805" y="16468"/>
                    </a:cubicBezTo>
                    <a:cubicBezTo>
                      <a:pt x="465" y="17993"/>
                      <a:pt x="487" y="19500"/>
                      <a:pt x="492" y="21053"/>
                    </a:cubicBezTo>
                    <a:cubicBezTo>
                      <a:pt x="492" y="21380"/>
                      <a:pt x="490" y="21708"/>
                      <a:pt x="490" y="22035"/>
                    </a:cubicBezTo>
                    <a:cubicBezTo>
                      <a:pt x="487" y="22917"/>
                      <a:pt x="487" y="23803"/>
                      <a:pt x="490" y="24685"/>
                    </a:cubicBezTo>
                    <a:cubicBezTo>
                      <a:pt x="492" y="25613"/>
                      <a:pt x="490" y="26540"/>
                      <a:pt x="490" y="27468"/>
                    </a:cubicBezTo>
                    <a:cubicBezTo>
                      <a:pt x="487" y="29023"/>
                      <a:pt x="490" y="30580"/>
                      <a:pt x="492" y="32137"/>
                    </a:cubicBezTo>
                    <a:cubicBezTo>
                      <a:pt x="495" y="33933"/>
                      <a:pt x="495" y="35730"/>
                      <a:pt x="492" y="37525"/>
                    </a:cubicBezTo>
                    <a:cubicBezTo>
                      <a:pt x="490" y="39072"/>
                      <a:pt x="490" y="40618"/>
                      <a:pt x="490" y="42165"/>
                    </a:cubicBezTo>
                    <a:cubicBezTo>
                      <a:pt x="490" y="43085"/>
                      <a:pt x="490" y="44007"/>
                      <a:pt x="490" y="44930"/>
                    </a:cubicBezTo>
                    <a:cubicBezTo>
                      <a:pt x="487" y="45795"/>
                      <a:pt x="490" y="46663"/>
                      <a:pt x="492" y="47530"/>
                    </a:cubicBezTo>
                    <a:cubicBezTo>
                      <a:pt x="492" y="47845"/>
                      <a:pt x="492" y="48163"/>
                      <a:pt x="490" y="48480"/>
                    </a:cubicBezTo>
                    <a:cubicBezTo>
                      <a:pt x="485" y="50067"/>
                      <a:pt x="525" y="51485"/>
                      <a:pt x="1058" y="53000"/>
                    </a:cubicBezTo>
                    <a:cubicBezTo>
                      <a:pt x="1087" y="53548"/>
                      <a:pt x="1087" y="53548"/>
                      <a:pt x="1058" y="54000"/>
                    </a:cubicBezTo>
                    <a:cubicBezTo>
                      <a:pt x="1018" y="55447"/>
                      <a:pt x="1498" y="56680"/>
                      <a:pt x="2058" y="58000"/>
                    </a:cubicBezTo>
                    <a:cubicBezTo>
                      <a:pt x="2112" y="58145"/>
                      <a:pt x="2165" y="58290"/>
                      <a:pt x="2220" y="58440"/>
                    </a:cubicBezTo>
                    <a:cubicBezTo>
                      <a:pt x="2607" y="59438"/>
                      <a:pt x="2928" y="59868"/>
                      <a:pt x="3808" y="60500"/>
                    </a:cubicBezTo>
                    <a:cubicBezTo>
                      <a:pt x="3977" y="60825"/>
                      <a:pt x="3977" y="60825"/>
                      <a:pt x="4135" y="61202"/>
                    </a:cubicBezTo>
                    <a:cubicBezTo>
                      <a:pt x="4612" y="62238"/>
                      <a:pt x="5425" y="62812"/>
                      <a:pt x="6308" y="63500"/>
                    </a:cubicBezTo>
                    <a:cubicBezTo>
                      <a:pt x="6492" y="63653"/>
                      <a:pt x="6678" y="63808"/>
                      <a:pt x="6870" y="63965"/>
                    </a:cubicBezTo>
                    <a:cubicBezTo>
                      <a:pt x="8638" y="65408"/>
                      <a:pt x="8638" y="65408"/>
                      <a:pt x="9640" y="65640"/>
                    </a:cubicBezTo>
                    <a:cubicBezTo>
                      <a:pt x="10138" y="65770"/>
                      <a:pt x="10605" y="65952"/>
                      <a:pt x="11085" y="66130"/>
                    </a:cubicBezTo>
                    <a:cubicBezTo>
                      <a:pt x="12283" y="66530"/>
                      <a:pt x="13347" y="66605"/>
                      <a:pt x="14600" y="66590"/>
                    </a:cubicBezTo>
                    <a:cubicBezTo>
                      <a:pt x="14820" y="66590"/>
                      <a:pt x="15038" y="66592"/>
                      <a:pt x="15265" y="66592"/>
                    </a:cubicBezTo>
                    <a:cubicBezTo>
                      <a:pt x="15867" y="66592"/>
                      <a:pt x="16467" y="66590"/>
                      <a:pt x="17070" y="66587"/>
                    </a:cubicBezTo>
                    <a:cubicBezTo>
                      <a:pt x="17722" y="66585"/>
                      <a:pt x="18375" y="66585"/>
                      <a:pt x="19025" y="66585"/>
                    </a:cubicBezTo>
                    <a:cubicBezTo>
                      <a:pt x="20153" y="66585"/>
                      <a:pt x="21280" y="66582"/>
                      <a:pt x="22408" y="66580"/>
                    </a:cubicBezTo>
                    <a:cubicBezTo>
                      <a:pt x="24038" y="66572"/>
                      <a:pt x="25665" y="66570"/>
                      <a:pt x="27295" y="66570"/>
                    </a:cubicBezTo>
                    <a:cubicBezTo>
                      <a:pt x="29940" y="66568"/>
                      <a:pt x="32585" y="66562"/>
                      <a:pt x="35227" y="66558"/>
                    </a:cubicBezTo>
                    <a:cubicBezTo>
                      <a:pt x="37795" y="66550"/>
                      <a:pt x="40362" y="66545"/>
                      <a:pt x="42930" y="66540"/>
                    </a:cubicBezTo>
                    <a:cubicBezTo>
                      <a:pt x="43010" y="66540"/>
                      <a:pt x="43010" y="66540"/>
                      <a:pt x="43410" y="66540"/>
                    </a:cubicBezTo>
                    <a:cubicBezTo>
                      <a:pt x="44205" y="66540"/>
                      <a:pt x="45000" y="66538"/>
                      <a:pt x="45795" y="66538"/>
                    </a:cubicBezTo>
                    <a:cubicBezTo>
                      <a:pt x="52383" y="66530"/>
                      <a:pt x="58970" y="66517"/>
                      <a:pt x="65558" y="66500"/>
                    </a:cubicBezTo>
                    <a:cubicBezTo>
                      <a:pt x="65570" y="59760"/>
                      <a:pt x="65577" y="53022"/>
                      <a:pt x="65583" y="46283"/>
                    </a:cubicBezTo>
                    <a:cubicBezTo>
                      <a:pt x="65583" y="45488"/>
                      <a:pt x="65585" y="44692"/>
                      <a:pt x="65585" y="43898"/>
                    </a:cubicBezTo>
                    <a:cubicBezTo>
                      <a:pt x="65585" y="43740"/>
                      <a:pt x="65585" y="43580"/>
                      <a:pt x="65585" y="43417"/>
                    </a:cubicBezTo>
                    <a:cubicBezTo>
                      <a:pt x="65587" y="40852"/>
                      <a:pt x="65593" y="38287"/>
                      <a:pt x="65595" y="35722"/>
                    </a:cubicBezTo>
                    <a:cubicBezTo>
                      <a:pt x="65600" y="33090"/>
                      <a:pt x="65603" y="30460"/>
                      <a:pt x="65605" y="27830"/>
                    </a:cubicBezTo>
                    <a:cubicBezTo>
                      <a:pt x="65605" y="26205"/>
                      <a:pt x="65607" y="24580"/>
                      <a:pt x="65613" y="22958"/>
                    </a:cubicBezTo>
                    <a:cubicBezTo>
                      <a:pt x="65615" y="21845"/>
                      <a:pt x="65615" y="20730"/>
                      <a:pt x="65615" y="19618"/>
                    </a:cubicBezTo>
                    <a:cubicBezTo>
                      <a:pt x="65615" y="18975"/>
                      <a:pt x="65615" y="18333"/>
                      <a:pt x="65617" y="17690"/>
                    </a:cubicBezTo>
                    <a:cubicBezTo>
                      <a:pt x="65620" y="16995"/>
                      <a:pt x="65620" y="16298"/>
                      <a:pt x="65617" y="15602"/>
                    </a:cubicBezTo>
                    <a:cubicBezTo>
                      <a:pt x="65620" y="15398"/>
                      <a:pt x="65620" y="15195"/>
                      <a:pt x="65623" y="14985"/>
                    </a:cubicBezTo>
                    <a:cubicBezTo>
                      <a:pt x="65620" y="14798"/>
                      <a:pt x="65620" y="14613"/>
                      <a:pt x="65620" y="14420"/>
                    </a:cubicBezTo>
                    <a:cubicBezTo>
                      <a:pt x="65620" y="14340"/>
                      <a:pt x="65620" y="14340"/>
                      <a:pt x="65620" y="13933"/>
                    </a:cubicBezTo>
                    <a:cubicBezTo>
                      <a:pt x="65548" y="13423"/>
                      <a:pt x="65353" y="13165"/>
                      <a:pt x="65058" y="12750"/>
                    </a:cubicBezTo>
                    <a:cubicBezTo>
                      <a:pt x="64995" y="12330"/>
                      <a:pt x="64945" y="11907"/>
                      <a:pt x="64903" y="11485"/>
                    </a:cubicBezTo>
                    <a:cubicBezTo>
                      <a:pt x="64637" y="9873"/>
                      <a:pt x="63867" y="8975"/>
                      <a:pt x="62798" y="7790"/>
                    </a:cubicBezTo>
                    <a:cubicBezTo>
                      <a:pt x="62548" y="7488"/>
                      <a:pt x="62353" y="7178"/>
                      <a:pt x="62155" y="6835"/>
                    </a:cubicBezTo>
                    <a:cubicBezTo>
                      <a:pt x="61567" y="5845"/>
                      <a:pt x="60795" y="5345"/>
                      <a:pt x="59760" y="4875"/>
                    </a:cubicBezTo>
                    <a:cubicBezTo>
                      <a:pt x="59087" y="4562"/>
                      <a:pt x="59087" y="4562"/>
                      <a:pt x="58808" y="3985"/>
                    </a:cubicBezTo>
                    <a:cubicBezTo>
                      <a:pt x="58518" y="3423"/>
                      <a:pt x="58430" y="3405"/>
                      <a:pt x="57855" y="3220"/>
                    </a:cubicBezTo>
                    <a:cubicBezTo>
                      <a:pt x="57788" y="3200"/>
                      <a:pt x="57788" y="3200"/>
                      <a:pt x="57447" y="3107"/>
                    </a:cubicBezTo>
                    <a:cubicBezTo>
                      <a:pt x="57058" y="3000"/>
                      <a:pt x="57058" y="3000"/>
                      <a:pt x="56480" y="2750"/>
                    </a:cubicBezTo>
                    <a:cubicBezTo>
                      <a:pt x="55173" y="2265"/>
                      <a:pt x="53860" y="1955"/>
                      <a:pt x="52462" y="2015"/>
                    </a:cubicBezTo>
                    <a:cubicBezTo>
                      <a:pt x="51945" y="1995"/>
                      <a:pt x="51482" y="1873"/>
                      <a:pt x="50980" y="1752"/>
                    </a:cubicBezTo>
                    <a:cubicBezTo>
                      <a:pt x="49335" y="1415"/>
                      <a:pt x="47722" y="1442"/>
                      <a:pt x="46050" y="1460"/>
                    </a:cubicBezTo>
                    <a:cubicBezTo>
                      <a:pt x="45717" y="1463"/>
                      <a:pt x="45388" y="1463"/>
                      <a:pt x="45055" y="1465"/>
                    </a:cubicBezTo>
                    <a:cubicBezTo>
                      <a:pt x="44190" y="1468"/>
                      <a:pt x="43325" y="1472"/>
                      <a:pt x="42462" y="1480"/>
                    </a:cubicBezTo>
                    <a:cubicBezTo>
                      <a:pt x="41070" y="1490"/>
                      <a:pt x="39680" y="1498"/>
                      <a:pt x="38290" y="1505"/>
                    </a:cubicBezTo>
                    <a:cubicBezTo>
                      <a:pt x="37805" y="1507"/>
                      <a:pt x="37322" y="1510"/>
                      <a:pt x="36837" y="1515"/>
                    </a:cubicBezTo>
                    <a:cubicBezTo>
                      <a:pt x="36543" y="1518"/>
                      <a:pt x="36248" y="1520"/>
                      <a:pt x="35952" y="1520"/>
                    </a:cubicBezTo>
                    <a:cubicBezTo>
                      <a:pt x="35885" y="1523"/>
                      <a:pt x="35885" y="1523"/>
                      <a:pt x="35545" y="1525"/>
                    </a:cubicBezTo>
                    <a:cubicBezTo>
                      <a:pt x="34957" y="1528"/>
                      <a:pt x="34590" y="1518"/>
                      <a:pt x="34058" y="1250"/>
                    </a:cubicBezTo>
                    <a:cubicBezTo>
                      <a:pt x="34058" y="838"/>
                      <a:pt x="34058" y="425"/>
                      <a:pt x="34058" y="0"/>
                    </a:cubicBezTo>
                    <a:cubicBezTo>
                      <a:pt x="34107" y="123"/>
                      <a:pt x="34158" y="243"/>
                      <a:pt x="34207" y="368"/>
                    </a:cubicBezTo>
                    <a:cubicBezTo>
                      <a:pt x="34558" y="750"/>
                      <a:pt x="34558" y="750"/>
                      <a:pt x="35253" y="847"/>
                    </a:cubicBezTo>
                    <a:cubicBezTo>
                      <a:pt x="35553" y="855"/>
                      <a:pt x="35852" y="855"/>
                      <a:pt x="36150" y="855"/>
                    </a:cubicBezTo>
                    <a:cubicBezTo>
                      <a:pt x="36315" y="857"/>
                      <a:pt x="36477" y="857"/>
                      <a:pt x="36648" y="860"/>
                    </a:cubicBezTo>
                    <a:cubicBezTo>
                      <a:pt x="37188" y="868"/>
                      <a:pt x="37730" y="868"/>
                      <a:pt x="38273" y="870"/>
                    </a:cubicBezTo>
                    <a:cubicBezTo>
                      <a:pt x="38650" y="873"/>
                      <a:pt x="39025" y="877"/>
                      <a:pt x="39403" y="880"/>
                    </a:cubicBezTo>
                    <a:cubicBezTo>
                      <a:pt x="40398" y="893"/>
                      <a:pt x="41390" y="898"/>
                      <a:pt x="42385" y="903"/>
                    </a:cubicBezTo>
                    <a:cubicBezTo>
                      <a:pt x="43972" y="912"/>
                      <a:pt x="45560" y="928"/>
                      <a:pt x="47148" y="942"/>
                    </a:cubicBezTo>
                    <a:cubicBezTo>
                      <a:pt x="47700" y="947"/>
                      <a:pt x="48255" y="950"/>
                      <a:pt x="48808" y="952"/>
                    </a:cubicBezTo>
                    <a:cubicBezTo>
                      <a:pt x="49150" y="955"/>
                      <a:pt x="49492" y="958"/>
                      <a:pt x="49835" y="960"/>
                    </a:cubicBezTo>
                    <a:cubicBezTo>
                      <a:pt x="49987" y="960"/>
                      <a:pt x="50140" y="960"/>
                      <a:pt x="50298" y="963"/>
                    </a:cubicBezTo>
                    <a:cubicBezTo>
                      <a:pt x="51245" y="970"/>
                      <a:pt x="52125" y="1080"/>
                      <a:pt x="53058" y="1250"/>
                    </a:cubicBezTo>
                    <a:cubicBezTo>
                      <a:pt x="53500" y="1240"/>
                      <a:pt x="53500" y="1240"/>
                      <a:pt x="53870" y="1202"/>
                    </a:cubicBezTo>
                    <a:cubicBezTo>
                      <a:pt x="55110" y="1173"/>
                      <a:pt x="56200" y="1750"/>
                      <a:pt x="57308" y="2250"/>
                    </a:cubicBezTo>
                    <a:cubicBezTo>
                      <a:pt x="57308" y="2415"/>
                      <a:pt x="57308" y="2580"/>
                      <a:pt x="57308" y="2750"/>
                    </a:cubicBezTo>
                    <a:cubicBezTo>
                      <a:pt x="57423" y="2757"/>
                      <a:pt x="57538" y="2762"/>
                      <a:pt x="57655" y="2770"/>
                    </a:cubicBezTo>
                    <a:cubicBezTo>
                      <a:pt x="58815" y="2877"/>
                      <a:pt x="59268" y="3107"/>
                      <a:pt x="60058" y="4000"/>
                    </a:cubicBezTo>
                    <a:cubicBezTo>
                      <a:pt x="60293" y="4162"/>
                      <a:pt x="60533" y="4317"/>
                      <a:pt x="60778" y="4470"/>
                    </a:cubicBezTo>
                    <a:cubicBezTo>
                      <a:pt x="62107" y="5330"/>
                      <a:pt x="63018" y="6248"/>
                      <a:pt x="63558" y="7750"/>
                    </a:cubicBezTo>
                    <a:cubicBezTo>
                      <a:pt x="63988" y="8390"/>
                      <a:pt x="64363" y="8903"/>
                      <a:pt x="65058" y="9250"/>
                    </a:cubicBezTo>
                    <a:cubicBezTo>
                      <a:pt x="65262" y="9650"/>
                      <a:pt x="65262" y="9650"/>
                      <a:pt x="65448" y="10155"/>
                    </a:cubicBezTo>
                    <a:cubicBezTo>
                      <a:pt x="65510" y="10320"/>
                      <a:pt x="65573" y="10482"/>
                      <a:pt x="65637" y="10650"/>
                    </a:cubicBezTo>
                    <a:cubicBezTo>
                      <a:pt x="66065" y="12155"/>
                      <a:pt x="66095" y="13670"/>
                      <a:pt x="66097" y="15227"/>
                    </a:cubicBezTo>
                    <a:cubicBezTo>
                      <a:pt x="66100" y="15445"/>
                      <a:pt x="66103" y="15665"/>
                      <a:pt x="66103" y="15890"/>
                    </a:cubicBezTo>
                    <a:cubicBezTo>
                      <a:pt x="66107" y="16490"/>
                      <a:pt x="66110" y="17092"/>
                      <a:pt x="66113" y="17695"/>
                    </a:cubicBezTo>
                    <a:cubicBezTo>
                      <a:pt x="66115" y="18345"/>
                      <a:pt x="66117" y="18995"/>
                      <a:pt x="66123" y="19645"/>
                    </a:cubicBezTo>
                    <a:cubicBezTo>
                      <a:pt x="66127" y="20917"/>
                      <a:pt x="66135" y="22190"/>
                      <a:pt x="66140" y="23463"/>
                    </a:cubicBezTo>
                    <a:cubicBezTo>
                      <a:pt x="66145" y="24498"/>
                      <a:pt x="66150" y="25532"/>
                      <a:pt x="66155" y="26565"/>
                    </a:cubicBezTo>
                    <a:cubicBezTo>
                      <a:pt x="66155" y="26713"/>
                      <a:pt x="66155" y="26860"/>
                      <a:pt x="66155" y="27012"/>
                    </a:cubicBezTo>
                    <a:cubicBezTo>
                      <a:pt x="66157" y="27312"/>
                      <a:pt x="66160" y="27610"/>
                      <a:pt x="66160" y="27910"/>
                    </a:cubicBezTo>
                    <a:cubicBezTo>
                      <a:pt x="66175" y="30713"/>
                      <a:pt x="66188" y="33517"/>
                      <a:pt x="66200" y="36320"/>
                    </a:cubicBezTo>
                    <a:cubicBezTo>
                      <a:pt x="66210" y="38727"/>
                      <a:pt x="66220" y="41132"/>
                      <a:pt x="66232" y="43537"/>
                    </a:cubicBezTo>
                    <a:cubicBezTo>
                      <a:pt x="66248" y="46335"/>
                      <a:pt x="66262" y="49130"/>
                      <a:pt x="66275" y="51925"/>
                    </a:cubicBezTo>
                    <a:cubicBezTo>
                      <a:pt x="66275" y="52222"/>
                      <a:pt x="66278" y="52520"/>
                      <a:pt x="66278" y="52817"/>
                    </a:cubicBezTo>
                    <a:cubicBezTo>
                      <a:pt x="66278" y="52965"/>
                      <a:pt x="66280" y="53113"/>
                      <a:pt x="66280" y="53262"/>
                    </a:cubicBezTo>
                    <a:cubicBezTo>
                      <a:pt x="66285" y="54295"/>
                      <a:pt x="66290" y="55330"/>
                      <a:pt x="66295" y="56363"/>
                    </a:cubicBezTo>
                    <a:cubicBezTo>
                      <a:pt x="66302" y="57620"/>
                      <a:pt x="66308" y="58880"/>
                      <a:pt x="66313" y="60137"/>
                    </a:cubicBezTo>
                    <a:cubicBezTo>
                      <a:pt x="66315" y="60780"/>
                      <a:pt x="66318" y="61423"/>
                      <a:pt x="66323" y="62065"/>
                    </a:cubicBezTo>
                    <a:cubicBezTo>
                      <a:pt x="66325" y="62760"/>
                      <a:pt x="66327" y="63455"/>
                      <a:pt x="66330" y="64150"/>
                    </a:cubicBezTo>
                    <a:cubicBezTo>
                      <a:pt x="66330" y="64252"/>
                      <a:pt x="66330" y="64252"/>
                      <a:pt x="66335" y="64767"/>
                    </a:cubicBezTo>
                    <a:cubicBezTo>
                      <a:pt x="66335" y="64952"/>
                      <a:pt x="66335" y="65140"/>
                      <a:pt x="66335" y="65330"/>
                    </a:cubicBezTo>
                    <a:cubicBezTo>
                      <a:pt x="66335" y="65493"/>
                      <a:pt x="66337" y="65653"/>
                      <a:pt x="66337" y="65818"/>
                    </a:cubicBezTo>
                    <a:cubicBezTo>
                      <a:pt x="66308" y="66252"/>
                      <a:pt x="66215" y="66595"/>
                      <a:pt x="66058" y="67000"/>
                    </a:cubicBezTo>
                    <a:cubicBezTo>
                      <a:pt x="64920" y="67285"/>
                      <a:pt x="63827" y="67283"/>
                      <a:pt x="62657" y="67275"/>
                    </a:cubicBezTo>
                    <a:cubicBezTo>
                      <a:pt x="62550" y="67272"/>
                      <a:pt x="62550" y="67272"/>
                      <a:pt x="62005" y="67272"/>
                    </a:cubicBezTo>
                    <a:cubicBezTo>
                      <a:pt x="61405" y="67270"/>
                      <a:pt x="60808" y="67267"/>
                      <a:pt x="60210" y="67265"/>
                    </a:cubicBezTo>
                    <a:cubicBezTo>
                      <a:pt x="59565" y="67262"/>
                      <a:pt x="58920" y="67260"/>
                      <a:pt x="58275" y="67258"/>
                    </a:cubicBezTo>
                    <a:cubicBezTo>
                      <a:pt x="57010" y="67255"/>
                      <a:pt x="55748" y="67250"/>
                      <a:pt x="54485" y="67242"/>
                    </a:cubicBezTo>
                    <a:cubicBezTo>
                      <a:pt x="53455" y="67238"/>
                      <a:pt x="52428" y="67235"/>
                      <a:pt x="51400" y="67230"/>
                    </a:cubicBezTo>
                    <a:cubicBezTo>
                      <a:pt x="48485" y="67217"/>
                      <a:pt x="45570" y="67205"/>
                      <a:pt x="42655" y="67192"/>
                    </a:cubicBezTo>
                    <a:cubicBezTo>
                      <a:pt x="42498" y="67190"/>
                      <a:pt x="42340" y="67190"/>
                      <a:pt x="42180" y="67190"/>
                    </a:cubicBezTo>
                    <a:cubicBezTo>
                      <a:pt x="42023" y="67190"/>
                      <a:pt x="41865" y="67188"/>
                      <a:pt x="41702" y="67188"/>
                    </a:cubicBezTo>
                    <a:cubicBezTo>
                      <a:pt x="39155" y="67175"/>
                      <a:pt x="36607" y="67165"/>
                      <a:pt x="34058" y="67158"/>
                    </a:cubicBezTo>
                    <a:cubicBezTo>
                      <a:pt x="31440" y="67147"/>
                      <a:pt x="28822" y="67137"/>
                      <a:pt x="26202" y="67125"/>
                    </a:cubicBezTo>
                    <a:cubicBezTo>
                      <a:pt x="24735" y="67118"/>
                      <a:pt x="23265" y="67110"/>
                      <a:pt x="21795" y="67108"/>
                    </a:cubicBezTo>
                    <a:cubicBezTo>
                      <a:pt x="20545" y="67103"/>
                      <a:pt x="19295" y="67097"/>
                      <a:pt x="18043" y="67090"/>
                    </a:cubicBezTo>
                    <a:cubicBezTo>
                      <a:pt x="17405" y="67087"/>
                      <a:pt x="16768" y="67082"/>
                      <a:pt x="16130" y="67082"/>
                    </a:cubicBezTo>
                    <a:cubicBezTo>
                      <a:pt x="15438" y="67080"/>
                      <a:pt x="14745" y="67077"/>
                      <a:pt x="14053" y="67072"/>
                    </a:cubicBezTo>
                    <a:cubicBezTo>
                      <a:pt x="13852" y="67072"/>
                      <a:pt x="13653" y="67072"/>
                      <a:pt x="13447" y="67072"/>
                    </a:cubicBezTo>
                    <a:cubicBezTo>
                      <a:pt x="11582" y="67053"/>
                      <a:pt x="9173" y="66752"/>
                      <a:pt x="7722" y="65450"/>
                    </a:cubicBezTo>
                    <a:cubicBezTo>
                      <a:pt x="7520" y="65233"/>
                      <a:pt x="7317" y="65015"/>
                      <a:pt x="7115" y="64795"/>
                    </a:cubicBezTo>
                    <a:cubicBezTo>
                      <a:pt x="6788" y="64483"/>
                      <a:pt x="6520" y="64345"/>
                      <a:pt x="6105" y="64173"/>
                    </a:cubicBezTo>
                    <a:cubicBezTo>
                      <a:pt x="4435" y="63410"/>
                      <a:pt x="3275" y="61887"/>
                      <a:pt x="2558" y="60250"/>
                    </a:cubicBezTo>
                    <a:cubicBezTo>
                      <a:pt x="2393" y="60168"/>
                      <a:pt x="2227" y="60085"/>
                      <a:pt x="2058" y="60000"/>
                    </a:cubicBezTo>
                    <a:cubicBezTo>
                      <a:pt x="1840" y="59610"/>
                      <a:pt x="1690" y="59202"/>
                      <a:pt x="1523" y="58788"/>
                    </a:cubicBezTo>
                    <a:cubicBezTo>
                      <a:pt x="1373" y="58410"/>
                      <a:pt x="1207" y="58035"/>
                      <a:pt x="1038" y="57665"/>
                    </a:cubicBezTo>
                    <a:cubicBezTo>
                      <a:pt x="435" y="56320"/>
                      <a:pt x="210" y="55257"/>
                      <a:pt x="298" y="53783"/>
                    </a:cubicBezTo>
                    <a:cubicBezTo>
                      <a:pt x="308" y="53250"/>
                      <a:pt x="308" y="53250"/>
                      <a:pt x="185" y="52933"/>
                    </a:cubicBezTo>
                    <a:cubicBezTo>
                      <a:pt x="0" y="52308"/>
                      <a:pt x="23" y="51692"/>
                      <a:pt x="25" y="51045"/>
                    </a:cubicBezTo>
                    <a:cubicBezTo>
                      <a:pt x="25" y="50897"/>
                      <a:pt x="25" y="50750"/>
                      <a:pt x="25" y="50600"/>
                    </a:cubicBezTo>
                    <a:cubicBezTo>
                      <a:pt x="23" y="50105"/>
                      <a:pt x="25" y="49610"/>
                      <a:pt x="25" y="49115"/>
                    </a:cubicBezTo>
                    <a:cubicBezTo>
                      <a:pt x="25" y="48762"/>
                      <a:pt x="25" y="48408"/>
                      <a:pt x="25" y="48053"/>
                    </a:cubicBezTo>
                    <a:cubicBezTo>
                      <a:pt x="23" y="47087"/>
                      <a:pt x="23" y="46125"/>
                      <a:pt x="25" y="45160"/>
                    </a:cubicBezTo>
                    <a:cubicBezTo>
                      <a:pt x="25" y="44150"/>
                      <a:pt x="25" y="43140"/>
                      <a:pt x="23" y="42128"/>
                    </a:cubicBezTo>
                    <a:cubicBezTo>
                      <a:pt x="23" y="40428"/>
                      <a:pt x="23" y="38727"/>
                      <a:pt x="25" y="37028"/>
                    </a:cubicBezTo>
                    <a:cubicBezTo>
                      <a:pt x="28" y="35067"/>
                      <a:pt x="25" y="33110"/>
                      <a:pt x="25" y="31150"/>
                    </a:cubicBezTo>
                    <a:cubicBezTo>
                      <a:pt x="23" y="29465"/>
                      <a:pt x="23" y="27780"/>
                      <a:pt x="25" y="26095"/>
                    </a:cubicBezTo>
                    <a:cubicBezTo>
                      <a:pt x="25" y="25090"/>
                      <a:pt x="25" y="24085"/>
                      <a:pt x="23" y="23080"/>
                    </a:cubicBezTo>
                    <a:cubicBezTo>
                      <a:pt x="23" y="22132"/>
                      <a:pt x="23" y="21185"/>
                      <a:pt x="25" y="20238"/>
                    </a:cubicBezTo>
                    <a:cubicBezTo>
                      <a:pt x="25" y="19892"/>
                      <a:pt x="25" y="19548"/>
                      <a:pt x="25" y="19202"/>
                    </a:cubicBezTo>
                    <a:cubicBezTo>
                      <a:pt x="23" y="17537"/>
                      <a:pt x="43" y="15880"/>
                      <a:pt x="155" y="14218"/>
                    </a:cubicBezTo>
                    <a:cubicBezTo>
                      <a:pt x="163" y="14088"/>
                      <a:pt x="173" y="13955"/>
                      <a:pt x="180" y="13822"/>
                    </a:cubicBezTo>
                    <a:cubicBezTo>
                      <a:pt x="278" y="12583"/>
                      <a:pt x="715" y="11613"/>
                      <a:pt x="1322" y="10548"/>
                    </a:cubicBezTo>
                    <a:cubicBezTo>
                      <a:pt x="1418" y="10370"/>
                      <a:pt x="1513" y="10195"/>
                      <a:pt x="1610" y="10012"/>
                    </a:cubicBezTo>
                    <a:cubicBezTo>
                      <a:pt x="1837" y="9590"/>
                      <a:pt x="2070" y="9167"/>
                      <a:pt x="2308" y="8750"/>
                    </a:cubicBezTo>
                    <a:cubicBezTo>
                      <a:pt x="2472" y="8750"/>
                      <a:pt x="2638" y="8750"/>
                      <a:pt x="2808" y="8750"/>
                    </a:cubicBezTo>
                    <a:cubicBezTo>
                      <a:pt x="2827" y="8528"/>
                      <a:pt x="2847" y="8308"/>
                      <a:pt x="2870" y="8077"/>
                    </a:cubicBezTo>
                    <a:cubicBezTo>
                      <a:pt x="3160" y="6423"/>
                      <a:pt x="4753" y="5185"/>
                      <a:pt x="6058" y="4250"/>
                    </a:cubicBezTo>
                    <a:cubicBezTo>
                      <a:pt x="6535" y="4067"/>
                      <a:pt x="6967" y="3950"/>
                      <a:pt x="7470" y="3870"/>
                    </a:cubicBezTo>
                    <a:cubicBezTo>
                      <a:pt x="7582" y="3830"/>
                      <a:pt x="7692" y="3790"/>
                      <a:pt x="7808" y="3750"/>
                    </a:cubicBezTo>
                    <a:cubicBezTo>
                      <a:pt x="7845" y="3632"/>
                      <a:pt x="7885" y="3515"/>
                      <a:pt x="7923" y="3395"/>
                    </a:cubicBezTo>
                    <a:cubicBezTo>
                      <a:pt x="8058" y="3000"/>
                      <a:pt x="8058" y="3000"/>
                      <a:pt x="8457" y="2735"/>
                    </a:cubicBezTo>
                    <a:cubicBezTo>
                      <a:pt x="8990" y="2488"/>
                      <a:pt x="9523" y="2243"/>
                      <a:pt x="10058" y="2000"/>
                    </a:cubicBezTo>
                    <a:cubicBezTo>
                      <a:pt x="10190" y="1928"/>
                      <a:pt x="10320" y="1852"/>
                      <a:pt x="10455" y="1778"/>
                    </a:cubicBezTo>
                    <a:cubicBezTo>
                      <a:pt x="11398" y="1285"/>
                      <a:pt x="12325" y="1173"/>
                      <a:pt x="13375" y="1105"/>
                    </a:cubicBezTo>
                    <a:cubicBezTo>
                      <a:pt x="13450" y="1100"/>
                      <a:pt x="13450" y="1100"/>
                      <a:pt x="13840" y="1075"/>
                    </a:cubicBezTo>
                    <a:cubicBezTo>
                      <a:pt x="15628" y="968"/>
                      <a:pt x="17413" y="968"/>
                      <a:pt x="19205" y="975"/>
                    </a:cubicBezTo>
                    <a:cubicBezTo>
                      <a:pt x="19562" y="975"/>
                      <a:pt x="19923" y="977"/>
                      <a:pt x="20283" y="977"/>
                    </a:cubicBezTo>
                    <a:cubicBezTo>
                      <a:pt x="21215" y="977"/>
                      <a:pt x="22148" y="980"/>
                      <a:pt x="23080" y="982"/>
                    </a:cubicBezTo>
                    <a:cubicBezTo>
                      <a:pt x="24038" y="985"/>
                      <a:pt x="24995" y="988"/>
                      <a:pt x="25952" y="988"/>
                    </a:cubicBezTo>
                    <a:cubicBezTo>
                      <a:pt x="27820" y="990"/>
                      <a:pt x="29690" y="995"/>
                      <a:pt x="31558" y="1000"/>
                    </a:cubicBezTo>
                    <a:cubicBezTo>
                      <a:pt x="31640" y="670"/>
                      <a:pt x="31722" y="340"/>
                      <a:pt x="31808" y="0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302" name="gpt4o vector"/>
              <p:cNvSpPr/>
              <p:nvPr/>
            </p:nvSpPr>
            <p:spPr>
              <a:xfrm>
                <a:off x="9064013" y="2181461"/>
                <a:ext cx="93063" cy="105705"/>
              </a:xfrm>
              <a:custGeom>
                <a:avLst/>
                <a:gdLst/>
                <a:ahLst/>
                <a:cxnLst/>
                <a:rect l="0" t="0" r="r" b="b"/>
                <a:pathLst>
                  <a:path w="10177" h="11560" fill="norm" stroke="0">
                    <a:moveTo>
                      <a:pt x="6497" y="433"/>
                    </a:moveTo>
                    <a:cubicBezTo>
                      <a:pt x="7105" y="765"/>
                      <a:pt x="7655" y="1130"/>
                      <a:pt x="8212" y="1540"/>
                    </a:cubicBezTo>
                    <a:cubicBezTo>
                      <a:pt x="8747" y="1933"/>
                      <a:pt x="8747" y="1933"/>
                      <a:pt x="9430" y="2178"/>
                    </a:cubicBezTo>
                    <a:cubicBezTo>
                      <a:pt x="9745" y="2365"/>
                      <a:pt x="9745" y="2365"/>
                      <a:pt x="9997" y="2683"/>
                    </a:cubicBezTo>
                    <a:cubicBezTo>
                      <a:pt x="10165" y="3500"/>
                      <a:pt x="10177" y="4298"/>
                      <a:pt x="10160" y="5127"/>
                    </a:cubicBezTo>
                    <a:cubicBezTo>
                      <a:pt x="10155" y="5525"/>
                      <a:pt x="10160" y="5918"/>
                      <a:pt x="10167" y="6315"/>
                    </a:cubicBezTo>
                    <a:cubicBezTo>
                      <a:pt x="10177" y="8423"/>
                      <a:pt x="10177" y="8423"/>
                      <a:pt x="9465" y="9180"/>
                    </a:cubicBezTo>
                    <a:cubicBezTo>
                      <a:pt x="9122" y="9445"/>
                      <a:pt x="9122" y="9445"/>
                      <a:pt x="8747" y="9683"/>
                    </a:cubicBezTo>
                    <a:cubicBezTo>
                      <a:pt x="8620" y="9768"/>
                      <a:pt x="8492" y="9853"/>
                      <a:pt x="8360" y="9938"/>
                    </a:cubicBezTo>
                    <a:cubicBezTo>
                      <a:pt x="7955" y="10190"/>
                      <a:pt x="7545" y="10415"/>
                      <a:pt x="7122" y="10635"/>
                    </a:cubicBezTo>
                    <a:cubicBezTo>
                      <a:pt x="7052" y="10675"/>
                      <a:pt x="7052" y="10675"/>
                      <a:pt x="6702" y="10873"/>
                    </a:cubicBezTo>
                    <a:cubicBezTo>
                      <a:pt x="5857" y="11322"/>
                      <a:pt x="5230" y="11560"/>
                      <a:pt x="4247" y="11433"/>
                    </a:cubicBezTo>
                    <a:cubicBezTo>
                      <a:pt x="3887" y="11105"/>
                      <a:pt x="3887" y="11105"/>
                      <a:pt x="3497" y="10683"/>
                    </a:cubicBezTo>
                    <a:cubicBezTo>
                      <a:pt x="3012" y="10400"/>
                      <a:pt x="2505" y="10168"/>
                      <a:pt x="1997" y="9933"/>
                    </a:cubicBezTo>
                    <a:cubicBezTo>
                      <a:pt x="1720" y="9803"/>
                      <a:pt x="1445" y="9673"/>
                      <a:pt x="1170" y="9543"/>
                    </a:cubicBezTo>
                    <a:cubicBezTo>
                      <a:pt x="1047" y="9485"/>
                      <a:pt x="925" y="9428"/>
                      <a:pt x="797" y="9370"/>
                    </a:cubicBezTo>
                    <a:cubicBezTo>
                      <a:pt x="497" y="9183"/>
                      <a:pt x="497" y="9183"/>
                      <a:pt x="247" y="8683"/>
                    </a:cubicBezTo>
                    <a:cubicBezTo>
                      <a:pt x="155" y="7845"/>
                      <a:pt x="127" y="7005"/>
                      <a:pt x="105" y="6163"/>
                    </a:cubicBezTo>
                    <a:cubicBezTo>
                      <a:pt x="95" y="5885"/>
                      <a:pt x="82" y="5610"/>
                      <a:pt x="65" y="5333"/>
                    </a:cubicBezTo>
                    <a:cubicBezTo>
                      <a:pt x="5" y="4403"/>
                      <a:pt x="0" y="3585"/>
                      <a:pt x="247" y="2683"/>
                    </a:cubicBezTo>
                    <a:cubicBezTo>
                      <a:pt x="912" y="1985"/>
                      <a:pt x="1640" y="1603"/>
                      <a:pt x="2497" y="1183"/>
                    </a:cubicBezTo>
                    <a:cubicBezTo>
                      <a:pt x="2792" y="983"/>
                      <a:pt x="3085" y="780"/>
                      <a:pt x="3372" y="572"/>
                    </a:cubicBezTo>
                    <a:cubicBezTo>
                      <a:pt x="4422" y="0"/>
                      <a:pt x="5377" y="72"/>
                      <a:pt x="6497" y="433"/>
                    </a:cubicBezTo>
                    <a:close/>
                  </a:path>
                </a:pathLst>
              </a:custGeom>
              <a:solidFill>
                <a:srgbClr val="73AA9C"/>
              </a:solidFill>
              <a:ln w="0">
                <a:noFill/>
              </a:ln>
            </p:spPr>
          </p:sp>
          <p:sp>
            <p:nvSpPr>
              <p:cNvPr id="303" name="gpt4o vector"/>
              <p:cNvSpPr/>
              <p:nvPr/>
            </p:nvSpPr>
            <p:spPr>
              <a:xfrm>
                <a:off x="8878944" y="1996904"/>
                <a:ext cx="459897" cy="471190"/>
              </a:xfrm>
              <a:custGeom>
                <a:avLst/>
                <a:gdLst/>
                <a:ahLst/>
                <a:cxnLst/>
                <a:rect l="0" t="0" r="r" b="b"/>
                <a:pathLst>
                  <a:path w="50295" h="51530" fill="norm" stroke="0">
                    <a:moveTo>
                      <a:pt x="30935" y="3637"/>
                    </a:moveTo>
                    <a:cubicBezTo>
                      <a:pt x="31035" y="3712"/>
                      <a:pt x="31135" y="3787"/>
                      <a:pt x="31237" y="3865"/>
                    </a:cubicBezTo>
                    <a:cubicBezTo>
                      <a:pt x="31347" y="3957"/>
                      <a:pt x="31460" y="4047"/>
                      <a:pt x="31575" y="4140"/>
                    </a:cubicBezTo>
                    <a:cubicBezTo>
                      <a:pt x="32125" y="4442"/>
                      <a:pt x="32540" y="4425"/>
                      <a:pt x="33167" y="4425"/>
                    </a:cubicBezTo>
                    <a:cubicBezTo>
                      <a:pt x="33397" y="4427"/>
                      <a:pt x="33630" y="4432"/>
                      <a:pt x="33870" y="4435"/>
                    </a:cubicBezTo>
                    <a:cubicBezTo>
                      <a:pt x="33992" y="4438"/>
                      <a:pt x="33992" y="4438"/>
                      <a:pt x="34612" y="4445"/>
                    </a:cubicBezTo>
                    <a:cubicBezTo>
                      <a:pt x="36795" y="4500"/>
                      <a:pt x="38360" y="4700"/>
                      <a:pt x="40237" y="5865"/>
                    </a:cubicBezTo>
                    <a:cubicBezTo>
                      <a:pt x="40512" y="6017"/>
                      <a:pt x="40790" y="6170"/>
                      <a:pt x="41065" y="6320"/>
                    </a:cubicBezTo>
                    <a:cubicBezTo>
                      <a:pt x="42545" y="7137"/>
                      <a:pt x="42545" y="7137"/>
                      <a:pt x="43237" y="7615"/>
                    </a:cubicBezTo>
                    <a:cubicBezTo>
                      <a:pt x="43237" y="7780"/>
                      <a:pt x="43237" y="7945"/>
                      <a:pt x="43237" y="8115"/>
                    </a:cubicBezTo>
                    <a:cubicBezTo>
                      <a:pt x="43382" y="8172"/>
                      <a:pt x="43525" y="8230"/>
                      <a:pt x="43675" y="8287"/>
                    </a:cubicBezTo>
                    <a:cubicBezTo>
                      <a:pt x="45452" y="9325"/>
                      <a:pt x="46420" y="11725"/>
                      <a:pt x="46987" y="13615"/>
                    </a:cubicBezTo>
                    <a:cubicBezTo>
                      <a:pt x="47070" y="13697"/>
                      <a:pt x="47152" y="13780"/>
                      <a:pt x="47237" y="13865"/>
                    </a:cubicBezTo>
                    <a:cubicBezTo>
                      <a:pt x="47255" y="14430"/>
                      <a:pt x="47260" y="14987"/>
                      <a:pt x="47255" y="15552"/>
                    </a:cubicBezTo>
                    <a:cubicBezTo>
                      <a:pt x="47257" y="15905"/>
                      <a:pt x="47260" y="16257"/>
                      <a:pt x="47262" y="16610"/>
                    </a:cubicBezTo>
                    <a:cubicBezTo>
                      <a:pt x="47267" y="17165"/>
                      <a:pt x="47267" y="17717"/>
                      <a:pt x="47262" y="18272"/>
                    </a:cubicBezTo>
                    <a:cubicBezTo>
                      <a:pt x="47240" y="20542"/>
                      <a:pt x="47342" y="22082"/>
                      <a:pt x="48825" y="23852"/>
                    </a:cubicBezTo>
                    <a:cubicBezTo>
                      <a:pt x="49370" y="24532"/>
                      <a:pt x="49565" y="25142"/>
                      <a:pt x="49705" y="25990"/>
                    </a:cubicBezTo>
                    <a:cubicBezTo>
                      <a:pt x="49980" y="27355"/>
                      <a:pt x="49980" y="27355"/>
                      <a:pt x="50237" y="27865"/>
                    </a:cubicBezTo>
                    <a:cubicBezTo>
                      <a:pt x="50295" y="28480"/>
                      <a:pt x="50282" y="29095"/>
                      <a:pt x="50285" y="29710"/>
                    </a:cubicBezTo>
                    <a:cubicBezTo>
                      <a:pt x="50287" y="29877"/>
                      <a:pt x="50290" y="30045"/>
                      <a:pt x="50292" y="30220"/>
                    </a:cubicBezTo>
                    <a:cubicBezTo>
                      <a:pt x="50295" y="31167"/>
                      <a:pt x="50222" y="31780"/>
                      <a:pt x="49737" y="32615"/>
                    </a:cubicBezTo>
                    <a:cubicBezTo>
                      <a:pt x="49665" y="32957"/>
                      <a:pt x="49602" y="33302"/>
                      <a:pt x="49550" y="33647"/>
                    </a:cubicBezTo>
                    <a:cubicBezTo>
                      <a:pt x="49002" y="36195"/>
                      <a:pt x="46997" y="38887"/>
                      <a:pt x="44812" y="40337"/>
                    </a:cubicBezTo>
                    <a:cubicBezTo>
                      <a:pt x="44217" y="40707"/>
                      <a:pt x="43605" y="41035"/>
                      <a:pt x="42987" y="41365"/>
                    </a:cubicBezTo>
                    <a:cubicBezTo>
                      <a:pt x="42857" y="41462"/>
                      <a:pt x="42727" y="41558"/>
                      <a:pt x="42592" y="41655"/>
                    </a:cubicBezTo>
                    <a:cubicBezTo>
                      <a:pt x="42155" y="41915"/>
                      <a:pt x="41895" y="41885"/>
                      <a:pt x="41392" y="41865"/>
                    </a:cubicBezTo>
                    <a:cubicBezTo>
                      <a:pt x="40930" y="41915"/>
                      <a:pt x="40930" y="41915"/>
                      <a:pt x="40487" y="42115"/>
                    </a:cubicBezTo>
                    <a:cubicBezTo>
                      <a:pt x="40080" y="42722"/>
                      <a:pt x="39802" y="43330"/>
                      <a:pt x="39522" y="44005"/>
                    </a:cubicBezTo>
                    <a:cubicBezTo>
                      <a:pt x="39237" y="44615"/>
                      <a:pt x="39237" y="44615"/>
                      <a:pt x="38857" y="44993"/>
                    </a:cubicBezTo>
                    <a:cubicBezTo>
                      <a:pt x="38487" y="45365"/>
                      <a:pt x="38487" y="45365"/>
                      <a:pt x="38247" y="45978"/>
                    </a:cubicBezTo>
                    <a:cubicBezTo>
                      <a:pt x="37252" y="48420"/>
                      <a:pt x="33985" y="49642"/>
                      <a:pt x="31737" y="50615"/>
                    </a:cubicBezTo>
                    <a:cubicBezTo>
                      <a:pt x="29555" y="51530"/>
                      <a:pt x="25065" y="51235"/>
                      <a:pt x="22910" y="50382"/>
                    </a:cubicBezTo>
                    <a:cubicBezTo>
                      <a:pt x="22107" y="50040"/>
                      <a:pt x="21462" y="49618"/>
                      <a:pt x="20812" y="49040"/>
                    </a:cubicBezTo>
                    <a:cubicBezTo>
                      <a:pt x="18975" y="47425"/>
                      <a:pt x="17617" y="47122"/>
                      <a:pt x="15150" y="47155"/>
                    </a:cubicBezTo>
                    <a:cubicBezTo>
                      <a:pt x="11997" y="47197"/>
                      <a:pt x="9052" y="45775"/>
                      <a:pt x="6800" y="43585"/>
                    </a:cubicBezTo>
                    <a:cubicBezTo>
                      <a:pt x="5967" y="42725"/>
                      <a:pt x="5277" y="41772"/>
                      <a:pt x="4627" y="40772"/>
                    </a:cubicBezTo>
                    <a:cubicBezTo>
                      <a:pt x="4545" y="40650"/>
                      <a:pt x="4462" y="40525"/>
                      <a:pt x="4377" y="40400"/>
                    </a:cubicBezTo>
                    <a:cubicBezTo>
                      <a:pt x="2970" y="38087"/>
                      <a:pt x="3188" y="35277"/>
                      <a:pt x="3277" y="32680"/>
                    </a:cubicBezTo>
                    <a:cubicBezTo>
                      <a:pt x="3310" y="31065"/>
                      <a:pt x="3257" y="29677"/>
                      <a:pt x="2097" y="28457"/>
                    </a:cubicBezTo>
                    <a:cubicBezTo>
                      <a:pt x="2037" y="28402"/>
                      <a:pt x="2037" y="28402"/>
                      <a:pt x="1737" y="28115"/>
                    </a:cubicBezTo>
                    <a:cubicBezTo>
                      <a:pt x="1452" y="27540"/>
                      <a:pt x="1452" y="27540"/>
                      <a:pt x="1205" y="26897"/>
                    </a:cubicBezTo>
                    <a:cubicBezTo>
                      <a:pt x="1122" y="26688"/>
                      <a:pt x="1040" y="26475"/>
                      <a:pt x="952" y="26257"/>
                    </a:cubicBezTo>
                    <a:cubicBezTo>
                      <a:pt x="0" y="23433"/>
                      <a:pt x="92" y="19635"/>
                      <a:pt x="1237" y="16865"/>
                    </a:cubicBezTo>
                    <a:cubicBezTo>
                      <a:pt x="1722" y="15955"/>
                      <a:pt x="2337" y="15165"/>
                      <a:pt x="2987" y="14365"/>
                    </a:cubicBezTo>
                    <a:cubicBezTo>
                      <a:pt x="3120" y="14192"/>
                      <a:pt x="3255" y="14017"/>
                      <a:pt x="3392" y="13837"/>
                    </a:cubicBezTo>
                    <a:cubicBezTo>
                      <a:pt x="4557" y="12397"/>
                      <a:pt x="5970" y="11395"/>
                      <a:pt x="7487" y="10365"/>
                    </a:cubicBezTo>
                    <a:cubicBezTo>
                      <a:pt x="7615" y="10270"/>
                      <a:pt x="7745" y="10172"/>
                      <a:pt x="7877" y="10072"/>
                    </a:cubicBezTo>
                    <a:cubicBezTo>
                      <a:pt x="8342" y="9805"/>
                      <a:pt x="8790" y="9750"/>
                      <a:pt x="9315" y="9647"/>
                    </a:cubicBezTo>
                    <a:cubicBezTo>
                      <a:pt x="10107" y="9392"/>
                      <a:pt x="10410" y="9242"/>
                      <a:pt x="10845" y="8522"/>
                    </a:cubicBezTo>
                    <a:cubicBezTo>
                      <a:pt x="10952" y="8280"/>
                      <a:pt x="11057" y="8035"/>
                      <a:pt x="11160" y="7787"/>
                    </a:cubicBezTo>
                    <a:cubicBezTo>
                      <a:pt x="11762" y="6335"/>
                      <a:pt x="12622" y="5330"/>
                      <a:pt x="13737" y="4225"/>
                    </a:cubicBezTo>
                    <a:cubicBezTo>
                      <a:pt x="13885" y="4077"/>
                      <a:pt x="14035" y="3927"/>
                      <a:pt x="14188" y="3775"/>
                    </a:cubicBezTo>
                    <a:cubicBezTo>
                      <a:pt x="15055" y="2938"/>
                      <a:pt x="15870" y="2317"/>
                      <a:pt x="16987" y="1865"/>
                    </a:cubicBezTo>
                    <a:cubicBezTo>
                      <a:pt x="17075" y="1827"/>
                      <a:pt x="17075" y="1827"/>
                      <a:pt x="17520" y="1637"/>
                    </a:cubicBezTo>
                    <a:cubicBezTo>
                      <a:pt x="22105" y="0"/>
                      <a:pt x="27155" y="660"/>
                      <a:pt x="30935" y="3637"/>
                    </a:cubicBezTo>
                    <a:close/>
                    <a:moveTo>
                      <a:pt x="16987" y="2615"/>
                    </a:moveTo>
                    <a:cubicBezTo>
                      <a:pt x="16820" y="2702"/>
                      <a:pt x="16652" y="2790"/>
                      <a:pt x="16480" y="2880"/>
                    </a:cubicBezTo>
                    <a:cubicBezTo>
                      <a:pt x="14242" y="4067"/>
                      <a:pt x="12192" y="6127"/>
                      <a:pt x="11252" y="8475"/>
                    </a:cubicBezTo>
                    <a:cubicBezTo>
                      <a:pt x="10895" y="9352"/>
                      <a:pt x="10590" y="9880"/>
                      <a:pt x="9720" y="10305"/>
                    </a:cubicBezTo>
                    <a:cubicBezTo>
                      <a:pt x="9160" y="10532"/>
                      <a:pt x="8597" y="10710"/>
                      <a:pt x="8017" y="10875"/>
                    </a:cubicBezTo>
                    <a:cubicBezTo>
                      <a:pt x="6620" y="11275"/>
                      <a:pt x="5705" y="12080"/>
                      <a:pt x="4737" y="13115"/>
                    </a:cubicBezTo>
                    <a:cubicBezTo>
                      <a:pt x="4635" y="13222"/>
                      <a:pt x="4530" y="13327"/>
                      <a:pt x="4425" y="13438"/>
                    </a:cubicBezTo>
                    <a:cubicBezTo>
                      <a:pt x="1842" y="16125"/>
                      <a:pt x="790" y="18957"/>
                      <a:pt x="837" y="22688"/>
                    </a:cubicBezTo>
                    <a:cubicBezTo>
                      <a:pt x="952" y="25020"/>
                      <a:pt x="1505" y="27270"/>
                      <a:pt x="3027" y="29070"/>
                    </a:cubicBezTo>
                    <a:cubicBezTo>
                      <a:pt x="3922" y="30220"/>
                      <a:pt x="3905" y="31157"/>
                      <a:pt x="3815" y="32570"/>
                    </a:cubicBezTo>
                    <a:cubicBezTo>
                      <a:pt x="3802" y="33015"/>
                      <a:pt x="3792" y="33460"/>
                      <a:pt x="3780" y="33905"/>
                    </a:cubicBezTo>
                    <a:cubicBezTo>
                      <a:pt x="3767" y="34310"/>
                      <a:pt x="3752" y="34712"/>
                      <a:pt x="3737" y="35115"/>
                    </a:cubicBezTo>
                    <a:cubicBezTo>
                      <a:pt x="3642" y="37950"/>
                      <a:pt x="4972" y="40625"/>
                      <a:pt x="6660" y="42865"/>
                    </a:cubicBezTo>
                    <a:cubicBezTo>
                      <a:pt x="8942" y="45230"/>
                      <a:pt x="12210" y="46620"/>
                      <a:pt x="15438" y="46683"/>
                    </a:cubicBezTo>
                    <a:cubicBezTo>
                      <a:pt x="15555" y="46685"/>
                      <a:pt x="15555" y="46685"/>
                      <a:pt x="16142" y="46695"/>
                    </a:cubicBezTo>
                    <a:cubicBezTo>
                      <a:pt x="18407" y="46735"/>
                      <a:pt x="19377" y="47000"/>
                      <a:pt x="20987" y="48615"/>
                    </a:cubicBezTo>
                    <a:cubicBezTo>
                      <a:pt x="21630" y="49007"/>
                      <a:pt x="22297" y="49315"/>
                      <a:pt x="22987" y="49615"/>
                    </a:cubicBezTo>
                    <a:cubicBezTo>
                      <a:pt x="23097" y="49680"/>
                      <a:pt x="23210" y="49743"/>
                      <a:pt x="23325" y="49808"/>
                    </a:cubicBezTo>
                    <a:cubicBezTo>
                      <a:pt x="24667" y="50502"/>
                      <a:pt x="26025" y="50472"/>
                      <a:pt x="27497" y="50450"/>
                    </a:cubicBezTo>
                    <a:cubicBezTo>
                      <a:pt x="27927" y="50445"/>
                      <a:pt x="28355" y="50445"/>
                      <a:pt x="28785" y="50447"/>
                    </a:cubicBezTo>
                    <a:cubicBezTo>
                      <a:pt x="31032" y="50435"/>
                      <a:pt x="31032" y="50435"/>
                      <a:pt x="31737" y="49865"/>
                    </a:cubicBezTo>
                    <a:cubicBezTo>
                      <a:pt x="32097" y="49770"/>
                      <a:pt x="32097" y="49770"/>
                      <a:pt x="32487" y="49695"/>
                    </a:cubicBezTo>
                    <a:cubicBezTo>
                      <a:pt x="34617" y="49115"/>
                      <a:pt x="36472" y="47635"/>
                      <a:pt x="37737" y="45865"/>
                    </a:cubicBezTo>
                    <a:cubicBezTo>
                      <a:pt x="37825" y="45748"/>
                      <a:pt x="37912" y="45632"/>
                      <a:pt x="38005" y="45510"/>
                    </a:cubicBezTo>
                    <a:cubicBezTo>
                      <a:pt x="38412" y="44938"/>
                      <a:pt x="38725" y="44395"/>
                      <a:pt x="38997" y="43743"/>
                    </a:cubicBezTo>
                    <a:cubicBezTo>
                      <a:pt x="39735" y="42007"/>
                      <a:pt x="39735" y="42007"/>
                      <a:pt x="40470" y="41592"/>
                    </a:cubicBezTo>
                    <a:cubicBezTo>
                      <a:pt x="40845" y="41480"/>
                      <a:pt x="41225" y="41378"/>
                      <a:pt x="41605" y="41285"/>
                    </a:cubicBezTo>
                    <a:cubicBezTo>
                      <a:pt x="44377" y="40540"/>
                      <a:pt x="46575" y="38585"/>
                      <a:pt x="48002" y="36150"/>
                    </a:cubicBezTo>
                    <a:cubicBezTo>
                      <a:pt x="48657" y="34965"/>
                      <a:pt x="49180" y="33895"/>
                      <a:pt x="49195" y="32512"/>
                    </a:cubicBezTo>
                    <a:cubicBezTo>
                      <a:pt x="49237" y="32115"/>
                      <a:pt x="49237" y="32115"/>
                      <a:pt x="49485" y="31790"/>
                    </a:cubicBezTo>
                    <a:cubicBezTo>
                      <a:pt x="49875" y="31132"/>
                      <a:pt x="49810" y="30490"/>
                      <a:pt x="49800" y="29740"/>
                    </a:cubicBezTo>
                    <a:cubicBezTo>
                      <a:pt x="49802" y="29595"/>
                      <a:pt x="49802" y="29450"/>
                      <a:pt x="49805" y="29300"/>
                    </a:cubicBezTo>
                    <a:cubicBezTo>
                      <a:pt x="49802" y="28475"/>
                      <a:pt x="49740" y="28037"/>
                      <a:pt x="49237" y="27365"/>
                    </a:cubicBezTo>
                    <a:cubicBezTo>
                      <a:pt x="49167" y="26998"/>
                      <a:pt x="49112" y="26627"/>
                      <a:pt x="49065" y="26257"/>
                    </a:cubicBezTo>
                    <a:cubicBezTo>
                      <a:pt x="48902" y="25305"/>
                      <a:pt x="48660" y="24715"/>
                      <a:pt x="48077" y="23947"/>
                    </a:cubicBezTo>
                    <a:cubicBezTo>
                      <a:pt x="46660" y="22032"/>
                      <a:pt x="46850" y="19933"/>
                      <a:pt x="46942" y="17658"/>
                    </a:cubicBezTo>
                    <a:cubicBezTo>
                      <a:pt x="47045" y="15090"/>
                      <a:pt x="47045" y="15090"/>
                      <a:pt x="46487" y="13865"/>
                    </a:cubicBezTo>
                    <a:cubicBezTo>
                      <a:pt x="46415" y="13685"/>
                      <a:pt x="46345" y="13502"/>
                      <a:pt x="46272" y="13315"/>
                    </a:cubicBezTo>
                    <a:cubicBezTo>
                      <a:pt x="44627" y="9532"/>
                      <a:pt x="44627" y="9532"/>
                      <a:pt x="43237" y="8365"/>
                    </a:cubicBezTo>
                    <a:cubicBezTo>
                      <a:pt x="43072" y="8365"/>
                      <a:pt x="42907" y="8365"/>
                      <a:pt x="42737" y="8365"/>
                    </a:cubicBezTo>
                    <a:cubicBezTo>
                      <a:pt x="42737" y="8200"/>
                      <a:pt x="42737" y="8035"/>
                      <a:pt x="42737" y="7865"/>
                    </a:cubicBezTo>
                    <a:cubicBezTo>
                      <a:pt x="42192" y="7540"/>
                      <a:pt x="41645" y="7218"/>
                      <a:pt x="41097" y="6897"/>
                    </a:cubicBezTo>
                    <a:cubicBezTo>
                      <a:pt x="40945" y="6805"/>
                      <a:pt x="40792" y="6715"/>
                      <a:pt x="40635" y="6620"/>
                    </a:cubicBezTo>
                    <a:cubicBezTo>
                      <a:pt x="38482" y="5367"/>
                      <a:pt x="36565" y="5282"/>
                      <a:pt x="34105" y="5225"/>
                    </a:cubicBezTo>
                    <a:cubicBezTo>
                      <a:pt x="33880" y="5218"/>
                      <a:pt x="33655" y="5210"/>
                      <a:pt x="33422" y="5202"/>
                    </a:cubicBezTo>
                    <a:cubicBezTo>
                      <a:pt x="33217" y="5197"/>
                      <a:pt x="33015" y="5192"/>
                      <a:pt x="32805" y="5188"/>
                    </a:cubicBezTo>
                    <a:cubicBezTo>
                      <a:pt x="31940" y="5077"/>
                      <a:pt x="31405" y="4797"/>
                      <a:pt x="30815" y="4162"/>
                    </a:cubicBezTo>
                    <a:cubicBezTo>
                      <a:pt x="30037" y="3343"/>
                      <a:pt x="28987" y="2862"/>
                      <a:pt x="27987" y="2365"/>
                    </a:cubicBezTo>
                    <a:cubicBezTo>
                      <a:pt x="27930" y="2332"/>
                      <a:pt x="27930" y="2332"/>
                      <a:pt x="27645" y="2165"/>
                    </a:cubicBezTo>
                    <a:cubicBezTo>
                      <a:pt x="26247" y="1430"/>
                      <a:pt x="24780" y="1495"/>
                      <a:pt x="23237" y="1505"/>
                    </a:cubicBezTo>
                    <a:cubicBezTo>
                      <a:pt x="22770" y="1507"/>
                      <a:pt x="22305" y="1500"/>
                      <a:pt x="21837" y="1492"/>
                    </a:cubicBezTo>
                    <a:cubicBezTo>
                      <a:pt x="20002" y="1480"/>
                      <a:pt x="18615" y="1685"/>
                      <a:pt x="16987" y="2615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304" name="gpt4o vector"/>
              <p:cNvSpPr/>
              <p:nvPr/>
            </p:nvSpPr>
            <p:spPr>
              <a:xfrm>
                <a:off x="8996050" y="2033317"/>
                <a:ext cx="140246" cy="209238"/>
              </a:xfrm>
              <a:custGeom>
                <a:avLst/>
                <a:gdLst/>
                <a:ahLst/>
                <a:cxnLst/>
                <a:rect l="0" t="0" r="r" b="b"/>
                <a:pathLst>
                  <a:path w="15337" h="22882" fill="norm" stroke="0">
                    <a:moveTo>
                      <a:pt x="14742" y="1352"/>
                    </a:moveTo>
                    <a:cubicBezTo>
                      <a:pt x="15180" y="1882"/>
                      <a:pt x="15180" y="1882"/>
                      <a:pt x="15337" y="2525"/>
                    </a:cubicBezTo>
                    <a:cubicBezTo>
                      <a:pt x="15180" y="3132"/>
                      <a:pt x="15180" y="3132"/>
                      <a:pt x="14695" y="3507"/>
                    </a:cubicBezTo>
                    <a:cubicBezTo>
                      <a:pt x="14442" y="3637"/>
                      <a:pt x="14188" y="3762"/>
                      <a:pt x="13930" y="3882"/>
                    </a:cubicBezTo>
                    <a:cubicBezTo>
                      <a:pt x="12330" y="4745"/>
                      <a:pt x="10765" y="5662"/>
                      <a:pt x="9202" y="6590"/>
                    </a:cubicBezTo>
                    <a:cubicBezTo>
                      <a:pt x="8832" y="6807"/>
                      <a:pt x="8462" y="7028"/>
                      <a:pt x="8090" y="7245"/>
                    </a:cubicBezTo>
                    <a:cubicBezTo>
                      <a:pt x="6765" y="8030"/>
                      <a:pt x="6765" y="8030"/>
                      <a:pt x="6180" y="8382"/>
                    </a:cubicBezTo>
                    <a:cubicBezTo>
                      <a:pt x="6047" y="8445"/>
                      <a:pt x="5915" y="8507"/>
                      <a:pt x="5777" y="8572"/>
                    </a:cubicBezTo>
                    <a:cubicBezTo>
                      <a:pt x="5430" y="8882"/>
                      <a:pt x="5430" y="8882"/>
                      <a:pt x="5330" y="9465"/>
                    </a:cubicBezTo>
                    <a:cubicBezTo>
                      <a:pt x="5327" y="9710"/>
                      <a:pt x="5325" y="9952"/>
                      <a:pt x="5322" y="10202"/>
                    </a:cubicBezTo>
                    <a:cubicBezTo>
                      <a:pt x="5320" y="10338"/>
                      <a:pt x="5317" y="10470"/>
                      <a:pt x="5315" y="10610"/>
                    </a:cubicBezTo>
                    <a:cubicBezTo>
                      <a:pt x="5308" y="11052"/>
                      <a:pt x="5305" y="11498"/>
                      <a:pt x="5302" y="11940"/>
                    </a:cubicBezTo>
                    <a:cubicBezTo>
                      <a:pt x="5297" y="12248"/>
                      <a:pt x="5292" y="12555"/>
                      <a:pt x="5287" y="12862"/>
                    </a:cubicBezTo>
                    <a:cubicBezTo>
                      <a:pt x="5277" y="13672"/>
                      <a:pt x="5270" y="14482"/>
                      <a:pt x="5262" y="15292"/>
                    </a:cubicBezTo>
                    <a:cubicBezTo>
                      <a:pt x="5255" y="16117"/>
                      <a:pt x="5242" y="16945"/>
                      <a:pt x="5232" y="17770"/>
                    </a:cubicBezTo>
                    <a:cubicBezTo>
                      <a:pt x="5210" y="19392"/>
                      <a:pt x="5195" y="21012"/>
                      <a:pt x="5180" y="22632"/>
                    </a:cubicBezTo>
                    <a:cubicBezTo>
                      <a:pt x="4122" y="22882"/>
                      <a:pt x="3655" y="22862"/>
                      <a:pt x="2680" y="22352"/>
                    </a:cubicBezTo>
                    <a:cubicBezTo>
                      <a:pt x="2472" y="22247"/>
                      <a:pt x="2267" y="22145"/>
                      <a:pt x="2055" y="22037"/>
                    </a:cubicBezTo>
                    <a:cubicBezTo>
                      <a:pt x="625" y="21112"/>
                      <a:pt x="625" y="21112"/>
                      <a:pt x="180" y="20382"/>
                    </a:cubicBezTo>
                    <a:cubicBezTo>
                      <a:pt x="0" y="19460"/>
                      <a:pt x="22" y="18545"/>
                      <a:pt x="40" y="17607"/>
                    </a:cubicBezTo>
                    <a:cubicBezTo>
                      <a:pt x="42" y="17338"/>
                      <a:pt x="42" y="17065"/>
                      <a:pt x="42" y="16795"/>
                    </a:cubicBezTo>
                    <a:cubicBezTo>
                      <a:pt x="42" y="16230"/>
                      <a:pt x="50" y="15662"/>
                      <a:pt x="58" y="15097"/>
                    </a:cubicBezTo>
                    <a:cubicBezTo>
                      <a:pt x="70" y="14373"/>
                      <a:pt x="72" y="13648"/>
                      <a:pt x="75" y="12922"/>
                    </a:cubicBezTo>
                    <a:cubicBezTo>
                      <a:pt x="75" y="12362"/>
                      <a:pt x="80" y="11805"/>
                      <a:pt x="85" y="11245"/>
                    </a:cubicBezTo>
                    <a:cubicBezTo>
                      <a:pt x="85" y="10977"/>
                      <a:pt x="87" y="10710"/>
                      <a:pt x="90" y="10442"/>
                    </a:cubicBezTo>
                    <a:cubicBezTo>
                      <a:pt x="90" y="10070"/>
                      <a:pt x="97" y="9697"/>
                      <a:pt x="102" y="9322"/>
                    </a:cubicBezTo>
                    <a:cubicBezTo>
                      <a:pt x="105" y="9112"/>
                      <a:pt x="107" y="8900"/>
                      <a:pt x="112" y="8680"/>
                    </a:cubicBezTo>
                    <a:cubicBezTo>
                      <a:pt x="185" y="8097"/>
                      <a:pt x="327" y="7843"/>
                      <a:pt x="680" y="7382"/>
                    </a:cubicBezTo>
                    <a:cubicBezTo>
                      <a:pt x="752" y="7080"/>
                      <a:pt x="815" y="6770"/>
                      <a:pt x="867" y="6463"/>
                    </a:cubicBezTo>
                    <a:cubicBezTo>
                      <a:pt x="1167" y="5195"/>
                      <a:pt x="1840" y="4352"/>
                      <a:pt x="2680" y="3382"/>
                    </a:cubicBezTo>
                    <a:cubicBezTo>
                      <a:pt x="2810" y="3227"/>
                      <a:pt x="2938" y="3072"/>
                      <a:pt x="3070" y="2912"/>
                    </a:cubicBezTo>
                    <a:cubicBezTo>
                      <a:pt x="4697" y="1107"/>
                      <a:pt x="6665" y="322"/>
                      <a:pt x="9040" y="132"/>
                    </a:cubicBezTo>
                    <a:cubicBezTo>
                      <a:pt x="10972" y="32"/>
                      <a:pt x="13100" y="230"/>
                      <a:pt x="14742" y="1352"/>
                    </a:cubicBezTo>
                    <a:close/>
                    <a:moveTo>
                      <a:pt x="3617" y="2805"/>
                    </a:moveTo>
                    <a:cubicBezTo>
                      <a:pt x="3180" y="3382"/>
                      <a:pt x="3180" y="3382"/>
                      <a:pt x="3180" y="3882"/>
                    </a:cubicBezTo>
                    <a:cubicBezTo>
                      <a:pt x="3015" y="3882"/>
                      <a:pt x="2850" y="3882"/>
                      <a:pt x="2680" y="3882"/>
                    </a:cubicBezTo>
                    <a:cubicBezTo>
                      <a:pt x="1837" y="4895"/>
                      <a:pt x="1300" y="5927"/>
                      <a:pt x="1240" y="7248"/>
                    </a:cubicBezTo>
                    <a:cubicBezTo>
                      <a:pt x="1180" y="7632"/>
                      <a:pt x="1180" y="7632"/>
                      <a:pt x="933" y="7963"/>
                    </a:cubicBezTo>
                    <a:cubicBezTo>
                      <a:pt x="605" y="8507"/>
                      <a:pt x="610" y="8892"/>
                      <a:pt x="600" y="9528"/>
                    </a:cubicBezTo>
                    <a:cubicBezTo>
                      <a:pt x="595" y="9760"/>
                      <a:pt x="590" y="9990"/>
                      <a:pt x="585" y="10227"/>
                    </a:cubicBezTo>
                    <a:cubicBezTo>
                      <a:pt x="582" y="10480"/>
                      <a:pt x="580" y="10732"/>
                      <a:pt x="577" y="10982"/>
                    </a:cubicBezTo>
                    <a:cubicBezTo>
                      <a:pt x="575" y="11242"/>
                      <a:pt x="572" y="11502"/>
                      <a:pt x="570" y="11762"/>
                    </a:cubicBezTo>
                    <a:cubicBezTo>
                      <a:pt x="565" y="12305"/>
                      <a:pt x="562" y="12847"/>
                      <a:pt x="560" y="13392"/>
                    </a:cubicBezTo>
                    <a:cubicBezTo>
                      <a:pt x="558" y="14085"/>
                      <a:pt x="545" y="14780"/>
                      <a:pt x="530" y="15475"/>
                    </a:cubicBezTo>
                    <a:cubicBezTo>
                      <a:pt x="522" y="16010"/>
                      <a:pt x="520" y="16545"/>
                      <a:pt x="517" y="17080"/>
                    </a:cubicBezTo>
                    <a:cubicBezTo>
                      <a:pt x="517" y="17338"/>
                      <a:pt x="512" y="17592"/>
                      <a:pt x="505" y="17847"/>
                    </a:cubicBezTo>
                    <a:cubicBezTo>
                      <a:pt x="457" y="19840"/>
                      <a:pt x="457" y="19840"/>
                      <a:pt x="1002" y="20560"/>
                    </a:cubicBezTo>
                    <a:cubicBezTo>
                      <a:pt x="1380" y="20880"/>
                      <a:pt x="1752" y="21135"/>
                      <a:pt x="2180" y="21382"/>
                    </a:cubicBezTo>
                    <a:cubicBezTo>
                      <a:pt x="2290" y="21465"/>
                      <a:pt x="2397" y="21547"/>
                      <a:pt x="2510" y="21630"/>
                    </a:cubicBezTo>
                    <a:cubicBezTo>
                      <a:pt x="3102" y="22055"/>
                      <a:pt x="3367" y="22145"/>
                      <a:pt x="4092" y="22028"/>
                    </a:cubicBezTo>
                    <a:cubicBezTo>
                      <a:pt x="4287" y="21980"/>
                      <a:pt x="4480" y="21932"/>
                      <a:pt x="4680" y="21882"/>
                    </a:cubicBezTo>
                    <a:cubicBezTo>
                      <a:pt x="4672" y="21725"/>
                      <a:pt x="4665" y="21567"/>
                      <a:pt x="4657" y="21405"/>
                    </a:cubicBezTo>
                    <a:cubicBezTo>
                      <a:pt x="4592" y="19910"/>
                      <a:pt x="4542" y="18412"/>
                      <a:pt x="4512" y="16915"/>
                    </a:cubicBezTo>
                    <a:cubicBezTo>
                      <a:pt x="4495" y="16145"/>
                      <a:pt x="4472" y="15377"/>
                      <a:pt x="4435" y="14607"/>
                    </a:cubicBezTo>
                    <a:cubicBezTo>
                      <a:pt x="4202" y="9675"/>
                      <a:pt x="4202" y="9675"/>
                      <a:pt x="4972" y="8395"/>
                    </a:cubicBezTo>
                    <a:cubicBezTo>
                      <a:pt x="5700" y="7627"/>
                      <a:pt x="6545" y="7188"/>
                      <a:pt x="7517" y="6800"/>
                    </a:cubicBezTo>
                    <a:cubicBezTo>
                      <a:pt x="8085" y="6572"/>
                      <a:pt x="8597" y="6265"/>
                      <a:pt x="9125" y="5957"/>
                    </a:cubicBezTo>
                    <a:cubicBezTo>
                      <a:pt x="9470" y="5780"/>
                      <a:pt x="9817" y="5602"/>
                      <a:pt x="10165" y="5430"/>
                    </a:cubicBezTo>
                    <a:cubicBezTo>
                      <a:pt x="11272" y="4870"/>
                      <a:pt x="12345" y="4307"/>
                      <a:pt x="13365" y="3595"/>
                    </a:cubicBezTo>
                    <a:cubicBezTo>
                      <a:pt x="13782" y="3315"/>
                      <a:pt x="14222" y="3095"/>
                      <a:pt x="14680" y="2882"/>
                    </a:cubicBezTo>
                    <a:cubicBezTo>
                      <a:pt x="14590" y="2297"/>
                      <a:pt x="14527" y="1972"/>
                      <a:pt x="14080" y="1567"/>
                    </a:cubicBezTo>
                    <a:cubicBezTo>
                      <a:pt x="10933" y="0"/>
                      <a:pt x="6245" y="367"/>
                      <a:pt x="3617" y="2805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305" name="gpt4o vector"/>
              <p:cNvSpPr/>
              <p:nvPr/>
            </p:nvSpPr>
            <p:spPr>
              <a:xfrm>
                <a:off x="9139428" y="2142645"/>
                <a:ext cx="165164" cy="205077"/>
              </a:xfrm>
              <a:custGeom>
                <a:avLst/>
                <a:gdLst/>
                <a:ahLst/>
                <a:cxnLst/>
                <a:rect l="0" t="0" r="r" b="b"/>
                <a:pathLst>
                  <a:path w="18062" h="22428" fill="norm" stroke="0">
                    <a:moveTo>
                      <a:pt x="4750" y="428"/>
                    </a:moveTo>
                    <a:cubicBezTo>
                      <a:pt x="5518" y="800"/>
                      <a:pt x="6222" y="1243"/>
                      <a:pt x="6930" y="1715"/>
                    </a:cubicBezTo>
                    <a:cubicBezTo>
                      <a:pt x="7440" y="2053"/>
                      <a:pt x="7962" y="2365"/>
                      <a:pt x="8485" y="2678"/>
                    </a:cubicBezTo>
                    <a:cubicBezTo>
                      <a:pt x="8690" y="2803"/>
                      <a:pt x="8898" y="2928"/>
                      <a:pt x="9110" y="3055"/>
                    </a:cubicBezTo>
                    <a:cubicBezTo>
                      <a:pt x="9650" y="3370"/>
                      <a:pt x="10197" y="3665"/>
                      <a:pt x="10753" y="3953"/>
                    </a:cubicBezTo>
                    <a:cubicBezTo>
                      <a:pt x="13445" y="5360"/>
                      <a:pt x="16497" y="7265"/>
                      <a:pt x="17620" y="10225"/>
                    </a:cubicBezTo>
                    <a:cubicBezTo>
                      <a:pt x="18062" y="11755"/>
                      <a:pt x="18055" y="13348"/>
                      <a:pt x="18000" y="14928"/>
                    </a:cubicBezTo>
                    <a:cubicBezTo>
                      <a:pt x="17997" y="15110"/>
                      <a:pt x="17997" y="15293"/>
                      <a:pt x="17995" y="15483"/>
                    </a:cubicBezTo>
                    <a:cubicBezTo>
                      <a:pt x="17913" y="17165"/>
                      <a:pt x="17178" y="18333"/>
                      <a:pt x="16250" y="19678"/>
                    </a:cubicBezTo>
                    <a:cubicBezTo>
                      <a:pt x="16170" y="19805"/>
                      <a:pt x="16090" y="19930"/>
                      <a:pt x="16008" y="20060"/>
                    </a:cubicBezTo>
                    <a:cubicBezTo>
                      <a:pt x="15290" y="21098"/>
                      <a:pt x="14138" y="21918"/>
                      <a:pt x="13000" y="22428"/>
                    </a:cubicBezTo>
                    <a:cubicBezTo>
                      <a:pt x="12340" y="22317"/>
                      <a:pt x="12340" y="22317"/>
                      <a:pt x="11750" y="22178"/>
                    </a:cubicBezTo>
                    <a:cubicBezTo>
                      <a:pt x="11712" y="21113"/>
                      <a:pt x="11678" y="20045"/>
                      <a:pt x="11643" y="18980"/>
                    </a:cubicBezTo>
                    <a:cubicBezTo>
                      <a:pt x="11633" y="18618"/>
                      <a:pt x="11620" y="18257"/>
                      <a:pt x="11607" y="17898"/>
                    </a:cubicBezTo>
                    <a:cubicBezTo>
                      <a:pt x="11590" y="17370"/>
                      <a:pt x="11572" y="16845"/>
                      <a:pt x="11555" y="16317"/>
                    </a:cubicBezTo>
                    <a:cubicBezTo>
                      <a:pt x="11548" y="16143"/>
                      <a:pt x="11543" y="15968"/>
                      <a:pt x="11535" y="15788"/>
                    </a:cubicBezTo>
                    <a:cubicBezTo>
                      <a:pt x="11508" y="14873"/>
                      <a:pt x="11503" y="13968"/>
                      <a:pt x="11535" y="13055"/>
                    </a:cubicBezTo>
                    <a:cubicBezTo>
                      <a:pt x="11543" y="12873"/>
                      <a:pt x="11548" y="12692"/>
                      <a:pt x="11553" y="12505"/>
                    </a:cubicBezTo>
                    <a:cubicBezTo>
                      <a:pt x="11565" y="12160"/>
                      <a:pt x="11580" y="11815"/>
                      <a:pt x="11602" y="11473"/>
                    </a:cubicBezTo>
                    <a:cubicBezTo>
                      <a:pt x="11638" y="10345"/>
                      <a:pt x="11638" y="10345"/>
                      <a:pt x="11240" y="9860"/>
                    </a:cubicBezTo>
                    <a:cubicBezTo>
                      <a:pt x="10923" y="9600"/>
                      <a:pt x="10605" y="9385"/>
                      <a:pt x="10250" y="9178"/>
                    </a:cubicBezTo>
                    <a:cubicBezTo>
                      <a:pt x="10128" y="9095"/>
                      <a:pt x="10003" y="9013"/>
                      <a:pt x="9878" y="8928"/>
                    </a:cubicBezTo>
                    <a:cubicBezTo>
                      <a:pt x="9775" y="8868"/>
                      <a:pt x="9673" y="8810"/>
                      <a:pt x="9567" y="8750"/>
                    </a:cubicBezTo>
                    <a:cubicBezTo>
                      <a:pt x="9450" y="8683"/>
                      <a:pt x="9335" y="8615"/>
                      <a:pt x="9212" y="8545"/>
                    </a:cubicBezTo>
                    <a:cubicBezTo>
                      <a:pt x="9092" y="8475"/>
                      <a:pt x="8970" y="8405"/>
                      <a:pt x="8845" y="8333"/>
                    </a:cubicBezTo>
                    <a:cubicBezTo>
                      <a:pt x="8778" y="8295"/>
                      <a:pt x="8778" y="8295"/>
                      <a:pt x="8447" y="8105"/>
                    </a:cubicBezTo>
                    <a:cubicBezTo>
                      <a:pt x="7492" y="7558"/>
                      <a:pt x="6528" y="7035"/>
                      <a:pt x="5558" y="6515"/>
                    </a:cubicBezTo>
                    <a:cubicBezTo>
                      <a:pt x="4210" y="5782"/>
                      <a:pt x="2915" y="4965"/>
                      <a:pt x="1612" y="4153"/>
                    </a:cubicBezTo>
                    <a:cubicBezTo>
                      <a:pt x="1080" y="3823"/>
                      <a:pt x="540" y="3500"/>
                      <a:pt x="0" y="3178"/>
                    </a:cubicBezTo>
                    <a:cubicBezTo>
                      <a:pt x="75" y="2377"/>
                      <a:pt x="143" y="2025"/>
                      <a:pt x="750" y="1478"/>
                    </a:cubicBezTo>
                    <a:cubicBezTo>
                      <a:pt x="3250" y="0"/>
                      <a:pt x="3250" y="0"/>
                      <a:pt x="4750" y="428"/>
                    </a:cubicBezTo>
                    <a:close/>
                    <a:moveTo>
                      <a:pt x="1780" y="1678"/>
                    </a:moveTo>
                    <a:cubicBezTo>
                      <a:pt x="1585" y="1817"/>
                      <a:pt x="1390" y="1955"/>
                      <a:pt x="1190" y="2100"/>
                    </a:cubicBezTo>
                    <a:cubicBezTo>
                      <a:pt x="1045" y="2208"/>
                      <a:pt x="900" y="2315"/>
                      <a:pt x="750" y="2428"/>
                    </a:cubicBezTo>
                    <a:cubicBezTo>
                      <a:pt x="1130" y="3500"/>
                      <a:pt x="1780" y="3812"/>
                      <a:pt x="2735" y="4317"/>
                    </a:cubicBezTo>
                    <a:cubicBezTo>
                      <a:pt x="3050" y="4493"/>
                      <a:pt x="3365" y="4665"/>
                      <a:pt x="3680" y="4840"/>
                    </a:cubicBezTo>
                    <a:cubicBezTo>
                      <a:pt x="3852" y="4933"/>
                      <a:pt x="4023" y="5028"/>
                      <a:pt x="4197" y="5123"/>
                    </a:cubicBezTo>
                    <a:cubicBezTo>
                      <a:pt x="5212" y="5683"/>
                      <a:pt x="6215" y="6268"/>
                      <a:pt x="7220" y="6850"/>
                    </a:cubicBezTo>
                    <a:cubicBezTo>
                      <a:pt x="7415" y="6963"/>
                      <a:pt x="7610" y="7075"/>
                      <a:pt x="7812" y="7190"/>
                    </a:cubicBezTo>
                    <a:cubicBezTo>
                      <a:pt x="11250" y="9178"/>
                      <a:pt x="11250" y="9178"/>
                      <a:pt x="12000" y="9928"/>
                    </a:cubicBezTo>
                    <a:cubicBezTo>
                      <a:pt x="12062" y="10495"/>
                      <a:pt x="12092" y="11035"/>
                      <a:pt x="12102" y="11603"/>
                    </a:cubicBezTo>
                    <a:cubicBezTo>
                      <a:pt x="12107" y="11773"/>
                      <a:pt x="12112" y="11940"/>
                      <a:pt x="12117" y="12115"/>
                    </a:cubicBezTo>
                    <a:cubicBezTo>
                      <a:pt x="12133" y="12655"/>
                      <a:pt x="12145" y="13197"/>
                      <a:pt x="12155" y="13740"/>
                    </a:cubicBezTo>
                    <a:cubicBezTo>
                      <a:pt x="12165" y="14093"/>
                      <a:pt x="12175" y="14447"/>
                      <a:pt x="12185" y="14800"/>
                    </a:cubicBezTo>
                    <a:cubicBezTo>
                      <a:pt x="12245" y="17010"/>
                      <a:pt x="12263" y="19218"/>
                      <a:pt x="12250" y="21428"/>
                    </a:cubicBezTo>
                    <a:cubicBezTo>
                      <a:pt x="13192" y="21692"/>
                      <a:pt x="13192" y="21692"/>
                      <a:pt x="13715" y="21553"/>
                    </a:cubicBezTo>
                    <a:cubicBezTo>
                      <a:pt x="15500" y="20553"/>
                      <a:pt x="16595" y="18833"/>
                      <a:pt x="17250" y="16928"/>
                    </a:cubicBezTo>
                    <a:cubicBezTo>
                      <a:pt x="17788" y="14365"/>
                      <a:pt x="17825" y="11353"/>
                      <a:pt x="16410" y="9095"/>
                    </a:cubicBezTo>
                    <a:cubicBezTo>
                      <a:pt x="15195" y="7252"/>
                      <a:pt x="13335" y="6083"/>
                      <a:pt x="11500" y="4928"/>
                    </a:cubicBezTo>
                    <a:cubicBezTo>
                      <a:pt x="11385" y="4853"/>
                      <a:pt x="11270" y="4780"/>
                      <a:pt x="11150" y="4703"/>
                    </a:cubicBezTo>
                    <a:cubicBezTo>
                      <a:pt x="10587" y="4350"/>
                      <a:pt x="10005" y="4058"/>
                      <a:pt x="9405" y="3773"/>
                    </a:cubicBezTo>
                    <a:cubicBezTo>
                      <a:pt x="8690" y="3425"/>
                      <a:pt x="8013" y="3035"/>
                      <a:pt x="7340" y="2613"/>
                    </a:cubicBezTo>
                    <a:cubicBezTo>
                      <a:pt x="7178" y="2510"/>
                      <a:pt x="7013" y="2410"/>
                      <a:pt x="6845" y="2305"/>
                    </a:cubicBezTo>
                    <a:cubicBezTo>
                      <a:pt x="6515" y="2098"/>
                      <a:pt x="6190" y="1890"/>
                      <a:pt x="5865" y="1678"/>
                    </a:cubicBezTo>
                    <a:cubicBezTo>
                      <a:pt x="4335" y="720"/>
                      <a:pt x="3325" y="555"/>
                      <a:pt x="1780" y="1678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306" name="gpt4o vector"/>
              <p:cNvSpPr/>
              <p:nvPr/>
            </p:nvSpPr>
            <p:spPr>
              <a:xfrm>
                <a:off x="8913114" y="2117659"/>
                <a:ext cx="166878" cy="206472"/>
              </a:xfrm>
              <a:custGeom>
                <a:avLst/>
                <a:gdLst/>
                <a:ahLst/>
                <a:cxnLst/>
                <a:rect l="0" t="0" r="r" b="b"/>
                <a:pathLst>
                  <a:path w="18250" h="22580" fill="norm" stroke="0">
                    <a:moveTo>
                      <a:pt x="6500" y="410"/>
                    </a:moveTo>
                    <a:cubicBezTo>
                      <a:pt x="6750" y="660"/>
                      <a:pt x="6750" y="660"/>
                      <a:pt x="6775" y="1135"/>
                    </a:cubicBezTo>
                    <a:cubicBezTo>
                      <a:pt x="6773" y="1343"/>
                      <a:pt x="6768" y="1552"/>
                      <a:pt x="6765" y="1765"/>
                    </a:cubicBezTo>
                    <a:cubicBezTo>
                      <a:pt x="6763" y="2002"/>
                      <a:pt x="6760" y="2237"/>
                      <a:pt x="6758" y="2480"/>
                    </a:cubicBezTo>
                    <a:cubicBezTo>
                      <a:pt x="6758" y="2605"/>
                      <a:pt x="6755" y="2732"/>
                      <a:pt x="6755" y="2862"/>
                    </a:cubicBezTo>
                    <a:cubicBezTo>
                      <a:pt x="6747" y="3532"/>
                      <a:pt x="6750" y="4205"/>
                      <a:pt x="6750" y="4875"/>
                    </a:cubicBezTo>
                    <a:cubicBezTo>
                      <a:pt x="6753" y="5727"/>
                      <a:pt x="6750" y="6580"/>
                      <a:pt x="6737" y="7433"/>
                    </a:cubicBezTo>
                    <a:cubicBezTo>
                      <a:pt x="6725" y="8123"/>
                      <a:pt x="6725" y="8812"/>
                      <a:pt x="6732" y="9500"/>
                    </a:cubicBezTo>
                    <a:cubicBezTo>
                      <a:pt x="6735" y="9762"/>
                      <a:pt x="6730" y="10025"/>
                      <a:pt x="6722" y="10287"/>
                    </a:cubicBezTo>
                    <a:cubicBezTo>
                      <a:pt x="6700" y="11125"/>
                      <a:pt x="6725" y="11865"/>
                      <a:pt x="7000" y="12660"/>
                    </a:cubicBezTo>
                    <a:cubicBezTo>
                      <a:pt x="7675" y="13328"/>
                      <a:pt x="8405" y="13740"/>
                      <a:pt x="9250" y="14160"/>
                    </a:cubicBezTo>
                    <a:cubicBezTo>
                      <a:pt x="9475" y="14297"/>
                      <a:pt x="9700" y="14438"/>
                      <a:pt x="9923" y="14583"/>
                    </a:cubicBezTo>
                    <a:cubicBezTo>
                      <a:pt x="10455" y="14885"/>
                      <a:pt x="10997" y="15153"/>
                      <a:pt x="11548" y="15422"/>
                    </a:cubicBezTo>
                    <a:cubicBezTo>
                      <a:pt x="12355" y="15847"/>
                      <a:pt x="13130" y="16333"/>
                      <a:pt x="13908" y="16810"/>
                    </a:cubicBezTo>
                    <a:cubicBezTo>
                      <a:pt x="14430" y="17117"/>
                      <a:pt x="14955" y="17398"/>
                      <a:pt x="15500" y="17660"/>
                    </a:cubicBezTo>
                    <a:cubicBezTo>
                      <a:pt x="15500" y="17825"/>
                      <a:pt x="15500" y="17990"/>
                      <a:pt x="15500" y="18160"/>
                    </a:cubicBezTo>
                    <a:cubicBezTo>
                      <a:pt x="15722" y="18227"/>
                      <a:pt x="15942" y="18295"/>
                      <a:pt x="16173" y="18362"/>
                    </a:cubicBezTo>
                    <a:cubicBezTo>
                      <a:pt x="16942" y="18617"/>
                      <a:pt x="17570" y="18970"/>
                      <a:pt x="18250" y="19410"/>
                    </a:cubicBezTo>
                    <a:cubicBezTo>
                      <a:pt x="18170" y="20175"/>
                      <a:pt x="18105" y="20558"/>
                      <a:pt x="17545" y="21102"/>
                    </a:cubicBezTo>
                    <a:cubicBezTo>
                      <a:pt x="17355" y="21225"/>
                      <a:pt x="17165" y="21347"/>
                      <a:pt x="16970" y="21472"/>
                    </a:cubicBezTo>
                    <a:cubicBezTo>
                      <a:pt x="16783" y="21597"/>
                      <a:pt x="16595" y="21722"/>
                      <a:pt x="16405" y="21852"/>
                    </a:cubicBezTo>
                    <a:cubicBezTo>
                      <a:pt x="15525" y="22268"/>
                      <a:pt x="14580" y="22580"/>
                      <a:pt x="13612" y="22295"/>
                    </a:cubicBezTo>
                    <a:cubicBezTo>
                      <a:pt x="13225" y="22107"/>
                      <a:pt x="12867" y="21898"/>
                      <a:pt x="12505" y="21667"/>
                    </a:cubicBezTo>
                    <a:cubicBezTo>
                      <a:pt x="12367" y="21588"/>
                      <a:pt x="12232" y="21507"/>
                      <a:pt x="12095" y="21425"/>
                    </a:cubicBezTo>
                    <a:cubicBezTo>
                      <a:pt x="11665" y="21167"/>
                      <a:pt x="11237" y="20908"/>
                      <a:pt x="10812" y="20645"/>
                    </a:cubicBezTo>
                    <a:cubicBezTo>
                      <a:pt x="10530" y="20475"/>
                      <a:pt x="10250" y="20305"/>
                      <a:pt x="9967" y="20137"/>
                    </a:cubicBezTo>
                    <a:cubicBezTo>
                      <a:pt x="9548" y="19887"/>
                      <a:pt x="9130" y="19637"/>
                      <a:pt x="8715" y="19385"/>
                    </a:cubicBezTo>
                    <a:cubicBezTo>
                      <a:pt x="7822" y="18845"/>
                      <a:pt x="6920" y="18340"/>
                      <a:pt x="6000" y="17852"/>
                    </a:cubicBezTo>
                    <a:cubicBezTo>
                      <a:pt x="5067" y="17352"/>
                      <a:pt x="4210" y="16840"/>
                      <a:pt x="3438" y="16112"/>
                    </a:cubicBezTo>
                    <a:cubicBezTo>
                      <a:pt x="3337" y="16020"/>
                      <a:pt x="3235" y="15925"/>
                      <a:pt x="3133" y="15830"/>
                    </a:cubicBezTo>
                    <a:cubicBezTo>
                      <a:pt x="1385" y="14135"/>
                      <a:pt x="140" y="12135"/>
                      <a:pt x="0" y="9660"/>
                    </a:cubicBezTo>
                    <a:cubicBezTo>
                      <a:pt x="48" y="7023"/>
                      <a:pt x="628" y="4360"/>
                      <a:pt x="2500" y="2410"/>
                    </a:cubicBezTo>
                    <a:cubicBezTo>
                      <a:pt x="5087" y="0"/>
                      <a:pt x="5087" y="0"/>
                      <a:pt x="6500" y="410"/>
                    </a:cubicBezTo>
                    <a:close/>
                    <a:moveTo>
                      <a:pt x="3688" y="2005"/>
                    </a:moveTo>
                    <a:cubicBezTo>
                      <a:pt x="3630" y="2055"/>
                      <a:pt x="3630" y="2055"/>
                      <a:pt x="3340" y="2315"/>
                    </a:cubicBezTo>
                    <a:cubicBezTo>
                      <a:pt x="3048" y="2585"/>
                      <a:pt x="2773" y="2873"/>
                      <a:pt x="2500" y="3160"/>
                    </a:cubicBezTo>
                    <a:cubicBezTo>
                      <a:pt x="2500" y="3325"/>
                      <a:pt x="2500" y="3490"/>
                      <a:pt x="2500" y="3660"/>
                    </a:cubicBezTo>
                    <a:cubicBezTo>
                      <a:pt x="2335" y="3660"/>
                      <a:pt x="2170" y="3660"/>
                      <a:pt x="2000" y="3660"/>
                    </a:cubicBezTo>
                    <a:cubicBezTo>
                      <a:pt x="580" y="6602"/>
                      <a:pt x="425" y="9433"/>
                      <a:pt x="1367" y="12537"/>
                    </a:cubicBezTo>
                    <a:cubicBezTo>
                      <a:pt x="2255" y="15015"/>
                      <a:pt x="4930" y="16617"/>
                      <a:pt x="7120" y="17810"/>
                    </a:cubicBezTo>
                    <a:cubicBezTo>
                      <a:pt x="7795" y="18185"/>
                      <a:pt x="8452" y="18580"/>
                      <a:pt x="9112" y="18985"/>
                    </a:cubicBezTo>
                    <a:cubicBezTo>
                      <a:pt x="9347" y="19127"/>
                      <a:pt x="9582" y="19270"/>
                      <a:pt x="9817" y="19412"/>
                    </a:cubicBezTo>
                    <a:cubicBezTo>
                      <a:pt x="10178" y="19630"/>
                      <a:pt x="10535" y="19850"/>
                      <a:pt x="10893" y="20072"/>
                    </a:cubicBezTo>
                    <a:cubicBezTo>
                      <a:pt x="13668" y="21790"/>
                      <a:pt x="13668" y="21790"/>
                      <a:pt x="15000" y="21660"/>
                    </a:cubicBezTo>
                    <a:cubicBezTo>
                      <a:pt x="15518" y="21515"/>
                      <a:pt x="15880" y="21320"/>
                      <a:pt x="16360" y="21050"/>
                    </a:cubicBezTo>
                    <a:cubicBezTo>
                      <a:pt x="16575" y="20933"/>
                      <a:pt x="16793" y="20815"/>
                      <a:pt x="17015" y="20692"/>
                    </a:cubicBezTo>
                    <a:cubicBezTo>
                      <a:pt x="17095" y="20645"/>
                      <a:pt x="17095" y="20645"/>
                      <a:pt x="17500" y="20410"/>
                    </a:cubicBezTo>
                    <a:cubicBezTo>
                      <a:pt x="17500" y="20080"/>
                      <a:pt x="17500" y="19750"/>
                      <a:pt x="17500" y="19410"/>
                    </a:cubicBezTo>
                    <a:cubicBezTo>
                      <a:pt x="17352" y="19328"/>
                      <a:pt x="17205" y="19248"/>
                      <a:pt x="17053" y="19162"/>
                    </a:cubicBezTo>
                    <a:cubicBezTo>
                      <a:pt x="16025" y="18595"/>
                      <a:pt x="15008" y="18015"/>
                      <a:pt x="14000" y="17410"/>
                    </a:cubicBezTo>
                    <a:cubicBezTo>
                      <a:pt x="13653" y="17218"/>
                      <a:pt x="13303" y="17025"/>
                      <a:pt x="12952" y="16833"/>
                    </a:cubicBezTo>
                    <a:cubicBezTo>
                      <a:pt x="11895" y="16250"/>
                      <a:pt x="10867" y="15627"/>
                      <a:pt x="9840" y="14992"/>
                    </a:cubicBezTo>
                    <a:cubicBezTo>
                      <a:pt x="9250" y="14660"/>
                      <a:pt x="9250" y="14660"/>
                      <a:pt x="8645" y="14427"/>
                    </a:cubicBezTo>
                    <a:cubicBezTo>
                      <a:pt x="8433" y="14340"/>
                      <a:pt x="8220" y="14252"/>
                      <a:pt x="8000" y="14160"/>
                    </a:cubicBezTo>
                    <a:cubicBezTo>
                      <a:pt x="7938" y="14135"/>
                      <a:pt x="7938" y="14135"/>
                      <a:pt x="7615" y="14002"/>
                    </a:cubicBezTo>
                    <a:cubicBezTo>
                      <a:pt x="7153" y="13765"/>
                      <a:pt x="6845" y="13552"/>
                      <a:pt x="6500" y="13160"/>
                    </a:cubicBezTo>
                    <a:cubicBezTo>
                      <a:pt x="6275" y="12322"/>
                      <a:pt x="6298" y="11500"/>
                      <a:pt x="6308" y="10637"/>
                    </a:cubicBezTo>
                    <a:cubicBezTo>
                      <a:pt x="6303" y="10260"/>
                      <a:pt x="6300" y="9885"/>
                      <a:pt x="6295" y="9510"/>
                    </a:cubicBezTo>
                    <a:cubicBezTo>
                      <a:pt x="6290" y="8985"/>
                      <a:pt x="6293" y="8460"/>
                      <a:pt x="6295" y="7935"/>
                    </a:cubicBezTo>
                    <a:cubicBezTo>
                      <a:pt x="6298" y="7143"/>
                      <a:pt x="6290" y="6352"/>
                      <a:pt x="6285" y="5560"/>
                    </a:cubicBezTo>
                    <a:cubicBezTo>
                      <a:pt x="6280" y="4945"/>
                      <a:pt x="6278" y="4330"/>
                      <a:pt x="6278" y="3713"/>
                    </a:cubicBezTo>
                    <a:cubicBezTo>
                      <a:pt x="6278" y="3602"/>
                      <a:pt x="6278" y="3602"/>
                      <a:pt x="6278" y="3040"/>
                    </a:cubicBezTo>
                    <a:cubicBezTo>
                      <a:pt x="6278" y="2942"/>
                      <a:pt x="6278" y="2942"/>
                      <a:pt x="6280" y="2450"/>
                    </a:cubicBezTo>
                    <a:cubicBezTo>
                      <a:pt x="6250" y="1907"/>
                      <a:pt x="6150" y="1433"/>
                      <a:pt x="6000" y="910"/>
                    </a:cubicBezTo>
                    <a:cubicBezTo>
                      <a:pt x="4913" y="732"/>
                      <a:pt x="4425" y="1305"/>
                      <a:pt x="3688" y="2005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307" name="gpt4o vector"/>
              <p:cNvSpPr/>
              <p:nvPr/>
            </p:nvSpPr>
            <p:spPr>
              <a:xfrm>
                <a:off x="8937193" y="2290562"/>
                <a:ext cx="219502" cy="109797"/>
              </a:xfrm>
              <a:custGeom>
                <a:avLst/>
                <a:gdLst/>
                <a:ahLst/>
                <a:cxnLst/>
                <a:rect l="0" t="0" r="r" b="b"/>
                <a:pathLst>
                  <a:path w="24005" h="12007" fill="norm" stroke="0">
                    <a:moveTo>
                      <a:pt x="23270" y="67"/>
                    </a:moveTo>
                    <a:cubicBezTo>
                      <a:pt x="23617" y="250"/>
                      <a:pt x="23617" y="250"/>
                      <a:pt x="23867" y="750"/>
                    </a:cubicBezTo>
                    <a:cubicBezTo>
                      <a:pt x="23942" y="1357"/>
                      <a:pt x="23947" y="1968"/>
                      <a:pt x="23960" y="2580"/>
                    </a:cubicBezTo>
                    <a:cubicBezTo>
                      <a:pt x="23965" y="2662"/>
                      <a:pt x="23965" y="2662"/>
                      <a:pt x="23990" y="3082"/>
                    </a:cubicBezTo>
                    <a:cubicBezTo>
                      <a:pt x="24005" y="3970"/>
                      <a:pt x="23955" y="4530"/>
                      <a:pt x="23330" y="5190"/>
                    </a:cubicBezTo>
                    <a:cubicBezTo>
                      <a:pt x="22648" y="5772"/>
                      <a:pt x="21903" y="6227"/>
                      <a:pt x="21117" y="6658"/>
                    </a:cubicBezTo>
                    <a:cubicBezTo>
                      <a:pt x="20862" y="6800"/>
                      <a:pt x="20605" y="6945"/>
                      <a:pt x="20350" y="7090"/>
                    </a:cubicBezTo>
                    <a:cubicBezTo>
                      <a:pt x="20227" y="7158"/>
                      <a:pt x="20102" y="7227"/>
                      <a:pt x="19972" y="7300"/>
                    </a:cubicBezTo>
                    <a:cubicBezTo>
                      <a:pt x="19650" y="7483"/>
                      <a:pt x="19330" y="7675"/>
                      <a:pt x="19012" y="7868"/>
                    </a:cubicBezTo>
                    <a:cubicBezTo>
                      <a:pt x="18202" y="8358"/>
                      <a:pt x="17362" y="8793"/>
                      <a:pt x="16523" y="9235"/>
                    </a:cubicBezTo>
                    <a:cubicBezTo>
                      <a:pt x="16202" y="9405"/>
                      <a:pt x="15882" y="9572"/>
                      <a:pt x="15565" y="9743"/>
                    </a:cubicBezTo>
                    <a:cubicBezTo>
                      <a:pt x="15408" y="9825"/>
                      <a:pt x="15250" y="9908"/>
                      <a:pt x="15087" y="9995"/>
                    </a:cubicBezTo>
                    <a:cubicBezTo>
                      <a:pt x="14617" y="10250"/>
                      <a:pt x="14163" y="10520"/>
                      <a:pt x="13702" y="10795"/>
                    </a:cubicBezTo>
                    <a:cubicBezTo>
                      <a:pt x="11715" y="11935"/>
                      <a:pt x="9077" y="12007"/>
                      <a:pt x="6867" y="11500"/>
                    </a:cubicBezTo>
                    <a:cubicBezTo>
                      <a:pt x="6035" y="11183"/>
                      <a:pt x="5345" y="10760"/>
                      <a:pt x="4617" y="10250"/>
                    </a:cubicBezTo>
                    <a:cubicBezTo>
                      <a:pt x="4445" y="10142"/>
                      <a:pt x="4273" y="10035"/>
                      <a:pt x="4095" y="9923"/>
                    </a:cubicBezTo>
                    <a:cubicBezTo>
                      <a:pt x="2308" y="8717"/>
                      <a:pt x="915" y="6860"/>
                      <a:pt x="222" y="4808"/>
                    </a:cubicBezTo>
                    <a:cubicBezTo>
                      <a:pt x="0" y="3635"/>
                      <a:pt x="62" y="2440"/>
                      <a:pt x="117" y="1250"/>
                    </a:cubicBezTo>
                    <a:cubicBezTo>
                      <a:pt x="497" y="938"/>
                      <a:pt x="497" y="938"/>
                      <a:pt x="1117" y="750"/>
                    </a:cubicBezTo>
                    <a:cubicBezTo>
                      <a:pt x="1805" y="990"/>
                      <a:pt x="2403" y="1373"/>
                      <a:pt x="3023" y="1750"/>
                    </a:cubicBezTo>
                    <a:cubicBezTo>
                      <a:pt x="3112" y="1805"/>
                      <a:pt x="3112" y="1805"/>
                      <a:pt x="3565" y="2070"/>
                    </a:cubicBezTo>
                    <a:cubicBezTo>
                      <a:pt x="4085" y="2377"/>
                      <a:pt x="4602" y="2688"/>
                      <a:pt x="5117" y="3000"/>
                    </a:cubicBezTo>
                    <a:cubicBezTo>
                      <a:pt x="5352" y="3142"/>
                      <a:pt x="5585" y="3285"/>
                      <a:pt x="5820" y="3425"/>
                    </a:cubicBezTo>
                    <a:cubicBezTo>
                      <a:pt x="6017" y="3542"/>
                      <a:pt x="6212" y="3660"/>
                      <a:pt x="6413" y="3782"/>
                    </a:cubicBezTo>
                    <a:cubicBezTo>
                      <a:pt x="6815" y="4022"/>
                      <a:pt x="7215" y="4262"/>
                      <a:pt x="7617" y="4500"/>
                    </a:cubicBezTo>
                    <a:cubicBezTo>
                      <a:pt x="7745" y="4580"/>
                      <a:pt x="7875" y="4657"/>
                      <a:pt x="8007" y="4738"/>
                    </a:cubicBezTo>
                    <a:cubicBezTo>
                      <a:pt x="8433" y="4993"/>
                      <a:pt x="8860" y="5240"/>
                      <a:pt x="9288" y="5485"/>
                    </a:cubicBezTo>
                    <a:cubicBezTo>
                      <a:pt x="9420" y="5565"/>
                      <a:pt x="9550" y="5645"/>
                      <a:pt x="9685" y="5727"/>
                    </a:cubicBezTo>
                    <a:cubicBezTo>
                      <a:pt x="10577" y="6230"/>
                      <a:pt x="11210" y="6332"/>
                      <a:pt x="12217" y="6125"/>
                    </a:cubicBezTo>
                    <a:cubicBezTo>
                      <a:pt x="12783" y="5950"/>
                      <a:pt x="13195" y="5685"/>
                      <a:pt x="13663" y="5330"/>
                    </a:cubicBezTo>
                    <a:cubicBezTo>
                      <a:pt x="14540" y="4705"/>
                      <a:pt x="15413" y="4202"/>
                      <a:pt x="16382" y="3735"/>
                    </a:cubicBezTo>
                    <a:cubicBezTo>
                      <a:pt x="17445" y="3222"/>
                      <a:pt x="18442" y="2665"/>
                      <a:pt x="19433" y="2022"/>
                    </a:cubicBezTo>
                    <a:cubicBezTo>
                      <a:pt x="19942" y="1705"/>
                      <a:pt x="20465" y="1447"/>
                      <a:pt x="21007" y="1192"/>
                    </a:cubicBezTo>
                    <a:cubicBezTo>
                      <a:pt x="21548" y="905"/>
                      <a:pt x="22030" y="540"/>
                      <a:pt x="22517" y="170"/>
                    </a:cubicBezTo>
                    <a:cubicBezTo>
                      <a:pt x="22867" y="0"/>
                      <a:pt x="22867" y="0"/>
                      <a:pt x="23270" y="67"/>
                    </a:cubicBezTo>
                    <a:close/>
                    <a:moveTo>
                      <a:pt x="22367" y="750"/>
                    </a:moveTo>
                    <a:cubicBezTo>
                      <a:pt x="22082" y="968"/>
                      <a:pt x="21800" y="1188"/>
                      <a:pt x="21533" y="1425"/>
                    </a:cubicBezTo>
                    <a:cubicBezTo>
                      <a:pt x="21002" y="1843"/>
                      <a:pt x="20428" y="2153"/>
                      <a:pt x="19835" y="2470"/>
                    </a:cubicBezTo>
                    <a:cubicBezTo>
                      <a:pt x="19715" y="2535"/>
                      <a:pt x="19597" y="2597"/>
                      <a:pt x="19472" y="2665"/>
                    </a:cubicBezTo>
                    <a:cubicBezTo>
                      <a:pt x="19105" y="2860"/>
                      <a:pt x="18735" y="3055"/>
                      <a:pt x="18367" y="3250"/>
                    </a:cubicBezTo>
                    <a:cubicBezTo>
                      <a:pt x="17918" y="3490"/>
                      <a:pt x="17470" y="3730"/>
                      <a:pt x="17023" y="3970"/>
                    </a:cubicBezTo>
                    <a:cubicBezTo>
                      <a:pt x="16913" y="4030"/>
                      <a:pt x="16800" y="4090"/>
                      <a:pt x="16685" y="4150"/>
                    </a:cubicBezTo>
                    <a:cubicBezTo>
                      <a:pt x="16033" y="4505"/>
                      <a:pt x="15405" y="4882"/>
                      <a:pt x="14783" y="5290"/>
                    </a:cubicBezTo>
                    <a:cubicBezTo>
                      <a:pt x="14640" y="5382"/>
                      <a:pt x="14497" y="5475"/>
                      <a:pt x="14352" y="5567"/>
                    </a:cubicBezTo>
                    <a:cubicBezTo>
                      <a:pt x="14077" y="5748"/>
                      <a:pt x="13805" y="5930"/>
                      <a:pt x="13535" y="6115"/>
                    </a:cubicBezTo>
                    <a:cubicBezTo>
                      <a:pt x="12567" y="6748"/>
                      <a:pt x="11767" y="6957"/>
                      <a:pt x="10617" y="6750"/>
                    </a:cubicBezTo>
                    <a:cubicBezTo>
                      <a:pt x="10107" y="6572"/>
                      <a:pt x="9668" y="6330"/>
                      <a:pt x="9210" y="6048"/>
                    </a:cubicBezTo>
                    <a:cubicBezTo>
                      <a:pt x="9097" y="5983"/>
                      <a:pt x="8985" y="5918"/>
                      <a:pt x="8867" y="5850"/>
                    </a:cubicBezTo>
                    <a:cubicBezTo>
                      <a:pt x="8533" y="5655"/>
                      <a:pt x="8200" y="5452"/>
                      <a:pt x="7867" y="5250"/>
                    </a:cubicBezTo>
                    <a:cubicBezTo>
                      <a:pt x="6545" y="4455"/>
                      <a:pt x="5212" y="3678"/>
                      <a:pt x="3882" y="2897"/>
                    </a:cubicBezTo>
                    <a:cubicBezTo>
                      <a:pt x="3697" y="2790"/>
                      <a:pt x="3515" y="2683"/>
                      <a:pt x="3325" y="2570"/>
                    </a:cubicBezTo>
                    <a:cubicBezTo>
                      <a:pt x="3160" y="2472"/>
                      <a:pt x="2992" y="2375"/>
                      <a:pt x="2822" y="2275"/>
                    </a:cubicBezTo>
                    <a:cubicBezTo>
                      <a:pt x="2367" y="2000"/>
                      <a:pt x="2367" y="2000"/>
                      <a:pt x="1977" y="1715"/>
                    </a:cubicBezTo>
                    <a:cubicBezTo>
                      <a:pt x="1617" y="1500"/>
                      <a:pt x="1617" y="1500"/>
                      <a:pt x="867" y="1500"/>
                    </a:cubicBezTo>
                    <a:cubicBezTo>
                      <a:pt x="817" y="1765"/>
                      <a:pt x="770" y="2032"/>
                      <a:pt x="725" y="2297"/>
                    </a:cubicBezTo>
                    <a:cubicBezTo>
                      <a:pt x="700" y="2445"/>
                      <a:pt x="675" y="2595"/>
                      <a:pt x="648" y="2745"/>
                    </a:cubicBezTo>
                    <a:cubicBezTo>
                      <a:pt x="538" y="4570"/>
                      <a:pt x="1425" y="6562"/>
                      <a:pt x="2590" y="7930"/>
                    </a:cubicBezTo>
                    <a:cubicBezTo>
                      <a:pt x="3002" y="8387"/>
                      <a:pt x="3423" y="8825"/>
                      <a:pt x="3867" y="9250"/>
                    </a:cubicBezTo>
                    <a:cubicBezTo>
                      <a:pt x="3960" y="9340"/>
                      <a:pt x="4053" y="9430"/>
                      <a:pt x="4148" y="9522"/>
                    </a:cubicBezTo>
                    <a:cubicBezTo>
                      <a:pt x="4970" y="10250"/>
                      <a:pt x="5750" y="10493"/>
                      <a:pt x="6820" y="10688"/>
                    </a:cubicBezTo>
                    <a:cubicBezTo>
                      <a:pt x="6975" y="10720"/>
                      <a:pt x="7130" y="10750"/>
                      <a:pt x="7290" y="10780"/>
                    </a:cubicBezTo>
                    <a:cubicBezTo>
                      <a:pt x="8413" y="10988"/>
                      <a:pt x="9477" y="11130"/>
                      <a:pt x="10617" y="11000"/>
                    </a:cubicBezTo>
                    <a:cubicBezTo>
                      <a:pt x="10808" y="10980"/>
                      <a:pt x="11000" y="10960"/>
                      <a:pt x="11195" y="10940"/>
                    </a:cubicBezTo>
                    <a:cubicBezTo>
                      <a:pt x="12970" y="10670"/>
                      <a:pt x="14357" y="9913"/>
                      <a:pt x="15867" y="9000"/>
                    </a:cubicBezTo>
                    <a:cubicBezTo>
                      <a:pt x="16270" y="8760"/>
                      <a:pt x="16673" y="8520"/>
                      <a:pt x="17072" y="8280"/>
                    </a:cubicBezTo>
                    <a:cubicBezTo>
                      <a:pt x="17727" y="7887"/>
                      <a:pt x="18380" y="7498"/>
                      <a:pt x="19030" y="7102"/>
                    </a:cubicBezTo>
                    <a:cubicBezTo>
                      <a:pt x="20235" y="6373"/>
                      <a:pt x="21450" y="5670"/>
                      <a:pt x="22688" y="4998"/>
                    </a:cubicBezTo>
                    <a:cubicBezTo>
                      <a:pt x="23117" y="4750"/>
                      <a:pt x="23117" y="4750"/>
                      <a:pt x="23367" y="4500"/>
                    </a:cubicBezTo>
                    <a:cubicBezTo>
                      <a:pt x="23395" y="4153"/>
                      <a:pt x="23395" y="4153"/>
                      <a:pt x="23390" y="3710"/>
                    </a:cubicBezTo>
                    <a:cubicBezTo>
                      <a:pt x="23390" y="3555"/>
                      <a:pt x="23390" y="3397"/>
                      <a:pt x="23387" y="3235"/>
                    </a:cubicBezTo>
                    <a:cubicBezTo>
                      <a:pt x="23387" y="3070"/>
                      <a:pt x="23385" y="2905"/>
                      <a:pt x="23382" y="2735"/>
                    </a:cubicBezTo>
                    <a:cubicBezTo>
                      <a:pt x="23380" y="2570"/>
                      <a:pt x="23380" y="2405"/>
                      <a:pt x="23380" y="2232"/>
                    </a:cubicBezTo>
                    <a:cubicBezTo>
                      <a:pt x="23375" y="1822"/>
                      <a:pt x="23372" y="1412"/>
                      <a:pt x="23367" y="1000"/>
                    </a:cubicBezTo>
                    <a:cubicBezTo>
                      <a:pt x="22900" y="852"/>
                      <a:pt x="22900" y="852"/>
                      <a:pt x="22367" y="750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308" name="gpt4o vector"/>
              <p:cNvSpPr/>
              <p:nvPr/>
            </p:nvSpPr>
            <p:spPr>
              <a:xfrm>
                <a:off x="9063325" y="2063562"/>
                <a:ext cx="221856" cy="112700"/>
              </a:xfrm>
              <a:custGeom>
                <a:avLst/>
                <a:gdLst/>
                <a:ahLst/>
                <a:cxnLst/>
                <a:rect l="0" t="0" r="r" b="b"/>
                <a:pathLst>
                  <a:path w="24262" h="12325" fill="norm" stroke="0">
                    <a:moveTo>
                      <a:pt x="18670" y="1512"/>
                    </a:moveTo>
                    <a:cubicBezTo>
                      <a:pt x="21322" y="3100"/>
                      <a:pt x="23095" y="5415"/>
                      <a:pt x="23917" y="8392"/>
                    </a:cubicBezTo>
                    <a:cubicBezTo>
                      <a:pt x="24173" y="9517"/>
                      <a:pt x="24262" y="10362"/>
                      <a:pt x="23822" y="11435"/>
                    </a:cubicBezTo>
                    <a:cubicBezTo>
                      <a:pt x="23740" y="11565"/>
                      <a:pt x="23657" y="11692"/>
                      <a:pt x="23572" y="11825"/>
                    </a:cubicBezTo>
                    <a:cubicBezTo>
                      <a:pt x="22385" y="11357"/>
                      <a:pt x="22385" y="11357"/>
                      <a:pt x="21822" y="11075"/>
                    </a:cubicBezTo>
                    <a:cubicBezTo>
                      <a:pt x="21822" y="10910"/>
                      <a:pt x="21822" y="10745"/>
                      <a:pt x="21822" y="10575"/>
                    </a:cubicBezTo>
                    <a:cubicBezTo>
                      <a:pt x="21710" y="10552"/>
                      <a:pt x="21710" y="10552"/>
                      <a:pt x="21135" y="10435"/>
                    </a:cubicBezTo>
                    <a:cubicBezTo>
                      <a:pt x="19780" y="10055"/>
                      <a:pt x="18615" y="9270"/>
                      <a:pt x="17425" y="8542"/>
                    </a:cubicBezTo>
                    <a:cubicBezTo>
                      <a:pt x="17092" y="8337"/>
                      <a:pt x="16757" y="8137"/>
                      <a:pt x="16425" y="7938"/>
                    </a:cubicBezTo>
                    <a:cubicBezTo>
                      <a:pt x="16037" y="7705"/>
                      <a:pt x="15652" y="7470"/>
                      <a:pt x="15270" y="7230"/>
                    </a:cubicBezTo>
                    <a:cubicBezTo>
                      <a:pt x="13392" y="6102"/>
                      <a:pt x="13392" y="6102"/>
                      <a:pt x="12322" y="6188"/>
                    </a:cubicBezTo>
                    <a:cubicBezTo>
                      <a:pt x="10405" y="6715"/>
                      <a:pt x="8678" y="7880"/>
                      <a:pt x="7058" y="9000"/>
                    </a:cubicBezTo>
                    <a:cubicBezTo>
                      <a:pt x="6550" y="9342"/>
                      <a:pt x="6040" y="9605"/>
                      <a:pt x="5487" y="9865"/>
                    </a:cubicBezTo>
                    <a:cubicBezTo>
                      <a:pt x="4380" y="10427"/>
                      <a:pt x="3270" y="11090"/>
                      <a:pt x="2252" y="11800"/>
                    </a:cubicBezTo>
                    <a:cubicBezTo>
                      <a:pt x="1933" y="12012"/>
                      <a:pt x="1933" y="12012"/>
                      <a:pt x="1322" y="12325"/>
                    </a:cubicBezTo>
                    <a:cubicBezTo>
                      <a:pt x="785" y="12220"/>
                      <a:pt x="785" y="12220"/>
                      <a:pt x="322" y="12075"/>
                    </a:cubicBezTo>
                    <a:cubicBezTo>
                      <a:pt x="0" y="8112"/>
                      <a:pt x="0" y="8112"/>
                      <a:pt x="673" y="6995"/>
                    </a:cubicBezTo>
                    <a:cubicBezTo>
                      <a:pt x="1202" y="6600"/>
                      <a:pt x="1715" y="6340"/>
                      <a:pt x="2322" y="6075"/>
                    </a:cubicBezTo>
                    <a:cubicBezTo>
                      <a:pt x="2647" y="5895"/>
                      <a:pt x="2972" y="5715"/>
                      <a:pt x="3295" y="5532"/>
                    </a:cubicBezTo>
                    <a:cubicBezTo>
                      <a:pt x="3640" y="5337"/>
                      <a:pt x="3990" y="5152"/>
                      <a:pt x="4342" y="4967"/>
                    </a:cubicBezTo>
                    <a:cubicBezTo>
                      <a:pt x="5097" y="4567"/>
                      <a:pt x="5835" y="4135"/>
                      <a:pt x="6572" y="3700"/>
                    </a:cubicBezTo>
                    <a:cubicBezTo>
                      <a:pt x="7072" y="3407"/>
                      <a:pt x="7572" y="3117"/>
                      <a:pt x="8072" y="2825"/>
                    </a:cubicBezTo>
                    <a:cubicBezTo>
                      <a:pt x="8192" y="2757"/>
                      <a:pt x="8312" y="2688"/>
                      <a:pt x="8438" y="2615"/>
                    </a:cubicBezTo>
                    <a:cubicBezTo>
                      <a:pt x="9935" y="1750"/>
                      <a:pt x="11402" y="1060"/>
                      <a:pt x="13072" y="575"/>
                    </a:cubicBezTo>
                    <a:cubicBezTo>
                      <a:pt x="13197" y="527"/>
                      <a:pt x="13325" y="480"/>
                      <a:pt x="13455" y="427"/>
                    </a:cubicBezTo>
                    <a:cubicBezTo>
                      <a:pt x="14992" y="0"/>
                      <a:pt x="17325" y="790"/>
                      <a:pt x="18670" y="1512"/>
                    </a:cubicBezTo>
                    <a:close/>
                    <a:moveTo>
                      <a:pt x="9965" y="2335"/>
                    </a:moveTo>
                    <a:cubicBezTo>
                      <a:pt x="9455" y="2647"/>
                      <a:pt x="8935" y="2940"/>
                      <a:pt x="8417" y="3235"/>
                    </a:cubicBezTo>
                    <a:cubicBezTo>
                      <a:pt x="7380" y="3822"/>
                      <a:pt x="6345" y="4412"/>
                      <a:pt x="5312" y="5007"/>
                    </a:cubicBezTo>
                    <a:cubicBezTo>
                      <a:pt x="4798" y="5305"/>
                      <a:pt x="4282" y="5600"/>
                      <a:pt x="3765" y="5890"/>
                    </a:cubicBezTo>
                    <a:cubicBezTo>
                      <a:pt x="3303" y="6152"/>
                      <a:pt x="2842" y="6417"/>
                      <a:pt x="2385" y="6685"/>
                    </a:cubicBezTo>
                    <a:cubicBezTo>
                      <a:pt x="2320" y="6722"/>
                      <a:pt x="2320" y="6722"/>
                      <a:pt x="1985" y="6907"/>
                    </a:cubicBezTo>
                    <a:cubicBezTo>
                      <a:pt x="1372" y="7272"/>
                      <a:pt x="1102" y="7492"/>
                      <a:pt x="867" y="8175"/>
                    </a:cubicBezTo>
                    <a:cubicBezTo>
                      <a:pt x="822" y="8837"/>
                      <a:pt x="798" y="9490"/>
                      <a:pt x="808" y="10155"/>
                    </a:cubicBezTo>
                    <a:cubicBezTo>
                      <a:pt x="810" y="10375"/>
                      <a:pt x="812" y="10595"/>
                      <a:pt x="815" y="10822"/>
                    </a:cubicBezTo>
                    <a:cubicBezTo>
                      <a:pt x="817" y="10990"/>
                      <a:pt x="820" y="11155"/>
                      <a:pt x="822" y="11325"/>
                    </a:cubicBezTo>
                    <a:cubicBezTo>
                      <a:pt x="1162" y="11477"/>
                      <a:pt x="1162" y="11477"/>
                      <a:pt x="1572" y="11575"/>
                    </a:cubicBezTo>
                    <a:cubicBezTo>
                      <a:pt x="1875" y="11340"/>
                      <a:pt x="2175" y="11102"/>
                      <a:pt x="2462" y="10852"/>
                    </a:cubicBezTo>
                    <a:cubicBezTo>
                      <a:pt x="2845" y="10560"/>
                      <a:pt x="3188" y="10405"/>
                      <a:pt x="3635" y="10232"/>
                    </a:cubicBezTo>
                    <a:cubicBezTo>
                      <a:pt x="4367" y="9940"/>
                      <a:pt x="4972" y="9575"/>
                      <a:pt x="5620" y="9123"/>
                    </a:cubicBezTo>
                    <a:cubicBezTo>
                      <a:pt x="6625" y="8430"/>
                      <a:pt x="7662" y="7885"/>
                      <a:pt x="8762" y="7357"/>
                    </a:cubicBezTo>
                    <a:cubicBezTo>
                      <a:pt x="9433" y="7032"/>
                      <a:pt x="10037" y="6697"/>
                      <a:pt x="10635" y="6248"/>
                    </a:cubicBezTo>
                    <a:cubicBezTo>
                      <a:pt x="11482" y="5670"/>
                      <a:pt x="12298" y="5440"/>
                      <a:pt x="13322" y="5575"/>
                    </a:cubicBezTo>
                    <a:cubicBezTo>
                      <a:pt x="14097" y="5930"/>
                      <a:pt x="14787" y="6385"/>
                      <a:pt x="15490" y="6860"/>
                    </a:cubicBezTo>
                    <a:cubicBezTo>
                      <a:pt x="16040" y="7217"/>
                      <a:pt x="16617" y="7520"/>
                      <a:pt x="17197" y="7825"/>
                    </a:cubicBezTo>
                    <a:cubicBezTo>
                      <a:pt x="18630" y="8595"/>
                      <a:pt x="20020" y="9425"/>
                      <a:pt x="21402" y="10280"/>
                    </a:cubicBezTo>
                    <a:cubicBezTo>
                      <a:pt x="22037" y="10670"/>
                      <a:pt x="22577" y="10970"/>
                      <a:pt x="23322" y="11075"/>
                    </a:cubicBezTo>
                    <a:cubicBezTo>
                      <a:pt x="23665" y="10732"/>
                      <a:pt x="23622" y="10525"/>
                      <a:pt x="23635" y="10045"/>
                    </a:cubicBezTo>
                    <a:cubicBezTo>
                      <a:pt x="23620" y="9005"/>
                      <a:pt x="23267" y="8250"/>
                      <a:pt x="22822" y="7325"/>
                    </a:cubicBezTo>
                    <a:cubicBezTo>
                      <a:pt x="22712" y="7040"/>
                      <a:pt x="22602" y="6752"/>
                      <a:pt x="22495" y="6467"/>
                    </a:cubicBezTo>
                    <a:cubicBezTo>
                      <a:pt x="21553" y="4320"/>
                      <a:pt x="19892" y="2595"/>
                      <a:pt x="17722" y="1677"/>
                    </a:cubicBezTo>
                    <a:cubicBezTo>
                      <a:pt x="15065" y="715"/>
                      <a:pt x="12400" y="810"/>
                      <a:pt x="9965" y="2335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309" name="gpt4o vector"/>
              <p:cNvSpPr/>
              <p:nvPr/>
            </p:nvSpPr>
            <p:spPr>
              <a:xfrm>
                <a:off x="9082278" y="2224278"/>
                <a:ext cx="142669" cy="211409"/>
              </a:xfrm>
              <a:custGeom>
                <a:avLst/>
                <a:gdLst/>
                <a:ahLst/>
                <a:cxnLst/>
                <a:rect l="0" t="0" r="r" b="b"/>
                <a:pathLst>
                  <a:path w="15602" h="23120" fill="norm" stroke="0">
                    <a:moveTo>
                      <a:pt x="10750" y="0"/>
                    </a:moveTo>
                    <a:cubicBezTo>
                      <a:pt x="11747" y="192"/>
                      <a:pt x="12518" y="447"/>
                      <a:pt x="13405" y="923"/>
                    </a:cubicBezTo>
                    <a:cubicBezTo>
                      <a:pt x="13525" y="980"/>
                      <a:pt x="13645" y="1037"/>
                      <a:pt x="13768" y="1097"/>
                    </a:cubicBezTo>
                    <a:cubicBezTo>
                      <a:pt x="14730" y="1610"/>
                      <a:pt x="15163" y="2218"/>
                      <a:pt x="15500" y="3250"/>
                    </a:cubicBezTo>
                    <a:cubicBezTo>
                      <a:pt x="15602" y="4032"/>
                      <a:pt x="15600" y="4805"/>
                      <a:pt x="15590" y="5595"/>
                    </a:cubicBezTo>
                    <a:cubicBezTo>
                      <a:pt x="15590" y="5705"/>
                      <a:pt x="15590" y="5705"/>
                      <a:pt x="15590" y="6267"/>
                    </a:cubicBezTo>
                    <a:cubicBezTo>
                      <a:pt x="15590" y="6738"/>
                      <a:pt x="15587" y="7205"/>
                      <a:pt x="15585" y="7675"/>
                    </a:cubicBezTo>
                    <a:cubicBezTo>
                      <a:pt x="15577" y="8390"/>
                      <a:pt x="15580" y="9105"/>
                      <a:pt x="15580" y="9820"/>
                    </a:cubicBezTo>
                    <a:cubicBezTo>
                      <a:pt x="15580" y="10275"/>
                      <a:pt x="15577" y="10733"/>
                      <a:pt x="15575" y="11188"/>
                    </a:cubicBezTo>
                    <a:cubicBezTo>
                      <a:pt x="15575" y="11295"/>
                      <a:pt x="15575" y="11295"/>
                      <a:pt x="15575" y="11835"/>
                    </a:cubicBezTo>
                    <a:cubicBezTo>
                      <a:pt x="15562" y="12938"/>
                      <a:pt x="15487" y="13757"/>
                      <a:pt x="15000" y="14750"/>
                    </a:cubicBezTo>
                    <a:cubicBezTo>
                      <a:pt x="14925" y="15108"/>
                      <a:pt x="14857" y="15467"/>
                      <a:pt x="14798" y="15827"/>
                    </a:cubicBezTo>
                    <a:cubicBezTo>
                      <a:pt x="14413" y="17635"/>
                      <a:pt x="13385" y="19058"/>
                      <a:pt x="12000" y="20250"/>
                    </a:cubicBezTo>
                    <a:cubicBezTo>
                      <a:pt x="11842" y="20392"/>
                      <a:pt x="11688" y="20533"/>
                      <a:pt x="11528" y="20680"/>
                    </a:cubicBezTo>
                    <a:cubicBezTo>
                      <a:pt x="9680" y="22250"/>
                      <a:pt x="7697" y="23120"/>
                      <a:pt x="5250" y="23015"/>
                    </a:cubicBezTo>
                    <a:cubicBezTo>
                      <a:pt x="4145" y="22873"/>
                      <a:pt x="3145" y="22592"/>
                      <a:pt x="2110" y="22188"/>
                    </a:cubicBezTo>
                    <a:cubicBezTo>
                      <a:pt x="1985" y="22140"/>
                      <a:pt x="1860" y="22092"/>
                      <a:pt x="1730" y="22043"/>
                    </a:cubicBezTo>
                    <a:cubicBezTo>
                      <a:pt x="773" y="21625"/>
                      <a:pt x="447" y="21150"/>
                      <a:pt x="0" y="20250"/>
                    </a:cubicBezTo>
                    <a:cubicBezTo>
                      <a:pt x="570" y="19625"/>
                      <a:pt x="1158" y="19230"/>
                      <a:pt x="1893" y="18815"/>
                    </a:cubicBezTo>
                    <a:cubicBezTo>
                      <a:pt x="1947" y="18783"/>
                      <a:pt x="1947" y="18783"/>
                      <a:pt x="2227" y="18625"/>
                    </a:cubicBezTo>
                    <a:cubicBezTo>
                      <a:pt x="2577" y="18425"/>
                      <a:pt x="2930" y="18228"/>
                      <a:pt x="3280" y="18030"/>
                    </a:cubicBezTo>
                    <a:cubicBezTo>
                      <a:pt x="3513" y="17900"/>
                      <a:pt x="3742" y="17770"/>
                      <a:pt x="3972" y="17640"/>
                    </a:cubicBezTo>
                    <a:cubicBezTo>
                      <a:pt x="4857" y="17140"/>
                      <a:pt x="5742" y="16642"/>
                      <a:pt x="6633" y="16153"/>
                    </a:cubicBezTo>
                    <a:cubicBezTo>
                      <a:pt x="7587" y="15630"/>
                      <a:pt x="8510" y="15115"/>
                      <a:pt x="9375" y="14452"/>
                    </a:cubicBezTo>
                    <a:cubicBezTo>
                      <a:pt x="9455" y="14392"/>
                      <a:pt x="9455" y="14392"/>
                      <a:pt x="9867" y="14082"/>
                    </a:cubicBezTo>
                    <a:cubicBezTo>
                      <a:pt x="10380" y="13637"/>
                      <a:pt x="10492" y="13365"/>
                      <a:pt x="10540" y="12688"/>
                    </a:cubicBezTo>
                    <a:cubicBezTo>
                      <a:pt x="10543" y="12452"/>
                      <a:pt x="10548" y="12218"/>
                      <a:pt x="10553" y="11977"/>
                    </a:cubicBezTo>
                    <a:cubicBezTo>
                      <a:pt x="10555" y="11847"/>
                      <a:pt x="10558" y="11718"/>
                      <a:pt x="10560" y="11585"/>
                    </a:cubicBezTo>
                    <a:cubicBezTo>
                      <a:pt x="10567" y="11157"/>
                      <a:pt x="10572" y="10730"/>
                      <a:pt x="10580" y="10303"/>
                    </a:cubicBezTo>
                    <a:cubicBezTo>
                      <a:pt x="10585" y="10007"/>
                      <a:pt x="10590" y="9710"/>
                      <a:pt x="10595" y="9412"/>
                    </a:cubicBezTo>
                    <a:cubicBezTo>
                      <a:pt x="10607" y="8632"/>
                      <a:pt x="10620" y="7852"/>
                      <a:pt x="10633" y="7072"/>
                    </a:cubicBezTo>
                    <a:cubicBezTo>
                      <a:pt x="10645" y="6278"/>
                      <a:pt x="10660" y="5483"/>
                      <a:pt x="10673" y="4685"/>
                    </a:cubicBezTo>
                    <a:cubicBezTo>
                      <a:pt x="10700" y="3123"/>
                      <a:pt x="10725" y="1562"/>
                      <a:pt x="10750" y="0"/>
                    </a:cubicBezTo>
                    <a:close/>
                    <a:moveTo>
                      <a:pt x="11250" y="500"/>
                    </a:moveTo>
                    <a:cubicBezTo>
                      <a:pt x="11000" y="750"/>
                      <a:pt x="11000" y="750"/>
                      <a:pt x="10972" y="1273"/>
                    </a:cubicBezTo>
                    <a:cubicBezTo>
                      <a:pt x="10972" y="1387"/>
                      <a:pt x="10972" y="1387"/>
                      <a:pt x="10977" y="1970"/>
                    </a:cubicBezTo>
                    <a:cubicBezTo>
                      <a:pt x="10977" y="2235"/>
                      <a:pt x="10977" y="2498"/>
                      <a:pt x="10977" y="2760"/>
                    </a:cubicBezTo>
                    <a:cubicBezTo>
                      <a:pt x="10980" y="2830"/>
                      <a:pt x="10980" y="2830"/>
                      <a:pt x="10980" y="3185"/>
                    </a:cubicBezTo>
                    <a:cubicBezTo>
                      <a:pt x="10982" y="3925"/>
                      <a:pt x="10977" y="4668"/>
                      <a:pt x="10975" y="5407"/>
                    </a:cubicBezTo>
                    <a:cubicBezTo>
                      <a:pt x="10970" y="6352"/>
                      <a:pt x="10967" y="7295"/>
                      <a:pt x="10975" y="8240"/>
                    </a:cubicBezTo>
                    <a:cubicBezTo>
                      <a:pt x="10980" y="9002"/>
                      <a:pt x="10977" y="9762"/>
                      <a:pt x="10970" y="10525"/>
                    </a:cubicBezTo>
                    <a:cubicBezTo>
                      <a:pt x="10967" y="10815"/>
                      <a:pt x="10970" y="11105"/>
                      <a:pt x="10972" y="11395"/>
                    </a:cubicBezTo>
                    <a:cubicBezTo>
                      <a:pt x="11008" y="13655"/>
                      <a:pt x="11008" y="13655"/>
                      <a:pt x="10370" y="14507"/>
                    </a:cubicBezTo>
                    <a:cubicBezTo>
                      <a:pt x="9628" y="15160"/>
                      <a:pt x="8817" y="15645"/>
                      <a:pt x="7918" y="16053"/>
                    </a:cubicBezTo>
                    <a:cubicBezTo>
                      <a:pt x="6965" y="16502"/>
                      <a:pt x="6067" y="17065"/>
                      <a:pt x="5155" y="17595"/>
                    </a:cubicBezTo>
                    <a:cubicBezTo>
                      <a:pt x="4952" y="17710"/>
                      <a:pt x="4750" y="17827"/>
                      <a:pt x="4540" y="17950"/>
                    </a:cubicBezTo>
                    <a:cubicBezTo>
                      <a:pt x="3263" y="18692"/>
                      <a:pt x="2000" y="19457"/>
                      <a:pt x="750" y="20250"/>
                    </a:cubicBezTo>
                    <a:cubicBezTo>
                      <a:pt x="957" y="20972"/>
                      <a:pt x="957" y="20972"/>
                      <a:pt x="1345" y="21210"/>
                    </a:cubicBezTo>
                    <a:cubicBezTo>
                      <a:pt x="1490" y="21265"/>
                      <a:pt x="1633" y="21320"/>
                      <a:pt x="1780" y="21375"/>
                    </a:cubicBezTo>
                    <a:cubicBezTo>
                      <a:pt x="2722" y="21735"/>
                      <a:pt x="2722" y="21735"/>
                      <a:pt x="3168" y="21965"/>
                    </a:cubicBezTo>
                    <a:cubicBezTo>
                      <a:pt x="4413" y="22595"/>
                      <a:pt x="5620" y="22680"/>
                      <a:pt x="7000" y="22500"/>
                    </a:cubicBezTo>
                    <a:cubicBezTo>
                      <a:pt x="7482" y="22305"/>
                      <a:pt x="7817" y="22055"/>
                      <a:pt x="8250" y="21750"/>
                    </a:cubicBezTo>
                    <a:cubicBezTo>
                      <a:pt x="8515" y="21685"/>
                      <a:pt x="8780" y="21630"/>
                      <a:pt x="9048" y="21577"/>
                    </a:cubicBezTo>
                    <a:cubicBezTo>
                      <a:pt x="9952" y="21345"/>
                      <a:pt x="10580" y="20873"/>
                      <a:pt x="11298" y="20298"/>
                    </a:cubicBezTo>
                    <a:cubicBezTo>
                      <a:pt x="11350" y="20255"/>
                      <a:pt x="11350" y="20255"/>
                      <a:pt x="11612" y="20045"/>
                    </a:cubicBezTo>
                    <a:cubicBezTo>
                      <a:pt x="13697" y="18310"/>
                      <a:pt x="14528" y="16005"/>
                      <a:pt x="14822" y="13345"/>
                    </a:cubicBezTo>
                    <a:cubicBezTo>
                      <a:pt x="14920" y="11920"/>
                      <a:pt x="14928" y="10495"/>
                      <a:pt x="14913" y="9067"/>
                    </a:cubicBezTo>
                    <a:cubicBezTo>
                      <a:pt x="14908" y="8570"/>
                      <a:pt x="14908" y="8072"/>
                      <a:pt x="14913" y="7575"/>
                    </a:cubicBezTo>
                    <a:cubicBezTo>
                      <a:pt x="14920" y="6845"/>
                      <a:pt x="14920" y="6118"/>
                      <a:pt x="14915" y="5387"/>
                    </a:cubicBezTo>
                    <a:cubicBezTo>
                      <a:pt x="14918" y="5165"/>
                      <a:pt x="14920" y="4945"/>
                      <a:pt x="14923" y="4715"/>
                    </a:cubicBezTo>
                    <a:cubicBezTo>
                      <a:pt x="14905" y="3695"/>
                      <a:pt x="14885" y="3002"/>
                      <a:pt x="14150" y="2250"/>
                    </a:cubicBezTo>
                    <a:cubicBezTo>
                      <a:pt x="13822" y="1977"/>
                      <a:pt x="13822" y="1977"/>
                      <a:pt x="13500" y="1750"/>
                    </a:cubicBezTo>
                    <a:cubicBezTo>
                      <a:pt x="13317" y="1620"/>
                      <a:pt x="13138" y="1490"/>
                      <a:pt x="12950" y="1355"/>
                    </a:cubicBezTo>
                    <a:cubicBezTo>
                      <a:pt x="12780" y="1252"/>
                      <a:pt x="12612" y="1153"/>
                      <a:pt x="12438" y="1048"/>
                    </a:cubicBezTo>
                    <a:cubicBezTo>
                      <a:pt x="12265" y="942"/>
                      <a:pt x="12095" y="838"/>
                      <a:pt x="11918" y="730"/>
                    </a:cubicBezTo>
                    <a:cubicBezTo>
                      <a:pt x="11500" y="500"/>
                      <a:pt x="11500" y="500"/>
                      <a:pt x="11250" y="500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310" name="gpt4o vector"/>
              <p:cNvSpPr/>
              <p:nvPr/>
            </p:nvSpPr>
            <p:spPr>
              <a:xfrm>
                <a:off x="9064013" y="2181461"/>
                <a:ext cx="93063" cy="105705"/>
              </a:xfrm>
              <a:custGeom>
                <a:avLst/>
                <a:gdLst/>
                <a:ahLst/>
                <a:cxnLst/>
                <a:rect l="0" t="0" r="r" b="b"/>
                <a:pathLst>
                  <a:path w="10177" h="11560" fill="norm" stroke="0">
                    <a:moveTo>
                      <a:pt x="6497" y="433"/>
                    </a:moveTo>
                    <a:cubicBezTo>
                      <a:pt x="7105" y="765"/>
                      <a:pt x="7655" y="1130"/>
                      <a:pt x="8212" y="1540"/>
                    </a:cubicBezTo>
                    <a:cubicBezTo>
                      <a:pt x="8747" y="1933"/>
                      <a:pt x="8747" y="1933"/>
                      <a:pt x="9430" y="2178"/>
                    </a:cubicBezTo>
                    <a:cubicBezTo>
                      <a:pt x="9745" y="2365"/>
                      <a:pt x="9745" y="2365"/>
                      <a:pt x="9997" y="2683"/>
                    </a:cubicBezTo>
                    <a:cubicBezTo>
                      <a:pt x="10165" y="3500"/>
                      <a:pt x="10177" y="4298"/>
                      <a:pt x="10160" y="5127"/>
                    </a:cubicBezTo>
                    <a:cubicBezTo>
                      <a:pt x="10155" y="5525"/>
                      <a:pt x="10160" y="5918"/>
                      <a:pt x="10167" y="6315"/>
                    </a:cubicBezTo>
                    <a:cubicBezTo>
                      <a:pt x="10177" y="8423"/>
                      <a:pt x="10177" y="8423"/>
                      <a:pt x="9465" y="9180"/>
                    </a:cubicBezTo>
                    <a:cubicBezTo>
                      <a:pt x="9122" y="9445"/>
                      <a:pt x="9122" y="9445"/>
                      <a:pt x="8747" y="9683"/>
                    </a:cubicBezTo>
                    <a:cubicBezTo>
                      <a:pt x="8620" y="9768"/>
                      <a:pt x="8492" y="9853"/>
                      <a:pt x="8360" y="9938"/>
                    </a:cubicBezTo>
                    <a:cubicBezTo>
                      <a:pt x="7955" y="10190"/>
                      <a:pt x="7545" y="10415"/>
                      <a:pt x="7122" y="10635"/>
                    </a:cubicBezTo>
                    <a:cubicBezTo>
                      <a:pt x="7052" y="10675"/>
                      <a:pt x="7052" y="10675"/>
                      <a:pt x="6702" y="10873"/>
                    </a:cubicBezTo>
                    <a:cubicBezTo>
                      <a:pt x="5857" y="11322"/>
                      <a:pt x="5230" y="11560"/>
                      <a:pt x="4247" y="11433"/>
                    </a:cubicBezTo>
                    <a:cubicBezTo>
                      <a:pt x="3887" y="11105"/>
                      <a:pt x="3887" y="11105"/>
                      <a:pt x="3497" y="10683"/>
                    </a:cubicBezTo>
                    <a:cubicBezTo>
                      <a:pt x="3012" y="10400"/>
                      <a:pt x="2505" y="10168"/>
                      <a:pt x="1997" y="9933"/>
                    </a:cubicBezTo>
                    <a:cubicBezTo>
                      <a:pt x="1720" y="9803"/>
                      <a:pt x="1445" y="9673"/>
                      <a:pt x="1170" y="9543"/>
                    </a:cubicBezTo>
                    <a:cubicBezTo>
                      <a:pt x="1047" y="9485"/>
                      <a:pt x="925" y="9428"/>
                      <a:pt x="797" y="9370"/>
                    </a:cubicBezTo>
                    <a:cubicBezTo>
                      <a:pt x="497" y="9183"/>
                      <a:pt x="497" y="9183"/>
                      <a:pt x="247" y="8683"/>
                    </a:cubicBezTo>
                    <a:cubicBezTo>
                      <a:pt x="155" y="7845"/>
                      <a:pt x="127" y="7005"/>
                      <a:pt x="105" y="6163"/>
                    </a:cubicBezTo>
                    <a:cubicBezTo>
                      <a:pt x="95" y="5885"/>
                      <a:pt x="82" y="5610"/>
                      <a:pt x="65" y="5333"/>
                    </a:cubicBezTo>
                    <a:cubicBezTo>
                      <a:pt x="5" y="4403"/>
                      <a:pt x="0" y="3585"/>
                      <a:pt x="247" y="2683"/>
                    </a:cubicBezTo>
                    <a:cubicBezTo>
                      <a:pt x="912" y="1985"/>
                      <a:pt x="1640" y="1603"/>
                      <a:pt x="2497" y="1183"/>
                    </a:cubicBezTo>
                    <a:cubicBezTo>
                      <a:pt x="2792" y="983"/>
                      <a:pt x="3085" y="780"/>
                      <a:pt x="3372" y="572"/>
                    </a:cubicBezTo>
                    <a:cubicBezTo>
                      <a:pt x="4422" y="0"/>
                      <a:pt x="5377" y="72"/>
                      <a:pt x="6497" y="433"/>
                    </a:cubicBezTo>
                    <a:close/>
                    <a:moveTo>
                      <a:pt x="2560" y="1780"/>
                    </a:moveTo>
                    <a:cubicBezTo>
                      <a:pt x="1997" y="2183"/>
                      <a:pt x="1997" y="2183"/>
                      <a:pt x="1312" y="2445"/>
                    </a:cubicBezTo>
                    <a:cubicBezTo>
                      <a:pt x="747" y="2933"/>
                      <a:pt x="747" y="2933"/>
                      <a:pt x="632" y="3468"/>
                    </a:cubicBezTo>
                    <a:cubicBezTo>
                      <a:pt x="587" y="4162"/>
                      <a:pt x="590" y="4845"/>
                      <a:pt x="607" y="5543"/>
                    </a:cubicBezTo>
                    <a:cubicBezTo>
                      <a:pt x="605" y="5780"/>
                      <a:pt x="602" y="6020"/>
                      <a:pt x="597" y="6265"/>
                    </a:cubicBezTo>
                    <a:cubicBezTo>
                      <a:pt x="617" y="7995"/>
                      <a:pt x="617" y="7995"/>
                      <a:pt x="1172" y="8788"/>
                    </a:cubicBezTo>
                    <a:cubicBezTo>
                      <a:pt x="1362" y="8918"/>
                      <a:pt x="1552" y="9048"/>
                      <a:pt x="1747" y="9183"/>
                    </a:cubicBezTo>
                    <a:cubicBezTo>
                      <a:pt x="1852" y="9262"/>
                      <a:pt x="1957" y="9340"/>
                      <a:pt x="2067" y="9423"/>
                    </a:cubicBezTo>
                    <a:cubicBezTo>
                      <a:pt x="2405" y="9675"/>
                      <a:pt x="2752" y="9905"/>
                      <a:pt x="3107" y="10135"/>
                    </a:cubicBezTo>
                    <a:cubicBezTo>
                      <a:pt x="3222" y="10218"/>
                      <a:pt x="3340" y="10298"/>
                      <a:pt x="3460" y="10380"/>
                    </a:cubicBezTo>
                    <a:cubicBezTo>
                      <a:pt x="4072" y="10782"/>
                      <a:pt x="4380" y="10938"/>
                      <a:pt x="5132" y="10903"/>
                    </a:cubicBezTo>
                    <a:cubicBezTo>
                      <a:pt x="5817" y="10657"/>
                      <a:pt x="6382" y="10350"/>
                      <a:pt x="6997" y="9963"/>
                    </a:cubicBezTo>
                    <a:cubicBezTo>
                      <a:pt x="7202" y="9835"/>
                      <a:pt x="7410" y="9708"/>
                      <a:pt x="7622" y="9575"/>
                    </a:cubicBezTo>
                    <a:cubicBezTo>
                      <a:pt x="7725" y="9510"/>
                      <a:pt x="7725" y="9510"/>
                      <a:pt x="8247" y="9183"/>
                    </a:cubicBezTo>
                    <a:cubicBezTo>
                      <a:pt x="8475" y="9097"/>
                      <a:pt x="8700" y="9012"/>
                      <a:pt x="8935" y="8928"/>
                    </a:cubicBezTo>
                    <a:cubicBezTo>
                      <a:pt x="9617" y="8327"/>
                      <a:pt x="9617" y="8100"/>
                      <a:pt x="9725" y="7218"/>
                    </a:cubicBezTo>
                    <a:cubicBezTo>
                      <a:pt x="9750" y="6722"/>
                      <a:pt x="9762" y="6238"/>
                      <a:pt x="9762" y="5745"/>
                    </a:cubicBezTo>
                    <a:cubicBezTo>
                      <a:pt x="9765" y="5620"/>
                      <a:pt x="9765" y="5493"/>
                      <a:pt x="9767" y="5365"/>
                    </a:cubicBezTo>
                    <a:cubicBezTo>
                      <a:pt x="9770" y="3330"/>
                      <a:pt x="9770" y="3330"/>
                      <a:pt x="9210" y="2512"/>
                    </a:cubicBezTo>
                    <a:cubicBezTo>
                      <a:pt x="8510" y="1900"/>
                      <a:pt x="7717" y="1575"/>
                      <a:pt x="6837" y="1298"/>
                    </a:cubicBezTo>
                    <a:cubicBezTo>
                      <a:pt x="6425" y="1157"/>
                      <a:pt x="6105" y="933"/>
                      <a:pt x="5747" y="683"/>
                    </a:cubicBezTo>
                    <a:cubicBezTo>
                      <a:pt x="4380" y="423"/>
                      <a:pt x="3655" y="990"/>
                      <a:pt x="2560" y="1780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</p:grpSp>
        <p:sp>
          <p:nvSpPr>
            <p:cNvPr id="312" name="GPT-4o"/>
            <p:cNvSpPr txBox="1"/>
            <p:nvPr/>
          </p:nvSpPr>
          <p:spPr>
            <a:xfrm>
              <a:off x="8805672" y="2564892"/>
              <a:ext cx="704088" cy="27432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 i="0">
                  <a:solidFill>
                    <a:srgbClr val="000000"/>
                  </a:solidFill>
                  <a:latin typeface="Arial Narrow"/>
                </a:rPr>
                <a:t>GPT-4o</a:t>
              </a:r>
            </a:p>
          </p:txBody>
        </p:sp>
        <p:sp>
          <p:nvSpPr>
            <p:cNvPr id="313" name="Arrow"/>
            <p:cNvSpPr/>
            <p:nvPr/>
          </p:nvSpPr>
          <p:spPr>
            <a:xfrm>
              <a:off x="9473184" y="2121408"/>
              <a:ext cx="292608" cy="164592"/>
            </a:xfrm>
            <a:custGeom>
              <a:avLst/>
              <a:gdLst/>
              <a:ahLst/>
              <a:cxnLst/>
              <a:rect l="0" t="0" r="r" b="b"/>
              <a:pathLst>
                <a:path w="32000" h="18000" fill="norm" stroke="1">
                  <a:moveTo>
                    <a:pt x="0" y="5000"/>
                  </a:moveTo>
                  <a:lnTo>
                    <a:pt x="20000" y="5000"/>
                  </a:lnTo>
                  <a:lnTo>
                    <a:pt x="20000" y="0"/>
                  </a:lnTo>
                  <a:lnTo>
                    <a:pt x="32000" y="9000"/>
                  </a:lnTo>
                  <a:lnTo>
                    <a:pt x="20000" y="18000"/>
                  </a:lnTo>
                  <a:lnTo>
                    <a:pt x="20000" y="13000"/>
                  </a:lnTo>
                  <a:lnTo>
                    <a:pt x="0" y="13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sp>
          <p:nvSpPr>
            <p:cNvPr id="314" name="Rectangle"/>
            <p:cNvSpPr/>
            <p:nvPr/>
          </p:nvSpPr>
          <p:spPr>
            <a:xfrm>
              <a:off x="9848088" y="1810512"/>
              <a:ext cx="1463040" cy="850392"/>
            </a:xfrm>
            <a:prstGeom prst="roundRect">
              <a:avLst>
                <a:gd name="adj" fmla="val 11827"/>
              </a:avLst>
            </a:prstGeom>
            <a:solidFill>
              <a:srgbClr val="A5C8EB"/>
            </a:solidFill>
            <a:ln w="27432">
              <a:solidFill>
                <a:srgbClr val="DCEAF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5" name="News-domain Video Caption"/>
            <p:cNvSpPr txBox="1"/>
            <p:nvPr/>
          </p:nvSpPr>
          <p:spPr>
            <a:xfrm>
              <a:off x="9902952" y="1952244"/>
              <a:ext cx="1353312" cy="61530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2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37" b="1" i="0">
                  <a:solidFill>
                    <a:srgbClr val="000000"/>
                  </a:solidFill>
                  <a:latin typeface="Arial Narrow"/>
                </a:rPr>
                <a:t>News-domain</a:t>
              </a:r>
            </a:p>
            <a:p>
              <a:pPr algn="ctr">
                <a:lnSpc>
                  <a:spcPts val="22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37" b="1" i="0">
                  <a:solidFill>
                    <a:srgbClr val="000000"/>
                  </a:solidFill>
                  <a:latin typeface="Arial Narrow"/>
                </a:rPr>
                <a:t>Video Caption</a:t>
              </a:r>
            </a:p>
          </p:txBody>
        </p:sp>
      </p:grpSp>
      <p:sp>
        <p:nvSpPr>
          <p:cNvPr id="317" name="Chevron to misinformation construction"/>
          <p:cNvSpPr/>
          <p:nvPr/>
        </p:nvSpPr>
        <p:spPr>
          <a:xfrm>
            <a:off x="11494008" y="1545336"/>
            <a:ext cx="64008" cy="914400"/>
          </a:xfrm>
          <a:custGeom>
            <a:avLst/>
            <a:gdLst/>
            <a:ahLst/>
            <a:cxnLst/>
            <a:rect l="0" t="0" r="r" b="b"/>
            <a:pathLst>
              <a:path w="7000" h="100000" fill="none" stroke="1">
                <a:moveTo>
                  <a:pt x="0" y="0"/>
                </a:moveTo>
                <a:lnTo>
                  <a:pt x="7000" y="50000"/>
                </a:lnTo>
                <a:lnTo>
                  <a:pt x="0" y="100000"/>
                </a:lnTo>
              </a:path>
            </a:pathLst>
          </a:custGeom>
          <a:noFill/>
          <a:ln w="64008">
            <a:solidFill>
              <a:srgbClr val="808080"/>
            </a:solidFill>
            <a:round/>
          </a:ln>
        </p:spPr>
      </p:sp>
      <p:grpSp>
        <p:nvGrpSpPr>
          <p:cNvPr id="461" name="Misinformation data construction"/>
          <p:cNvGrpSpPr/>
          <p:nvPr/>
        </p:nvGrpSpPr>
        <p:grpSpPr>
          <a:xfrm>
            <a:off x="11649456" y="749808"/>
            <a:ext cx="5431536" cy="2318004"/>
            <a:chOff x="11649456" y="749808"/>
            <a:chExt cx="5431536" cy="2318004"/>
          </a:xfrm>
        </p:grpSpPr>
        <p:sp>
          <p:nvSpPr>
            <p:cNvPr id="318" name="Rectangle"/>
            <p:cNvSpPr/>
            <p:nvPr/>
          </p:nvSpPr>
          <p:spPr>
            <a:xfrm>
              <a:off x="11649456" y="749808"/>
              <a:ext cx="5431536" cy="2295144"/>
            </a:xfrm>
            <a:prstGeom prst="roundRect">
              <a:avLst>
                <a:gd name="adj" fmla="val 4780"/>
              </a:avLst>
            </a:prstGeom>
            <a:solidFill>
              <a:srgbClr val="FFFFF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93" name="Vector icon - news_presenter"/>
            <p:cNvGrpSpPr/>
            <p:nvPr/>
          </p:nvGrpSpPr>
          <p:grpSpPr>
            <a:xfrm>
              <a:off x="11768328" y="804672"/>
              <a:ext cx="630936" cy="603504"/>
              <a:chOff x="11768328" y="804672"/>
              <a:chExt cx="630936" cy="603504"/>
            </a:xfrm>
          </p:grpSpPr>
          <p:sp>
            <p:nvSpPr>
              <p:cNvPr id="319" name="news_presenter vector"/>
              <p:cNvSpPr/>
              <p:nvPr/>
            </p:nvSpPr>
            <p:spPr>
              <a:xfrm>
                <a:off x="11768328" y="804672"/>
                <a:ext cx="630936" cy="603504"/>
              </a:xfrm>
              <a:custGeom>
                <a:avLst/>
                <a:gdLst/>
                <a:ahLst/>
                <a:cxnLst/>
                <a:rect l="0" t="0" r="r" b="b"/>
                <a:pathLst>
                  <a:path w="69000" h="66000" fill="norm" stroke="0">
                    <a:moveTo>
                      <a:pt x="0" y="0"/>
                    </a:moveTo>
                    <a:cubicBezTo>
                      <a:pt x="22770" y="0"/>
                      <a:pt x="45540" y="0"/>
                      <a:pt x="69000" y="0"/>
                    </a:cubicBezTo>
                    <a:cubicBezTo>
                      <a:pt x="69000" y="21780"/>
                      <a:pt x="69000" y="43560"/>
                      <a:pt x="69000" y="66000"/>
                    </a:cubicBezTo>
                    <a:cubicBezTo>
                      <a:pt x="46230" y="66000"/>
                      <a:pt x="23460" y="66000"/>
                      <a:pt x="0" y="66000"/>
                    </a:cubicBezTo>
                    <a:cubicBezTo>
                      <a:pt x="0" y="44220"/>
                      <a:pt x="0" y="22440"/>
                      <a:pt x="0" y="0"/>
                    </a:cubicBezTo>
                    <a:close/>
                  </a:path>
                </a:pathLst>
              </a:custGeom>
              <a:solidFill>
                <a:srgbClr val="050505"/>
              </a:solidFill>
              <a:ln w="0">
                <a:noFill/>
              </a:ln>
            </p:spPr>
          </p:sp>
          <p:sp>
            <p:nvSpPr>
              <p:cNvPr id="320" name="news_presenter vector"/>
              <p:cNvSpPr/>
              <p:nvPr/>
            </p:nvSpPr>
            <p:spPr>
              <a:xfrm>
                <a:off x="11768328" y="804672"/>
                <a:ext cx="630936" cy="603504"/>
              </a:xfrm>
              <a:custGeom>
                <a:avLst/>
                <a:gdLst/>
                <a:ahLst/>
                <a:cxnLst/>
                <a:rect l="0" t="0" r="r" b="b"/>
                <a:pathLst>
                  <a:path w="69000" h="66000" fill="norm" stroke="0">
                    <a:moveTo>
                      <a:pt x="0" y="0"/>
                    </a:moveTo>
                    <a:cubicBezTo>
                      <a:pt x="22770" y="0"/>
                      <a:pt x="45540" y="0"/>
                      <a:pt x="69000" y="0"/>
                    </a:cubicBezTo>
                    <a:cubicBezTo>
                      <a:pt x="69000" y="21780"/>
                      <a:pt x="69000" y="43560"/>
                      <a:pt x="69000" y="66000"/>
                    </a:cubicBezTo>
                    <a:cubicBezTo>
                      <a:pt x="46230" y="66000"/>
                      <a:pt x="23460" y="66000"/>
                      <a:pt x="0" y="66000"/>
                    </a:cubicBezTo>
                    <a:cubicBezTo>
                      <a:pt x="0" y="44220"/>
                      <a:pt x="0" y="22440"/>
                      <a:pt x="0" y="0"/>
                    </a:cubicBezTo>
                    <a:close/>
                    <a:moveTo>
                      <a:pt x="2250" y="2750"/>
                    </a:moveTo>
                    <a:cubicBezTo>
                      <a:pt x="1990" y="3740"/>
                      <a:pt x="1963" y="4710"/>
                      <a:pt x="1967" y="5733"/>
                    </a:cubicBezTo>
                    <a:cubicBezTo>
                      <a:pt x="1965" y="5875"/>
                      <a:pt x="1965" y="6017"/>
                      <a:pt x="1965" y="6162"/>
                    </a:cubicBezTo>
                    <a:cubicBezTo>
                      <a:pt x="1963" y="6632"/>
                      <a:pt x="1963" y="7103"/>
                      <a:pt x="1963" y="7573"/>
                    </a:cubicBezTo>
                    <a:cubicBezTo>
                      <a:pt x="1963" y="7910"/>
                      <a:pt x="1963" y="8248"/>
                      <a:pt x="1960" y="8588"/>
                    </a:cubicBezTo>
                    <a:cubicBezTo>
                      <a:pt x="1960" y="9502"/>
                      <a:pt x="1957" y="10420"/>
                      <a:pt x="1957" y="11335"/>
                    </a:cubicBezTo>
                    <a:cubicBezTo>
                      <a:pt x="1957" y="11907"/>
                      <a:pt x="1957" y="12480"/>
                      <a:pt x="1957" y="13052"/>
                    </a:cubicBezTo>
                    <a:cubicBezTo>
                      <a:pt x="1955" y="15052"/>
                      <a:pt x="1953" y="17050"/>
                      <a:pt x="1953" y="19048"/>
                    </a:cubicBezTo>
                    <a:cubicBezTo>
                      <a:pt x="1955" y="20910"/>
                      <a:pt x="1950" y="22773"/>
                      <a:pt x="1947" y="24635"/>
                    </a:cubicBezTo>
                    <a:cubicBezTo>
                      <a:pt x="1945" y="26235"/>
                      <a:pt x="1943" y="27835"/>
                      <a:pt x="1943" y="29435"/>
                    </a:cubicBezTo>
                    <a:cubicBezTo>
                      <a:pt x="1943" y="30390"/>
                      <a:pt x="1943" y="31345"/>
                      <a:pt x="1940" y="32300"/>
                    </a:cubicBezTo>
                    <a:cubicBezTo>
                      <a:pt x="1938" y="33197"/>
                      <a:pt x="1938" y="34095"/>
                      <a:pt x="1940" y="34993"/>
                    </a:cubicBezTo>
                    <a:cubicBezTo>
                      <a:pt x="1940" y="35322"/>
                      <a:pt x="1938" y="35652"/>
                      <a:pt x="1938" y="35982"/>
                    </a:cubicBezTo>
                    <a:cubicBezTo>
                      <a:pt x="1935" y="36430"/>
                      <a:pt x="1938" y="36880"/>
                      <a:pt x="1938" y="37330"/>
                    </a:cubicBezTo>
                    <a:cubicBezTo>
                      <a:pt x="1938" y="37395"/>
                      <a:pt x="1938" y="37395"/>
                      <a:pt x="1935" y="37725"/>
                    </a:cubicBezTo>
                    <a:cubicBezTo>
                      <a:pt x="1943" y="38523"/>
                      <a:pt x="2065" y="39080"/>
                      <a:pt x="2500" y="39750"/>
                    </a:cubicBezTo>
                    <a:cubicBezTo>
                      <a:pt x="3040" y="40020"/>
                      <a:pt x="3280" y="40028"/>
                      <a:pt x="3872" y="40020"/>
                    </a:cubicBezTo>
                    <a:cubicBezTo>
                      <a:pt x="4053" y="40020"/>
                      <a:pt x="4235" y="40017"/>
                      <a:pt x="4420" y="40017"/>
                    </a:cubicBezTo>
                    <a:cubicBezTo>
                      <a:pt x="4618" y="40012"/>
                      <a:pt x="4818" y="40010"/>
                      <a:pt x="5023" y="40007"/>
                    </a:cubicBezTo>
                    <a:cubicBezTo>
                      <a:pt x="5455" y="40002"/>
                      <a:pt x="5888" y="40000"/>
                      <a:pt x="6322" y="39995"/>
                    </a:cubicBezTo>
                    <a:cubicBezTo>
                      <a:pt x="6553" y="39993"/>
                      <a:pt x="6783" y="39990"/>
                      <a:pt x="7020" y="39988"/>
                    </a:cubicBezTo>
                    <a:cubicBezTo>
                      <a:pt x="8368" y="39977"/>
                      <a:pt x="9713" y="39977"/>
                      <a:pt x="11060" y="39975"/>
                    </a:cubicBezTo>
                    <a:cubicBezTo>
                      <a:pt x="12485" y="39975"/>
                      <a:pt x="13910" y="39970"/>
                      <a:pt x="15335" y="39950"/>
                    </a:cubicBezTo>
                    <a:cubicBezTo>
                      <a:pt x="16588" y="39933"/>
                      <a:pt x="17840" y="39930"/>
                      <a:pt x="19095" y="39935"/>
                    </a:cubicBezTo>
                    <a:cubicBezTo>
                      <a:pt x="19572" y="39935"/>
                      <a:pt x="20050" y="39930"/>
                      <a:pt x="20525" y="39920"/>
                    </a:cubicBezTo>
                    <a:cubicBezTo>
                      <a:pt x="24170" y="39848"/>
                      <a:pt x="24170" y="39848"/>
                      <a:pt x="25138" y="40520"/>
                    </a:cubicBezTo>
                    <a:cubicBezTo>
                      <a:pt x="25767" y="41155"/>
                      <a:pt x="26172" y="41865"/>
                      <a:pt x="26560" y="42667"/>
                    </a:cubicBezTo>
                    <a:cubicBezTo>
                      <a:pt x="26868" y="43205"/>
                      <a:pt x="27300" y="43575"/>
                      <a:pt x="27750" y="44000"/>
                    </a:cubicBezTo>
                    <a:cubicBezTo>
                      <a:pt x="27882" y="44390"/>
                      <a:pt x="27882" y="44390"/>
                      <a:pt x="27875" y="44750"/>
                    </a:cubicBezTo>
                    <a:cubicBezTo>
                      <a:pt x="27878" y="44868"/>
                      <a:pt x="27880" y="44988"/>
                      <a:pt x="27882" y="45110"/>
                    </a:cubicBezTo>
                    <a:cubicBezTo>
                      <a:pt x="27672" y="45725"/>
                      <a:pt x="27255" y="46113"/>
                      <a:pt x="26750" y="46500"/>
                    </a:cubicBezTo>
                    <a:cubicBezTo>
                      <a:pt x="26195" y="46765"/>
                      <a:pt x="25625" y="46942"/>
                      <a:pt x="25035" y="47118"/>
                    </a:cubicBezTo>
                    <a:cubicBezTo>
                      <a:pt x="24870" y="47170"/>
                      <a:pt x="24705" y="47222"/>
                      <a:pt x="24535" y="47278"/>
                    </a:cubicBezTo>
                    <a:cubicBezTo>
                      <a:pt x="24010" y="47442"/>
                      <a:pt x="23480" y="47605"/>
                      <a:pt x="22953" y="47765"/>
                    </a:cubicBezTo>
                    <a:cubicBezTo>
                      <a:pt x="22602" y="47875"/>
                      <a:pt x="22253" y="47985"/>
                      <a:pt x="21905" y="48095"/>
                    </a:cubicBezTo>
                    <a:cubicBezTo>
                      <a:pt x="21233" y="48305"/>
                      <a:pt x="20562" y="48515"/>
                      <a:pt x="19892" y="48722"/>
                    </a:cubicBezTo>
                    <a:cubicBezTo>
                      <a:pt x="19740" y="48770"/>
                      <a:pt x="19588" y="48817"/>
                      <a:pt x="19430" y="48868"/>
                    </a:cubicBezTo>
                    <a:cubicBezTo>
                      <a:pt x="19047" y="48985"/>
                      <a:pt x="18668" y="49102"/>
                      <a:pt x="18285" y="49220"/>
                    </a:cubicBezTo>
                    <a:cubicBezTo>
                      <a:pt x="18188" y="49252"/>
                      <a:pt x="18188" y="49252"/>
                      <a:pt x="17688" y="49410"/>
                    </a:cubicBezTo>
                    <a:cubicBezTo>
                      <a:pt x="17527" y="49463"/>
                      <a:pt x="17365" y="49512"/>
                      <a:pt x="17197" y="49565"/>
                    </a:cubicBezTo>
                    <a:cubicBezTo>
                      <a:pt x="16148" y="49998"/>
                      <a:pt x="15285" y="50680"/>
                      <a:pt x="14773" y="51705"/>
                    </a:cubicBezTo>
                    <a:cubicBezTo>
                      <a:pt x="14193" y="53420"/>
                      <a:pt x="14023" y="55128"/>
                      <a:pt x="13860" y="56923"/>
                    </a:cubicBezTo>
                    <a:cubicBezTo>
                      <a:pt x="13818" y="57372"/>
                      <a:pt x="13775" y="57825"/>
                      <a:pt x="13730" y="58275"/>
                    </a:cubicBezTo>
                    <a:cubicBezTo>
                      <a:pt x="13703" y="58553"/>
                      <a:pt x="13675" y="58830"/>
                      <a:pt x="13652" y="59108"/>
                    </a:cubicBezTo>
                    <a:cubicBezTo>
                      <a:pt x="13560" y="60050"/>
                      <a:pt x="13325" y="60863"/>
                      <a:pt x="13000" y="61750"/>
                    </a:cubicBezTo>
                    <a:cubicBezTo>
                      <a:pt x="12852" y="61755"/>
                      <a:pt x="12705" y="61760"/>
                      <a:pt x="12553" y="61765"/>
                    </a:cubicBezTo>
                    <a:cubicBezTo>
                      <a:pt x="11885" y="61790"/>
                      <a:pt x="11215" y="61817"/>
                      <a:pt x="10547" y="61845"/>
                    </a:cubicBezTo>
                    <a:cubicBezTo>
                      <a:pt x="10430" y="61848"/>
                      <a:pt x="10430" y="61848"/>
                      <a:pt x="9842" y="61868"/>
                    </a:cubicBezTo>
                    <a:cubicBezTo>
                      <a:pt x="9620" y="61878"/>
                      <a:pt x="9398" y="61887"/>
                      <a:pt x="9168" y="61898"/>
                    </a:cubicBezTo>
                    <a:cubicBezTo>
                      <a:pt x="8963" y="61905"/>
                      <a:pt x="8755" y="61912"/>
                      <a:pt x="8545" y="61920"/>
                    </a:cubicBezTo>
                    <a:cubicBezTo>
                      <a:pt x="7975" y="62002"/>
                      <a:pt x="7693" y="62142"/>
                      <a:pt x="7250" y="62500"/>
                    </a:cubicBezTo>
                    <a:cubicBezTo>
                      <a:pt x="7297" y="62970"/>
                      <a:pt x="7297" y="62970"/>
                      <a:pt x="7500" y="63500"/>
                    </a:cubicBezTo>
                    <a:cubicBezTo>
                      <a:pt x="8570" y="64085"/>
                      <a:pt x="9572" y="64070"/>
                      <a:pt x="10770" y="64062"/>
                    </a:cubicBezTo>
                    <a:cubicBezTo>
                      <a:pt x="10872" y="64065"/>
                      <a:pt x="10872" y="64065"/>
                      <a:pt x="11385" y="64065"/>
                    </a:cubicBezTo>
                    <a:cubicBezTo>
                      <a:pt x="12062" y="64067"/>
                      <a:pt x="12737" y="64067"/>
                      <a:pt x="13415" y="64065"/>
                    </a:cubicBezTo>
                    <a:cubicBezTo>
                      <a:pt x="13902" y="64065"/>
                      <a:pt x="14388" y="64067"/>
                      <a:pt x="14872" y="64067"/>
                    </a:cubicBezTo>
                    <a:cubicBezTo>
                      <a:pt x="16055" y="64070"/>
                      <a:pt x="17237" y="64070"/>
                      <a:pt x="18420" y="64067"/>
                    </a:cubicBezTo>
                    <a:cubicBezTo>
                      <a:pt x="19380" y="64067"/>
                      <a:pt x="20342" y="64067"/>
                      <a:pt x="21303" y="64067"/>
                    </a:cubicBezTo>
                    <a:cubicBezTo>
                      <a:pt x="21372" y="64067"/>
                      <a:pt x="21372" y="64067"/>
                      <a:pt x="21717" y="64067"/>
                    </a:cubicBezTo>
                    <a:cubicBezTo>
                      <a:pt x="21995" y="64067"/>
                      <a:pt x="22273" y="64067"/>
                      <a:pt x="22553" y="64067"/>
                    </a:cubicBezTo>
                    <a:cubicBezTo>
                      <a:pt x="25158" y="64070"/>
                      <a:pt x="27763" y="64067"/>
                      <a:pt x="30370" y="64065"/>
                    </a:cubicBezTo>
                    <a:cubicBezTo>
                      <a:pt x="32605" y="64062"/>
                      <a:pt x="34840" y="64062"/>
                      <a:pt x="37075" y="64065"/>
                    </a:cubicBezTo>
                    <a:cubicBezTo>
                      <a:pt x="39672" y="64067"/>
                      <a:pt x="42270" y="64070"/>
                      <a:pt x="44865" y="64067"/>
                    </a:cubicBezTo>
                    <a:cubicBezTo>
                      <a:pt x="45142" y="64067"/>
                      <a:pt x="45420" y="64067"/>
                      <a:pt x="45697" y="64067"/>
                    </a:cubicBezTo>
                    <a:cubicBezTo>
                      <a:pt x="45832" y="64067"/>
                      <a:pt x="45970" y="64067"/>
                      <a:pt x="46110" y="64067"/>
                    </a:cubicBezTo>
                    <a:cubicBezTo>
                      <a:pt x="47070" y="64065"/>
                      <a:pt x="48030" y="64067"/>
                      <a:pt x="48990" y="64067"/>
                    </a:cubicBezTo>
                    <a:cubicBezTo>
                      <a:pt x="50280" y="64070"/>
                      <a:pt x="51572" y="64067"/>
                      <a:pt x="52865" y="64065"/>
                    </a:cubicBezTo>
                    <a:cubicBezTo>
                      <a:pt x="53340" y="64065"/>
                      <a:pt x="53812" y="64065"/>
                      <a:pt x="54287" y="64067"/>
                    </a:cubicBezTo>
                    <a:cubicBezTo>
                      <a:pt x="54935" y="64067"/>
                      <a:pt x="55582" y="64065"/>
                      <a:pt x="56230" y="64062"/>
                    </a:cubicBezTo>
                    <a:cubicBezTo>
                      <a:pt x="56322" y="64065"/>
                      <a:pt x="56322" y="64065"/>
                      <a:pt x="56800" y="64067"/>
                    </a:cubicBezTo>
                    <a:cubicBezTo>
                      <a:pt x="57815" y="64060"/>
                      <a:pt x="58598" y="63993"/>
                      <a:pt x="59500" y="63500"/>
                    </a:cubicBezTo>
                    <a:cubicBezTo>
                      <a:pt x="59703" y="62968"/>
                      <a:pt x="59703" y="62968"/>
                      <a:pt x="59750" y="62500"/>
                    </a:cubicBezTo>
                    <a:cubicBezTo>
                      <a:pt x="59115" y="61988"/>
                      <a:pt x="58638" y="61928"/>
                      <a:pt x="57832" y="61898"/>
                    </a:cubicBezTo>
                    <a:cubicBezTo>
                      <a:pt x="57723" y="61892"/>
                      <a:pt x="57723" y="61892"/>
                      <a:pt x="57158" y="61868"/>
                    </a:cubicBezTo>
                    <a:cubicBezTo>
                      <a:pt x="56925" y="61860"/>
                      <a:pt x="56693" y="61852"/>
                      <a:pt x="56453" y="61845"/>
                    </a:cubicBezTo>
                    <a:cubicBezTo>
                      <a:pt x="56335" y="61840"/>
                      <a:pt x="56335" y="61840"/>
                      <a:pt x="55740" y="61815"/>
                    </a:cubicBezTo>
                    <a:cubicBezTo>
                      <a:pt x="55160" y="61790"/>
                      <a:pt x="54580" y="61770"/>
                      <a:pt x="54000" y="61750"/>
                    </a:cubicBezTo>
                    <a:cubicBezTo>
                      <a:pt x="53625" y="60722"/>
                      <a:pt x="53408" y="59792"/>
                      <a:pt x="53312" y="58705"/>
                    </a:cubicBezTo>
                    <a:cubicBezTo>
                      <a:pt x="53285" y="58412"/>
                      <a:pt x="53255" y="58120"/>
                      <a:pt x="53225" y="57827"/>
                    </a:cubicBezTo>
                    <a:cubicBezTo>
                      <a:pt x="53182" y="57375"/>
                      <a:pt x="53140" y="56925"/>
                      <a:pt x="53100" y="56472"/>
                    </a:cubicBezTo>
                    <a:cubicBezTo>
                      <a:pt x="52648" y="51595"/>
                      <a:pt x="52648" y="51595"/>
                      <a:pt x="51188" y="50298"/>
                    </a:cubicBezTo>
                    <a:cubicBezTo>
                      <a:pt x="50168" y="49493"/>
                      <a:pt x="49185" y="49210"/>
                      <a:pt x="47947" y="48925"/>
                    </a:cubicBezTo>
                    <a:cubicBezTo>
                      <a:pt x="46345" y="48550"/>
                      <a:pt x="44797" y="48045"/>
                      <a:pt x="43243" y="47512"/>
                    </a:cubicBezTo>
                    <a:cubicBezTo>
                      <a:pt x="42947" y="47410"/>
                      <a:pt x="42650" y="47310"/>
                      <a:pt x="42352" y="47210"/>
                    </a:cubicBezTo>
                    <a:cubicBezTo>
                      <a:pt x="41930" y="47070"/>
                      <a:pt x="41510" y="46925"/>
                      <a:pt x="41090" y="46780"/>
                    </a:cubicBezTo>
                    <a:cubicBezTo>
                      <a:pt x="41025" y="46760"/>
                      <a:pt x="41025" y="46760"/>
                      <a:pt x="40703" y="46652"/>
                    </a:cubicBezTo>
                    <a:cubicBezTo>
                      <a:pt x="40172" y="46465"/>
                      <a:pt x="39803" y="46310"/>
                      <a:pt x="39425" y="45885"/>
                    </a:cubicBezTo>
                    <a:cubicBezTo>
                      <a:pt x="39125" y="45227"/>
                      <a:pt x="39037" y="44685"/>
                      <a:pt x="39250" y="44000"/>
                    </a:cubicBezTo>
                    <a:cubicBezTo>
                      <a:pt x="39632" y="43542"/>
                      <a:pt x="40040" y="43162"/>
                      <a:pt x="40495" y="42775"/>
                    </a:cubicBezTo>
                    <a:cubicBezTo>
                      <a:pt x="40987" y="42265"/>
                      <a:pt x="41205" y="41855"/>
                      <a:pt x="41523" y="41233"/>
                    </a:cubicBezTo>
                    <a:cubicBezTo>
                      <a:pt x="42095" y="40312"/>
                      <a:pt x="42095" y="40312"/>
                      <a:pt x="42707" y="40065"/>
                    </a:cubicBezTo>
                    <a:cubicBezTo>
                      <a:pt x="43273" y="39998"/>
                      <a:pt x="43807" y="39993"/>
                      <a:pt x="44378" y="40007"/>
                    </a:cubicBezTo>
                    <a:cubicBezTo>
                      <a:pt x="44588" y="40005"/>
                      <a:pt x="44800" y="40005"/>
                      <a:pt x="45017" y="40002"/>
                    </a:cubicBezTo>
                    <a:cubicBezTo>
                      <a:pt x="45713" y="39998"/>
                      <a:pt x="46408" y="40007"/>
                      <a:pt x="47102" y="40017"/>
                    </a:cubicBezTo>
                    <a:cubicBezTo>
                      <a:pt x="47588" y="40017"/>
                      <a:pt x="48072" y="40015"/>
                      <a:pt x="48555" y="40012"/>
                    </a:cubicBezTo>
                    <a:cubicBezTo>
                      <a:pt x="49700" y="40010"/>
                      <a:pt x="50842" y="40012"/>
                      <a:pt x="51985" y="40023"/>
                    </a:cubicBezTo>
                    <a:cubicBezTo>
                      <a:pt x="54155" y="40040"/>
                      <a:pt x="56322" y="40035"/>
                      <a:pt x="58493" y="40032"/>
                    </a:cubicBezTo>
                    <a:cubicBezTo>
                      <a:pt x="59205" y="40032"/>
                      <a:pt x="59918" y="40037"/>
                      <a:pt x="60630" y="40042"/>
                    </a:cubicBezTo>
                    <a:cubicBezTo>
                      <a:pt x="61068" y="40045"/>
                      <a:pt x="61503" y="40048"/>
                      <a:pt x="61938" y="40048"/>
                    </a:cubicBezTo>
                    <a:cubicBezTo>
                      <a:pt x="62138" y="40050"/>
                      <a:pt x="62335" y="40053"/>
                      <a:pt x="62540" y="40055"/>
                    </a:cubicBezTo>
                    <a:cubicBezTo>
                      <a:pt x="62723" y="40055"/>
                      <a:pt x="62905" y="40055"/>
                      <a:pt x="63092" y="40055"/>
                    </a:cubicBezTo>
                    <a:cubicBezTo>
                      <a:pt x="63250" y="40058"/>
                      <a:pt x="63408" y="40058"/>
                      <a:pt x="63572" y="40060"/>
                    </a:cubicBezTo>
                    <a:cubicBezTo>
                      <a:pt x="64120" y="39982"/>
                      <a:pt x="64362" y="39900"/>
                      <a:pt x="64750" y="39500"/>
                    </a:cubicBezTo>
                    <a:cubicBezTo>
                      <a:pt x="64830" y="39002"/>
                      <a:pt x="64858" y="38580"/>
                      <a:pt x="64855" y="38083"/>
                    </a:cubicBezTo>
                    <a:cubicBezTo>
                      <a:pt x="64858" y="37935"/>
                      <a:pt x="64860" y="37787"/>
                      <a:pt x="64862" y="37638"/>
                    </a:cubicBezTo>
                    <a:cubicBezTo>
                      <a:pt x="64868" y="37145"/>
                      <a:pt x="64870" y="36652"/>
                      <a:pt x="64870" y="36158"/>
                    </a:cubicBezTo>
                    <a:cubicBezTo>
                      <a:pt x="64872" y="35805"/>
                      <a:pt x="64878" y="35452"/>
                      <a:pt x="64882" y="35100"/>
                    </a:cubicBezTo>
                    <a:cubicBezTo>
                      <a:pt x="64892" y="34140"/>
                      <a:pt x="64898" y="33180"/>
                      <a:pt x="64900" y="32220"/>
                    </a:cubicBezTo>
                    <a:cubicBezTo>
                      <a:pt x="64908" y="31218"/>
                      <a:pt x="64915" y="30213"/>
                      <a:pt x="64922" y="29210"/>
                    </a:cubicBezTo>
                    <a:cubicBezTo>
                      <a:pt x="64938" y="27523"/>
                      <a:pt x="64947" y="25838"/>
                      <a:pt x="64955" y="24150"/>
                    </a:cubicBezTo>
                    <a:cubicBezTo>
                      <a:pt x="64965" y="22200"/>
                      <a:pt x="64980" y="20250"/>
                      <a:pt x="64997" y="18302"/>
                    </a:cubicBezTo>
                    <a:cubicBezTo>
                      <a:pt x="65013" y="16627"/>
                      <a:pt x="65025" y="14955"/>
                      <a:pt x="65035" y="13282"/>
                    </a:cubicBezTo>
                    <a:cubicBezTo>
                      <a:pt x="65040" y="12282"/>
                      <a:pt x="65047" y="11282"/>
                      <a:pt x="65055" y="10285"/>
                    </a:cubicBezTo>
                    <a:cubicBezTo>
                      <a:pt x="65065" y="9343"/>
                      <a:pt x="65070" y="8403"/>
                      <a:pt x="65072" y="7463"/>
                    </a:cubicBezTo>
                    <a:cubicBezTo>
                      <a:pt x="65072" y="7118"/>
                      <a:pt x="65075" y="6772"/>
                      <a:pt x="65080" y="6427"/>
                    </a:cubicBezTo>
                    <a:cubicBezTo>
                      <a:pt x="65085" y="5957"/>
                      <a:pt x="65085" y="5485"/>
                      <a:pt x="65085" y="5013"/>
                    </a:cubicBezTo>
                    <a:cubicBezTo>
                      <a:pt x="65088" y="4877"/>
                      <a:pt x="65090" y="4743"/>
                      <a:pt x="65095" y="4603"/>
                    </a:cubicBezTo>
                    <a:cubicBezTo>
                      <a:pt x="65085" y="3580"/>
                      <a:pt x="64915" y="3007"/>
                      <a:pt x="64250" y="2250"/>
                    </a:cubicBezTo>
                    <a:cubicBezTo>
                      <a:pt x="63672" y="2035"/>
                      <a:pt x="63112" y="2017"/>
                      <a:pt x="62500" y="2000"/>
                    </a:cubicBezTo>
                    <a:cubicBezTo>
                      <a:pt x="62320" y="1993"/>
                      <a:pt x="62138" y="1987"/>
                      <a:pt x="61953" y="1980"/>
                    </a:cubicBezTo>
                    <a:cubicBezTo>
                      <a:pt x="61318" y="1965"/>
                      <a:pt x="60682" y="1965"/>
                      <a:pt x="60047" y="1965"/>
                    </a:cubicBezTo>
                    <a:cubicBezTo>
                      <a:pt x="59805" y="1965"/>
                      <a:pt x="59562" y="1963"/>
                      <a:pt x="59312" y="1963"/>
                    </a:cubicBezTo>
                    <a:cubicBezTo>
                      <a:pt x="58642" y="1960"/>
                      <a:pt x="57973" y="1960"/>
                      <a:pt x="57303" y="1960"/>
                    </a:cubicBezTo>
                    <a:cubicBezTo>
                      <a:pt x="56578" y="1960"/>
                      <a:pt x="55855" y="1957"/>
                      <a:pt x="55130" y="1955"/>
                    </a:cubicBezTo>
                    <a:cubicBezTo>
                      <a:pt x="53550" y="1953"/>
                      <a:pt x="51970" y="1950"/>
                      <a:pt x="50390" y="1950"/>
                    </a:cubicBezTo>
                    <a:cubicBezTo>
                      <a:pt x="49405" y="1950"/>
                      <a:pt x="48418" y="1948"/>
                      <a:pt x="47430" y="1948"/>
                    </a:cubicBezTo>
                    <a:cubicBezTo>
                      <a:pt x="44697" y="1945"/>
                      <a:pt x="41965" y="1942"/>
                      <a:pt x="39233" y="1940"/>
                    </a:cubicBezTo>
                    <a:cubicBezTo>
                      <a:pt x="39145" y="1940"/>
                      <a:pt x="39145" y="1940"/>
                      <a:pt x="38703" y="1940"/>
                    </a:cubicBezTo>
                    <a:cubicBezTo>
                      <a:pt x="38527" y="1940"/>
                      <a:pt x="38352" y="1940"/>
                      <a:pt x="38172" y="1940"/>
                    </a:cubicBezTo>
                    <a:cubicBezTo>
                      <a:pt x="37818" y="1940"/>
                      <a:pt x="37463" y="1940"/>
                      <a:pt x="37108" y="1940"/>
                    </a:cubicBezTo>
                    <a:cubicBezTo>
                      <a:pt x="36932" y="1940"/>
                      <a:pt x="36757" y="1940"/>
                      <a:pt x="36575" y="1940"/>
                    </a:cubicBezTo>
                    <a:cubicBezTo>
                      <a:pt x="33720" y="1940"/>
                      <a:pt x="30865" y="1935"/>
                      <a:pt x="28010" y="1927"/>
                    </a:cubicBezTo>
                    <a:cubicBezTo>
                      <a:pt x="25078" y="1922"/>
                      <a:pt x="22145" y="1920"/>
                      <a:pt x="19213" y="1920"/>
                    </a:cubicBezTo>
                    <a:cubicBezTo>
                      <a:pt x="17568" y="1920"/>
                      <a:pt x="15920" y="1918"/>
                      <a:pt x="14275" y="1912"/>
                    </a:cubicBezTo>
                    <a:cubicBezTo>
                      <a:pt x="12875" y="1910"/>
                      <a:pt x="11475" y="1907"/>
                      <a:pt x="10075" y="1910"/>
                    </a:cubicBezTo>
                    <a:cubicBezTo>
                      <a:pt x="9360" y="1910"/>
                      <a:pt x="8645" y="1910"/>
                      <a:pt x="7930" y="1907"/>
                    </a:cubicBezTo>
                    <a:cubicBezTo>
                      <a:pt x="7155" y="1903"/>
                      <a:pt x="6382" y="1905"/>
                      <a:pt x="5608" y="1907"/>
                    </a:cubicBezTo>
                    <a:cubicBezTo>
                      <a:pt x="5382" y="1905"/>
                      <a:pt x="5155" y="1905"/>
                      <a:pt x="4922" y="1903"/>
                    </a:cubicBezTo>
                    <a:cubicBezTo>
                      <a:pt x="2912" y="1918"/>
                      <a:pt x="2912" y="1918"/>
                      <a:pt x="2250" y="2750"/>
                    </a:cubicBezTo>
                    <a:close/>
                  </a:path>
                </a:pathLst>
              </a:custGeom>
              <a:solidFill>
                <a:srgbClr val="FEFEFE"/>
              </a:solidFill>
              <a:ln w="0">
                <a:noFill/>
              </a:ln>
            </p:spPr>
          </p:sp>
          <p:sp>
            <p:nvSpPr>
              <p:cNvPr id="321" name="news_presenter vector"/>
              <p:cNvSpPr/>
              <p:nvPr/>
            </p:nvSpPr>
            <p:spPr>
              <a:xfrm>
                <a:off x="11809476" y="843534"/>
                <a:ext cx="530352" cy="304312"/>
              </a:xfrm>
              <a:custGeom>
                <a:avLst/>
                <a:gdLst/>
                <a:ahLst/>
                <a:cxnLst/>
                <a:rect l="0" t="0" r="r" b="b"/>
                <a:pathLst>
                  <a:path w="58000" h="33280" fill="norm" stroke="0">
                    <a:moveTo>
                      <a:pt x="0" y="0"/>
                    </a:moveTo>
                    <a:cubicBezTo>
                      <a:pt x="19140" y="0"/>
                      <a:pt x="38280" y="0"/>
                      <a:pt x="58000" y="0"/>
                    </a:cubicBezTo>
                    <a:cubicBezTo>
                      <a:pt x="58000" y="10890"/>
                      <a:pt x="58000" y="21780"/>
                      <a:pt x="58000" y="33000"/>
                    </a:cubicBezTo>
                    <a:cubicBezTo>
                      <a:pt x="57385" y="33205"/>
                      <a:pt x="57080" y="33280"/>
                      <a:pt x="56467" y="33280"/>
                    </a:cubicBezTo>
                    <a:cubicBezTo>
                      <a:pt x="56390" y="33280"/>
                      <a:pt x="56390" y="33280"/>
                      <a:pt x="55997" y="33280"/>
                    </a:cubicBezTo>
                    <a:cubicBezTo>
                      <a:pt x="55830" y="33280"/>
                      <a:pt x="55662" y="33280"/>
                      <a:pt x="55490" y="33278"/>
                    </a:cubicBezTo>
                    <a:cubicBezTo>
                      <a:pt x="55312" y="33278"/>
                      <a:pt x="55132" y="33278"/>
                      <a:pt x="54950" y="33278"/>
                    </a:cubicBezTo>
                    <a:cubicBezTo>
                      <a:pt x="54362" y="33278"/>
                      <a:pt x="53773" y="33278"/>
                      <a:pt x="53185" y="33275"/>
                    </a:cubicBezTo>
                    <a:cubicBezTo>
                      <a:pt x="52777" y="33275"/>
                      <a:pt x="52368" y="33273"/>
                      <a:pt x="51960" y="33273"/>
                    </a:cubicBezTo>
                    <a:cubicBezTo>
                      <a:pt x="50888" y="33273"/>
                      <a:pt x="49812" y="33270"/>
                      <a:pt x="48737" y="33268"/>
                    </a:cubicBezTo>
                    <a:cubicBezTo>
                      <a:pt x="47642" y="33265"/>
                      <a:pt x="46547" y="33262"/>
                      <a:pt x="45450" y="33262"/>
                    </a:cubicBezTo>
                    <a:cubicBezTo>
                      <a:pt x="43300" y="33260"/>
                      <a:pt x="41150" y="33255"/>
                      <a:pt x="39000" y="33250"/>
                    </a:cubicBezTo>
                    <a:cubicBezTo>
                      <a:pt x="38840" y="32325"/>
                      <a:pt x="38720" y="31475"/>
                      <a:pt x="38735" y="30530"/>
                    </a:cubicBezTo>
                    <a:cubicBezTo>
                      <a:pt x="38737" y="30335"/>
                      <a:pt x="38740" y="30140"/>
                      <a:pt x="38740" y="29940"/>
                    </a:cubicBezTo>
                    <a:cubicBezTo>
                      <a:pt x="38743" y="29868"/>
                      <a:pt x="38743" y="29868"/>
                      <a:pt x="38750" y="29500"/>
                    </a:cubicBezTo>
                    <a:cubicBezTo>
                      <a:pt x="38915" y="29500"/>
                      <a:pt x="39080" y="29500"/>
                      <a:pt x="39250" y="29500"/>
                    </a:cubicBezTo>
                    <a:cubicBezTo>
                      <a:pt x="39658" y="30125"/>
                      <a:pt x="39658" y="30125"/>
                      <a:pt x="40000" y="30750"/>
                    </a:cubicBezTo>
                    <a:cubicBezTo>
                      <a:pt x="40888" y="30770"/>
                      <a:pt x="41530" y="30668"/>
                      <a:pt x="42247" y="30120"/>
                    </a:cubicBezTo>
                    <a:cubicBezTo>
                      <a:pt x="43455" y="28933"/>
                      <a:pt x="43455" y="28933"/>
                      <a:pt x="43595" y="28365"/>
                    </a:cubicBezTo>
                    <a:cubicBezTo>
                      <a:pt x="43805" y="27870"/>
                      <a:pt x="44138" y="27670"/>
                      <a:pt x="44595" y="27408"/>
                    </a:cubicBezTo>
                    <a:cubicBezTo>
                      <a:pt x="45418" y="27088"/>
                      <a:pt x="46285" y="27170"/>
                      <a:pt x="47155" y="27195"/>
                    </a:cubicBezTo>
                    <a:cubicBezTo>
                      <a:pt x="47362" y="27198"/>
                      <a:pt x="47568" y="27200"/>
                      <a:pt x="47780" y="27200"/>
                    </a:cubicBezTo>
                    <a:cubicBezTo>
                      <a:pt x="48438" y="27207"/>
                      <a:pt x="49092" y="27220"/>
                      <a:pt x="49750" y="27235"/>
                    </a:cubicBezTo>
                    <a:cubicBezTo>
                      <a:pt x="50408" y="27248"/>
                      <a:pt x="51062" y="27257"/>
                      <a:pt x="51720" y="27265"/>
                    </a:cubicBezTo>
                    <a:cubicBezTo>
                      <a:pt x="52128" y="27270"/>
                      <a:pt x="52535" y="27278"/>
                      <a:pt x="52943" y="27287"/>
                    </a:cubicBezTo>
                    <a:cubicBezTo>
                      <a:pt x="54010" y="27302"/>
                      <a:pt x="54793" y="27235"/>
                      <a:pt x="55750" y="26750"/>
                    </a:cubicBezTo>
                    <a:cubicBezTo>
                      <a:pt x="55790" y="25145"/>
                      <a:pt x="55790" y="25145"/>
                      <a:pt x="55610" y="24500"/>
                    </a:cubicBezTo>
                    <a:cubicBezTo>
                      <a:pt x="55467" y="23847"/>
                      <a:pt x="55585" y="23320"/>
                      <a:pt x="55710" y="22670"/>
                    </a:cubicBezTo>
                    <a:cubicBezTo>
                      <a:pt x="55755" y="22205"/>
                      <a:pt x="55658" y="21935"/>
                      <a:pt x="55500" y="21500"/>
                    </a:cubicBezTo>
                    <a:cubicBezTo>
                      <a:pt x="53945" y="21495"/>
                      <a:pt x="52388" y="21490"/>
                      <a:pt x="50832" y="21487"/>
                    </a:cubicBezTo>
                    <a:cubicBezTo>
                      <a:pt x="50110" y="21485"/>
                      <a:pt x="49388" y="21485"/>
                      <a:pt x="48665" y="21480"/>
                    </a:cubicBezTo>
                    <a:cubicBezTo>
                      <a:pt x="47967" y="21477"/>
                      <a:pt x="47270" y="21477"/>
                      <a:pt x="46572" y="21477"/>
                    </a:cubicBezTo>
                    <a:cubicBezTo>
                      <a:pt x="46307" y="21475"/>
                      <a:pt x="46043" y="21475"/>
                      <a:pt x="45775" y="21472"/>
                    </a:cubicBezTo>
                    <a:cubicBezTo>
                      <a:pt x="45402" y="21472"/>
                      <a:pt x="45030" y="21472"/>
                      <a:pt x="44658" y="21472"/>
                    </a:cubicBezTo>
                    <a:cubicBezTo>
                      <a:pt x="44447" y="21470"/>
                      <a:pt x="44235" y="21470"/>
                      <a:pt x="44015" y="21470"/>
                    </a:cubicBezTo>
                    <a:cubicBezTo>
                      <a:pt x="43500" y="21500"/>
                      <a:pt x="43500" y="21500"/>
                      <a:pt x="43000" y="21750"/>
                    </a:cubicBezTo>
                    <a:cubicBezTo>
                      <a:pt x="43000" y="21882"/>
                      <a:pt x="43000" y="22015"/>
                      <a:pt x="43000" y="22153"/>
                    </a:cubicBezTo>
                    <a:cubicBezTo>
                      <a:pt x="43000" y="22685"/>
                      <a:pt x="43000" y="23218"/>
                      <a:pt x="43000" y="23750"/>
                    </a:cubicBezTo>
                    <a:cubicBezTo>
                      <a:pt x="43005" y="23838"/>
                      <a:pt x="43005" y="23838"/>
                      <a:pt x="43037" y="24273"/>
                    </a:cubicBezTo>
                    <a:cubicBezTo>
                      <a:pt x="42990" y="24868"/>
                      <a:pt x="42835" y="25035"/>
                      <a:pt x="42405" y="25438"/>
                    </a:cubicBezTo>
                    <a:cubicBezTo>
                      <a:pt x="42295" y="25545"/>
                      <a:pt x="42185" y="25653"/>
                      <a:pt x="42072" y="25763"/>
                    </a:cubicBezTo>
                    <a:cubicBezTo>
                      <a:pt x="41750" y="26000"/>
                      <a:pt x="41750" y="26000"/>
                      <a:pt x="41250" y="26000"/>
                    </a:cubicBezTo>
                    <a:cubicBezTo>
                      <a:pt x="41182" y="26160"/>
                      <a:pt x="41115" y="26320"/>
                      <a:pt x="41047" y="26485"/>
                    </a:cubicBezTo>
                    <a:cubicBezTo>
                      <a:pt x="40750" y="27000"/>
                      <a:pt x="40750" y="27000"/>
                      <a:pt x="40375" y="27110"/>
                    </a:cubicBezTo>
                    <a:cubicBezTo>
                      <a:pt x="40250" y="27155"/>
                      <a:pt x="40128" y="27202"/>
                      <a:pt x="40000" y="27250"/>
                    </a:cubicBezTo>
                    <a:cubicBezTo>
                      <a:pt x="39820" y="27662"/>
                      <a:pt x="39655" y="28078"/>
                      <a:pt x="39500" y="28500"/>
                    </a:cubicBezTo>
                    <a:cubicBezTo>
                      <a:pt x="39335" y="28665"/>
                      <a:pt x="39170" y="28830"/>
                      <a:pt x="39000" y="29000"/>
                    </a:cubicBezTo>
                    <a:cubicBezTo>
                      <a:pt x="38957" y="28810"/>
                      <a:pt x="38915" y="28620"/>
                      <a:pt x="38870" y="28422"/>
                    </a:cubicBezTo>
                    <a:cubicBezTo>
                      <a:pt x="38490" y="26775"/>
                      <a:pt x="38007" y="25273"/>
                      <a:pt x="37250" y="23750"/>
                    </a:cubicBezTo>
                    <a:cubicBezTo>
                      <a:pt x="37213" y="23665"/>
                      <a:pt x="37213" y="23665"/>
                      <a:pt x="37027" y="23240"/>
                    </a:cubicBezTo>
                    <a:cubicBezTo>
                      <a:pt x="36108" y="21608"/>
                      <a:pt x="33925" y="20123"/>
                      <a:pt x="32155" y="19562"/>
                    </a:cubicBezTo>
                    <a:cubicBezTo>
                      <a:pt x="29578" y="18982"/>
                      <a:pt x="26555" y="18910"/>
                      <a:pt x="24220" y="20298"/>
                    </a:cubicBezTo>
                    <a:cubicBezTo>
                      <a:pt x="22805" y="21268"/>
                      <a:pt x="21497" y="22347"/>
                      <a:pt x="20500" y="23750"/>
                    </a:cubicBezTo>
                    <a:cubicBezTo>
                      <a:pt x="19785" y="22540"/>
                      <a:pt x="19638" y="21618"/>
                      <a:pt x="19630" y="20225"/>
                    </a:cubicBezTo>
                    <a:cubicBezTo>
                      <a:pt x="19628" y="20035"/>
                      <a:pt x="19622" y="19845"/>
                      <a:pt x="19620" y="19650"/>
                    </a:cubicBezTo>
                    <a:cubicBezTo>
                      <a:pt x="19608" y="19048"/>
                      <a:pt x="19600" y="18445"/>
                      <a:pt x="19595" y="17845"/>
                    </a:cubicBezTo>
                    <a:cubicBezTo>
                      <a:pt x="19585" y="17240"/>
                      <a:pt x="19575" y="16635"/>
                      <a:pt x="19562" y="16032"/>
                    </a:cubicBezTo>
                    <a:cubicBezTo>
                      <a:pt x="19557" y="15657"/>
                      <a:pt x="19550" y="15282"/>
                      <a:pt x="19547" y="14910"/>
                    </a:cubicBezTo>
                    <a:cubicBezTo>
                      <a:pt x="19535" y="14070"/>
                      <a:pt x="19510" y="13308"/>
                      <a:pt x="19250" y="12500"/>
                    </a:cubicBezTo>
                    <a:cubicBezTo>
                      <a:pt x="18245" y="12278"/>
                      <a:pt x="17263" y="12215"/>
                      <a:pt x="16235" y="12202"/>
                    </a:cubicBezTo>
                    <a:cubicBezTo>
                      <a:pt x="16108" y="12200"/>
                      <a:pt x="15980" y="12197"/>
                      <a:pt x="15850" y="12192"/>
                    </a:cubicBezTo>
                    <a:cubicBezTo>
                      <a:pt x="14938" y="12190"/>
                      <a:pt x="14312" y="12373"/>
                      <a:pt x="13500" y="12750"/>
                    </a:cubicBezTo>
                    <a:cubicBezTo>
                      <a:pt x="13485" y="12907"/>
                      <a:pt x="13470" y="13062"/>
                      <a:pt x="13455" y="13225"/>
                    </a:cubicBezTo>
                    <a:cubicBezTo>
                      <a:pt x="13432" y="13430"/>
                      <a:pt x="13412" y="13632"/>
                      <a:pt x="13390" y="13845"/>
                    </a:cubicBezTo>
                    <a:cubicBezTo>
                      <a:pt x="13370" y="14048"/>
                      <a:pt x="13350" y="14250"/>
                      <a:pt x="13330" y="14460"/>
                    </a:cubicBezTo>
                    <a:cubicBezTo>
                      <a:pt x="13250" y="15000"/>
                      <a:pt x="13250" y="15000"/>
                      <a:pt x="13000" y="15500"/>
                    </a:cubicBezTo>
                    <a:cubicBezTo>
                      <a:pt x="12932" y="15502"/>
                      <a:pt x="12932" y="15502"/>
                      <a:pt x="12585" y="15520"/>
                    </a:cubicBezTo>
                    <a:cubicBezTo>
                      <a:pt x="11957" y="15548"/>
                      <a:pt x="11330" y="15578"/>
                      <a:pt x="10703" y="15610"/>
                    </a:cubicBezTo>
                    <a:cubicBezTo>
                      <a:pt x="10487" y="15620"/>
                      <a:pt x="10270" y="15630"/>
                      <a:pt x="10047" y="15640"/>
                    </a:cubicBezTo>
                    <a:cubicBezTo>
                      <a:pt x="9010" y="15690"/>
                      <a:pt x="8013" y="15750"/>
                      <a:pt x="7000" y="16000"/>
                    </a:cubicBezTo>
                    <a:cubicBezTo>
                      <a:pt x="6987" y="15755"/>
                      <a:pt x="6975" y="15513"/>
                      <a:pt x="6963" y="15260"/>
                    </a:cubicBezTo>
                    <a:cubicBezTo>
                      <a:pt x="6945" y="14940"/>
                      <a:pt x="6925" y="14618"/>
                      <a:pt x="6905" y="14298"/>
                    </a:cubicBezTo>
                    <a:cubicBezTo>
                      <a:pt x="6898" y="14135"/>
                      <a:pt x="6890" y="13975"/>
                      <a:pt x="6882" y="13810"/>
                    </a:cubicBezTo>
                    <a:cubicBezTo>
                      <a:pt x="6872" y="13655"/>
                      <a:pt x="6862" y="13500"/>
                      <a:pt x="6852" y="13340"/>
                    </a:cubicBezTo>
                    <a:cubicBezTo>
                      <a:pt x="6850" y="13267"/>
                      <a:pt x="6850" y="13267"/>
                      <a:pt x="6830" y="12907"/>
                    </a:cubicBezTo>
                    <a:cubicBezTo>
                      <a:pt x="6750" y="12500"/>
                      <a:pt x="6750" y="12500"/>
                      <a:pt x="6250" y="11750"/>
                    </a:cubicBezTo>
                    <a:cubicBezTo>
                      <a:pt x="4682" y="11750"/>
                      <a:pt x="3115" y="11750"/>
                      <a:pt x="1500" y="11750"/>
                    </a:cubicBezTo>
                    <a:cubicBezTo>
                      <a:pt x="1418" y="15215"/>
                      <a:pt x="1335" y="18680"/>
                      <a:pt x="1250" y="22250"/>
                    </a:cubicBezTo>
                    <a:cubicBezTo>
                      <a:pt x="1045" y="22290"/>
                      <a:pt x="1045" y="22290"/>
                      <a:pt x="0" y="22500"/>
                    </a:cubicBezTo>
                    <a:cubicBezTo>
                      <a:pt x="0" y="15075"/>
                      <a:pt x="0" y="7650"/>
                      <a:pt x="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 w="0">
                <a:noFill/>
              </a:ln>
            </p:spPr>
          </p:sp>
          <p:sp>
            <p:nvSpPr>
              <p:cNvPr id="322" name="news_presenter vector"/>
              <p:cNvSpPr/>
              <p:nvPr/>
            </p:nvSpPr>
            <p:spPr>
              <a:xfrm>
                <a:off x="11804023" y="840115"/>
                <a:ext cx="541256" cy="316222"/>
              </a:xfrm>
              <a:custGeom>
                <a:avLst/>
                <a:gdLst/>
                <a:ahLst/>
                <a:cxnLst/>
                <a:rect l="0" t="0" r="r" b="b"/>
                <a:pathLst>
                  <a:path w="59192" h="34583" fill="norm" stroke="0">
                    <a:moveTo>
                      <a:pt x="1290" y="93"/>
                    </a:moveTo>
                    <a:cubicBezTo>
                      <a:pt x="1495" y="93"/>
                      <a:pt x="1697" y="90"/>
                      <a:pt x="1908" y="90"/>
                    </a:cubicBezTo>
                    <a:cubicBezTo>
                      <a:pt x="2135" y="90"/>
                      <a:pt x="2362" y="93"/>
                      <a:pt x="2595" y="93"/>
                    </a:cubicBezTo>
                    <a:cubicBezTo>
                      <a:pt x="2715" y="93"/>
                      <a:pt x="2715" y="93"/>
                      <a:pt x="3320" y="90"/>
                    </a:cubicBezTo>
                    <a:cubicBezTo>
                      <a:pt x="3985" y="90"/>
                      <a:pt x="4652" y="90"/>
                      <a:pt x="5317" y="93"/>
                    </a:cubicBezTo>
                    <a:cubicBezTo>
                      <a:pt x="6035" y="93"/>
                      <a:pt x="6753" y="90"/>
                      <a:pt x="7470" y="90"/>
                    </a:cubicBezTo>
                    <a:cubicBezTo>
                      <a:pt x="8875" y="90"/>
                      <a:pt x="10280" y="90"/>
                      <a:pt x="11688" y="90"/>
                    </a:cubicBezTo>
                    <a:cubicBezTo>
                      <a:pt x="12827" y="90"/>
                      <a:pt x="13970" y="90"/>
                      <a:pt x="15112" y="90"/>
                    </a:cubicBezTo>
                    <a:cubicBezTo>
                      <a:pt x="15275" y="90"/>
                      <a:pt x="15438" y="90"/>
                      <a:pt x="15605" y="90"/>
                    </a:cubicBezTo>
                    <a:cubicBezTo>
                      <a:pt x="15935" y="90"/>
                      <a:pt x="16265" y="90"/>
                      <a:pt x="16592" y="90"/>
                    </a:cubicBezTo>
                    <a:cubicBezTo>
                      <a:pt x="19688" y="90"/>
                      <a:pt x="22780" y="90"/>
                      <a:pt x="25875" y="93"/>
                    </a:cubicBezTo>
                    <a:cubicBezTo>
                      <a:pt x="28533" y="93"/>
                      <a:pt x="31190" y="93"/>
                      <a:pt x="33847" y="93"/>
                    </a:cubicBezTo>
                    <a:cubicBezTo>
                      <a:pt x="36930" y="90"/>
                      <a:pt x="40013" y="90"/>
                      <a:pt x="43095" y="90"/>
                    </a:cubicBezTo>
                    <a:cubicBezTo>
                      <a:pt x="43422" y="90"/>
                      <a:pt x="43753" y="90"/>
                      <a:pt x="44080" y="90"/>
                    </a:cubicBezTo>
                    <a:cubicBezTo>
                      <a:pt x="44243" y="90"/>
                      <a:pt x="44402" y="90"/>
                      <a:pt x="44570" y="90"/>
                    </a:cubicBezTo>
                    <a:cubicBezTo>
                      <a:pt x="45710" y="90"/>
                      <a:pt x="46852" y="90"/>
                      <a:pt x="47993" y="90"/>
                    </a:cubicBezTo>
                    <a:cubicBezTo>
                      <a:pt x="49382" y="90"/>
                      <a:pt x="50773" y="90"/>
                      <a:pt x="52165" y="90"/>
                    </a:cubicBezTo>
                    <a:cubicBezTo>
                      <a:pt x="52872" y="93"/>
                      <a:pt x="53582" y="93"/>
                      <a:pt x="54293" y="90"/>
                    </a:cubicBezTo>
                    <a:cubicBezTo>
                      <a:pt x="55062" y="90"/>
                      <a:pt x="55830" y="90"/>
                      <a:pt x="56597" y="93"/>
                    </a:cubicBezTo>
                    <a:cubicBezTo>
                      <a:pt x="56825" y="93"/>
                      <a:pt x="57050" y="90"/>
                      <a:pt x="57285" y="90"/>
                    </a:cubicBezTo>
                    <a:cubicBezTo>
                      <a:pt x="57487" y="90"/>
                      <a:pt x="57692" y="93"/>
                      <a:pt x="57902" y="93"/>
                    </a:cubicBezTo>
                    <a:cubicBezTo>
                      <a:pt x="58080" y="93"/>
                      <a:pt x="58257" y="93"/>
                      <a:pt x="58440" y="93"/>
                    </a:cubicBezTo>
                    <a:cubicBezTo>
                      <a:pt x="58847" y="125"/>
                      <a:pt x="58847" y="125"/>
                      <a:pt x="59097" y="375"/>
                    </a:cubicBezTo>
                    <a:cubicBezTo>
                      <a:pt x="59122" y="805"/>
                      <a:pt x="59130" y="1240"/>
                      <a:pt x="59132" y="1672"/>
                    </a:cubicBezTo>
                    <a:cubicBezTo>
                      <a:pt x="59132" y="1810"/>
                      <a:pt x="59132" y="1945"/>
                      <a:pt x="59132" y="2088"/>
                    </a:cubicBezTo>
                    <a:cubicBezTo>
                      <a:pt x="59135" y="2547"/>
                      <a:pt x="59135" y="3008"/>
                      <a:pt x="59138" y="3470"/>
                    </a:cubicBezTo>
                    <a:cubicBezTo>
                      <a:pt x="59138" y="3800"/>
                      <a:pt x="59140" y="4127"/>
                      <a:pt x="59140" y="4457"/>
                    </a:cubicBezTo>
                    <a:cubicBezTo>
                      <a:pt x="59142" y="5355"/>
                      <a:pt x="59145" y="6250"/>
                      <a:pt x="59148" y="7148"/>
                    </a:cubicBezTo>
                    <a:cubicBezTo>
                      <a:pt x="59148" y="7707"/>
                      <a:pt x="59148" y="8267"/>
                      <a:pt x="59150" y="8828"/>
                    </a:cubicBezTo>
                    <a:cubicBezTo>
                      <a:pt x="59152" y="10575"/>
                      <a:pt x="59155" y="12325"/>
                      <a:pt x="59155" y="14075"/>
                    </a:cubicBezTo>
                    <a:cubicBezTo>
                      <a:pt x="59158" y="16097"/>
                      <a:pt x="59162" y="18118"/>
                      <a:pt x="59170" y="20140"/>
                    </a:cubicBezTo>
                    <a:cubicBezTo>
                      <a:pt x="59175" y="21702"/>
                      <a:pt x="59178" y="23263"/>
                      <a:pt x="59178" y="24825"/>
                    </a:cubicBezTo>
                    <a:cubicBezTo>
                      <a:pt x="59178" y="25757"/>
                      <a:pt x="59180" y="26692"/>
                      <a:pt x="59182" y="27625"/>
                    </a:cubicBezTo>
                    <a:cubicBezTo>
                      <a:pt x="59188" y="28502"/>
                      <a:pt x="59188" y="29380"/>
                      <a:pt x="59185" y="30257"/>
                    </a:cubicBezTo>
                    <a:cubicBezTo>
                      <a:pt x="59185" y="30580"/>
                      <a:pt x="59188" y="30903"/>
                      <a:pt x="59190" y="31225"/>
                    </a:cubicBezTo>
                    <a:cubicBezTo>
                      <a:pt x="59192" y="31665"/>
                      <a:pt x="59190" y="32105"/>
                      <a:pt x="59188" y="32543"/>
                    </a:cubicBezTo>
                    <a:cubicBezTo>
                      <a:pt x="59188" y="32790"/>
                      <a:pt x="59190" y="33035"/>
                      <a:pt x="59190" y="33290"/>
                    </a:cubicBezTo>
                    <a:cubicBezTo>
                      <a:pt x="59097" y="33875"/>
                      <a:pt x="59097" y="33875"/>
                      <a:pt x="58765" y="34202"/>
                    </a:cubicBezTo>
                    <a:cubicBezTo>
                      <a:pt x="58325" y="34382"/>
                      <a:pt x="58023" y="34438"/>
                      <a:pt x="57550" y="34440"/>
                    </a:cubicBezTo>
                    <a:cubicBezTo>
                      <a:pt x="57472" y="34442"/>
                      <a:pt x="57472" y="34442"/>
                      <a:pt x="57075" y="34447"/>
                    </a:cubicBezTo>
                    <a:cubicBezTo>
                      <a:pt x="56902" y="34447"/>
                      <a:pt x="56733" y="34447"/>
                      <a:pt x="56555" y="34447"/>
                    </a:cubicBezTo>
                    <a:cubicBezTo>
                      <a:pt x="56375" y="34447"/>
                      <a:pt x="56192" y="34450"/>
                      <a:pt x="56005" y="34452"/>
                    </a:cubicBezTo>
                    <a:cubicBezTo>
                      <a:pt x="55408" y="34458"/>
                      <a:pt x="54807" y="34458"/>
                      <a:pt x="54207" y="34458"/>
                    </a:cubicBezTo>
                    <a:cubicBezTo>
                      <a:pt x="53790" y="34460"/>
                      <a:pt x="53372" y="34460"/>
                      <a:pt x="52955" y="34463"/>
                    </a:cubicBezTo>
                    <a:cubicBezTo>
                      <a:pt x="52082" y="34465"/>
                      <a:pt x="51207" y="34468"/>
                      <a:pt x="50335" y="34468"/>
                    </a:cubicBezTo>
                    <a:cubicBezTo>
                      <a:pt x="49212" y="34468"/>
                      <a:pt x="48095" y="34472"/>
                      <a:pt x="46972" y="34482"/>
                    </a:cubicBezTo>
                    <a:cubicBezTo>
                      <a:pt x="46112" y="34488"/>
                      <a:pt x="45253" y="34488"/>
                      <a:pt x="44390" y="34488"/>
                    </a:cubicBezTo>
                    <a:cubicBezTo>
                      <a:pt x="43977" y="34490"/>
                      <a:pt x="43565" y="34490"/>
                      <a:pt x="43152" y="34495"/>
                    </a:cubicBezTo>
                    <a:cubicBezTo>
                      <a:pt x="42575" y="34500"/>
                      <a:pt x="41997" y="34498"/>
                      <a:pt x="41420" y="34495"/>
                    </a:cubicBezTo>
                    <a:cubicBezTo>
                      <a:pt x="41247" y="34498"/>
                      <a:pt x="41077" y="34500"/>
                      <a:pt x="40902" y="34505"/>
                    </a:cubicBezTo>
                    <a:cubicBezTo>
                      <a:pt x="40108" y="34493"/>
                      <a:pt x="39585" y="34465"/>
                      <a:pt x="38990" y="33905"/>
                    </a:cubicBezTo>
                    <a:cubicBezTo>
                      <a:pt x="38510" y="33255"/>
                      <a:pt x="38472" y="32908"/>
                      <a:pt x="38470" y="32108"/>
                    </a:cubicBezTo>
                    <a:cubicBezTo>
                      <a:pt x="38465" y="31862"/>
                      <a:pt x="38460" y="31618"/>
                      <a:pt x="38455" y="31365"/>
                    </a:cubicBezTo>
                    <a:cubicBezTo>
                      <a:pt x="38455" y="31108"/>
                      <a:pt x="38455" y="30850"/>
                      <a:pt x="38455" y="30592"/>
                    </a:cubicBezTo>
                    <a:cubicBezTo>
                      <a:pt x="38447" y="27490"/>
                      <a:pt x="38027" y="25153"/>
                      <a:pt x="35847" y="22875"/>
                    </a:cubicBezTo>
                    <a:cubicBezTo>
                      <a:pt x="34005" y="21188"/>
                      <a:pt x="32112" y="20480"/>
                      <a:pt x="29628" y="20515"/>
                    </a:cubicBezTo>
                    <a:cubicBezTo>
                      <a:pt x="29430" y="20518"/>
                      <a:pt x="29233" y="20520"/>
                      <a:pt x="29030" y="20523"/>
                    </a:cubicBezTo>
                    <a:cubicBezTo>
                      <a:pt x="26587" y="20592"/>
                      <a:pt x="24842" y="21360"/>
                      <a:pt x="23090" y="23090"/>
                    </a:cubicBezTo>
                    <a:cubicBezTo>
                      <a:pt x="20932" y="25425"/>
                      <a:pt x="20763" y="27903"/>
                      <a:pt x="20750" y="30952"/>
                    </a:cubicBezTo>
                    <a:cubicBezTo>
                      <a:pt x="20747" y="31330"/>
                      <a:pt x="20740" y="31710"/>
                      <a:pt x="20730" y="32090"/>
                    </a:cubicBezTo>
                    <a:cubicBezTo>
                      <a:pt x="20730" y="32312"/>
                      <a:pt x="20727" y="32535"/>
                      <a:pt x="20725" y="32765"/>
                    </a:cubicBezTo>
                    <a:cubicBezTo>
                      <a:pt x="20590" y="33405"/>
                      <a:pt x="20400" y="33718"/>
                      <a:pt x="19928" y="34165"/>
                    </a:cubicBezTo>
                    <a:cubicBezTo>
                      <a:pt x="19267" y="34583"/>
                      <a:pt x="18533" y="34507"/>
                      <a:pt x="17773" y="34495"/>
                    </a:cubicBezTo>
                    <a:cubicBezTo>
                      <a:pt x="17682" y="34495"/>
                      <a:pt x="17682" y="34495"/>
                      <a:pt x="17222" y="34498"/>
                    </a:cubicBezTo>
                    <a:cubicBezTo>
                      <a:pt x="16622" y="34500"/>
                      <a:pt x="16023" y="34495"/>
                      <a:pt x="15422" y="34490"/>
                    </a:cubicBezTo>
                    <a:cubicBezTo>
                      <a:pt x="15007" y="34488"/>
                      <a:pt x="14590" y="34488"/>
                      <a:pt x="14172" y="34488"/>
                    </a:cubicBezTo>
                    <a:cubicBezTo>
                      <a:pt x="13297" y="34488"/>
                      <a:pt x="12425" y="34482"/>
                      <a:pt x="11550" y="34477"/>
                    </a:cubicBezTo>
                    <a:cubicBezTo>
                      <a:pt x="10430" y="34468"/>
                      <a:pt x="9310" y="34468"/>
                      <a:pt x="8190" y="34468"/>
                    </a:cubicBezTo>
                    <a:cubicBezTo>
                      <a:pt x="7330" y="34468"/>
                      <a:pt x="6467" y="34465"/>
                      <a:pt x="5608" y="34460"/>
                    </a:cubicBezTo>
                    <a:cubicBezTo>
                      <a:pt x="5195" y="34458"/>
                      <a:pt x="4780" y="34458"/>
                      <a:pt x="4368" y="34458"/>
                    </a:cubicBezTo>
                    <a:cubicBezTo>
                      <a:pt x="3790" y="34458"/>
                      <a:pt x="3212" y="34452"/>
                      <a:pt x="2638" y="34447"/>
                    </a:cubicBezTo>
                    <a:cubicBezTo>
                      <a:pt x="2465" y="34447"/>
                      <a:pt x="2295" y="34447"/>
                      <a:pt x="2118" y="34447"/>
                    </a:cubicBezTo>
                    <a:cubicBezTo>
                      <a:pt x="1960" y="34445"/>
                      <a:pt x="1803" y="34442"/>
                      <a:pt x="1642" y="34440"/>
                    </a:cubicBezTo>
                    <a:cubicBezTo>
                      <a:pt x="1505" y="34440"/>
                      <a:pt x="1370" y="34440"/>
                      <a:pt x="1227" y="34438"/>
                    </a:cubicBezTo>
                    <a:cubicBezTo>
                      <a:pt x="712" y="34352"/>
                      <a:pt x="470" y="34245"/>
                      <a:pt x="97" y="33875"/>
                    </a:cubicBezTo>
                    <a:cubicBezTo>
                      <a:pt x="3" y="33290"/>
                      <a:pt x="3" y="33290"/>
                      <a:pt x="5" y="32543"/>
                    </a:cubicBezTo>
                    <a:cubicBezTo>
                      <a:pt x="3" y="32408"/>
                      <a:pt x="3" y="32270"/>
                      <a:pt x="3" y="32127"/>
                    </a:cubicBezTo>
                    <a:cubicBezTo>
                      <a:pt x="0" y="31668"/>
                      <a:pt x="3" y="31207"/>
                      <a:pt x="7" y="30745"/>
                    </a:cubicBezTo>
                    <a:cubicBezTo>
                      <a:pt x="7" y="30418"/>
                      <a:pt x="7" y="30088"/>
                      <a:pt x="5" y="29757"/>
                    </a:cubicBezTo>
                    <a:cubicBezTo>
                      <a:pt x="5" y="28860"/>
                      <a:pt x="7" y="27963"/>
                      <a:pt x="13" y="27067"/>
                    </a:cubicBezTo>
                    <a:cubicBezTo>
                      <a:pt x="15" y="26130"/>
                      <a:pt x="15" y="25192"/>
                      <a:pt x="15" y="24257"/>
                    </a:cubicBezTo>
                    <a:cubicBezTo>
                      <a:pt x="17" y="22683"/>
                      <a:pt x="20" y="21110"/>
                      <a:pt x="25" y="19537"/>
                    </a:cubicBezTo>
                    <a:cubicBezTo>
                      <a:pt x="33" y="17515"/>
                      <a:pt x="35" y="15495"/>
                      <a:pt x="37" y="13472"/>
                    </a:cubicBezTo>
                    <a:cubicBezTo>
                      <a:pt x="37" y="11737"/>
                      <a:pt x="40" y="10002"/>
                      <a:pt x="45" y="8267"/>
                    </a:cubicBezTo>
                    <a:cubicBezTo>
                      <a:pt x="45" y="7707"/>
                      <a:pt x="47" y="7148"/>
                      <a:pt x="47" y="6590"/>
                    </a:cubicBezTo>
                    <a:cubicBezTo>
                      <a:pt x="47" y="5713"/>
                      <a:pt x="50" y="4835"/>
                      <a:pt x="55" y="3957"/>
                    </a:cubicBezTo>
                    <a:cubicBezTo>
                      <a:pt x="55" y="3635"/>
                      <a:pt x="55" y="3312"/>
                      <a:pt x="57" y="2990"/>
                    </a:cubicBezTo>
                    <a:cubicBezTo>
                      <a:pt x="57" y="2550"/>
                      <a:pt x="60" y="2112"/>
                      <a:pt x="60" y="1672"/>
                    </a:cubicBezTo>
                    <a:cubicBezTo>
                      <a:pt x="62" y="1550"/>
                      <a:pt x="62" y="1550"/>
                      <a:pt x="62" y="927"/>
                    </a:cubicBezTo>
                    <a:cubicBezTo>
                      <a:pt x="118" y="0"/>
                      <a:pt x="460" y="93"/>
                      <a:pt x="1290" y="93"/>
                    </a:cubicBezTo>
                    <a:close/>
                    <a:moveTo>
                      <a:pt x="597" y="375"/>
                    </a:moveTo>
                    <a:cubicBezTo>
                      <a:pt x="597" y="7800"/>
                      <a:pt x="597" y="15225"/>
                      <a:pt x="597" y="22875"/>
                    </a:cubicBezTo>
                    <a:cubicBezTo>
                      <a:pt x="803" y="22832"/>
                      <a:pt x="803" y="22832"/>
                      <a:pt x="1847" y="22625"/>
                    </a:cubicBezTo>
                    <a:cubicBezTo>
                      <a:pt x="1930" y="19160"/>
                      <a:pt x="2013" y="15695"/>
                      <a:pt x="2097" y="12125"/>
                    </a:cubicBezTo>
                    <a:cubicBezTo>
                      <a:pt x="3665" y="12125"/>
                      <a:pt x="5233" y="12125"/>
                      <a:pt x="6847" y="12125"/>
                    </a:cubicBezTo>
                    <a:cubicBezTo>
                      <a:pt x="7410" y="12968"/>
                      <a:pt x="7410" y="12968"/>
                      <a:pt x="7450" y="13713"/>
                    </a:cubicBezTo>
                    <a:cubicBezTo>
                      <a:pt x="7460" y="13868"/>
                      <a:pt x="7470" y="14025"/>
                      <a:pt x="7480" y="14185"/>
                    </a:cubicBezTo>
                    <a:cubicBezTo>
                      <a:pt x="7487" y="14345"/>
                      <a:pt x="7495" y="14505"/>
                      <a:pt x="7503" y="14670"/>
                    </a:cubicBezTo>
                    <a:cubicBezTo>
                      <a:pt x="7513" y="14835"/>
                      <a:pt x="7523" y="14998"/>
                      <a:pt x="7533" y="15168"/>
                    </a:cubicBezTo>
                    <a:cubicBezTo>
                      <a:pt x="7555" y="15570"/>
                      <a:pt x="7575" y="15972"/>
                      <a:pt x="7597" y="16375"/>
                    </a:cubicBezTo>
                    <a:cubicBezTo>
                      <a:pt x="7675" y="16355"/>
                      <a:pt x="7675" y="16355"/>
                      <a:pt x="8067" y="16257"/>
                    </a:cubicBezTo>
                    <a:cubicBezTo>
                      <a:pt x="9132" y="16045"/>
                      <a:pt x="10217" y="16032"/>
                      <a:pt x="11300" y="15983"/>
                    </a:cubicBezTo>
                    <a:cubicBezTo>
                      <a:pt x="11520" y="15972"/>
                      <a:pt x="11743" y="15963"/>
                      <a:pt x="11970" y="15950"/>
                    </a:cubicBezTo>
                    <a:cubicBezTo>
                      <a:pt x="12513" y="15925"/>
                      <a:pt x="13055" y="15898"/>
                      <a:pt x="13597" y="15875"/>
                    </a:cubicBezTo>
                    <a:cubicBezTo>
                      <a:pt x="13763" y="15227"/>
                      <a:pt x="13898" y="14597"/>
                      <a:pt x="13987" y="13938"/>
                    </a:cubicBezTo>
                    <a:cubicBezTo>
                      <a:pt x="14007" y="13782"/>
                      <a:pt x="14030" y="13630"/>
                      <a:pt x="14050" y="13472"/>
                    </a:cubicBezTo>
                    <a:cubicBezTo>
                      <a:pt x="14057" y="13415"/>
                      <a:pt x="14057" y="13415"/>
                      <a:pt x="14097" y="13125"/>
                    </a:cubicBezTo>
                    <a:cubicBezTo>
                      <a:pt x="15027" y="12690"/>
                      <a:pt x="15797" y="12550"/>
                      <a:pt x="16830" y="12578"/>
                    </a:cubicBezTo>
                    <a:cubicBezTo>
                      <a:pt x="16962" y="12578"/>
                      <a:pt x="17092" y="12580"/>
                      <a:pt x="17230" y="12583"/>
                    </a:cubicBezTo>
                    <a:cubicBezTo>
                      <a:pt x="18125" y="12600"/>
                      <a:pt x="18972" y="12680"/>
                      <a:pt x="19847" y="12875"/>
                    </a:cubicBezTo>
                    <a:cubicBezTo>
                      <a:pt x="20162" y="13852"/>
                      <a:pt x="20140" y="14817"/>
                      <a:pt x="20150" y="15833"/>
                    </a:cubicBezTo>
                    <a:cubicBezTo>
                      <a:pt x="20155" y="16222"/>
                      <a:pt x="20162" y="16610"/>
                      <a:pt x="20170" y="17000"/>
                    </a:cubicBezTo>
                    <a:cubicBezTo>
                      <a:pt x="20180" y="17608"/>
                      <a:pt x="20190" y="18218"/>
                      <a:pt x="20197" y="18828"/>
                    </a:cubicBezTo>
                    <a:cubicBezTo>
                      <a:pt x="20202" y="19418"/>
                      <a:pt x="20215" y="20007"/>
                      <a:pt x="20227" y="20597"/>
                    </a:cubicBezTo>
                    <a:cubicBezTo>
                      <a:pt x="20227" y="20780"/>
                      <a:pt x="20230" y="20960"/>
                      <a:pt x="20230" y="21145"/>
                    </a:cubicBezTo>
                    <a:cubicBezTo>
                      <a:pt x="20257" y="22335"/>
                      <a:pt x="20493" y="23097"/>
                      <a:pt x="21097" y="24125"/>
                    </a:cubicBezTo>
                    <a:cubicBezTo>
                      <a:pt x="21158" y="24040"/>
                      <a:pt x="21158" y="24040"/>
                      <a:pt x="21472" y="23608"/>
                    </a:cubicBezTo>
                    <a:cubicBezTo>
                      <a:pt x="22972" y="21755"/>
                      <a:pt x="25062" y="20085"/>
                      <a:pt x="27472" y="19670"/>
                    </a:cubicBezTo>
                    <a:cubicBezTo>
                      <a:pt x="27763" y="19648"/>
                      <a:pt x="28055" y="19632"/>
                      <a:pt x="28347" y="19625"/>
                    </a:cubicBezTo>
                    <a:cubicBezTo>
                      <a:pt x="28535" y="19615"/>
                      <a:pt x="28725" y="19605"/>
                      <a:pt x="28922" y="19595"/>
                    </a:cubicBezTo>
                    <a:cubicBezTo>
                      <a:pt x="31572" y="19520"/>
                      <a:pt x="33490" y="19982"/>
                      <a:pt x="35597" y="21625"/>
                    </a:cubicBezTo>
                    <a:cubicBezTo>
                      <a:pt x="35760" y="21745"/>
                      <a:pt x="35922" y="21868"/>
                      <a:pt x="36090" y="21995"/>
                    </a:cubicBezTo>
                    <a:cubicBezTo>
                      <a:pt x="38415" y="23840"/>
                      <a:pt x="39105" y="26555"/>
                      <a:pt x="39597" y="29375"/>
                    </a:cubicBezTo>
                    <a:cubicBezTo>
                      <a:pt x="39765" y="29178"/>
                      <a:pt x="39930" y="28980"/>
                      <a:pt x="40097" y="28780"/>
                    </a:cubicBezTo>
                    <a:cubicBezTo>
                      <a:pt x="40142" y="28725"/>
                      <a:pt x="40142" y="28725"/>
                      <a:pt x="40378" y="28445"/>
                    </a:cubicBezTo>
                    <a:cubicBezTo>
                      <a:pt x="40597" y="28125"/>
                      <a:pt x="40597" y="28125"/>
                      <a:pt x="40597" y="27625"/>
                    </a:cubicBezTo>
                    <a:cubicBezTo>
                      <a:pt x="40675" y="27590"/>
                      <a:pt x="40675" y="27590"/>
                      <a:pt x="41080" y="27420"/>
                    </a:cubicBezTo>
                    <a:cubicBezTo>
                      <a:pt x="41597" y="27125"/>
                      <a:pt x="41597" y="27125"/>
                      <a:pt x="41722" y="26750"/>
                    </a:cubicBezTo>
                    <a:cubicBezTo>
                      <a:pt x="41847" y="26375"/>
                      <a:pt x="41847" y="26375"/>
                      <a:pt x="42300" y="26140"/>
                    </a:cubicBezTo>
                    <a:cubicBezTo>
                      <a:pt x="42480" y="26053"/>
                      <a:pt x="42660" y="25965"/>
                      <a:pt x="42847" y="25875"/>
                    </a:cubicBezTo>
                    <a:cubicBezTo>
                      <a:pt x="43205" y="25560"/>
                      <a:pt x="43520" y="25222"/>
                      <a:pt x="43847" y="24875"/>
                    </a:cubicBezTo>
                    <a:cubicBezTo>
                      <a:pt x="43805" y="24773"/>
                      <a:pt x="43765" y="24670"/>
                      <a:pt x="43722" y="24565"/>
                    </a:cubicBezTo>
                    <a:cubicBezTo>
                      <a:pt x="43575" y="24050"/>
                      <a:pt x="43572" y="23610"/>
                      <a:pt x="43580" y="23078"/>
                    </a:cubicBezTo>
                    <a:cubicBezTo>
                      <a:pt x="43582" y="22898"/>
                      <a:pt x="43585" y="22720"/>
                      <a:pt x="43587" y="22535"/>
                    </a:cubicBezTo>
                    <a:cubicBezTo>
                      <a:pt x="43590" y="22468"/>
                      <a:pt x="43590" y="22468"/>
                      <a:pt x="43597" y="22125"/>
                    </a:cubicBezTo>
                    <a:cubicBezTo>
                      <a:pt x="44200" y="21823"/>
                      <a:pt x="44580" y="21845"/>
                      <a:pt x="45255" y="21845"/>
                    </a:cubicBezTo>
                    <a:cubicBezTo>
                      <a:pt x="45495" y="21845"/>
                      <a:pt x="45735" y="21845"/>
                      <a:pt x="45983" y="21845"/>
                    </a:cubicBezTo>
                    <a:cubicBezTo>
                      <a:pt x="46245" y="21847"/>
                      <a:pt x="46507" y="21847"/>
                      <a:pt x="46770" y="21850"/>
                    </a:cubicBezTo>
                    <a:cubicBezTo>
                      <a:pt x="47037" y="21850"/>
                      <a:pt x="47307" y="21850"/>
                      <a:pt x="47575" y="21850"/>
                    </a:cubicBezTo>
                    <a:cubicBezTo>
                      <a:pt x="48280" y="21853"/>
                      <a:pt x="48987" y="21855"/>
                      <a:pt x="49692" y="21858"/>
                    </a:cubicBezTo>
                    <a:cubicBezTo>
                      <a:pt x="50415" y="21860"/>
                      <a:pt x="51135" y="21860"/>
                      <a:pt x="51855" y="21862"/>
                    </a:cubicBezTo>
                    <a:cubicBezTo>
                      <a:pt x="53270" y="21865"/>
                      <a:pt x="54682" y="21868"/>
                      <a:pt x="56097" y="21875"/>
                    </a:cubicBezTo>
                    <a:cubicBezTo>
                      <a:pt x="56142" y="22195"/>
                      <a:pt x="56185" y="22515"/>
                      <a:pt x="56230" y="22838"/>
                    </a:cubicBezTo>
                    <a:cubicBezTo>
                      <a:pt x="56255" y="23015"/>
                      <a:pt x="56277" y="23195"/>
                      <a:pt x="56305" y="23377"/>
                    </a:cubicBezTo>
                    <a:cubicBezTo>
                      <a:pt x="56350" y="23928"/>
                      <a:pt x="56257" y="24350"/>
                      <a:pt x="56097" y="24875"/>
                    </a:cubicBezTo>
                    <a:cubicBezTo>
                      <a:pt x="56180" y="25040"/>
                      <a:pt x="56263" y="25205"/>
                      <a:pt x="56347" y="25375"/>
                    </a:cubicBezTo>
                    <a:cubicBezTo>
                      <a:pt x="56370" y="25805"/>
                      <a:pt x="56370" y="25805"/>
                      <a:pt x="56362" y="26280"/>
                    </a:cubicBezTo>
                    <a:cubicBezTo>
                      <a:pt x="56360" y="26438"/>
                      <a:pt x="56358" y="26595"/>
                      <a:pt x="56355" y="26757"/>
                    </a:cubicBezTo>
                    <a:cubicBezTo>
                      <a:pt x="56352" y="26880"/>
                      <a:pt x="56350" y="27000"/>
                      <a:pt x="56347" y="27125"/>
                    </a:cubicBezTo>
                    <a:cubicBezTo>
                      <a:pt x="55205" y="27702"/>
                      <a:pt x="54202" y="27678"/>
                      <a:pt x="52940" y="27648"/>
                    </a:cubicBezTo>
                    <a:cubicBezTo>
                      <a:pt x="52517" y="27642"/>
                      <a:pt x="52092" y="27638"/>
                      <a:pt x="51670" y="27632"/>
                    </a:cubicBezTo>
                    <a:cubicBezTo>
                      <a:pt x="51007" y="27620"/>
                      <a:pt x="50345" y="27608"/>
                      <a:pt x="49680" y="27595"/>
                    </a:cubicBezTo>
                    <a:cubicBezTo>
                      <a:pt x="49037" y="27582"/>
                      <a:pt x="48395" y="27575"/>
                      <a:pt x="47753" y="27567"/>
                    </a:cubicBezTo>
                    <a:cubicBezTo>
                      <a:pt x="47555" y="27562"/>
                      <a:pt x="47358" y="27558"/>
                      <a:pt x="47155" y="27553"/>
                    </a:cubicBezTo>
                    <a:cubicBezTo>
                      <a:pt x="45980" y="27543"/>
                      <a:pt x="45275" y="27632"/>
                      <a:pt x="44347" y="28375"/>
                    </a:cubicBezTo>
                    <a:cubicBezTo>
                      <a:pt x="44170" y="28670"/>
                      <a:pt x="43995" y="28968"/>
                      <a:pt x="43830" y="29273"/>
                    </a:cubicBezTo>
                    <a:cubicBezTo>
                      <a:pt x="43190" y="30235"/>
                      <a:pt x="42280" y="31015"/>
                      <a:pt x="41160" y="31295"/>
                    </a:cubicBezTo>
                    <a:cubicBezTo>
                      <a:pt x="40533" y="31105"/>
                      <a:pt x="40485" y="31037"/>
                      <a:pt x="40175" y="30500"/>
                    </a:cubicBezTo>
                    <a:cubicBezTo>
                      <a:pt x="40065" y="30293"/>
                      <a:pt x="39957" y="30088"/>
                      <a:pt x="39847" y="29875"/>
                    </a:cubicBezTo>
                    <a:cubicBezTo>
                      <a:pt x="39682" y="29875"/>
                      <a:pt x="39517" y="29875"/>
                      <a:pt x="39347" y="29875"/>
                    </a:cubicBezTo>
                    <a:cubicBezTo>
                      <a:pt x="39340" y="30405"/>
                      <a:pt x="39335" y="30938"/>
                      <a:pt x="39330" y="31468"/>
                    </a:cubicBezTo>
                    <a:cubicBezTo>
                      <a:pt x="39327" y="31618"/>
                      <a:pt x="39327" y="31770"/>
                      <a:pt x="39325" y="31925"/>
                    </a:cubicBezTo>
                    <a:cubicBezTo>
                      <a:pt x="39322" y="32070"/>
                      <a:pt x="39322" y="32215"/>
                      <a:pt x="39322" y="32365"/>
                    </a:cubicBezTo>
                    <a:cubicBezTo>
                      <a:pt x="39320" y="32498"/>
                      <a:pt x="39320" y="32632"/>
                      <a:pt x="39317" y="32770"/>
                    </a:cubicBezTo>
                    <a:cubicBezTo>
                      <a:pt x="39347" y="33125"/>
                      <a:pt x="39347" y="33125"/>
                      <a:pt x="39597" y="33625"/>
                    </a:cubicBezTo>
                    <a:cubicBezTo>
                      <a:pt x="42037" y="33630"/>
                      <a:pt x="44477" y="33635"/>
                      <a:pt x="46918" y="33638"/>
                    </a:cubicBezTo>
                    <a:cubicBezTo>
                      <a:pt x="48050" y="33638"/>
                      <a:pt x="49182" y="33640"/>
                      <a:pt x="50317" y="33642"/>
                    </a:cubicBezTo>
                    <a:cubicBezTo>
                      <a:pt x="51410" y="33645"/>
                      <a:pt x="52503" y="33648"/>
                      <a:pt x="53595" y="33648"/>
                    </a:cubicBezTo>
                    <a:cubicBezTo>
                      <a:pt x="54013" y="33648"/>
                      <a:pt x="54430" y="33650"/>
                      <a:pt x="54847" y="33650"/>
                    </a:cubicBezTo>
                    <a:cubicBezTo>
                      <a:pt x="55430" y="33652"/>
                      <a:pt x="56013" y="33652"/>
                      <a:pt x="56597" y="33652"/>
                    </a:cubicBezTo>
                    <a:cubicBezTo>
                      <a:pt x="56770" y="33652"/>
                      <a:pt x="56945" y="33655"/>
                      <a:pt x="57125" y="33655"/>
                    </a:cubicBezTo>
                    <a:cubicBezTo>
                      <a:pt x="58317" y="33652"/>
                      <a:pt x="58317" y="33652"/>
                      <a:pt x="58597" y="33375"/>
                    </a:cubicBezTo>
                    <a:cubicBezTo>
                      <a:pt x="58620" y="32947"/>
                      <a:pt x="58628" y="32520"/>
                      <a:pt x="58628" y="32090"/>
                    </a:cubicBezTo>
                    <a:cubicBezTo>
                      <a:pt x="58628" y="31957"/>
                      <a:pt x="58628" y="31823"/>
                      <a:pt x="58628" y="31683"/>
                    </a:cubicBezTo>
                    <a:cubicBezTo>
                      <a:pt x="58628" y="31228"/>
                      <a:pt x="58625" y="30773"/>
                      <a:pt x="58625" y="30317"/>
                    </a:cubicBezTo>
                    <a:cubicBezTo>
                      <a:pt x="58625" y="29985"/>
                      <a:pt x="58625" y="29655"/>
                      <a:pt x="58625" y="29325"/>
                    </a:cubicBezTo>
                    <a:cubicBezTo>
                      <a:pt x="58625" y="28438"/>
                      <a:pt x="58622" y="27550"/>
                      <a:pt x="58622" y="26662"/>
                    </a:cubicBezTo>
                    <a:cubicBezTo>
                      <a:pt x="58620" y="25830"/>
                      <a:pt x="58620" y="24998"/>
                      <a:pt x="58620" y="24165"/>
                    </a:cubicBezTo>
                    <a:cubicBezTo>
                      <a:pt x="58618" y="21730"/>
                      <a:pt x="58615" y="19295"/>
                      <a:pt x="58612" y="16858"/>
                    </a:cubicBezTo>
                    <a:cubicBezTo>
                      <a:pt x="58608" y="11418"/>
                      <a:pt x="58602" y="5978"/>
                      <a:pt x="58597" y="375"/>
                    </a:cubicBezTo>
                    <a:cubicBezTo>
                      <a:pt x="39457" y="375"/>
                      <a:pt x="20317" y="375"/>
                      <a:pt x="597" y="375"/>
                    </a:cubicBezTo>
                    <a:close/>
                  </a:path>
                </a:pathLst>
              </a:custGeom>
              <a:solidFill>
                <a:srgbClr val="E7E7E7"/>
              </a:solidFill>
              <a:ln w="0">
                <a:noFill/>
              </a:ln>
            </p:spPr>
          </p:sp>
          <p:sp>
            <p:nvSpPr>
              <p:cNvPr id="323" name="news_presenter vector"/>
              <p:cNvSpPr/>
              <p:nvPr/>
            </p:nvSpPr>
            <p:spPr>
              <a:xfrm>
                <a:off x="11912335" y="1244518"/>
                <a:ext cx="324612" cy="126073"/>
              </a:xfrm>
              <a:custGeom>
                <a:avLst/>
                <a:gdLst/>
                <a:ahLst/>
                <a:cxnLst/>
                <a:rect l="0" t="0" r="r" b="b"/>
                <a:pathLst>
                  <a:path w="35500" h="13787" fill="norm" stroke="0">
                    <a:moveTo>
                      <a:pt x="14720" y="37"/>
                    </a:moveTo>
                    <a:cubicBezTo>
                      <a:pt x="14938" y="32"/>
                      <a:pt x="15158" y="30"/>
                      <a:pt x="15382" y="25"/>
                    </a:cubicBezTo>
                    <a:cubicBezTo>
                      <a:pt x="16088" y="15"/>
                      <a:pt x="16795" y="10"/>
                      <a:pt x="17500" y="7"/>
                    </a:cubicBezTo>
                    <a:cubicBezTo>
                      <a:pt x="17740" y="5"/>
                      <a:pt x="17980" y="5"/>
                      <a:pt x="18225" y="2"/>
                    </a:cubicBezTo>
                    <a:cubicBezTo>
                      <a:pt x="21630" y="0"/>
                      <a:pt x="24443" y="170"/>
                      <a:pt x="27535" y="1680"/>
                    </a:cubicBezTo>
                    <a:cubicBezTo>
                      <a:pt x="28270" y="2023"/>
                      <a:pt x="29035" y="2250"/>
                      <a:pt x="29815" y="2475"/>
                    </a:cubicBezTo>
                    <a:cubicBezTo>
                      <a:pt x="29943" y="2515"/>
                      <a:pt x="30072" y="2555"/>
                      <a:pt x="30207" y="2597"/>
                    </a:cubicBezTo>
                    <a:cubicBezTo>
                      <a:pt x="30925" y="2815"/>
                      <a:pt x="31640" y="2975"/>
                      <a:pt x="32375" y="3117"/>
                    </a:cubicBezTo>
                    <a:cubicBezTo>
                      <a:pt x="33253" y="3330"/>
                      <a:pt x="33727" y="3705"/>
                      <a:pt x="34240" y="4445"/>
                    </a:cubicBezTo>
                    <a:cubicBezTo>
                      <a:pt x="35152" y="6023"/>
                      <a:pt x="35140" y="8035"/>
                      <a:pt x="35267" y="9812"/>
                    </a:cubicBezTo>
                    <a:cubicBezTo>
                      <a:pt x="35298" y="10262"/>
                      <a:pt x="35335" y="10713"/>
                      <a:pt x="35370" y="11162"/>
                    </a:cubicBezTo>
                    <a:cubicBezTo>
                      <a:pt x="35392" y="11450"/>
                      <a:pt x="35413" y="11735"/>
                      <a:pt x="35435" y="12023"/>
                    </a:cubicBezTo>
                    <a:cubicBezTo>
                      <a:pt x="35445" y="12157"/>
                      <a:pt x="35455" y="12290"/>
                      <a:pt x="35465" y="12430"/>
                    </a:cubicBezTo>
                    <a:cubicBezTo>
                      <a:pt x="35487" y="12752"/>
                      <a:pt x="35495" y="13075"/>
                      <a:pt x="35500" y="13398"/>
                    </a:cubicBezTo>
                    <a:cubicBezTo>
                      <a:pt x="35112" y="13787"/>
                      <a:pt x="34737" y="13680"/>
                      <a:pt x="34197" y="13680"/>
                    </a:cubicBezTo>
                    <a:cubicBezTo>
                      <a:pt x="34090" y="13680"/>
                      <a:pt x="34090" y="13680"/>
                      <a:pt x="33553" y="13682"/>
                    </a:cubicBezTo>
                    <a:cubicBezTo>
                      <a:pt x="33330" y="13680"/>
                      <a:pt x="33108" y="13680"/>
                      <a:pt x="32875" y="13680"/>
                    </a:cubicBezTo>
                    <a:cubicBezTo>
                      <a:pt x="32765" y="13680"/>
                      <a:pt x="32765" y="13680"/>
                      <a:pt x="32200" y="13682"/>
                    </a:cubicBezTo>
                    <a:cubicBezTo>
                      <a:pt x="31987" y="13682"/>
                      <a:pt x="31775" y="13682"/>
                      <a:pt x="31555" y="13680"/>
                    </a:cubicBezTo>
                    <a:cubicBezTo>
                      <a:pt x="31360" y="13680"/>
                      <a:pt x="31163" y="13680"/>
                      <a:pt x="30963" y="13680"/>
                    </a:cubicBezTo>
                    <a:cubicBezTo>
                      <a:pt x="30500" y="13648"/>
                      <a:pt x="30500" y="13648"/>
                      <a:pt x="30250" y="13398"/>
                    </a:cubicBezTo>
                    <a:cubicBezTo>
                      <a:pt x="30217" y="13032"/>
                      <a:pt x="30200" y="12665"/>
                      <a:pt x="30190" y="12297"/>
                    </a:cubicBezTo>
                    <a:cubicBezTo>
                      <a:pt x="30183" y="12075"/>
                      <a:pt x="30173" y="11852"/>
                      <a:pt x="30165" y="11623"/>
                    </a:cubicBezTo>
                    <a:cubicBezTo>
                      <a:pt x="30150" y="11150"/>
                      <a:pt x="30135" y="10680"/>
                      <a:pt x="30122" y="10208"/>
                    </a:cubicBezTo>
                    <a:cubicBezTo>
                      <a:pt x="30112" y="9985"/>
                      <a:pt x="30105" y="9760"/>
                      <a:pt x="30095" y="9532"/>
                    </a:cubicBezTo>
                    <a:cubicBezTo>
                      <a:pt x="30090" y="9327"/>
                      <a:pt x="30082" y="9120"/>
                      <a:pt x="30078" y="8910"/>
                    </a:cubicBezTo>
                    <a:cubicBezTo>
                      <a:pt x="30000" y="8398"/>
                      <a:pt x="30000" y="8398"/>
                      <a:pt x="29500" y="7898"/>
                    </a:cubicBezTo>
                    <a:cubicBezTo>
                      <a:pt x="28845" y="7867"/>
                      <a:pt x="28845" y="7867"/>
                      <a:pt x="28250" y="7898"/>
                    </a:cubicBezTo>
                    <a:cubicBezTo>
                      <a:pt x="27848" y="8615"/>
                      <a:pt x="27685" y="9150"/>
                      <a:pt x="27658" y="9970"/>
                    </a:cubicBezTo>
                    <a:cubicBezTo>
                      <a:pt x="27648" y="10170"/>
                      <a:pt x="27640" y="10367"/>
                      <a:pt x="27630" y="10572"/>
                    </a:cubicBezTo>
                    <a:cubicBezTo>
                      <a:pt x="27625" y="10778"/>
                      <a:pt x="27618" y="10982"/>
                      <a:pt x="27610" y="11195"/>
                    </a:cubicBezTo>
                    <a:cubicBezTo>
                      <a:pt x="27595" y="11605"/>
                      <a:pt x="27580" y="12015"/>
                      <a:pt x="27562" y="12425"/>
                    </a:cubicBezTo>
                    <a:cubicBezTo>
                      <a:pt x="27560" y="12515"/>
                      <a:pt x="27560" y="12515"/>
                      <a:pt x="27545" y="12972"/>
                    </a:cubicBezTo>
                    <a:cubicBezTo>
                      <a:pt x="27500" y="13398"/>
                      <a:pt x="27500" y="13398"/>
                      <a:pt x="27250" y="13648"/>
                    </a:cubicBezTo>
                    <a:cubicBezTo>
                      <a:pt x="26925" y="13680"/>
                      <a:pt x="26925" y="13680"/>
                      <a:pt x="26503" y="13680"/>
                    </a:cubicBezTo>
                    <a:cubicBezTo>
                      <a:pt x="26342" y="13680"/>
                      <a:pt x="26183" y="13680"/>
                      <a:pt x="26017" y="13682"/>
                    </a:cubicBezTo>
                    <a:cubicBezTo>
                      <a:pt x="25840" y="13680"/>
                      <a:pt x="25665" y="13680"/>
                      <a:pt x="25483" y="13680"/>
                    </a:cubicBezTo>
                    <a:cubicBezTo>
                      <a:pt x="25298" y="13680"/>
                      <a:pt x="25112" y="13680"/>
                      <a:pt x="24923" y="13682"/>
                    </a:cubicBezTo>
                    <a:cubicBezTo>
                      <a:pt x="24308" y="13682"/>
                      <a:pt x="23693" y="13682"/>
                      <a:pt x="23080" y="13680"/>
                    </a:cubicBezTo>
                    <a:cubicBezTo>
                      <a:pt x="22655" y="13680"/>
                      <a:pt x="22230" y="13682"/>
                      <a:pt x="21805" y="13682"/>
                    </a:cubicBezTo>
                    <a:cubicBezTo>
                      <a:pt x="20913" y="13682"/>
                      <a:pt x="20020" y="13682"/>
                      <a:pt x="19128" y="13680"/>
                    </a:cubicBezTo>
                    <a:cubicBezTo>
                      <a:pt x="17983" y="13680"/>
                      <a:pt x="16838" y="13680"/>
                      <a:pt x="15690" y="13682"/>
                    </a:cubicBezTo>
                    <a:cubicBezTo>
                      <a:pt x="14812" y="13682"/>
                      <a:pt x="13935" y="13682"/>
                      <a:pt x="13058" y="13682"/>
                    </a:cubicBezTo>
                    <a:cubicBezTo>
                      <a:pt x="12635" y="13680"/>
                      <a:pt x="12213" y="13682"/>
                      <a:pt x="11790" y="13682"/>
                    </a:cubicBezTo>
                    <a:cubicBezTo>
                      <a:pt x="11200" y="13682"/>
                      <a:pt x="10610" y="13682"/>
                      <a:pt x="10020" y="13680"/>
                    </a:cubicBezTo>
                    <a:cubicBezTo>
                      <a:pt x="9842" y="13680"/>
                      <a:pt x="9668" y="13680"/>
                      <a:pt x="9485" y="13682"/>
                    </a:cubicBezTo>
                    <a:cubicBezTo>
                      <a:pt x="9325" y="13680"/>
                      <a:pt x="9165" y="13680"/>
                      <a:pt x="9000" y="13680"/>
                    </a:cubicBezTo>
                    <a:cubicBezTo>
                      <a:pt x="8862" y="13680"/>
                      <a:pt x="8723" y="13680"/>
                      <a:pt x="8578" y="13680"/>
                    </a:cubicBezTo>
                    <a:cubicBezTo>
                      <a:pt x="8250" y="13648"/>
                      <a:pt x="8250" y="13648"/>
                      <a:pt x="8000" y="13398"/>
                    </a:cubicBezTo>
                    <a:cubicBezTo>
                      <a:pt x="7967" y="13075"/>
                      <a:pt x="7950" y="12750"/>
                      <a:pt x="7940" y="12425"/>
                    </a:cubicBezTo>
                    <a:cubicBezTo>
                      <a:pt x="7933" y="12227"/>
                      <a:pt x="7923" y="12030"/>
                      <a:pt x="7915" y="11825"/>
                    </a:cubicBezTo>
                    <a:cubicBezTo>
                      <a:pt x="7900" y="11407"/>
                      <a:pt x="7885" y="10990"/>
                      <a:pt x="7872" y="10572"/>
                    </a:cubicBezTo>
                    <a:cubicBezTo>
                      <a:pt x="7868" y="10475"/>
                      <a:pt x="7868" y="10475"/>
                      <a:pt x="7845" y="9970"/>
                    </a:cubicBezTo>
                    <a:cubicBezTo>
                      <a:pt x="7840" y="9790"/>
                      <a:pt x="7832" y="9607"/>
                      <a:pt x="7828" y="9420"/>
                    </a:cubicBezTo>
                    <a:cubicBezTo>
                      <a:pt x="7743" y="8833"/>
                      <a:pt x="7543" y="8412"/>
                      <a:pt x="7250" y="7898"/>
                    </a:cubicBezTo>
                    <a:cubicBezTo>
                      <a:pt x="7010" y="7935"/>
                      <a:pt x="6767" y="7970"/>
                      <a:pt x="6517" y="8007"/>
                    </a:cubicBezTo>
                    <a:cubicBezTo>
                      <a:pt x="6380" y="8028"/>
                      <a:pt x="6245" y="8047"/>
                      <a:pt x="6105" y="8067"/>
                    </a:cubicBezTo>
                    <a:cubicBezTo>
                      <a:pt x="5750" y="8148"/>
                      <a:pt x="5750" y="8148"/>
                      <a:pt x="5500" y="8398"/>
                    </a:cubicBezTo>
                    <a:cubicBezTo>
                      <a:pt x="5465" y="8768"/>
                      <a:pt x="5445" y="9137"/>
                      <a:pt x="5430" y="9507"/>
                    </a:cubicBezTo>
                    <a:cubicBezTo>
                      <a:pt x="5423" y="9730"/>
                      <a:pt x="5413" y="9955"/>
                      <a:pt x="5402" y="10185"/>
                    </a:cubicBezTo>
                    <a:cubicBezTo>
                      <a:pt x="5395" y="10420"/>
                      <a:pt x="5385" y="10655"/>
                      <a:pt x="5375" y="10898"/>
                    </a:cubicBezTo>
                    <a:cubicBezTo>
                      <a:pt x="5360" y="11362"/>
                      <a:pt x="5340" y="11825"/>
                      <a:pt x="5322" y="12287"/>
                    </a:cubicBezTo>
                    <a:cubicBezTo>
                      <a:pt x="5318" y="12393"/>
                      <a:pt x="5318" y="12393"/>
                      <a:pt x="5298" y="12915"/>
                    </a:cubicBezTo>
                    <a:cubicBezTo>
                      <a:pt x="5250" y="13398"/>
                      <a:pt x="5250" y="13398"/>
                      <a:pt x="5000" y="13648"/>
                    </a:cubicBezTo>
                    <a:cubicBezTo>
                      <a:pt x="4648" y="13670"/>
                      <a:pt x="4293" y="13675"/>
                      <a:pt x="3938" y="13672"/>
                    </a:cubicBezTo>
                    <a:cubicBezTo>
                      <a:pt x="3725" y="13672"/>
                      <a:pt x="3510" y="13670"/>
                      <a:pt x="3290" y="13670"/>
                    </a:cubicBezTo>
                    <a:cubicBezTo>
                      <a:pt x="3068" y="13667"/>
                      <a:pt x="2842" y="13665"/>
                      <a:pt x="2610" y="13662"/>
                    </a:cubicBezTo>
                    <a:cubicBezTo>
                      <a:pt x="2385" y="13662"/>
                      <a:pt x="2160" y="13660"/>
                      <a:pt x="1928" y="13660"/>
                    </a:cubicBezTo>
                    <a:cubicBezTo>
                      <a:pt x="1368" y="13657"/>
                      <a:pt x="810" y="13653"/>
                      <a:pt x="250" y="13648"/>
                    </a:cubicBezTo>
                    <a:cubicBezTo>
                      <a:pt x="0" y="12648"/>
                      <a:pt x="3" y="11810"/>
                      <a:pt x="105" y="10797"/>
                    </a:cubicBezTo>
                    <a:cubicBezTo>
                      <a:pt x="120" y="10648"/>
                      <a:pt x="135" y="10498"/>
                      <a:pt x="150" y="10343"/>
                    </a:cubicBezTo>
                    <a:cubicBezTo>
                      <a:pt x="183" y="10028"/>
                      <a:pt x="215" y="9710"/>
                      <a:pt x="247" y="9395"/>
                    </a:cubicBezTo>
                    <a:cubicBezTo>
                      <a:pt x="298" y="8915"/>
                      <a:pt x="342" y="8438"/>
                      <a:pt x="385" y="7958"/>
                    </a:cubicBezTo>
                    <a:cubicBezTo>
                      <a:pt x="572" y="6047"/>
                      <a:pt x="793" y="4780"/>
                      <a:pt x="2247" y="3442"/>
                    </a:cubicBezTo>
                    <a:cubicBezTo>
                      <a:pt x="2798" y="3120"/>
                      <a:pt x="3200" y="3017"/>
                      <a:pt x="3830" y="2930"/>
                    </a:cubicBezTo>
                    <a:cubicBezTo>
                      <a:pt x="5305" y="2670"/>
                      <a:pt x="6678" y="2192"/>
                      <a:pt x="8092" y="1708"/>
                    </a:cubicBezTo>
                    <a:cubicBezTo>
                      <a:pt x="9050" y="1377"/>
                      <a:pt x="10015" y="1090"/>
                      <a:pt x="10987" y="817"/>
                    </a:cubicBezTo>
                    <a:cubicBezTo>
                      <a:pt x="11500" y="648"/>
                      <a:pt x="11500" y="648"/>
                      <a:pt x="11895" y="395"/>
                    </a:cubicBezTo>
                    <a:cubicBezTo>
                      <a:pt x="12820" y="17"/>
                      <a:pt x="13730" y="52"/>
                      <a:pt x="14720" y="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24" name="news_presenter vector"/>
              <p:cNvSpPr/>
              <p:nvPr/>
            </p:nvSpPr>
            <p:spPr>
              <a:xfrm>
                <a:off x="12152805" y="856016"/>
                <a:ext cx="177096" cy="173073"/>
              </a:xfrm>
              <a:custGeom>
                <a:avLst/>
                <a:gdLst/>
                <a:ahLst/>
                <a:cxnLst/>
                <a:rect l="0" t="0" r="r" b="b"/>
                <a:pathLst>
                  <a:path w="19368" h="18928" fill="norm" stroke="0">
                    <a:moveTo>
                      <a:pt x="9625" y="10"/>
                    </a:moveTo>
                    <a:cubicBezTo>
                      <a:pt x="9822" y="13"/>
                      <a:pt x="10020" y="13"/>
                      <a:pt x="10223" y="15"/>
                    </a:cubicBezTo>
                    <a:cubicBezTo>
                      <a:pt x="12745" y="90"/>
                      <a:pt x="14697" y="915"/>
                      <a:pt x="16535" y="2683"/>
                    </a:cubicBezTo>
                    <a:cubicBezTo>
                      <a:pt x="18430" y="4730"/>
                      <a:pt x="19368" y="6910"/>
                      <a:pt x="19340" y="9695"/>
                    </a:cubicBezTo>
                    <a:cubicBezTo>
                      <a:pt x="19230" y="11925"/>
                      <a:pt x="18440" y="14145"/>
                      <a:pt x="16865" y="15765"/>
                    </a:cubicBezTo>
                    <a:cubicBezTo>
                      <a:pt x="14325" y="18048"/>
                      <a:pt x="11997" y="18928"/>
                      <a:pt x="8595" y="18783"/>
                    </a:cubicBezTo>
                    <a:cubicBezTo>
                      <a:pt x="5963" y="18540"/>
                      <a:pt x="3975" y="17075"/>
                      <a:pt x="2280" y="15155"/>
                    </a:cubicBezTo>
                    <a:cubicBezTo>
                      <a:pt x="650" y="13070"/>
                      <a:pt x="0" y="10670"/>
                      <a:pt x="290" y="8035"/>
                    </a:cubicBezTo>
                    <a:cubicBezTo>
                      <a:pt x="535" y="6297"/>
                      <a:pt x="1195" y="5062"/>
                      <a:pt x="2203" y="3635"/>
                    </a:cubicBezTo>
                    <a:cubicBezTo>
                      <a:pt x="2280" y="3510"/>
                      <a:pt x="2358" y="3385"/>
                      <a:pt x="2435" y="3255"/>
                    </a:cubicBezTo>
                    <a:cubicBezTo>
                      <a:pt x="3185" y="2130"/>
                      <a:pt x="4530" y="1488"/>
                      <a:pt x="5703" y="885"/>
                    </a:cubicBezTo>
                    <a:cubicBezTo>
                      <a:pt x="5832" y="818"/>
                      <a:pt x="5963" y="748"/>
                      <a:pt x="6098" y="678"/>
                    </a:cubicBezTo>
                    <a:cubicBezTo>
                      <a:pt x="7275" y="110"/>
                      <a:pt x="8328" y="0"/>
                      <a:pt x="9625" y="10"/>
                    </a:cubicBezTo>
                    <a:close/>
                  </a:path>
                </a:pathLst>
              </a:custGeom>
              <a:solidFill>
                <a:srgbClr val="111111"/>
              </a:solidFill>
              <a:ln w="0">
                <a:noFill/>
              </a:ln>
            </p:spPr>
          </p:sp>
          <p:sp>
            <p:nvSpPr>
              <p:cNvPr id="325" name="news_presenter vector"/>
              <p:cNvSpPr/>
              <p:nvPr/>
            </p:nvSpPr>
            <p:spPr>
              <a:xfrm>
                <a:off x="12011965" y="1038627"/>
                <a:ext cx="125341" cy="184640"/>
              </a:xfrm>
              <a:custGeom>
                <a:avLst/>
                <a:gdLst/>
                <a:ahLst/>
                <a:cxnLst/>
                <a:rect l="0" t="0" r="r" b="b"/>
                <a:pathLst>
                  <a:path w="13707" h="20192" fill="norm" stroke="0">
                    <a:moveTo>
                      <a:pt x="9450" y="1192"/>
                    </a:moveTo>
                    <a:cubicBezTo>
                      <a:pt x="11020" y="1938"/>
                      <a:pt x="12372" y="2765"/>
                      <a:pt x="13105" y="4415"/>
                    </a:cubicBezTo>
                    <a:cubicBezTo>
                      <a:pt x="13635" y="5920"/>
                      <a:pt x="13690" y="7425"/>
                      <a:pt x="13685" y="9005"/>
                    </a:cubicBezTo>
                    <a:cubicBezTo>
                      <a:pt x="13683" y="9397"/>
                      <a:pt x="13690" y="9790"/>
                      <a:pt x="13695" y="10183"/>
                    </a:cubicBezTo>
                    <a:cubicBezTo>
                      <a:pt x="13707" y="12220"/>
                      <a:pt x="13372" y="14177"/>
                      <a:pt x="12168" y="15877"/>
                    </a:cubicBezTo>
                    <a:cubicBezTo>
                      <a:pt x="11588" y="16412"/>
                      <a:pt x="10868" y="16540"/>
                      <a:pt x="10105" y="16665"/>
                    </a:cubicBezTo>
                    <a:cubicBezTo>
                      <a:pt x="9875" y="17710"/>
                      <a:pt x="9862" y="18510"/>
                      <a:pt x="10068" y="19560"/>
                    </a:cubicBezTo>
                    <a:cubicBezTo>
                      <a:pt x="10080" y="19678"/>
                      <a:pt x="10092" y="19795"/>
                      <a:pt x="10105" y="19915"/>
                    </a:cubicBezTo>
                    <a:cubicBezTo>
                      <a:pt x="9855" y="20165"/>
                      <a:pt x="9855" y="20165"/>
                      <a:pt x="9278" y="20192"/>
                    </a:cubicBezTo>
                    <a:cubicBezTo>
                      <a:pt x="9025" y="20192"/>
                      <a:pt x="8770" y="20192"/>
                      <a:pt x="8518" y="20190"/>
                    </a:cubicBezTo>
                    <a:cubicBezTo>
                      <a:pt x="8385" y="20188"/>
                      <a:pt x="8253" y="20188"/>
                      <a:pt x="8115" y="20188"/>
                    </a:cubicBezTo>
                    <a:cubicBezTo>
                      <a:pt x="7690" y="20188"/>
                      <a:pt x="7265" y="20183"/>
                      <a:pt x="6840" y="20180"/>
                    </a:cubicBezTo>
                    <a:cubicBezTo>
                      <a:pt x="6553" y="20178"/>
                      <a:pt x="6265" y="20178"/>
                      <a:pt x="5975" y="20178"/>
                    </a:cubicBezTo>
                    <a:cubicBezTo>
                      <a:pt x="5270" y="20175"/>
                      <a:pt x="4562" y="20170"/>
                      <a:pt x="3855" y="20165"/>
                    </a:cubicBezTo>
                    <a:cubicBezTo>
                      <a:pt x="3568" y="18812"/>
                      <a:pt x="3568" y="18812"/>
                      <a:pt x="3730" y="18132"/>
                    </a:cubicBezTo>
                    <a:cubicBezTo>
                      <a:pt x="3895" y="17190"/>
                      <a:pt x="3895" y="17190"/>
                      <a:pt x="3605" y="16665"/>
                    </a:cubicBezTo>
                    <a:cubicBezTo>
                      <a:pt x="3180" y="16480"/>
                      <a:pt x="3180" y="16480"/>
                      <a:pt x="2653" y="16335"/>
                    </a:cubicBezTo>
                    <a:cubicBezTo>
                      <a:pt x="1737" y="16020"/>
                      <a:pt x="1265" y="15720"/>
                      <a:pt x="810" y="14860"/>
                    </a:cubicBezTo>
                    <a:cubicBezTo>
                      <a:pt x="75" y="13255"/>
                      <a:pt x="20" y="11575"/>
                      <a:pt x="28" y="9837"/>
                    </a:cubicBezTo>
                    <a:cubicBezTo>
                      <a:pt x="28" y="9447"/>
                      <a:pt x="23" y="9058"/>
                      <a:pt x="15" y="8670"/>
                    </a:cubicBezTo>
                    <a:cubicBezTo>
                      <a:pt x="0" y="6530"/>
                      <a:pt x="220" y="4347"/>
                      <a:pt x="1750" y="2722"/>
                    </a:cubicBezTo>
                    <a:cubicBezTo>
                      <a:pt x="4000" y="778"/>
                      <a:pt x="6697" y="0"/>
                      <a:pt x="9450" y="11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26" name="news_presenter vector"/>
              <p:cNvSpPr/>
              <p:nvPr/>
            </p:nvSpPr>
            <p:spPr>
              <a:xfrm>
                <a:off x="11819694" y="855084"/>
                <a:ext cx="275532" cy="81359"/>
              </a:xfrm>
              <a:custGeom>
                <a:avLst/>
                <a:gdLst/>
                <a:ahLst/>
                <a:cxnLst/>
                <a:rect l="0" t="0" r="r" b="b"/>
                <a:pathLst>
                  <a:path w="30132" h="8897" fill="norm" stroke="0">
                    <a:moveTo>
                      <a:pt x="3007" y="127"/>
                    </a:moveTo>
                    <a:cubicBezTo>
                      <a:pt x="3200" y="123"/>
                      <a:pt x="3392" y="117"/>
                      <a:pt x="3592" y="112"/>
                    </a:cubicBezTo>
                    <a:cubicBezTo>
                      <a:pt x="5010" y="112"/>
                      <a:pt x="5010" y="112"/>
                      <a:pt x="5640" y="742"/>
                    </a:cubicBezTo>
                    <a:cubicBezTo>
                      <a:pt x="5720" y="907"/>
                      <a:pt x="5800" y="1070"/>
                      <a:pt x="5882" y="1237"/>
                    </a:cubicBezTo>
                    <a:cubicBezTo>
                      <a:pt x="6002" y="1075"/>
                      <a:pt x="6122" y="912"/>
                      <a:pt x="6247" y="745"/>
                    </a:cubicBezTo>
                    <a:cubicBezTo>
                      <a:pt x="6905" y="95"/>
                      <a:pt x="7535" y="117"/>
                      <a:pt x="8428" y="108"/>
                    </a:cubicBezTo>
                    <a:cubicBezTo>
                      <a:pt x="8530" y="108"/>
                      <a:pt x="8530" y="108"/>
                      <a:pt x="9050" y="115"/>
                    </a:cubicBezTo>
                    <a:cubicBezTo>
                      <a:pt x="9267" y="115"/>
                      <a:pt x="9487" y="112"/>
                      <a:pt x="9712" y="112"/>
                    </a:cubicBezTo>
                    <a:cubicBezTo>
                      <a:pt x="10432" y="110"/>
                      <a:pt x="11155" y="115"/>
                      <a:pt x="11875" y="123"/>
                    </a:cubicBezTo>
                    <a:cubicBezTo>
                      <a:pt x="12377" y="123"/>
                      <a:pt x="12877" y="123"/>
                      <a:pt x="13380" y="123"/>
                    </a:cubicBezTo>
                    <a:cubicBezTo>
                      <a:pt x="14430" y="123"/>
                      <a:pt x="15480" y="127"/>
                      <a:pt x="16530" y="135"/>
                    </a:cubicBezTo>
                    <a:cubicBezTo>
                      <a:pt x="17742" y="142"/>
                      <a:pt x="18957" y="145"/>
                      <a:pt x="20170" y="145"/>
                    </a:cubicBezTo>
                    <a:cubicBezTo>
                      <a:pt x="21340" y="145"/>
                      <a:pt x="22507" y="147"/>
                      <a:pt x="23675" y="150"/>
                    </a:cubicBezTo>
                    <a:cubicBezTo>
                      <a:pt x="24172" y="153"/>
                      <a:pt x="24670" y="153"/>
                      <a:pt x="25168" y="153"/>
                    </a:cubicBezTo>
                    <a:cubicBezTo>
                      <a:pt x="25860" y="155"/>
                      <a:pt x="26555" y="160"/>
                      <a:pt x="27247" y="165"/>
                    </a:cubicBezTo>
                    <a:cubicBezTo>
                      <a:pt x="27455" y="165"/>
                      <a:pt x="27660" y="165"/>
                      <a:pt x="27872" y="162"/>
                    </a:cubicBezTo>
                    <a:cubicBezTo>
                      <a:pt x="27967" y="165"/>
                      <a:pt x="27967" y="165"/>
                      <a:pt x="28445" y="170"/>
                    </a:cubicBezTo>
                    <a:cubicBezTo>
                      <a:pt x="28527" y="170"/>
                      <a:pt x="28527" y="170"/>
                      <a:pt x="28942" y="172"/>
                    </a:cubicBezTo>
                    <a:cubicBezTo>
                      <a:pt x="29452" y="248"/>
                      <a:pt x="29730" y="422"/>
                      <a:pt x="30132" y="737"/>
                    </a:cubicBezTo>
                    <a:cubicBezTo>
                      <a:pt x="30050" y="1315"/>
                      <a:pt x="29967" y="1892"/>
                      <a:pt x="29882" y="2487"/>
                    </a:cubicBezTo>
                    <a:cubicBezTo>
                      <a:pt x="29492" y="2578"/>
                      <a:pt x="29102" y="2667"/>
                      <a:pt x="28710" y="2752"/>
                    </a:cubicBezTo>
                    <a:cubicBezTo>
                      <a:pt x="28492" y="2802"/>
                      <a:pt x="28275" y="2850"/>
                      <a:pt x="28053" y="2903"/>
                    </a:cubicBezTo>
                    <a:cubicBezTo>
                      <a:pt x="27342" y="2992"/>
                      <a:pt x="26820" y="2915"/>
                      <a:pt x="26132" y="2737"/>
                    </a:cubicBezTo>
                    <a:cubicBezTo>
                      <a:pt x="26132" y="2903"/>
                      <a:pt x="26132" y="3067"/>
                      <a:pt x="26132" y="3237"/>
                    </a:cubicBezTo>
                    <a:cubicBezTo>
                      <a:pt x="26380" y="3320"/>
                      <a:pt x="26627" y="3403"/>
                      <a:pt x="26882" y="3487"/>
                    </a:cubicBezTo>
                    <a:cubicBezTo>
                      <a:pt x="27150" y="4585"/>
                      <a:pt x="27150" y="4585"/>
                      <a:pt x="27132" y="4987"/>
                    </a:cubicBezTo>
                    <a:cubicBezTo>
                      <a:pt x="26705" y="5570"/>
                      <a:pt x="26472" y="5722"/>
                      <a:pt x="25752" y="5838"/>
                    </a:cubicBezTo>
                    <a:cubicBezTo>
                      <a:pt x="25497" y="5843"/>
                      <a:pt x="25242" y="5845"/>
                      <a:pt x="24990" y="5845"/>
                    </a:cubicBezTo>
                    <a:cubicBezTo>
                      <a:pt x="24850" y="5847"/>
                      <a:pt x="24710" y="5850"/>
                      <a:pt x="24567" y="5852"/>
                    </a:cubicBezTo>
                    <a:cubicBezTo>
                      <a:pt x="24110" y="5860"/>
                      <a:pt x="23650" y="5862"/>
                      <a:pt x="23192" y="5865"/>
                    </a:cubicBezTo>
                    <a:cubicBezTo>
                      <a:pt x="22872" y="5870"/>
                      <a:pt x="22555" y="5873"/>
                      <a:pt x="22237" y="5877"/>
                    </a:cubicBezTo>
                    <a:cubicBezTo>
                      <a:pt x="21400" y="5890"/>
                      <a:pt x="20562" y="5897"/>
                      <a:pt x="19725" y="5905"/>
                    </a:cubicBezTo>
                    <a:cubicBezTo>
                      <a:pt x="18870" y="5912"/>
                      <a:pt x="18015" y="5922"/>
                      <a:pt x="17162" y="5935"/>
                    </a:cubicBezTo>
                    <a:cubicBezTo>
                      <a:pt x="15485" y="5955"/>
                      <a:pt x="13810" y="5972"/>
                      <a:pt x="12132" y="5987"/>
                    </a:cubicBezTo>
                    <a:cubicBezTo>
                      <a:pt x="12898" y="5975"/>
                      <a:pt x="13662" y="5965"/>
                      <a:pt x="14428" y="5960"/>
                    </a:cubicBezTo>
                    <a:cubicBezTo>
                      <a:pt x="14688" y="5957"/>
                      <a:pt x="14947" y="5953"/>
                      <a:pt x="15207" y="5950"/>
                    </a:cubicBezTo>
                    <a:cubicBezTo>
                      <a:pt x="15582" y="5942"/>
                      <a:pt x="15957" y="5940"/>
                      <a:pt x="16332" y="5938"/>
                    </a:cubicBezTo>
                    <a:cubicBezTo>
                      <a:pt x="16557" y="5935"/>
                      <a:pt x="16783" y="5933"/>
                      <a:pt x="17015" y="5930"/>
                    </a:cubicBezTo>
                    <a:cubicBezTo>
                      <a:pt x="17672" y="5990"/>
                      <a:pt x="18075" y="6138"/>
                      <a:pt x="18632" y="6487"/>
                    </a:cubicBezTo>
                    <a:cubicBezTo>
                      <a:pt x="18803" y="6838"/>
                      <a:pt x="18803" y="6838"/>
                      <a:pt x="18852" y="7222"/>
                    </a:cubicBezTo>
                    <a:cubicBezTo>
                      <a:pt x="18860" y="7285"/>
                      <a:pt x="18860" y="7285"/>
                      <a:pt x="18912" y="7602"/>
                    </a:cubicBezTo>
                    <a:cubicBezTo>
                      <a:pt x="18872" y="8125"/>
                      <a:pt x="18730" y="8345"/>
                      <a:pt x="18382" y="8737"/>
                    </a:cubicBezTo>
                    <a:cubicBezTo>
                      <a:pt x="17892" y="8835"/>
                      <a:pt x="17892" y="8835"/>
                      <a:pt x="17285" y="8843"/>
                    </a:cubicBezTo>
                    <a:cubicBezTo>
                      <a:pt x="17172" y="8845"/>
                      <a:pt x="17172" y="8845"/>
                      <a:pt x="16597" y="8855"/>
                    </a:cubicBezTo>
                    <a:cubicBezTo>
                      <a:pt x="16475" y="8855"/>
                      <a:pt x="16475" y="8855"/>
                      <a:pt x="15852" y="8855"/>
                    </a:cubicBezTo>
                    <a:cubicBezTo>
                      <a:pt x="15597" y="8855"/>
                      <a:pt x="15345" y="8858"/>
                      <a:pt x="15090" y="8860"/>
                    </a:cubicBezTo>
                    <a:cubicBezTo>
                      <a:pt x="14555" y="8862"/>
                      <a:pt x="14020" y="8862"/>
                      <a:pt x="13487" y="8862"/>
                    </a:cubicBezTo>
                    <a:cubicBezTo>
                      <a:pt x="12803" y="8860"/>
                      <a:pt x="12120" y="8867"/>
                      <a:pt x="11438" y="8877"/>
                    </a:cubicBezTo>
                    <a:cubicBezTo>
                      <a:pt x="10910" y="8885"/>
                      <a:pt x="10385" y="8885"/>
                      <a:pt x="9857" y="8885"/>
                    </a:cubicBezTo>
                    <a:cubicBezTo>
                      <a:pt x="9485" y="8885"/>
                      <a:pt x="9110" y="8892"/>
                      <a:pt x="8737" y="8897"/>
                    </a:cubicBezTo>
                    <a:cubicBezTo>
                      <a:pt x="7072" y="8880"/>
                      <a:pt x="7072" y="8880"/>
                      <a:pt x="6500" y="8447"/>
                    </a:cubicBezTo>
                    <a:cubicBezTo>
                      <a:pt x="6220" y="8102"/>
                      <a:pt x="6220" y="8102"/>
                      <a:pt x="5882" y="7487"/>
                    </a:cubicBezTo>
                    <a:cubicBezTo>
                      <a:pt x="5803" y="7690"/>
                      <a:pt x="5722" y="7895"/>
                      <a:pt x="5640" y="8105"/>
                    </a:cubicBezTo>
                    <a:cubicBezTo>
                      <a:pt x="5357" y="8575"/>
                      <a:pt x="5222" y="8715"/>
                      <a:pt x="4685" y="8852"/>
                    </a:cubicBezTo>
                    <a:cubicBezTo>
                      <a:pt x="4120" y="8888"/>
                      <a:pt x="3572" y="8882"/>
                      <a:pt x="3007" y="8862"/>
                    </a:cubicBezTo>
                    <a:cubicBezTo>
                      <a:pt x="2815" y="8862"/>
                      <a:pt x="2622" y="8862"/>
                      <a:pt x="2422" y="8865"/>
                    </a:cubicBezTo>
                    <a:cubicBezTo>
                      <a:pt x="1037" y="8840"/>
                      <a:pt x="1037" y="8840"/>
                      <a:pt x="452" y="8452"/>
                    </a:cubicBezTo>
                    <a:cubicBezTo>
                      <a:pt x="0" y="7795"/>
                      <a:pt x="25" y="7180"/>
                      <a:pt x="33" y="6407"/>
                    </a:cubicBezTo>
                    <a:cubicBezTo>
                      <a:pt x="33" y="6255"/>
                      <a:pt x="33" y="6102"/>
                      <a:pt x="30" y="5947"/>
                    </a:cubicBezTo>
                    <a:cubicBezTo>
                      <a:pt x="30" y="5625"/>
                      <a:pt x="33" y="5302"/>
                      <a:pt x="35" y="4980"/>
                    </a:cubicBezTo>
                    <a:cubicBezTo>
                      <a:pt x="37" y="4487"/>
                      <a:pt x="35" y="3998"/>
                      <a:pt x="30" y="3505"/>
                    </a:cubicBezTo>
                    <a:cubicBezTo>
                      <a:pt x="30" y="3192"/>
                      <a:pt x="33" y="2877"/>
                      <a:pt x="33" y="2565"/>
                    </a:cubicBezTo>
                    <a:cubicBezTo>
                      <a:pt x="33" y="2418"/>
                      <a:pt x="30" y="2270"/>
                      <a:pt x="27" y="2120"/>
                    </a:cubicBezTo>
                    <a:cubicBezTo>
                      <a:pt x="40" y="1470"/>
                      <a:pt x="82" y="1062"/>
                      <a:pt x="452" y="520"/>
                    </a:cubicBezTo>
                    <a:cubicBezTo>
                      <a:pt x="1240" y="0"/>
                      <a:pt x="2090" y="120"/>
                      <a:pt x="3007" y="127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27" name="news_presenter vector"/>
              <p:cNvSpPr/>
              <p:nvPr/>
            </p:nvSpPr>
            <p:spPr>
              <a:xfrm>
                <a:off x="11816345" y="950319"/>
                <a:ext cx="171450" cy="120129"/>
              </a:xfrm>
              <a:custGeom>
                <a:avLst/>
                <a:gdLst/>
                <a:ahLst/>
                <a:cxnLst/>
                <a:rect l="0" t="0" r="r" b="b"/>
                <a:pathLst>
                  <a:path w="18750" h="13138" fill="norm" stroke="0">
                    <a:moveTo>
                      <a:pt x="3780" y="150"/>
                    </a:moveTo>
                    <a:cubicBezTo>
                      <a:pt x="3915" y="160"/>
                      <a:pt x="4050" y="168"/>
                      <a:pt x="4188" y="178"/>
                    </a:cubicBezTo>
                    <a:cubicBezTo>
                      <a:pt x="4942" y="240"/>
                      <a:pt x="5195" y="268"/>
                      <a:pt x="5750" y="823"/>
                    </a:cubicBezTo>
                    <a:cubicBezTo>
                      <a:pt x="5810" y="1263"/>
                      <a:pt x="5810" y="1263"/>
                      <a:pt x="5805" y="1798"/>
                    </a:cubicBezTo>
                    <a:cubicBezTo>
                      <a:pt x="5805" y="1998"/>
                      <a:pt x="5805" y="2198"/>
                      <a:pt x="5805" y="2403"/>
                    </a:cubicBezTo>
                    <a:cubicBezTo>
                      <a:pt x="5803" y="2620"/>
                      <a:pt x="5800" y="2835"/>
                      <a:pt x="5797" y="3058"/>
                    </a:cubicBezTo>
                    <a:cubicBezTo>
                      <a:pt x="5797" y="3280"/>
                      <a:pt x="5795" y="3500"/>
                      <a:pt x="5795" y="3728"/>
                    </a:cubicBezTo>
                    <a:cubicBezTo>
                      <a:pt x="5793" y="4438"/>
                      <a:pt x="5787" y="5145"/>
                      <a:pt x="5780" y="5853"/>
                    </a:cubicBezTo>
                    <a:cubicBezTo>
                      <a:pt x="5777" y="6333"/>
                      <a:pt x="5775" y="6812"/>
                      <a:pt x="5773" y="7293"/>
                    </a:cubicBezTo>
                    <a:cubicBezTo>
                      <a:pt x="5767" y="8468"/>
                      <a:pt x="5760" y="9645"/>
                      <a:pt x="5750" y="10823"/>
                    </a:cubicBezTo>
                    <a:cubicBezTo>
                      <a:pt x="5995" y="10823"/>
                      <a:pt x="6245" y="10823"/>
                      <a:pt x="6500" y="10823"/>
                    </a:cubicBezTo>
                    <a:cubicBezTo>
                      <a:pt x="6807" y="10205"/>
                      <a:pt x="6785" y="9785"/>
                      <a:pt x="6793" y="9097"/>
                    </a:cubicBezTo>
                    <a:cubicBezTo>
                      <a:pt x="6797" y="8853"/>
                      <a:pt x="6805" y="8610"/>
                      <a:pt x="6810" y="8360"/>
                    </a:cubicBezTo>
                    <a:cubicBezTo>
                      <a:pt x="6820" y="7972"/>
                      <a:pt x="6827" y="7588"/>
                      <a:pt x="6830" y="7200"/>
                    </a:cubicBezTo>
                    <a:cubicBezTo>
                      <a:pt x="6835" y="6828"/>
                      <a:pt x="6845" y="6455"/>
                      <a:pt x="6855" y="6080"/>
                    </a:cubicBezTo>
                    <a:cubicBezTo>
                      <a:pt x="6860" y="5858"/>
                      <a:pt x="6862" y="5635"/>
                      <a:pt x="6865" y="5405"/>
                    </a:cubicBezTo>
                    <a:cubicBezTo>
                      <a:pt x="7000" y="4823"/>
                      <a:pt x="7000" y="4823"/>
                      <a:pt x="7462" y="4375"/>
                    </a:cubicBezTo>
                    <a:cubicBezTo>
                      <a:pt x="8150" y="3988"/>
                      <a:pt x="8745" y="3960"/>
                      <a:pt x="9515" y="3978"/>
                    </a:cubicBezTo>
                    <a:cubicBezTo>
                      <a:pt x="9580" y="3978"/>
                      <a:pt x="9580" y="3978"/>
                      <a:pt x="9915" y="3970"/>
                    </a:cubicBezTo>
                    <a:cubicBezTo>
                      <a:pt x="10520" y="3975"/>
                      <a:pt x="10915" y="4010"/>
                      <a:pt x="11410" y="4370"/>
                    </a:cubicBezTo>
                    <a:cubicBezTo>
                      <a:pt x="11868" y="4980"/>
                      <a:pt x="11855" y="5395"/>
                      <a:pt x="11878" y="6153"/>
                    </a:cubicBezTo>
                    <a:cubicBezTo>
                      <a:pt x="11880" y="6280"/>
                      <a:pt x="11885" y="6405"/>
                      <a:pt x="11890" y="6538"/>
                    </a:cubicBezTo>
                    <a:cubicBezTo>
                      <a:pt x="11905" y="6940"/>
                      <a:pt x="11912" y="7340"/>
                      <a:pt x="11920" y="7745"/>
                    </a:cubicBezTo>
                    <a:cubicBezTo>
                      <a:pt x="11930" y="8018"/>
                      <a:pt x="11938" y="8290"/>
                      <a:pt x="11947" y="8565"/>
                    </a:cubicBezTo>
                    <a:cubicBezTo>
                      <a:pt x="11967" y="9233"/>
                      <a:pt x="11985" y="9903"/>
                      <a:pt x="12000" y="10573"/>
                    </a:cubicBezTo>
                    <a:cubicBezTo>
                      <a:pt x="12247" y="10573"/>
                      <a:pt x="12493" y="10573"/>
                      <a:pt x="12750" y="10573"/>
                    </a:cubicBezTo>
                    <a:cubicBezTo>
                      <a:pt x="12750" y="10468"/>
                      <a:pt x="12750" y="10363"/>
                      <a:pt x="12753" y="10255"/>
                    </a:cubicBezTo>
                    <a:cubicBezTo>
                      <a:pt x="12763" y="9170"/>
                      <a:pt x="12780" y="8083"/>
                      <a:pt x="12800" y="6995"/>
                    </a:cubicBezTo>
                    <a:cubicBezTo>
                      <a:pt x="12807" y="6590"/>
                      <a:pt x="12812" y="6185"/>
                      <a:pt x="12817" y="5780"/>
                    </a:cubicBezTo>
                    <a:cubicBezTo>
                      <a:pt x="12822" y="5195"/>
                      <a:pt x="12832" y="4613"/>
                      <a:pt x="12848" y="4030"/>
                    </a:cubicBezTo>
                    <a:cubicBezTo>
                      <a:pt x="12848" y="3847"/>
                      <a:pt x="12848" y="3668"/>
                      <a:pt x="12848" y="3480"/>
                    </a:cubicBezTo>
                    <a:cubicBezTo>
                      <a:pt x="12888" y="2073"/>
                      <a:pt x="12888" y="2073"/>
                      <a:pt x="13462" y="1458"/>
                    </a:cubicBezTo>
                    <a:cubicBezTo>
                      <a:pt x="14142" y="968"/>
                      <a:pt x="14690" y="923"/>
                      <a:pt x="15500" y="948"/>
                    </a:cubicBezTo>
                    <a:cubicBezTo>
                      <a:pt x="15630" y="943"/>
                      <a:pt x="15760" y="940"/>
                      <a:pt x="15892" y="935"/>
                    </a:cubicBezTo>
                    <a:cubicBezTo>
                      <a:pt x="16587" y="943"/>
                      <a:pt x="16970" y="1050"/>
                      <a:pt x="17535" y="1455"/>
                    </a:cubicBezTo>
                    <a:cubicBezTo>
                      <a:pt x="18235" y="2205"/>
                      <a:pt x="18140" y="3083"/>
                      <a:pt x="18132" y="4058"/>
                    </a:cubicBezTo>
                    <a:cubicBezTo>
                      <a:pt x="18138" y="4248"/>
                      <a:pt x="18140" y="4440"/>
                      <a:pt x="18142" y="4635"/>
                    </a:cubicBezTo>
                    <a:cubicBezTo>
                      <a:pt x="18152" y="5245"/>
                      <a:pt x="18152" y="5853"/>
                      <a:pt x="18155" y="6463"/>
                    </a:cubicBezTo>
                    <a:cubicBezTo>
                      <a:pt x="18160" y="7073"/>
                      <a:pt x="18165" y="7683"/>
                      <a:pt x="18172" y="8293"/>
                    </a:cubicBezTo>
                    <a:cubicBezTo>
                      <a:pt x="18178" y="8670"/>
                      <a:pt x="18180" y="9050"/>
                      <a:pt x="18180" y="9428"/>
                    </a:cubicBezTo>
                    <a:cubicBezTo>
                      <a:pt x="18182" y="9600"/>
                      <a:pt x="18182" y="9773"/>
                      <a:pt x="18185" y="9950"/>
                    </a:cubicBezTo>
                    <a:cubicBezTo>
                      <a:pt x="18185" y="10100"/>
                      <a:pt x="18185" y="10250"/>
                      <a:pt x="18185" y="10405"/>
                    </a:cubicBezTo>
                    <a:cubicBezTo>
                      <a:pt x="18260" y="10903"/>
                      <a:pt x="18473" y="11160"/>
                      <a:pt x="18750" y="11573"/>
                    </a:cubicBezTo>
                    <a:cubicBezTo>
                      <a:pt x="18612" y="12708"/>
                      <a:pt x="18612" y="12708"/>
                      <a:pt x="18250" y="13073"/>
                    </a:cubicBezTo>
                    <a:cubicBezTo>
                      <a:pt x="17715" y="13097"/>
                      <a:pt x="17188" y="13108"/>
                      <a:pt x="16652" y="13108"/>
                    </a:cubicBezTo>
                    <a:cubicBezTo>
                      <a:pt x="16485" y="13110"/>
                      <a:pt x="16320" y="13110"/>
                      <a:pt x="16148" y="13110"/>
                    </a:cubicBezTo>
                    <a:cubicBezTo>
                      <a:pt x="15595" y="13113"/>
                      <a:pt x="15040" y="13113"/>
                      <a:pt x="14485" y="13115"/>
                    </a:cubicBezTo>
                    <a:cubicBezTo>
                      <a:pt x="14102" y="13115"/>
                      <a:pt x="13717" y="13115"/>
                      <a:pt x="13335" y="13118"/>
                    </a:cubicBezTo>
                    <a:cubicBezTo>
                      <a:pt x="12527" y="13118"/>
                      <a:pt x="11720" y="13118"/>
                      <a:pt x="10915" y="13118"/>
                    </a:cubicBezTo>
                    <a:cubicBezTo>
                      <a:pt x="9882" y="13118"/>
                      <a:pt x="8848" y="13123"/>
                      <a:pt x="7815" y="13125"/>
                    </a:cubicBezTo>
                    <a:cubicBezTo>
                      <a:pt x="7023" y="13127"/>
                      <a:pt x="6227" y="13130"/>
                      <a:pt x="5435" y="13130"/>
                    </a:cubicBezTo>
                    <a:cubicBezTo>
                      <a:pt x="5053" y="13130"/>
                      <a:pt x="4672" y="13130"/>
                      <a:pt x="4293" y="13133"/>
                    </a:cubicBezTo>
                    <a:cubicBezTo>
                      <a:pt x="3757" y="13135"/>
                      <a:pt x="3225" y="13135"/>
                      <a:pt x="2692" y="13133"/>
                    </a:cubicBezTo>
                    <a:cubicBezTo>
                      <a:pt x="2535" y="13135"/>
                      <a:pt x="2378" y="13135"/>
                      <a:pt x="2215" y="13138"/>
                    </a:cubicBezTo>
                    <a:cubicBezTo>
                      <a:pt x="1348" y="13130"/>
                      <a:pt x="757" y="13045"/>
                      <a:pt x="0" y="12573"/>
                    </a:cubicBezTo>
                    <a:cubicBezTo>
                      <a:pt x="102" y="11945"/>
                      <a:pt x="195" y="11418"/>
                      <a:pt x="505" y="10860"/>
                    </a:cubicBezTo>
                    <a:cubicBezTo>
                      <a:pt x="800" y="10208"/>
                      <a:pt x="803" y="9748"/>
                      <a:pt x="790" y="9035"/>
                    </a:cubicBezTo>
                    <a:cubicBezTo>
                      <a:pt x="787" y="8913"/>
                      <a:pt x="785" y="8790"/>
                      <a:pt x="785" y="8663"/>
                    </a:cubicBezTo>
                    <a:cubicBezTo>
                      <a:pt x="783" y="8403"/>
                      <a:pt x="777" y="8143"/>
                      <a:pt x="773" y="7883"/>
                    </a:cubicBezTo>
                    <a:cubicBezTo>
                      <a:pt x="760" y="7205"/>
                      <a:pt x="755" y="6530"/>
                      <a:pt x="750" y="5853"/>
                    </a:cubicBezTo>
                    <a:cubicBezTo>
                      <a:pt x="750" y="5720"/>
                      <a:pt x="750" y="5588"/>
                      <a:pt x="747" y="5450"/>
                    </a:cubicBezTo>
                    <a:cubicBezTo>
                      <a:pt x="743" y="4373"/>
                      <a:pt x="777" y="3303"/>
                      <a:pt x="858" y="2228"/>
                    </a:cubicBezTo>
                    <a:cubicBezTo>
                      <a:pt x="868" y="2090"/>
                      <a:pt x="878" y="1950"/>
                      <a:pt x="888" y="1805"/>
                    </a:cubicBezTo>
                    <a:cubicBezTo>
                      <a:pt x="935" y="1240"/>
                      <a:pt x="993" y="835"/>
                      <a:pt x="1250" y="323"/>
                    </a:cubicBezTo>
                    <a:cubicBezTo>
                      <a:pt x="2087" y="0"/>
                      <a:pt x="2902" y="73"/>
                      <a:pt x="3780" y="150"/>
                    </a:cubicBezTo>
                    <a:close/>
                  </a:path>
                </a:pathLst>
              </a:custGeom>
              <a:solidFill>
                <a:srgbClr val="050505"/>
              </a:solidFill>
              <a:ln w="0">
                <a:noFill/>
              </a:ln>
            </p:spPr>
          </p:sp>
          <p:sp>
            <p:nvSpPr>
              <p:cNvPr id="328" name="news_presenter vector"/>
              <p:cNvSpPr/>
              <p:nvPr/>
            </p:nvSpPr>
            <p:spPr>
              <a:xfrm>
                <a:off x="11783379" y="819720"/>
                <a:ext cx="582541" cy="573100"/>
              </a:xfrm>
              <a:custGeom>
                <a:avLst/>
                <a:gdLst/>
                <a:ahLst/>
                <a:cxnLst/>
                <a:rect l="0" t="0" r="r" b="b"/>
                <a:pathLst>
                  <a:path w="63707" h="62675" fill="norm" stroke="0">
                    <a:moveTo>
                      <a:pt x="1912" y="10"/>
                    </a:moveTo>
                    <a:cubicBezTo>
                      <a:pt x="2130" y="8"/>
                      <a:pt x="2347" y="5"/>
                      <a:pt x="2570" y="5"/>
                    </a:cubicBezTo>
                    <a:cubicBezTo>
                      <a:pt x="2690" y="5"/>
                      <a:pt x="2690" y="5"/>
                      <a:pt x="3293" y="10"/>
                    </a:cubicBezTo>
                    <a:cubicBezTo>
                      <a:pt x="3550" y="8"/>
                      <a:pt x="3805" y="8"/>
                      <a:pt x="4060" y="5"/>
                    </a:cubicBezTo>
                    <a:cubicBezTo>
                      <a:pt x="4765" y="3"/>
                      <a:pt x="5467" y="5"/>
                      <a:pt x="6172" y="8"/>
                    </a:cubicBezTo>
                    <a:cubicBezTo>
                      <a:pt x="6930" y="8"/>
                      <a:pt x="7690" y="5"/>
                      <a:pt x="8447" y="3"/>
                    </a:cubicBezTo>
                    <a:cubicBezTo>
                      <a:pt x="9935" y="0"/>
                      <a:pt x="11420" y="0"/>
                      <a:pt x="12907" y="3"/>
                    </a:cubicBezTo>
                    <a:cubicBezTo>
                      <a:pt x="14115" y="5"/>
                      <a:pt x="15322" y="5"/>
                      <a:pt x="16532" y="5"/>
                    </a:cubicBezTo>
                    <a:cubicBezTo>
                      <a:pt x="16702" y="5"/>
                      <a:pt x="16875" y="5"/>
                      <a:pt x="17053" y="3"/>
                    </a:cubicBezTo>
                    <a:cubicBezTo>
                      <a:pt x="17400" y="3"/>
                      <a:pt x="17750" y="3"/>
                      <a:pt x="18097" y="3"/>
                    </a:cubicBezTo>
                    <a:cubicBezTo>
                      <a:pt x="21372" y="0"/>
                      <a:pt x="24645" y="3"/>
                      <a:pt x="27918" y="8"/>
                    </a:cubicBezTo>
                    <a:cubicBezTo>
                      <a:pt x="30730" y="10"/>
                      <a:pt x="33540" y="10"/>
                      <a:pt x="36350" y="8"/>
                    </a:cubicBezTo>
                    <a:cubicBezTo>
                      <a:pt x="39610" y="3"/>
                      <a:pt x="42872" y="0"/>
                      <a:pt x="46135" y="3"/>
                    </a:cubicBezTo>
                    <a:cubicBezTo>
                      <a:pt x="46482" y="3"/>
                      <a:pt x="46830" y="5"/>
                      <a:pt x="47178" y="5"/>
                    </a:cubicBezTo>
                    <a:cubicBezTo>
                      <a:pt x="47347" y="5"/>
                      <a:pt x="47520" y="5"/>
                      <a:pt x="47695" y="5"/>
                    </a:cubicBezTo>
                    <a:cubicBezTo>
                      <a:pt x="48902" y="5"/>
                      <a:pt x="50107" y="5"/>
                      <a:pt x="51315" y="3"/>
                    </a:cubicBezTo>
                    <a:cubicBezTo>
                      <a:pt x="52785" y="0"/>
                      <a:pt x="54255" y="0"/>
                      <a:pt x="55725" y="5"/>
                    </a:cubicBezTo>
                    <a:cubicBezTo>
                      <a:pt x="56477" y="8"/>
                      <a:pt x="57227" y="8"/>
                      <a:pt x="57977" y="5"/>
                    </a:cubicBezTo>
                    <a:cubicBezTo>
                      <a:pt x="58665" y="3"/>
                      <a:pt x="59350" y="5"/>
                      <a:pt x="60037" y="8"/>
                    </a:cubicBezTo>
                    <a:cubicBezTo>
                      <a:pt x="60405" y="10"/>
                      <a:pt x="60770" y="8"/>
                      <a:pt x="61137" y="5"/>
                    </a:cubicBezTo>
                    <a:cubicBezTo>
                      <a:pt x="61247" y="5"/>
                      <a:pt x="61247" y="5"/>
                      <a:pt x="61795" y="10"/>
                    </a:cubicBezTo>
                    <a:cubicBezTo>
                      <a:pt x="61982" y="10"/>
                      <a:pt x="62170" y="10"/>
                      <a:pt x="62365" y="10"/>
                    </a:cubicBezTo>
                    <a:cubicBezTo>
                      <a:pt x="62995" y="133"/>
                      <a:pt x="63217" y="350"/>
                      <a:pt x="63605" y="855"/>
                    </a:cubicBezTo>
                    <a:cubicBezTo>
                      <a:pt x="63678" y="1375"/>
                      <a:pt x="63705" y="1823"/>
                      <a:pt x="63700" y="2345"/>
                    </a:cubicBezTo>
                    <a:cubicBezTo>
                      <a:pt x="63700" y="2495"/>
                      <a:pt x="63702" y="2648"/>
                      <a:pt x="63702" y="2803"/>
                    </a:cubicBezTo>
                    <a:cubicBezTo>
                      <a:pt x="63705" y="3310"/>
                      <a:pt x="63702" y="3818"/>
                      <a:pt x="63700" y="4325"/>
                    </a:cubicBezTo>
                    <a:cubicBezTo>
                      <a:pt x="63702" y="4688"/>
                      <a:pt x="63702" y="5050"/>
                      <a:pt x="63705" y="5415"/>
                    </a:cubicBezTo>
                    <a:cubicBezTo>
                      <a:pt x="63707" y="6403"/>
                      <a:pt x="63707" y="7390"/>
                      <a:pt x="63705" y="8378"/>
                    </a:cubicBezTo>
                    <a:cubicBezTo>
                      <a:pt x="63702" y="9410"/>
                      <a:pt x="63705" y="10443"/>
                      <a:pt x="63705" y="11475"/>
                    </a:cubicBezTo>
                    <a:cubicBezTo>
                      <a:pt x="63707" y="13210"/>
                      <a:pt x="63705" y="14943"/>
                      <a:pt x="63702" y="16678"/>
                    </a:cubicBezTo>
                    <a:cubicBezTo>
                      <a:pt x="63697" y="18685"/>
                      <a:pt x="63700" y="20690"/>
                      <a:pt x="63702" y="22698"/>
                    </a:cubicBezTo>
                    <a:cubicBezTo>
                      <a:pt x="63707" y="24418"/>
                      <a:pt x="63707" y="26140"/>
                      <a:pt x="63705" y="27860"/>
                    </a:cubicBezTo>
                    <a:cubicBezTo>
                      <a:pt x="63705" y="28888"/>
                      <a:pt x="63705" y="29918"/>
                      <a:pt x="63707" y="30945"/>
                    </a:cubicBezTo>
                    <a:cubicBezTo>
                      <a:pt x="63707" y="31913"/>
                      <a:pt x="63707" y="32880"/>
                      <a:pt x="63702" y="33848"/>
                    </a:cubicBezTo>
                    <a:cubicBezTo>
                      <a:pt x="63702" y="34202"/>
                      <a:pt x="63702" y="34558"/>
                      <a:pt x="63702" y="34913"/>
                    </a:cubicBezTo>
                    <a:cubicBezTo>
                      <a:pt x="63705" y="35398"/>
                      <a:pt x="63702" y="35880"/>
                      <a:pt x="63700" y="36365"/>
                    </a:cubicBezTo>
                    <a:cubicBezTo>
                      <a:pt x="63700" y="36505"/>
                      <a:pt x="63702" y="36648"/>
                      <a:pt x="63705" y="36793"/>
                    </a:cubicBezTo>
                    <a:cubicBezTo>
                      <a:pt x="63695" y="37422"/>
                      <a:pt x="63645" y="37795"/>
                      <a:pt x="63280" y="38318"/>
                    </a:cubicBezTo>
                    <a:cubicBezTo>
                      <a:pt x="62782" y="38652"/>
                      <a:pt x="62535" y="38695"/>
                      <a:pt x="61938" y="38690"/>
                    </a:cubicBezTo>
                    <a:cubicBezTo>
                      <a:pt x="61755" y="38690"/>
                      <a:pt x="61570" y="38688"/>
                      <a:pt x="61380" y="38688"/>
                    </a:cubicBezTo>
                    <a:cubicBezTo>
                      <a:pt x="61180" y="38685"/>
                      <a:pt x="60980" y="38680"/>
                      <a:pt x="60772" y="38677"/>
                    </a:cubicBezTo>
                    <a:cubicBezTo>
                      <a:pt x="60560" y="38675"/>
                      <a:pt x="60347" y="38675"/>
                      <a:pt x="60130" y="38672"/>
                    </a:cubicBezTo>
                    <a:cubicBezTo>
                      <a:pt x="59668" y="38670"/>
                      <a:pt x="59207" y="38668"/>
                      <a:pt x="58747" y="38660"/>
                    </a:cubicBezTo>
                    <a:cubicBezTo>
                      <a:pt x="58015" y="38652"/>
                      <a:pt x="57285" y="38650"/>
                      <a:pt x="56555" y="38650"/>
                    </a:cubicBezTo>
                    <a:cubicBezTo>
                      <a:pt x="54477" y="38650"/>
                      <a:pt x="52402" y="38642"/>
                      <a:pt x="50325" y="38620"/>
                    </a:cubicBezTo>
                    <a:cubicBezTo>
                      <a:pt x="49055" y="38605"/>
                      <a:pt x="47785" y="38603"/>
                      <a:pt x="46515" y="38608"/>
                    </a:cubicBezTo>
                    <a:cubicBezTo>
                      <a:pt x="46032" y="38608"/>
                      <a:pt x="45547" y="38603"/>
                      <a:pt x="45065" y="38593"/>
                    </a:cubicBezTo>
                    <a:cubicBezTo>
                      <a:pt x="41365" y="38527"/>
                      <a:pt x="41365" y="38527"/>
                      <a:pt x="40510" y="39075"/>
                    </a:cubicBezTo>
                    <a:cubicBezTo>
                      <a:pt x="39920" y="39658"/>
                      <a:pt x="39640" y="40340"/>
                      <a:pt x="39355" y="41105"/>
                    </a:cubicBezTo>
                    <a:cubicBezTo>
                      <a:pt x="39047" y="41563"/>
                      <a:pt x="38725" y="41945"/>
                      <a:pt x="38355" y="42355"/>
                    </a:cubicBezTo>
                    <a:cubicBezTo>
                      <a:pt x="38190" y="42355"/>
                      <a:pt x="38025" y="42355"/>
                      <a:pt x="37855" y="42355"/>
                    </a:cubicBezTo>
                    <a:cubicBezTo>
                      <a:pt x="37762" y="43480"/>
                      <a:pt x="37762" y="43480"/>
                      <a:pt x="38130" y="43982"/>
                    </a:cubicBezTo>
                    <a:cubicBezTo>
                      <a:pt x="38782" y="44493"/>
                      <a:pt x="39457" y="44705"/>
                      <a:pt x="40240" y="44957"/>
                    </a:cubicBezTo>
                    <a:cubicBezTo>
                      <a:pt x="40400" y="45010"/>
                      <a:pt x="40560" y="45063"/>
                      <a:pt x="40725" y="45118"/>
                    </a:cubicBezTo>
                    <a:cubicBezTo>
                      <a:pt x="41062" y="45230"/>
                      <a:pt x="41402" y="45343"/>
                      <a:pt x="41742" y="45452"/>
                    </a:cubicBezTo>
                    <a:cubicBezTo>
                      <a:pt x="42255" y="45618"/>
                      <a:pt x="42765" y="45788"/>
                      <a:pt x="43277" y="45957"/>
                    </a:cubicBezTo>
                    <a:cubicBezTo>
                      <a:pt x="44642" y="46410"/>
                      <a:pt x="45987" y="46853"/>
                      <a:pt x="47402" y="47130"/>
                    </a:cubicBezTo>
                    <a:cubicBezTo>
                      <a:pt x="48257" y="47305"/>
                      <a:pt x="48787" y="47552"/>
                      <a:pt x="49432" y="48168"/>
                    </a:cubicBezTo>
                    <a:cubicBezTo>
                      <a:pt x="49585" y="48308"/>
                      <a:pt x="49740" y="48448"/>
                      <a:pt x="49897" y="48593"/>
                    </a:cubicBezTo>
                    <a:cubicBezTo>
                      <a:pt x="50960" y="49783"/>
                      <a:pt x="51492" y="50728"/>
                      <a:pt x="51635" y="52323"/>
                    </a:cubicBezTo>
                    <a:cubicBezTo>
                      <a:pt x="51652" y="52482"/>
                      <a:pt x="51670" y="52642"/>
                      <a:pt x="51690" y="52808"/>
                    </a:cubicBezTo>
                    <a:cubicBezTo>
                      <a:pt x="51727" y="53147"/>
                      <a:pt x="51762" y="53488"/>
                      <a:pt x="51797" y="53828"/>
                    </a:cubicBezTo>
                    <a:cubicBezTo>
                      <a:pt x="51892" y="54718"/>
                      <a:pt x="52007" y="55608"/>
                      <a:pt x="52120" y="56495"/>
                    </a:cubicBezTo>
                    <a:cubicBezTo>
                      <a:pt x="52140" y="56658"/>
                      <a:pt x="52160" y="56823"/>
                      <a:pt x="52180" y="56990"/>
                    </a:cubicBezTo>
                    <a:cubicBezTo>
                      <a:pt x="52297" y="57950"/>
                      <a:pt x="52438" y="58902"/>
                      <a:pt x="52605" y="59855"/>
                    </a:cubicBezTo>
                    <a:cubicBezTo>
                      <a:pt x="52760" y="59860"/>
                      <a:pt x="52918" y="59865"/>
                      <a:pt x="53077" y="59870"/>
                    </a:cubicBezTo>
                    <a:cubicBezTo>
                      <a:pt x="53657" y="59890"/>
                      <a:pt x="54240" y="59910"/>
                      <a:pt x="54820" y="59933"/>
                    </a:cubicBezTo>
                    <a:cubicBezTo>
                      <a:pt x="55195" y="59948"/>
                      <a:pt x="55570" y="59960"/>
                      <a:pt x="55945" y="59973"/>
                    </a:cubicBezTo>
                    <a:cubicBezTo>
                      <a:pt x="56062" y="59978"/>
                      <a:pt x="56062" y="59978"/>
                      <a:pt x="56657" y="60000"/>
                    </a:cubicBezTo>
                    <a:cubicBezTo>
                      <a:pt x="56875" y="60008"/>
                      <a:pt x="57092" y="60018"/>
                      <a:pt x="57315" y="60025"/>
                    </a:cubicBezTo>
                    <a:cubicBezTo>
                      <a:pt x="57855" y="60105"/>
                      <a:pt x="57855" y="60105"/>
                      <a:pt x="58355" y="60605"/>
                    </a:cubicBezTo>
                    <a:cubicBezTo>
                      <a:pt x="58420" y="60965"/>
                      <a:pt x="58420" y="60965"/>
                      <a:pt x="58418" y="61355"/>
                    </a:cubicBezTo>
                    <a:cubicBezTo>
                      <a:pt x="58418" y="61420"/>
                      <a:pt x="58418" y="61420"/>
                      <a:pt x="58420" y="61745"/>
                    </a:cubicBezTo>
                    <a:cubicBezTo>
                      <a:pt x="58355" y="62105"/>
                      <a:pt x="58355" y="62105"/>
                      <a:pt x="57855" y="62605"/>
                    </a:cubicBezTo>
                    <a:cubicBezTo>
                      <a:pt x="57460" y="62668"/>
                      <a:pt x="57460" y="62668"/>
                      <a:pt x="56982" y="62668"/>
                    </a:cubicBezTo>
                    <a:cubicBezTo>
                      <a:pt x="56890" y="62668"/>
                      <a:pt x="56890" y="62668"/>
                      <a:pt x="56430" y="62672"/>
                    </a:cubicBezTo>
                    <a:cubicBezTo>
                      <a:pt x="56230" y="62670"/>
                      <a:pt x="56030" y="62670"/>
                      <a:pt x="55822" y="62668"/>
                    </a:cubicBezTo>
                    <a:cubicBezTo>
                      <a:pt x="55610" y="62668"/>
                      <a:pt x="55397" y="62670"/>
                      <a:pt x="55180" y="62670"/>
                    </a:cubicBezTo>
                    <a:cubicBezTo>
                      <a:pt x="54462" y="62672"/>
                      <a:pt x="53747" y="62670"/>
                      <a:pt x="53032" y="62670"/>
                    </a:cubicBezTo>
                    <a:cubicBezTo>
                      <a:pt x="52520" y="62670"/>
                      <a:pt x="52007" y="62670"/>
                      <a:pt x="51497" y="62672"/>
                    </a:cubicBezTo>
                    <a:cubicBezTo>
                      <a:pt x="50250" y="62675"/>
                      <a:pt x="49002" y="62672"/>
                      <a:pt x="47755" y="62672"/>
                    </a:cubicBezTo>
                    <a:cubicBezTo>
                      <a:pt x="46740" y="62670"/>
                      <a:pt x="45727" y="62670"/>
                      <a:pt x="44712" y="62672"/>
                    </a:cubicBezTo>
                    <a:cubicBezTo>
                      <a:pt x="44567" y="62672"/>
                      <a:pt x="44425" y="62672"/>
                      <a:pt x="44275" y="62672"/>
                    </a:cubicBezTo>
                    <a:cubicBezTo>
                      <a:pt x="43982" y="62672"/>
                      <a:pt x="43690" y="62672"/>
                      <a:pt x="43397" y="62672"/>
                    </a:cubicBezTo>
                    <a:cubicBezTo>
                      <a:pt x="40650" y="62672"/>
                      <a:pt x="37905" y="62672"/>
                      <a:pt x="35157" y="62670"/>
                    </a:cubicBezTo>
                    <a:cubicBezTo>
                      <a:pt x="32797" y="62668"/>
                      <a:pt x="30440" y="62668"/>
                      <a:pt x="28080" y="62670"/>
                    </a:cubicBezTo>
                    <a:cubicBezTo>
                      <a:pt x="25345" y="62672"/>
                      <a:pt x="22607" y="62672"/>
                      <a:pt x="19870" y="62672"/>
                    </a:cubicBezTo>
                    <a:cubicBezTo>
                      <a:pt x="19580" y="62672"/>
                      <a:pt x="19287" y="62672"/>
                      <a:pt x="18995" y="62672"/>
                    </a:cubicBezTo>
                    <a:cubicBezTo>
                      <a:pt x="18852" y="62670"/>
                      <a:pt x="18707" y="62670"/>
                      <a:pt x="18560" y="62670"/>
                    </a:cubicBezTo>
                    <a:cubicBezTo>
                      <a:pt x="17547" y="62670"/>
                      <a:pt x="16535" y="62672"/>
                      <a:pt x="15522" y="62672"/>
                    </a:cubicBezTo>
                    <a:cubicBezTo>
                      <a:pt x="14287" y="62675"/>
                      <a:pt x="13055" y="62672"/>
                      <a:pt x="11820" y="62670"/>
                    </a:cubicBezTo>
                    <a:cubicBezTo>
                      <a:pt x="11190" y="62670"/>
                      <a:pt x="10560" y="62670"/>
                      <a:pt x="9930" y="62670"/>
                    </a:cubicBezTo>
                    <a:cubicBezTo>
                      <a:pt x="9247" y="62672"/>
                      <a:pt x="8567" y="62670"/>
                      <a:pt x="7885" y="62668"/>
                    </a:cubicBezTo>
                    <a:cubicBezTo>
                      <a:pt x="7785" y="62668"/>
                      <a:pt x="7785" y="62668"/>
                      <a:pt x="7277" y="62672"/>
                    </a:cubicBezTo>
                    <a:cubicBezTo>
                      <a:pt x="7095" y="62670"/>
                      <a:pt x="6912" y="62668"/>
                      <a:pt x="6727" y="62668"/>
                    </a:cubicBezTo>
                    <a:cubicBezTo>
                      <a:pt x="6570" y="62668"/>
                      <a:pt x="6412" y="62668"/>
                      <a:pt x="6250" y="62668"/>
                    </a:cubicBezTo>
                    <a:cubicBezTo>
                      <a:pt x="5855" y="62605"/>
                      <a:pt x="5855" y="62605"/>
                      <a:pt x="5355" y="62105"/>
                    </a:cubicBezTo>
                    <a:cubicBezTo>
                      <a:pt x="5305" y="61672"/>
                      <a:pt x="5305" y="61672"/>
                      <a:pt x="5322" y="61198"/>
                    </a:cubicBezTo>
                    <a:cubicBezTo>
                      <a:pt x="5325" y="61120"/>
                      <a:pt x="5325" y="61120"/>
                      <a:pt x="5337" y="60720"/>
                    </a:cubicBezTo>
                    <a:cubicBezTo>
                      <a:pt x="5342" y="60600"/>
                      <a:pt x="5347" y="60478"/>
                      <a:pt x="5355" y="60355"/>
                    </a:cubicBezTo>
                    <a:cubicBezTo>
                      <a:pt x="5955" y="60052"/>
                      <a:pt x="6380" y="60052"/>
                      <a:pt x="7053" y="60025"/>
                    </a:cubicBezTo>
                    <a:cubicBezTo>
                      <a:pt x="7170" y="60020"/>
                      <a:pt x="7170" y="60020"/>
                      <a:pt x="7765" y="59993"/>
                    </a:cubicBezTo>
                    <a:cubicBezTo>
                      <a:pt x="8010" y="59982"/>
                      <a:pt x="8257" y="59975"/>
                      <a:pt x="8510" y="59965"/>
                    </a:cubicBezTo>
                    <a:cubicBezTo>
                      <a:pt x="8760" y="59952"/>
                      <a:pt x="9012" y="59943"/>
                      <a:pt x="9262" y="59930"/>
                    </a:cubicBezTo>
                    <a:cubicBezTo>
                      <a:pt x="9875" y="59905"/>
                      <a:pt x="10490" y="59880"/>
                      <a:pt x="11105" y="59855"/>
                    </a:cubicBezTo>
                    <a:cubicBezTo>
                      <a:pt x="11185" y="59300"/>
                      <a:pt x="11265" y="58745"/>
                      <a:pt x="11345" y="58190"/>
                    </a:cubicBezTo>
                    <a:cubicBezTo>
                      <a:pt x="11415" y="57712"/>
                      <a:pt x="11482" y="57238"/>
                      <a:pt x="11553" y="56760"/>
                    </a:cubicBezTo>
                    <a:cubicBezTo>
                      <a:pt x="11712" y="55647"/>
                      <a:pt x="11867" y="54538"/>
                      <a:pt x="11980" y="53418"/>
                    </a:cubicBezTo>
                    <a:cubicBezTo>
                      <a:pt x="11990" y="53330"/>
                      <a:pt x="11990" y="53330"/>
                      <a:pt x="12037" y="52878"/>
                    </a:cubicBezTo>
                    <a:cubicBezTo>
                      <a:pt x="12070" y="52550"/>
                      <a:pt x="12100" y="52220"/>
                      <a:pt x="12127" y="51892"/>
                    </a:cubicBezTo>
                    <a:cubicBezTo>
                      <a:pt x="12312" y="50115"/>
                      <a:pt x="13375" y="48873"/>
                      <a:pt x="14717" y="47750"/>
                    </a:cubicBezTo>
                    <a:cubicBezTo>
                      <a:pt x="15592" y="47207"/>
                      <a:pt x="16447" y="46993"/>
                      <a:pt x="17442" y="46762"/>
                    </a:cubicBezTo>
                    <a:cubicBezTo>
                      <a:pt x="19095" y="46380"/>
                      <a:pt x="20688" y="45853"/>
                      <a:pt x="22293" y="45308"/>
                    </a:cubicBezTo>
                    <a:cubicBezTo>
                      <a:pt x="22560" y="45218"/>
                      <a:pt x="22827" y="45128"/>
                      <a:pt x="23095" y="45038"/>
                    </a:cubicBezTo>
                    <a:cubicBezTo>
                      <a:pt x="23572" y="44875"/>
                      <a:pt x="24050" y="44712"/>
                      <a:pt x="24527" y="44550"/>
                    </a:cubicBezTo>
                    <a:cubicBezTo>
                      <a:pt x="24970" y="44400"/>
                      <a:pt x="25410" y="44250"/>
                      <a:pt x="25855" y="44105"/>
                    </a:cubicBezTo>
                    <a:cubicBezTo>
                      <a:pt x="25855" y="42798"/>
                      <a:pt x="25517" y="42145"/>
                      <a:pt x="24620" y="41215"/>
                    </a:cubicBezTo>
                    <a:cubicBezTo>
                      <a:pt x="24530" y="41125"/>
                      <a:pt x="24440" y="41038"/>
                      <a:pt x="24347" y="40948"/>
                    </a:cubicBezTo>
                    <a:cubicBezTo>
                      <a:pt x="23605" y="40205"/>
                      <a:pt x="23405" y="39582"/>
                      <a:pt x="23105" y="38605"/>
                    </a:cubicBezTo>
                    <a:cubicBezTo>
                      <a:pt x="22990" y="38605"/>
                      <a:pt x="22875" y="38605"/>
                      <a:pt x="22757" y="38608"/>
                    </a:cubicBezTo>
                    <a:cubicBezTo>
                      <a:pt x="19985" y="38623"/>
                      <a:pt x="17212" y="38635"/>
                      <a:pt x="14440" y="38642"/>
                    </a:cubicBezTo>
                    <a:cubicBezTo>
                      <a:pt x="13100" y="38647"/>
                      <a:pt x="11757" y="38652"/>
                      <a:pt x="10418" y="38660"/>
                    </a:cubicBezTo>
                    <a:cubicBezTo>
                      <a:pt x="9247" y="38668"/>
                      <a:pt x="8080" y="38672"/>
                      <a:pt x="6910" y="38675"/>
                    </a:cubicBezTo>
                    <a:cubicBezTo>
                      <a:pt x="6293" y="38675"/>
                      <a:pt x="5672" y="38677"/>
                      <a:pt x="5055" y="38683"/>
                    </a:cubicBezTo>
                    <a:cubicBezTo>
                      <a:pt x="4362" y="38690"/>
                      <a:pt x="3672" y="38690"/>
                      <a:pt x="2982" y="38690"/>
                    </a:cubicBezTo>
                    <a:cubicBezTo>
                      <a:pt x="2777" y="38693"/>
                      <a:pt x="2570" y="38695"/>
                      <a:pt x="2360" y="38698"/>
                    </a:cubicBezTo>
                    <a:cubicBezTo>
                      <a:pt x="2170" y="38698"/>
                      <a:pt x="1982" y="38695"/>
                      <a:pt x="1790" y="38695"/>
                    </a:cubicBezTo>
                    <a:cubicBezTo>
                      <a:pt x="1625" y="38695"/>
                      <a:pt x="1462" y="38695"/>
                      <a:pt x="1295" y="38698"/>
                    </a:cubicBezTo>
                    <a:cubicBezTo>
                      <a:pt x="672" y="38565"/>
                      <a:pt x="467" y="38375"/>
                      <a:pt x="105" y="37855"/>
                    </a:cubicBezTo>
                    <a:cubicBezTo>
                      <a:pt x="30" y="37332"/>
                      <a:pt x="2" y="36885"/>
                      <a:pt x="10" y="36365"/>
                    </a:cubicBezTo>
                    <a:cubicBezTo>
                      <a:pt x="7" y="36213"/>
                      <a:pt x="7" y="36063"/>
                      <a:pt x="5" y="35908"/>
                    </a:cubicBezTo>
                    <a:cubicBezTo>
                      <a:pt x="2" y="35400"/>
                      <a:pt x="5" y="34892"/>
                      <a:pt x="7" y="34385"/>
                    </a:cubicBezTo>
                    <a:cubicBezTo>
                      <a:pt x="5" y="34020"/>
                      <a:pt x="5" y="33658"/>
                      <a:pt x="2" y="33295"/>
                    </a:cubicBezTo>
                    <a:cubicBezTo>
                      <a:pt x="0" y="32308"/>
                      <a:pt x="0" y="31320"/>
                      <a:pt x="2" y="30333"/>
                    </a:cubicBezTo>
                    <a:cubicBezTo>
                      <a:pt x="5" y="29300"/>
                      <a:pt x="2" y="28268"/>
                      <a:pt x="2" y="27232"/>
                    </a:cubicBezTo>
                    <a:cubicBezTo>
                      <a:pt x="0" y="25500"/>
                      <a:pt x="2" y="23765"/>
                      <a:pt x="7" y="22030"/>
                    </a:cubicBezTo>
                    <a:cubicBezTo>
                      <a:pt x="10" y="20025"/>
                      <a:pt x="10" y="18018"/>
                      <a:pt x="5" y="16013"/>
                    </a:cubicBezTo>
                    <a:cubicBezTo>
                      <a:pt x="2" y="14290"/>
                      <a:pt x="0" y="12570"/>
                      <a:pt x="2" y="10848"/>
                    </a:cubicBezTo>
                    <a:cubicBezTo>
                      <a:pt x="5" y="9820"/>
                      <a:pt x="5" y="8793"/>
                      <a:pt x="2" y="7763"/>
                    </a:cubicBezTo>
                    <a:cubicBezTo>
                      <a:pt x="0" y="6795"/>
                      <a:pt x="0" y="5830"/>
                      <a:pt x="5" y="4863"/>
                    </a:cubicBezTo>
                    <a:cubicBezTo>
                      <a:pt x="7" y="4508"/>
                      <a:pt x="5" y="4153"/>
                      <a:pt x="5" y="3797"/>
                    </a:cubicBezTo>
                    <a:cubicBezTo>
                      <a:pt x="2" y="3312"/>
                      <a:pt x="5" y="2828"/>
                      <a:pt x="10" y="2345"/>
                    </a:cubicBezTo>
                    <a:cubicBezTo>
                      <a:pt x="7" y="2203"/>
                      <a:pt x="5" y="2062"/>
                      <a:pt x="2" y="1915"/>
                    </a:cubicBezTo>
                    <a:cubicBezTo>
                      <a:pt x="12" y="1305"/>
                      <a:pt x="43" y="935"/>
                      <a:pt x="420" y="443"/>
                    </a:cubicBezTo>
                    <a:cubicBezTo>
                      <a:pt x="960" y="23"/>
                      <a:pt x="1232" y="10"/>
                      <a:pt x="1912" y="10"/>
                    </a:cubicBezTo>
                    <a:close/>
                    <a:moveTo>
                      <a:pt x="605" y="1105"/>
                    </a:moveTo>
                    <a:cubicBezTo>
                      <a:pt x="342" y="2095"/>
                      <a:pt x="317" y="3065"/>
                      <a:pt x="320" y="4088"/>
                    </a:cubicBezTo>
                    <a:cubicBezTo>
                      <a:pt x="320" y="4230"/>
                      <a:pt x="320" y="4370"/>
                      <a:pt x="320" y="4517"/>
                    </a:cubicBezTo>
                    <a:cubicBezTo>
                      <a:pt x="317" y="4985"/>
                      <a:pt x="317" y="5455"/>
                      <a:pt x="317" y="5925"/>
                    </a:cubicBezTo>
                    <a:cubicBezTo>
                      <a:pt x="317" y="6265"/>
                      <a:pt x="315" y="6603"/>
                      <a:pt x="315" y="6943"/>
                    </a:cubicBezTo>
                    <a:cubicBezTo>
                      <a:pt x="312" y="7858"/>
                      <a:pt x="312" y="8775"/>
                      <a:pt x="312" y="9690"/>
                    </a:cubicBezTo>
                    <a:cubicBezTo>
                      <a:pt x="312" y="10263"/>
                      <a:pt x="312" y="10835"/>
                      <a:pt x="310" y="11408"/>
                    </a:cubicBezTo>
                    <a:cubicBezTo>
                      <a:pt x="307" y="13405"/>
                      <a:pt x="307" y="15405"/>
                      <a:pt x="307" y="17403"/>
                    </a:cubicBezTo>
                    <a:cubicBezTo>
                      <a:pt x="307" y="19265"/>
                      <a:pt x="305" y="21128"/>
                      <a:pt x="303" y="22990"/>
                    </a:cubicBezTo>
                    <a:cubicBezTo>
                      <a:pt x="297" y="24590"/>
                      <a:pt x="297" y="26190"/>
                      <a:pt x="297" y="27790"/>
                    </a:cubicBezTo>
                    <a:cubicBezTo>
                      <a:pt x="297" y="28745"/>
                      <a:pt x="295" y="29700"/>
                      <a:pt x="293" y="30655"/>
                    </a:cubicBezTo>
                    <a:cubicBezTo>
                      <a:pt x="290" y="31553"/>
                      <a:pt x="290" y="32450"/>
                      <a:pt x="293" y="33348"/>
                    </a:cubicBezTo>
                    <a:cubicBezTo>
                      <a:pt x="293" y="33677"/>
                      <a:pt x="293" y="34008"/>
                      <a:pt x="290" y="34335"/>
                    </a:cubicBezTo>
                    <a:cubicBezTo>
                      <a:pt x="290" y="34785"/>
                      <a:pt x="290" y="35235"/>
                      <a:pt x="293" y="35685"/>
                    </a:cubicBezTo>
                    <a:cubicBezTo>
                      <a:pt x="293" y="35750"/>
                      <a:pt x="293" y="35750"/>
                      <a:pt x="287" y="36080"/>
                    </a:cubicBezTo>
                    <a:cubicBezTo>
                      <a:pt x="295" y="36875"/>
                      <a:pt x="418" y="37433"/>
                      <a:pt x="855" y="38105"/>
                    </a:cubicBezTo>
                    <a:cubicBezTo>
                      <a:pt x="1392" y="38375"/>
                      <a:pt x="1635" y="38383"/>
                      <a:pt x="2227" y="38375"/>
                    </a:cubicBezTo>
                    <a:cubicBezTo>
                      <a:pt x="2407" y="38375"/>
                      <a:pt x="2587" y="38373"/>
                      <a:pt x="2775" y="38370"/>
                    </a:cubicBezTo>
                    <a:cubicBezTo>
                      <a:pt x="2972" y="38368"/>
                      <a:pt x="3170" y="38365"/>
                      <a:pt x="3375" y="38362"/>
                    </a:cubicBezTo>
                    <a:cubicBezTo>
                      <a:pt x="3810" y="38358"/>
                      <a:pt x="4242" y="38355"/>
                      <a:pt x="4675" y="38350"/>
                    </a:cubicBezTo>
                    <a:cubicBezTo>
                      <a:pt x="4905" y="38348"/>
                      <a:pt x="5137" y="38345"/>
                      <a:pt x="5375" y="38343"/>
                    </a:cubicBezTo>
                    <a:cubicBezTo>
                      <a:pt x="6720" y="38332"/>
                      <a:pt x="8067" y="38332"/>
                      <a:pt x="9415" y="38330"/>
                    </a:cubicBezTo>
                    <a:cubicBezTo>
                      <a:pt x="10840" y="38330"/>
                      <a:pt x="12262" y="38323"/>
                      <a:pt x="13688" y="38305"/>
                    </a:cubicBezTo>
                    <a:cubicBezTo>
                      <a:pt x="14942" y="38288"/>
                      <a:pt x="16195" y="38285"/>
                      <a:pt x="17450" y="38290"/>
                    </a:cubicBezTo>
                    <a:cubicBezTo>
                      <a:pt x="17925" y="38290"/>
                      <a:pt x="18402" y="38285"/>
                      <a:pt x="18880" y="38275"/>
                    </a:cubicBezTo>
                    <a:cubicBezTo>
                      <a:pt x="22525" y="38202"/>
                      <a:pt x="22525" y="38202"/>
                      <a:pt x="23492" y="38873"/>
                    </a:cubicBezTo>
                    <a:cubicBezTo>
                      <a:pt x="24122" y="39508"/>
                      <a:pt x="24527" y="40220"/>
                      <a:pt x="24915" y="41020"/>
                    </a:cubicBezTo>
                    <a:cubicBezTo>
                      <a:pt x="25222" y="41560"/>
                      <a:pt x="25655" y="41930"/>
                      <a:pt x="26105" y="42355"/>
                    </a:cubicBezTo>
                    <a:cubicBezTo>
                      <a:pt x="26237" y="42745"/>
                      <a:pt x="26237" y="42745"/>
                      <a:pt x="26230" y="43105"/>
                    </a:cubicBezTo>
                    <a:cubicBezTo>
                      <a:pt x="26232" y="43223"/>
                      <a:pt x="26235" y="43343"/>
                      <a:pt x="26237" y="43465"/>
                    </a:cubicBezTo>
                    <a:cubicBezTo>
                      <a:pt x="26027" y="44080"/>
                      <a:pt x="25610" y="44468"/>
                      <a:pt x="25105" y="44855"/>
                    </a:cubicBezTo>
                    <a:cubicBezTo>
                      <a:pt x="24550" y="45120"/>
                      <a:pt x="23977" y="45298"/>
                      <a:pt x="23390" y="45473"/>
                    </a:cubicBezTo>
                    <a:cubicBezTo>
                      <a:pt x="23225" y="45525"/>
                      <a:pt x="23060" y="45578"/>
                      <a:pt x="22890" y="45630"/>
                    </a:cubicBezTo>
                    <a:cubicBezTo>
                      <a:pt x="22362" y="45798"/>
                      <a:pt x="21835" y="45957"/>
                      <a:pt x="21307" y="46120"/>
                    </a:cubicBezTo>
                    <a:cubicBezTo>
                      <a:pt x="20957" y="46230"/>
                      <a:pt x="20607" y="46340"/>
                      <a:pt x="20257" y="46448"/>
                    </a:cubicBezTo>
                    <a:cubicBezTo>
                      <a:pt x="19587" y="46660"/>
                      <a:pt x="18918" y="46868"/>
                      <a:pt x="18247" y="47078"/>
                    </a:cubicBezTo>
                    <a:cubicBezTo>
                      <a:pt x="18092" y="47125"/>
                      <a:pt x="17940" y="47172"/>
                      <a:pt x="17782" y="47220"/>
                    </a:cubicBezTo>
                    <a:cubicBezTo>
                      <a:pt x="17402" y="47340"/>
                      <a:pt x="17020" y="47457"/>
                      <a:pt x="16640" y="47575"/>
                    </a:cubicBezTo>
                    <a:cubicBezTo>
                      <a:pt x="16540" y="47608"/>
                      <a:pt x="16540" y="47608"/>
                      <a:pt x="16043" y="47765"/>
                    </a:cubicBezTo>
                    <a:cubicBezTo>
                      <a:pt x="15880" y="47818"/>
                      <a:pt x="15717" y="47868"/>
                      <a:pt x="15553" y="47920"/>
                    </a:cubicBezTo>
                    <a:cubicBezTo>
                      <a:pt x="14502" y="48353"/>
                      <a:pt x="13640" y="49033"/>
                      <a:pt x="13127" y="50058"/>
                    </a:cubicBezTo>
                    <a:cubicBezTo>
                      <a:pt x="12545" y="51775"/>
                      <a:pt x="12377" y="53482"/>
                      <a:pt x="12212" y="55277"/>
                    </a:cubicBezTo>
                    <a:cubicBezTo>
                      <a:pt x="12172" y="55728"/>
                      <a:pt x="12127" y="56177"/>
                      <a:pt x="12082" y="56630"/>
                    </a:cubicBezTo>
                    <a:cubicBezTo>
                      <a:pt x="12055" y="56908"/>
                      <a:pt x="12030" y="57185"/>
                      <a:pt x="12005" y="57462"/>
                    </a:cubicBezTo>
                    <a:cubicBezTo>
                      <a:pt x="11912" y="58402"/>
                      <a:pt x="11678" y="59218"/>
                      <a:pt x="11355" y="60105"/>
                    </a:cubicBezTo>
                    <a:cubicBezTo>
                      <a:pt x="11207" y="60110"/>
                      <a:pt x="11060" y="60115"/>
                      <a:pt x="10907" y="60120"/>
                    </a:cubicBezTo>
                    <a:cubicBezTo>
                      <a:pt x="10237" y="60142"/>
                      <a:pt x="9570" y="60170"/>
                      <a:pt x="8900" y="60198"/>
                    </a:cubicBezTo>
                    <a:cubicBezTo>
                      <a:pt x="8785" y="60202"/>
                      <a:pt x="8785" y="60202"/>
                      <a:pt x="8197" y="60223"/>
                    </a:cubicBezTo>
                    <a:cubicBezTo>
                      <a:pt x="7975" y="60230"/>
                      <a:pt x="7750" y="60240"/>
                      <a:pt x="7520" y="60250"/>
                    </a:cubicBezTo>
                    <a:cubicBezTo>
                      <a:pt x="7315" y="60258"/>
                      <a:pt x="7110" y="60268"/>
                      <a:pt x="6897" y="60275"/>
                    </a:cubicBezTo>
                    <a:cubicBezTo>
                      <a:pt x="6330" y="60358"/>
                      <a:pt x="6045" y="60498"/>
                      <a:pt x="5605" y="60855"/>
                    </a:cubicBezTo>
                    <a:cubicBezTo>
                      <a:pt x="5650" y="61323"/>
                      <a:pt x="5650" y="61323"/>
                      <a:pt x="5855" y="61855"/>
                    </a:cubicBezTo>
                    <a:cubicBezTo>
                      <a:pt x="6922" y="62438"/>
                      <a:pt x="7928" y="62425"/>
                      <a:pt x="9125" y="62418"/>
                    </a:cubicBezTo>
                    <a:cubicBezTo>
                      <a:pt x="9227" y="62418"/>
                      <a:pt x="9227" y="62418"/>
                      <a:pt x="9737" y="62420"/>
                    </a:cubicBezTo>
                    <a:cubicBezTo>
                      <a:pt x="10415" y="62422"/>
                      <a:pt x="11092" y="62420"/>
                      <a:pt x="11770" y="62420"/>
                    </a:cubicBezTo>
                    <a:cubicBezTo>
                      <a:pt x="12255" y="62420"/>
                      <a:pt x="12742" y="62420"/>
                      <a:pt x="13227" y="62422"/>
                    </a:cubicBezTo>
                    <a:cubicBezTo>
                      <a:pt x="14410" y="62425"/>
                      <a:pt x="15592" y="62422"/>
                      <a:pt x="16775" y="62422"/>
                    </a:cubicBezTo>
                    <a:cubicBezTo>
                      <a:pt x="17735" y="62420"/>
                      <a:pt x="18695" y="62420"/>
                      <a:pt x="19657" y="62422"/>
                    </a:cubicBezTo>
                    <a:cubicBezTo>
                      <a:pt x="19725" y="62422"/>
                      <a:pt x="19725" y="62422"/>
                      <a:pt x="20072" y="62422"/>
                    </a:cubicBezTo>
                    <a:cubicBezTo>
                      <a:pt x="20350" y="62422"/>
                      <a:pt x="20627" y="62422"/>
                      <a:pt x="20905" y="62422"/>
                    </a:cubicBezTo>
                    <a:cubicBezTo>
                      <a:pt x="23512" y="62422"/>
                      <a:pt x="26117" y="62422"/>
                      <a:pt x="28725" y="62420"/>
                    </a:cubicBezTo>
                    <a:cubicBezTo>
                      <a:pt x="30960" y="62418"/>
                      <a:pt x="33195" y="62418"/>
                      <a:pt x="35430" y="62420"/>
                    </a:cubicBezTo>
                    <a:cubicBezTo>
                      <a:pt x="38027" y="62422"/>
                      <a:pt x="40622" y="62422"/>
                      <a:pt x="43220" y="62422"/>
                    </a:cubicBezTo>
                    <a:cubicBezTo>
                      <a:pt x="43497" y="62422"/>
                      <a:pt x="43775" y="62422"/>
                      <a:pt x="44050" y="62422"/>
                    </a:cubicBezTo>
                    <a:cubicBezTo>
                      <a:pt x="44188" y="62420"/>
                      <a:pt x="44322" y="62420"/>
                      <a:pt x="44465" y="62420"/>
                    </a:cubicBezTo>
                    <a:cubicBezTo>
                      <a:pt x="45422" y="62420"/>
                      <a:pt x="46382" y="62422"/>
                      <a:pt x="47342" y="62422"/>
                    </a:cubicBezTo>
                    <a:cubicBezTo>
                      <a:pt x="48635" y="62425"/>
                      <a:pt x="49928" y="62422"/>
                      <a:pt x="51217" y="62420"/>
                    </a:cubicBezTo>
                    <a:cubicBezTo>
                      <a:pt x="51692" y="62420"/>
                      <a:pt x="52168" y="62420"/>
                      <a:pt x="52642" y="62420"/>
                    </a:cubicBezTo>
                    <a:cubicBezTo>
                      <a:pt x="53290" y="62422"/>
                      <a:pt x="53935" y="62420"/>
                      <a:pt x="54582" y="62418"/>
                    </a:cubicBezTo>
                    <a:cubicBezTo>
                      <a:pt x="54678" y="62418"/>
                      <a:pt x="54678" y="62418"/>
                      <a:pt x="55152" y="62422"/>
                    </a:cubicBezTo>
                    <a:cubicBezTo>
                      <a:pt x="56170" y="62413"/>
                      <a:pt x="56952" y="62348"/>
                      <a:pt x="57855" y="61855"/>
                    </a:cubicBezTo>
                    <a:cubicBezTo>
                      <a:pt x="58057" y="61323"/>
                      <a:pt x="58057" y="61323"/>
                      <a:pt x="58105" y="60855"/>
                    </a:cubicBezTo>
                    <a:cubicBezTo>
                      <a:pt x="57470" y="60343"/>
                      <a:pt x="56992" y="60283"/>
                      <a:pt x="56188" y="60250"/>
                    </a:cubicBezTo>
                    <a:cubicBezTo>
                      <a:pt x="56075" y="60245"/>
                      <a:pt x="56075" y="60245"/>
                      <a:pt x="55510" y="60223"/>
                    </a:cubicBezTo>
                    <a:cubicBezTo>
                      <a:pt x="55277" y="60215"/>
                      <a:pt x="55047" y="60205"/>
                      <a:pt x="54807" y="60198"/>
                    </a:cubicBezTo>
                    <a:cubicBezTo>
                      <a:pt x="54690" y="60193"/>
                      <a:pt x="54690" y="60193"/>
                      <a:pt x="54095" y="60170"/>
                    </a:cubicBezTo>
                    <a:cubicBezTo>
                      <a:pt x="53515" y="60145"/>
                      <a:pt x="52935" y="60125"/>
                      <a:pt x="52355" y="60105"/>
                    </a:cubicBezTo>
                    <a:cubicBezTo>
                      <a:pt x="51980" y="59078"/>
                      <a:pt x="51762" y="58147"/>
                      <a:pt x="51668" y="57060"/>
                    </a:cubicBezTo>
                    <a:cubicBezTo>
                      <a:pt x="51637" y="56768"/>
                      <a:pt x="51610" y="56475"/>
                      <a:pt x="51580" y="56183"/>
                    </a:cubicBezTo>
                    <a:cubicBezTo>
                      <a:pt x="51537" y="55730"/>
                      <a:pt x="51495" y="55277"/>
                      <a:pt x="51452" y="54825"/>
                    </a:cubicBezTo>
                    <a:cubicBezTo>
                      <a:pt x="51002" y="49950"/>
                      <a:pt x="51002" y="49950"/>
                      <a:pt x="49543" y="48652"/>
                    </a:cubicBezTo>
                    <a:cubicBezTo>
                      <a:pt x="48520" y="47848"/>
                      <a:pt x="47540" y="47565"/>
                      <a:pt x="46300" y="47280"/>
                    </a:cubicBezTo>
                    <a:cubicBezTo>
                      <a:pt x="44697" y="46905"/>
                      <a:pt x="43152" y="46400"/>
                      <a:pt x="41597" y="45868"/>
                    </a:cubicBezTo>
                    <a:cubicBezTo>
                      <a:pt x="41300" y="45765"/>
                      <a:pt x="41002" y="45665"/>
                      <a:pt x="40705" y="45565"/>
                    </a:cubicBezTo>
                    <a:cubicBezTo>
                      <a:pt x="40285" y="45425"/>
                      <a:pt x="39862" y="45280"/>
                      <a:pt x="39442" y="45135"/>
                    </a:cubicBezTo>
                    <a:cubicBezTo>
                      <a:pt x="39380" y="45112"/>
                      <a:pt x="39380" y="45112"/>
                      <a:pt x="39055" y="45008"/>
                    </a:cubicBezTo>
                    <a:cubicBezTo>
                      <a:pt x="38525" y="44820"/>
                      <a:pt x="38157" y="44663"/>
                      <a:pt x="37780" y="44240"/>
                    </a:cubicBezTo>
                    <a:cubicBezTo>
                      <a:pt x="37480" y="43582"/>
                      <a:pt x="37392" y="43040"/>
                      <a:pt x="37605" y="42355"/>
                    </a:cubicBezTo>
                    <a:cubicBezTo>
                      <a:pt x="37987" y="41897"/>
                      <a:pt x="38395" y="41515"/>
                      <a:pt x="38850" y="41130"/>
                    </a:cubicBezTo>
                    <a:cubicBezTo>
                      <a:pt x="39340" y="40618"/>
                      <a:pt x="39557" y="40210"/>
                      <a:pt x="39877" y="39587"/>
                    </a:cubicBezTo>
                    <a:cubicBezTo>
                      <a:pt x="40450" y="38668"/>
                      <a:pt x="40450" y="38668"/>
                      <a:pt x="41062" y="38420"/>
                    </a:cubicBezTo>
                    <a:cubicBezTo>
                      <a:pt x="41627" y="38353"/>
                      <a:pt x="42162" y="38345"/>
                      <a:pt x="42730" y="38362"/>
                    </a:cubicBezTo>
                    <a:cubicBezTo>
                      <a:pt x="42942" y="38360"/>
                      <a:pt x="43152" y="38358"/>
                      <a:pt x="43370" y="38358"/>
                    </a:cubicBezTo>
                    <a:cubicBezTo>
                      <a:pt x="44067" y="38353"/>
                      <a:pt x="44762" y="38362"/>
                      <a:pt x="45457" y="38373"/>
                    </a:cubicBezTo>
                    <a:cubicBezTo>
                      <a:pt x="45942" y="38373"/>
                      <a:pt x="46425" y="38370"/>
                      <a:pt x="46910" y="38368"/>
                    </a:cubicBezTo>
                    <a:cubicBezTo>
                      <a:pt x="48053" y="38362"/>
                      <a:pt x="49195" y="38368"/>
                      <a:pt x="50337" y="38378"/>
                    </a:cubicBezTo>
                    <a:cubicBezTo>
                      <a:pt x="52507" y="38395"/>
                      <a:pt x="54678" y="38390"/>
                      <a:pt x="56847" y="38388"/>
                    </a:cubicBezTo>
                    <a:cubicBezTo>
                      <a:pt x="57560" y="38388"/>
                      <a:pt x="58272" y="38392"/>
                      <a:pt x="58985" y="38397"/>
                    </a:cubicBezTo>
                    <a:cubicBezTo>
                      <a:pt x="59420" y="38400"/>
                      <a:pt x="59857" y="38400"/>
                      <a:pt x="60293" y="38402"/>
                    </a:cubicBezTo>
                    <a:cubicBezTo>
                      <a:pt x="60490" y="38405"/>
                      <a:pt x="60690" y="38408"/>
                      <a:pt x="60895" y="38410"/>
                    </a:cubicBezTo>
                    <a:cubicBezTo>
                      <a:pt x="61077" y="38410"/>
                      <a:pt x="61260" y="38410"/>
                      <a:pt x="61447" y="38410"/>
                    </a:cubicBezTo>
                    <a:cubicBezTo>
                      <a:pt x="61605" y="38413"/>
                      <a:pt x="61762" y="38413"/>
                      <a:pt x="61925" y="38415"/>
                    </a:cubicBezTo>
                    <a:cubicBezTo>
                      <a:pt x="62472" y="38338"/>
                      <a:pt x="62715" y="38255"/>
                      <a:pt x="63105" y="37855"/>
                    </a:cubicBezTo>
                    <a:cubicBezTo>
                      <a:pt x="63182" y="37358"/>
                      <a:pt x="63212" y="36935"/>
                      <a:pt x="63210" y="36435"/>
                    </a:cubicBezTo>
                    <a:cubicBezTo>
                      <a:pt x="63210" y="36290"/>
                      <a:pt x="63212" y="36142"/>
                      <a:pt x="63215" y="35993"/>
                    </a:cubicBezTo>
                    <a:cubicBezTo>
                      <a:pt x="63222" y="35500"/>
                      <a:pt x="63222" y="35005"/>
                      <a:pt x="63225" y="34512"/>
                    </a:cubicBezTo>
                    <a:cubicBezTo>
                      <a:pt x="63227" y="34160"/>
                      <a:pt x="63232" y="33808"/>
                      <a:pt x="63235" y="33455"/>
                    </a:cubicBezTo>
                    <a:cubicBezTo>
                      <a:pt x="63245" y="32495"/>
                      <a:pt x="63250" y="31535"/>
                      <a:pt x="63255" y="30575"/>
                    </a:cubicBezTo>
                    <a:cubicBezTo>
                      <a:pt x="63260" y="29573"/>
                      <a:pt x="63270" y="28568"/>
                      <a:pt x="63277" y="27565"/>
                    </a:cubicBezTo>
                    <a:cubicBezTo>
                      <a:pt x="63290" y="25878"/>
                      <a:pt x="63300" y="24190"/>
                      <a:pt x="63307" y="22505"/>
                    </a:cubicBezTo>
                    <a:cubicBezTo>
                      <a:pt x="63317" y="20555"/>
                      <a:pt x="63332" y="18605"/>
                      <a:pt x="63350" y="16655"/>
                    </a:cubicBezTo>
                    <a:cubicBezTo>
                      <a:pt x="63365" y="14983"/>
                      <a:pt x="63377" y="13310"/>
                      <a:pt x="63387" y="11638"/>
                    </a:cubicBezTo>
                    <a:cubicBezTo>
                      <a:pt x="63392" y="10638"/>
                      <a:pt x="63400" y="9638"/>
                      <a:pt x="63410" y="8638"/>
                    </a:cubicBezTo>
                    <a:cubicBezTo>
                      <a:pt x="63418" y="7698"/>
                      <a:pt x="63425" y="6758"/>
                      <a:pt x="63425" y="5818"/>
                    </a:cubicBezTo>
                    <a:cubicBezTo>
                      <a:pt x="63428" y="5473"/>
                      <a:pt x="63430" y="5128"/>
                      <a:pt x="63435" y="4782"/>
                    </a:cubicBezTo>
                    <a:cubicBezTo>
                      <a:pt x="63440" y="4310"/>
                      <a:pt x="63440" y="3840"/>
                      <a:pt x="63440" y="3368"/>
                    </a:cubicBezTo>
                    <a:cubicBezTo>
                      <a:pt x="63442" y="3233"/>
                      <a:pt x="63445" y="3095"/>
                      <a:pt x="63447" y="2955"/>
                    </a:cubicBezTo>
                    <a:cubicBezTo>
                      <a:pt x="63440" y="1933"/>
                      <a:pt x="63267" y="1363"/>
                      <a:pt x="62605" y="605"/>
                    </a:cubicBezTo>
                    <a:cubicBezTo>
                      <a:pt x="62027" y="390"/>
                      <a:pt x="61465" y="370"/>
                      <a:pt x="60855" y="355"/>
                    </a:cubicBezTo>
                    <a:cubicBezTo>
                      <a:pt x="60672" y="348"/>
                      <a:pt x="60492" y="343"/>
                      <a:pt x="60305" y="335"/>
                    </a:cubicBezTo>
                    <a:cubicBezTo>
                      <a:pt x="59670" y="320"/>
                      <a:pt x="59037" y="318"/>
                      <a:pt x="58400" y="320"/>
                    </a:cubicBezTo>
                    <a:cubicBezTo>
                      <a:pt x="58157" y="318"/>
                      <a:pt x="57915" y="318"/>
                      <a:pt x="57665" y="318"/>
                    </a:cubicBezTo>
                    <a:cubicBezTo>
                      <a:pt x="56995" y="315"/>
                      <a:pt x="56325" y="315"/>
                      <a:pt x="55657" y="315"/>
                    </a:cubicBezTo>
                    <a:cubicBezTo>
                      <a:pt x="54932" y="315"/>
                      <a:pt x="54210" y="312"/>
                      <a:pt x="53485" y="310"/>
                    </a:cubicBezTo>
                    <a:cubicBezTo>
                      <a:pt x="51905" y="308"/>
                      <a:pt x="50325" y="305"/>
                      <a:pt x="48745" y="305"/>
                    </a:cubicBezTo>
                    <a:cubicBezTo>
                      <a:pt x="47757" y="303"/>
                      <a:pt x="46772" y="303"/>
                      <a:pt x="45785" y="303"/>
                    </a:cubicBezTo>
                    <a:cubicBezTo>
                      <a:pt x="43053" y="297"/>
                      <a:pt x="40320" y="295"/>
                      <a:pt x="37587" y="295"/>
                    </a:cubicBezTo>
                    <a:cubicBezTo>
                      <a:pt x="37500" y="295"/>
                      <a:pt x="37500" y="295"/>
                      <a:pt x="37057" y="295"/>
                    </a:cubicBezTo>
                    <a:cubicBezTo>
                      <a:pt x="36882" y="295"/>
                      <a:pt x="36707" y="295"/>
                      <a:pt x="36527" y="295"/>
                    </a:cubicBezTo>
                    <a:cubicBezTo>
                      <a:pt x="36172" y="295"/>
                      <a:pt x="35817" y="295"/>
                      <a:pt x="35462" y="295"/>
                    </a:cubicBezTo>
                    <a:cubicBezTo>
                      <a:pt x="35287" y="295"/>
                      <a:pt x="35110" y="295"/>
                      <a:pt x="34930" y="295"/>
                    </a:cubicBezTo>
                    <a:cubicBezTo>
                      <a:pt x="32075" y="293"/>
                      <a:pt x="29220" y="290"/>
                      <a:pt x="26365" y="282"/>
                    </a:cubicBezTo>
                    <a:cubicBezTo>
                      <a:pt x="23432" y="278"/>
                      <a:pt x="20500" y="275"/>
                      <a:pt x="17567" y="273"/>
                    </a:cubicBezTo>
                    <a:cubicBezTo>
                      <a:pt x="15920" y="273"/>
                      <a:pt x="14275" y="273"/>
                      <a:pt x="12630" y="267"/>
                    </a:cubicBezTo>
                    <a:cubicBezTo>
                      <a:pt x="11227" y="263"/>
                      <a:pt x="9827" y="263"/>
                      <a:pt x="8428" y="265"/>
                    </a:cubicBezTo>
                    <a:cubicBezTo>
                      <a:pt x="7712" y="265"/>
                      <a:pt x="6997" y="265"/>
                      <a:pt x="6285" y="263"/>
                    </a:cubicBezTo>
                    <a:cubicBezTo>
                      <a:pt x="5510" y="258"/>
                      <a:pt x="4735" y="260"/>
                      <a:pt x="3962" y="263"/>
                    </a:cubicBezTo>
                    <a:cubicBezTo>
                      <a:pt x="3735" y="260"/>
                      <a:pt x="3510" y="258"/>
                      <a:pt x="3275" y="258"/>
                    </a:cubicBezTo>
                    <a:cubicBezTo>
                      <a:pt x="1265" y="273"/>
                      <a:pt x="1265" y="273"/>
                      <a:pt x="605" y="1105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29" name="news_presenter vector"/>
              <p:cNvSpPr/>
              <p:nvPr/>
            </p:nvSpPr>
            <p:spPr>
              <a:xfrm>
                <a:off x="11785284" y="822058"/>
                <a:ext cx="578655" cy="568597"/>
              </a:xfrm>
              <a:custGeom>
                <a:avLst/>
                <a:gdLst/>
                <a:ahLst/>
                <a:cxnLst/>
                <a:rect l="0" t="0" r="r" b="b"/>
                <a:pathLst>
                  <a:path w="63283" h="62183" fill="norm" stroke="0">
                    <a:moveTo>
                      <a:pt x="2430" y="35"/>
                    </a:moveTo>
                    <a:cubicBezTo>
                      <a:pt x="2643" y="32"/>
                      <a:pt x="2852" y="32"/>
                      <a:pt x="3072" y="30"/>
                    </a:cubicBezTo>
                    <a:cubicBezTo>
                      <a:pt x="3305" y="32"/>
                      <a:pt x="3538" y="32"/>
                      <a:pt x="3775" y="32"/>
                    </a:cubicBezTo>
                    <a:cubicBezTo>
                      <a:pt x="3900" y="32"/>
                      <a:pt x="3900" y="32"/>
                      <a:pt x="4525" y="30"/>
                    </a:cubicBezTo>
                    <a:cubicBezTo>
                      <a:pt x="5210" y="28"/>
                      <a:pt x="5898" y="28"/>
                      <a:pt x="6582" y="30"/>
                    </a:cubicBezTo>
                    <a:cubicBezTo>
                      <a:pt x="7322" y="30"/>
                      <a:pt x="8062" y="28"/>
                      <a:pt x="8803" y="25"/>
                    </a:cubicBezTo>
                    <a:cubicBezTo>
                      <a:pt x="10253" y="22"/>
                      <a:pt x="11703" y="22"/>
                      <a:pt x="13150" y="22"/>
                    </a:cubicBezTo>
                    <a:cubicBezTo>
                      <a:pt x="14330" y="22"/>
                      <a:pt x="15508" y="22"/>
                      <a:pt x="16685" y="22"/>
                    </a:cubicBezTo>
                    <a:cubicBezTo>
                      <a:pt x="16768" y="22"/>
                      <a:pt x="16768" y="22"/>
                      <a:pt x="17193" y="22"/>
                    </a:cubicBezTo>
                    <a:cubicBezTo>
                      <a:pt x="17533" y="20"/>
                      <a:pt x="17873" y="20"/>
                      <a:pt x="18213" y="20"/>
                    </a:cubicBezTo>
                    <a:cubicBezTo>
                      <a:pt x="21405" y="17"/>
                      <a:pt x="24600" y="17"/>
                      <a:pt x="27793" y="20"/>
                    </a:cubicBezTo>
                    <a:cubicBezTo>
                      <a:pt x="30715" y="22"/>
                      <a:pt x="33635" y="17"/>
                      <a:pt x="36558" y="13"/>
                    </a:cubicBezTo>
                    <a:cubicBezTo>
                      <a:pt x="39558" y="10"/>
                      <a:pt x="42558" y="7"/>
                      <a:pt x="45555" y="7"/>
                    </a:cubicBezTo>
                    <a:cubicBezTo>
                      <a:pt x="47240" y="7"/>
                      <a:pt x="48925" y="7"/>
                      <a:pt x="50608" y="5"/>
                    </a:cubicBezTo>
                    <a:cubicBezTo>
                      <a:pt x="52043" y="0"/>
                      <a:pt x="53475" y="0"/>
                      <a:pt x="54910" y="2"/>
                    </a:cubicBezTo>
                    <a:cubicBezTo>
                      <a:pt x="55643" y="5"/>
                      <a:pt x="56373" y="5"/>
                      <a:pt x="57105" y="2"/>
                    </a:cubicBezTo>
                    <a:cubicBezTo>
                      <a:pt x="57898" y="0"/>
                      <a:pt x="58690" y="2"/>
                      <a:pt x="59483" y="5"/>
                    </a:cubicBezTo>
                    <a:cubicBezTo>
                      <a:pt x="59715" y="2"/>
                      <a:pt x="59947" y="2"/>
                      <a:pt x="60188" y="0"/>
                    </a:cubicBezTo>
                    <a:cubicBezTo>
                      <a:pt x="61075" y="7"/>
                      <a:pt x="61723" y="15"/>
                      <a:pt x="62530" y="403"/>
                    </a:cubicBezTo>
                    <a:cubicBezTo>
                      <a:pt x="63283" y="1322"/>
                      <a:pt x="63183" y="2455"/>
                      <a:pt x="63173" y="3593"/>
                    </a:cubicBezTo>
                    <a:cubicBezTo>
                      <a:pt x="63170" y="3665"/>
                      <a:pt x="63170" y="3665"/>
                      <a:pt x="63170" y="4035"/>
                    </a:cubicBezTo>
                    <a:cubicBezTo>
                      <a:pt x="63170" y="4520"/>
                      <a:pt x="63165" y="5005"/>
                      <a:pt x="63163" y="5492"/>
                    </a:cubicBezTo>
                    <a:cubicBezTo>
                      <a:pt x="63163" y="5840"/>
                      <a:pt x="63160" y="6190"/>
                      <a:pt x="63160" y="6537"/>
                    </a:cubicBezTo>
                    <a:cubicBezTo>
                      <a:pt x="63155" y="7485"/>
                      <a:pt x="63150" y="8430"/>
                      <a:pt x="63145" y="9377"/>
                    </a:cubicBezTo>
                    <a:cubicBezTo>
                      <a:pt x="63143" y="9968"/>
                      <a:pt x="63138" y="10560"/>
                      <a:pt x="63135" y="11150"/>
                    </a:cubicBezTo>
                    <a:cubicBezTo>
                      <a:pt x="63125" y="12998"/>
                      <a:pt x="63115" y="14847"/>
                      <a:pt x="63102" y="16695"/>
                    </a:cubicBezTo>
                    <a:cubicBezTo>
                      <a:pt x="63090" y="18830"/>
                      <a:pt x="63078" y="20965"/>
                      <a:pt x="63070" y="23100"/>
                    </a:cubicBezTo>
                    <a:cubicBezTo>
                      <a:pt x="63065" y="24750"/>
                      <a:pt x="63055" y="26403"/>
                      <a:pt x="63043" y="28052"/>
                    </a:cubicBezTo>
                    <a:cubicBezTo>
                      <a:pt x="63038" y="29037"/>
                      <a:pt x="63033" y="30022"/>
                      <a:pt x="63030" y="31010"/>
                    </a:cubicBezTo>
                    <a:cubicBezTo>
                      <a:pt x="63028" y="31935"/>
                      <a:pt x="63020" y="32862"/>
                      <a:pt x="63013" y="33787"/>
                    </a:cubicBezTo>
                    <a:cubicBezTo>
                      <a:pt x="63010" y="34128"/>
                      <a:pt x="63008" y="34468"/>
                      <a:pt x="63008" y="34810"/>
                    </a:cubicBezTo>
                    <a:cubicBezTo>
                      <a:pt x="63008" y="35272"/>
                      <a:pt x="63003" y="35735"/>
                      <a:pt x="62998" y="36200"/>
                    </a:cubicBezTo>
                    <a:cubicBezTo>
                      <a:pt x="62998" y="36335"/>
                      <a:pt x="63000" y="36470"/>
                      <a:pt x="63000" y="36610"/>
                    </a:cubicBezTo>
                    <a:cubicBezTo>
                      <a:pt x="62987" y="37188"/>
                      <a:pt x="62983" y="37510"/>
                      <a:pt x="62570" y="37933"/>
                    </a:cubicBezTo>
                    <a:cubicBezTo>
                      <a:pt x="62092" y="38120"/>
                      <a:pt x="61753" y="38158"/>
                      <a:pt x="61243" y="38152"/>
                    </a:cubicBezTo>
                    <a:cubicBezTo>
                      <a:pt x="61150" y="38150"/>
                      <a:pt x="61150" y="38150"/>
                      <a:pt x="60693" y="38150"/>
                    </a:cubicBezTo>
                    <a:cubicBezTo>
                      <a:pt x="60493" y="38145"/>
                      <a:pt x="60295" y="38143"/>
                      <a:pt x="60092" y="38137"/>
                    </a:cubicBezTo>
                    <a:cubicBezTo>
                      <a:pt x="59883" y="38137"/>
                      <a:pt x="59673" y="38135"/>
                      <a:pt x="59457" y="38135"/>
                    </a:cubicBezTo>
                    <a:cubicBezTo>
                      <a:pt x="59003" y="38130"/>
                      <a:pt x="58548" y="38128"/>
                      <a:pt x="58092" y="38122"/>
                    </a:cubicBezTo>
                    <a:cubicBezTo>
                      <a:pt x="56998" y="38110"/>
                      <a:pt x="55905" y="38110"/>
                      <a:pt x="54812" y="38110"/>
                    </a:cubicBezTo>
                    <a:cubicBezTo>
                      <a:pt x="53135" y="38107"/>
                      <a:pt x="51457" y="38102"/>
                      <a:pt x="49780" y="38080"/>
                    </a:cubicBezTo>
                    <a:cubicBezTo>
                      <a:pt x="48525" y="38065"/>
                      <a:pt x="47273" y="38062"/>
                      <a:pt x="46018" y="38067"/>
                    </a:cubicBezTo>
                    <a:cubicBezTo>
                      <a:pt x="45540" y="38067"/>
                      <a:pt x="45062" y="38062"/>
                      <a:pt x="44585" y="38052"/>
                    </a:cubicBezTo>
                    <a:cubicBezTo>
                      <a:pt x="40935" y="37985"/>
                      <a:pt x="40935" y="37985"/>
                      <a:pt x="40030" y="38598"/>
                    </a:cubicBezTo>
                    <a:cubicBezTo>
                      <a:pt x="39380" y="39255"/>
                      <a:pt x="39035" y="40015"/>
                      <a:pt x="38645" y="40848"/>
                    </a:cubicBezTo>
                    <a:cubicBezTo>
                      <a:pt x="38258" y="41255"/>
                      <a:pt x="38258" y="41255"/>
                      <a:pt x="37913" y="41535"/>
                    </a:cubicBezTo>
                    <a:cubicBezTo>
                      <a:pt x="37457" y="41963"/>
                      <a:pt x="37303" y="42237"/>
                      <a:pt x="37255" y="42865"/>
                    </a:cubicBezTo>
                    <a:cubicBezTo>
                      <a:pt x="37418" y="43713"/>
                      <a:pt x="37725" y="44095"/>
                      <a:pt x="38395" y="44598"/>
                    </a:cubicBezTo>
                    <a:cubicBezTo>
                      <a:pt x="38870" y="44840"/>
                      <a:pt x="39358" y="45002"/>
                      <a:pt x="39865" y="45162"/>
                    </a:cubicBezTo>
                    <a:cubicBezTo>
                      <a:pt x="40005" y="45210"/>
                      <a:pt x="40148" y="45255"/>
                      <a:pt x="40293" y="45305"/>
                    </a:cubicBezTo>
                    <a:cubicBezTo>
                      <a:pt x="40592" y="45402"/>
                      <a:pt x="40890" y="45500"/>
                      <a:pt x="41190" y="45595"/>
                    </a:cubicBezTo>
                    <a:cubicBezTo>
                      <a:pt x="41638" y="45737"/>
                      <a:pt x="42085" y="45885"/>
                      <a:pt x="42533" y="46032"/>
                    </a:cubicBezTo>
                    <a:cubicBezTo>
                      <a:pt x="44175" y="46570"/>
                      <a:pt x="45812" y="47032"/>
                      <a:pt x="47500" y="47398"/>
                    </a:cubicBezTo>
                    <a:cubicBezTo>
                      <a:pt x="48615" y="47745"/>
                      <a:pt x="49477" y="48400"/>
                      <a:pt x="50145" y="49348"/>
                    </a:cubicBezTo>
                    <a:cubicBezTo>
                      <a:pt x="50983" y="51148"/>
                      <a:pt x="51110" y="53072"/>
                      <a:pt x="51288" y="55020"/>
                    </a:cubicBezTo>
                    <a:cubicBezTo>
                      <a:pt x="51328" y="55472"/>
                      <a:pt x="51373" y="55922"/>
                      <a:pt x="51415" y="56372"/>
                    </a:cubicBezTo>
                    <a:cubicBezTo>
                      <a:pt x="51445" y="56650"/>
                      <a:pt x="51470" y="56930"/>
                      <a:pt x="51495" y="57208"/>
                    </a:cubicBezTo>
                    <a:cubicBezTo>
                      <a:pt x="51588" y="58148"/>
                      <a:pt x="51822" y="58960"/>
                      <a:pt x="52145" y="59848"/>
                    </a:cubicBezTo>
                    <a:cubicBezTo>
                      <a:pt x="52293" y="59852"/>
                      <a:pt x="52440" y="59857"/>
                      <a:pt x="52592" y="59862"/>
                    </a:cubicBezTo>
                    <a:cubicBezTo>
                      <a:pt x="53263" y="59887"/>
                      <a:pt x="53930" y="59915"/>
                      <a:pt x="54600" y="59942"/>
                    </a:cubicBezTo>
                    <a:cubicBezTo>
                      <a:pt x="54830" y="59950"/>
                      <a:pt x="55062" y="59958"/>
                      <a:pt x="55303" y="59965"/>
                    </a:cubicBezTo>
                    <a:cubicBezTo>
                      <a:pt x="55415" y="59970"/>
                      <a:pt x="55415" y="59970"/>
                      <a:pt x="55977" y="59995"/>
                    </a:cubicBezTo>
                    <a:cubicBezTo>
                      <a:pt x="56185" y="60002"/>
                      <a:pt x="56390" y="60010"/>
                      <a:pt x="56602" y="60020"/>
                    </a:cubicBezTo>
                    <a:cubicBezTo>
                      <a:pt x="57170" y="60102"/>
                      <a:pt x="57453" y="60243"/>
                      <a:pt x="57895" y="60598"/>
                    </a:cubicBezTo>
                    <a:cubicBezTo>
                      <a:pt x="57850" y="61067"/>
                      <a:pt x="57850" y="61067"/>
                      <a:pt x="57645" y="61598"/>
                    </a:cubicBezTo>
                    <a:cubicBezTo>
                      <a:pt x="56575" y="62183"/>
                      <a:pt x="55572" y="62170"/>
                      <a:pt x="54375" y="62162"/>
                    </a:cubicBezTo>
                    <a:cubicBezTo>
                      <a:pt x="54273" y="62162"/>
                      <a:pt x="54273" y="62162"/>
                      <a:pt x="53763" y="62165"/>
                    </a:cubicBezTo>
                    <a:cubicBezTo>
                      <a:pt x="53085" y="62167"/>
                      <a:pt x="52408" y="62165"/>
                      <a:pt x="51730" y="62162"/>
                    </a:cubicBezTo>
                    <a:cubicBezTo>
                      <a:pt x="51245" y="62165"/>
                      <a:pt x="50758" y="62165"/>
                      <a:pt x="50273" y="62165"/>
                    </a:cubicBezTo>
                    <a:cubicBezTo>
                      <a:pt x="49090" y="62167"/>
                      <a:pt x="47908" y="62167"/>
                      <a:pt x="46725" y="62167"/>
                    </a:cubicBezTo>
                    <a:cubicBezTo>
                      <a:pt x="45765" y="62165"/>
                      <a:pt x="44803" y="62165"/>
                      <a:pt x="43842" y="62165"/>
                    </a:cubicBezTo>
                    <a:cubicBezTo>
                      <a:pt x="43705" y="62165"/>
                      <a:pt x="43570" y="62165"/>
                      <a:pt x="43428" y="62165"/>
                    </a:cubicBezTo>
                    <a:cubicBezTo>
                      <a:pt x="43150" y="62165"/>
                      <a:pt x="42873" y="62165"/>
                      <a:pt x="42595" y="62165"/>
                    </a:cubicBezTo>
                    <a:cubicBezTo>
                      <a:pt x="39987" y="62167"/>
                      <a:pt x="37383" y="62165"/>
                      <a:pt x="34775" y="62162"/>
                    </a:cubicBezTo>
                    <a:cubicBezTo>
                      <a:pt x="32540" y="62160"/>
                      <a:pt x="30305" y="62162"/>
                      <a:pt x="28070" y="62165"/>
                    </a:cubicBezTo>
                    <a:cubicBezTo>
                      <a:pt x="25473" y="62167"/>
                      <a:pt x="22878" y="62167"/>
                      <a:pt x="20280" y="62165"/>
                    </a:cubicBezTo>
                    <a:cubicBezTo>
                      <a:pt x="20003" y="62165"/>
                      <a:pt x="19725" y="62165"/>
                      <a:pt x="19447" y="62165"/>
                    </a:cubicBezTo>
                    <a:cubicBezTo>
                      <a:pt x="19312" y="62165"/>
                      <a:pt x="19175" y="62165"/>
                      <a:pt x="19035" y="62165"/>
                    </a:cubicBezTo>
                    <a:cubicBezTo>
                      <a:pt x="18075" y="62165"/>
                      <a:pt x="17118" y="62165"/>
                      <a:pt x="16158" y="62167"/>
                    </a:cubicBezTo>
                    <a:cubicBezTo>
                      <a:pt x="14865" y="62167"/>
                      <a:pt x="13572" y="62167"/>
                      <a:pt x="12280" y="62165"/>
                    </a:cubicBezTo>
                    <a:cubicBezTo>
                      <a:pt x="11808" y="62162"/>
                      <a:pt x="11332" y="62165"/>
                      <a:pt x="10858" y="62165"/>
                    </a:cubicBezTo>
                    <a:cubicBezTo>
                      <a:pt x="10210" y="62167"/>
                      <a:pt x="9565" y="62165"/>
                      <a:pt x="8918" y="62162"/>
                    </a:cubicBezTo>
                    <a:cubicBezTo>
                      <a:pt x="8822" y="62162"/>
                      <a:pt x="8822" y="62162"/>
                      <a:pt x="8348" y="62165"/>
                    </a:cubicBezTo>
                    <a:cubicBezTo>
                      <a:pt x="7330" y="62158"/>
                      <a:pt x="6548" y="62090"/>
                      <a:pt x="5645" y="61598"/>
                    </a:cubicBezTo>
                    <a:cubicBezTo>
                      <a:pt x="5443" y="61067"/>
                      <a:pt x="5443" y="61067"/>
                      <a:pt x="5395" y="60598"/>
                    </a:cubicBezTo>
                    <a:cubicBezTo>
                      <a:pt x="6030" y="60088"/>
                      <a:pt x="6508" y="60025"/>
                      <a:pt x="7312" y="59995"/>
                    </a:cubicBezTo>
                    <a:cubicBezTo>
                      <a:pt x="7535" y="59985"/>
                      <a:pt x="7760" y="59975"/>
                      <a:pt x="7990" y="59965"/>
                    </a:cubicBezTo>
                    <a:cubicBezTo>
                      <a:pt x="8105" y="59963"/>
                      <a:pt x="8105" y="59963"/>
                      <a:pt x="8693" y="59942"/>
                    </a:cubicBezTo>
                    <a:cubicBezTo>
                      <a:pt x="8928" y="59933"/>
                      <a:pt x="9163" y="59922"/>
                      <a:pt x="9405" y="59912"/>
                    </a:cubicBezTo>
                    <a:cubicBezTo>
                      <a:pt x="9985" y="59890"/>
                      <a:pt x="10565" y="59868"/>
                      <a:pt x="11145" y="59848"/>
                    </a:cubicBezTo>
                    <a:cubicBezTo>
                      <a:pt x="11520" y="58820"/>
                      <a:pt x="11737" y="57893"/>
                      <a:pt x="11832" y="56805"/>
                    </a:cubicBezTo>
                    <a:cubicBezTo>
                      <a:pt x="11862" y="56512"/>
                      <a:pt x="11890" y="56220"/>
                      <a:pt x="11920" y="55927"/>
                    </a:cubicBezTo>
                    <a:cubicBezTo>
                      <a:pt x="11963" y="55475"/>
                      <a:pt x="12005" y="55023"/>
                      <a:pt x="12045" y="54570"/>
                    </a:cubicBezTo>
                    <a:cubicBezTo>
                      <a:pt x="12498" y="49695"/>
                      <a:pt x="12498" y="49695"/>
                      <a:pt x="13957" y="48395"/>
                    </a:cubicBezTo>
                    <a:cubicBezTo>
                      <a:pt x="14980" y="47592"/>
                      <a:pt x="15960" y="47310"/>
                      <a:pt x="17200" y="47023"/>
                    </a:cubicBezTo>
                    <a:cubicBezTo>
                      <a:pt x="18800" y="46650"/>
                      <a:pt x="20348" y="46145"/>
                      <a:pt x="21903" y="45610"/>
                    </a:cubicBezTo>
                    <a:cubicBezTo>
                      <a:pt x="22200" y="45510"/>
                      <a:pt x="22498" y="45410"/>
                      <a:pt x="22795" y="45310"/>
                    </a:cubicBezTo>
                    <a:cubicBezTo>
                      <a:pt x="23215" y="45167"/>
                      <a:pt x="23638" y="45025"/>
                      <a:pt x="24058" y="44880"/>
                    </a:cubicBezTo>
                    <a:cubicBezTo>
                      <a:pt x="24185" y="44838"/>
                      <a:pt x="24312" y="44795"/>
                      <a:pt x="24445" y="44750"/>
                    </a:cubicBezTo>
                    <a:cubicBezTo>
                      <a:pt x="24973" y="44565"/>
                      <a:pt x="25345" y="44405"/>
                      <a:pt x="25723" y="43985"/>
                    </a:cubicBezTo>
                    <a:cubicBezTo>
                      <a:pt x="26003" y="43357"/>
                      <a:pt x="26028" y="42762"/>
                      <a:pt x="25895" y="42098"/>
                    </a:cubicBezTo>
                    <a:cubicBezTo>
                      <a:pt x="25590" y="41655"/>
                      <a:pt x="25338" y="41340"/>
                      <a:pt x="24957" y="40972"/>
                    </a:cubicBezTo>
                    <a:cubicBezTo>
                      <a:pt x="24783" y="40795"/>
                      <a:pt x="24605" y="40615"/>
                      <a:pt x="24430" y="40435"/>
                    </a:cubicBezTo>
                    <a:cubicBezTo>
                      <a:pt x="24345" y="40348"/>
                      <a:pt x="24260" y="40262"/>
                      <a:pt x="24173" y="40172"/>
                    </a:cubicBezTo>
                    <a:cubicBezTo>
                      <a:pt x="23875" y="39825"/>
                      <a:pt x="23703" y="39477"/>
                      <a:pt x="23493" y="39072"/>
                    </a:cubicBezTo>
                    <a:cubicBezTo>
                      <a:pt x="23175" y="38595"/>
                      <a:pt x="23013" y="38385"/>
                      <a:pt x="22460" y="38210"/>
                    </a:cubicBezTo>
                    <a:cubicBezTo>
                      <a:pt x="21900" y="38158"/>
                      <a:pt x="21360" y="38152"/>
                      <a:pt x="20798" y="38162"/>
                    </a:cubicBezTo>
                    <a:cubicBezTo>
                      <a:pt x="20588" y="38162"/>
                      <a:pt x="20375" y="38160"/>
                      <a:pt x="20158" y="38158"/>
                    </a:cubicBezTo>
                    <a:cubicBezTo>
                      <a:pt x="19460" y="38152"/>
                      <a:pt x="18765" y="38160"/>
                      <a:pt x="18068" y="38165"/>
                    </a:cubicBezTo>
                    <a:cubicBezTo>
                      <a:pt x="17582" y="38162"/>
                      <a:pt x="17098" y="38160"/>
                      <a:pt x="16612" y="38158"/>
                    </a:cubicBezTo>
                    <a:cubicBezTo>
                      <a:pt x="15467" y="38152"/>
                      <a:pt x="14325" y="38152"/>
                      <a:pt x="13180" y="38158"/>
                    </a:cubicBezTo>
                    <a:cubicBezTo>
                      <a:pt x="11008" y="38165"/>
                      <a:pt x="8835" y="38158"/>
                      <a:pt x="6663" y="38150"/>
                    </a:cubicBezTo>
                    <a:cubicBezTo>
                      <a:pt x="5950" y="38150"/>
                      <a:pt x="5235" y="38152"/>
                      <a:pt x="4520" y="38155"/>
                    </a:cubicBezTo>
                    <a:cubicBezTo>
                      <a:pt x="4085" y="38155"/>
                      <a:pt x="3648" y="38155"/>
                      <a:pt x="3213" y="38155"/>
                    </a:cubicBezTo>
                    <a:cubicBezTo>
                      <a:pt x="3013" y="38158"/>
                      <a:pt x="2812" y="38158"/>
                      <a:pt x="2608" y="38160"/>
                    </a:cubicBezTo>
                    <a:cubicBezTo>
                      <a:pt x="2425" y="38160"/>
                      <a:pt x="2243" y="38160"/>
                      <a:pt x="2055" y="38158"/>
                    </a:cubicBezTo>
                    <a:cubicBezTo>
                      <a:pt x="1898" y="38158"/>
                      <a:pt x="1737" y="38160"/>
                      <a:pt x="1575" y="38160"/>
                    </a:cubicBezTo>
                    <a:cubicBezTo>
                      <a:pt x="1055" y="38085"/>
                      <a:pt x="790" y="37945"/>
                      <a:pt x="395" y="37598"/>
                    </a:cubicBezTo>
                    <a:cubicBezTo>
                      <a:pt x="0" y="35960"/>
                      <a:pt x="108" y="34225"/>
                      <a:pt x="110" y="32548"/>
                    </a:cubicBezTo>
                    <a:cubicBezTo>
                      <a:pt x="108" y="32215"/>
                      <a:pt x="108" y="31882"/>
                      <a:pt x="108" y="31550"/>
                    </a:cubicBezTo>
                    <a:cubicBezTo>
                      <a:pt x="105" y="30647"/>
                      <a:pt x="105" y="29748"/>
                      <a:pt x="105" y="28847"/>
                    </a:cubicBezTo>
                    <a:cubicBezTo>
                      <a:pt x="102" y="28282"/>
                      <a:pt x="102" y="27720"/>
                      <a:pt x="102" y="27158"/>
                    </a:cubicBezTo>
                    <a:cubicBezTo>
                      <a:pt x="100" y="25190"/>
                      <a:pt x="100" y="23225"/>
                      <a:pt x="100" y="21260"/>
                    </a:cubicBezTo>
                    <a:cubicBezTo>
                      <a:pt x="100" y="19427"/>
                      <a:pt x="98" y="17597"/>
                      <a:pt x="92" y="15765"/>
                    </a:cubicBezTo>
                    <a:cubicBezTo>
                      <a:pt x="90" y="14190"/>
                      <a:pt x="88" y="12617"/>
                      <a:pt x="88" y="11042"/>
                    </a:cubicBezTo>
                    <a:cubicBezTo>
                      <a:pt x="88" y="10102"/>
                      <a:pt x="88" y="9162"/>
                      <a:pt x="85" y="8225"/>
                    </a:cubicBezTo>
                    <a:cubicBezTo>
                      <a:pt x="82" y="7340"/>
                      <a:pt x="82" y="6457"/>
                      <a:pt x="85" y="5575"/>
                    </a:cubicBezTo>
                    <a:cubicBezTo>
                      <a:pt x="85" y="5252"/>
                      <a:pt x="85" y="4927"/>
                      <a:pt x="82" y="4605"/>
                    </a:cubicBezTo>
                    <a:cubicBezTo>
                      <a:pt x="80" y="4162"/>
                      <a:pt x="82" y="3720"/>
                      <a:pt x="85" y="3278"/>
                    </a:cubicBezTo>
                    <a:cubicBezTo>
                      <a:pt x="82" y="3030"/>
                      <a:pt x="82" y="2782"/>
                      <a:pt x="82" y="2528"/>
                    </a:cubicBezTo>
                    <a:cubicBezTo>
                      <a:pt x="163" y="1672"/>
                      <a:pt x="298" y="897"/>
                      <a:pt x="975" y="317"/>
                    </a:cubicBezTo>
                    <a:cubicBezTo>
                      <a:pt x="1493" y="47"/>
                      <a:pt x="1845" y="35"/>
                      <a:pt x="2430" y="35"/>
                    </a:cubicBezTo>
                    <a:close/>
                    <a:moveTo>
                      <a:pt x="895" y="847"/>
                    </a:moveTo>
                    <a:cubicBezTo>
                      <a:pt x="548" y="1530"/>
                      <a:pt x="610" y="2285"/>
                      <a:pt x="615" y="3032"/>
                    </a:cubicBezTo>
                    <a:cubicBezTo>
                      <a:pt x="612" y="3177"/>
                      <a:pt x="612" y="3322"/>
                      <a:pt x="612" y="3472"/>
                    </a:cubicBezTo>
                    <a:cubicBezTo>
                      <a:pt x="612" y="3960"/>
                      <a:pt x="612" y="4447"/>
                      <a:pt x="612" y="4935"/>
                    </a:cubicBezTo>
                    <a:cubicBezTo>
                      <a:pt x="612" y="5282"/>
                      <a:pt x="612" y="5632"/>
                      <a:pt x="612" y="5983"/>
                    </a:cubicBezTo>
                    <a:cubicBezTo>
                      <a:pt x="610" y="6930"/>
                      <a:pt x="612" y="7877"/>
                      <a:pt x="612" y="8828"/>
                    </a:cubicBezTo>
                    <a:cubicBezTo>
                      <a:pt x="612" y="9817"/>
                      <a:pt x="612" y="10810"/>
                      <a:pt x="612" y="11800"/>
                    </a:cubicBezTo>
                    <a:cubicBezTo>
                      <a:pt x="612" y="13465"/>
                      <a:pt x="612" y="15130"/>
                      <a:pt x="612" y="16795"/>
                    </a:cubicBezTo>
                    <a:cubicBezTo>
                      <a:pt x="615" y="18722"/>
                      <a:pt x="615" y="20647"/>
                      <a:pt x="612" y="22575"/>
                    </a:cubicBezTo>
                    <a:cubicBezTo>
                      <a:pt x="612" y="24227"/>
                      <a:pt x="612" y="25880"/>
                      <a:pt x="612" y="27532"/>
                    </a:cubicBezTo>
                    <a:cubicBezTo>
                      <a:pt x="612" y="28520"/>
                      <a:pt x="612" y="29507"/>
                      <a:pt x="612" y="30495"/>
                    </a:cubicBezTo>
                    <a:cubicBezTo>
                      <a:pt x="610" y="31422"/>
                      <a:pt x="612" y="32350"/>
                      <a:pt x="612" y="33278"/>
                    </a:cubicBezTo>
                    <a:cubicBezTo>
                      <a:pt x="612" y="33620"/>
                      <a:pt x="612" y="33960"/>
                      <a:pt x="612" y="34302"/>
                    </a:cubicBezTo>
                    <a:cubicBezTo>
                      <a:pt x="612" y="34768"/>
                      <a:pt x="612" y="35232"/>
                      <a:pt x="615" y="35695"/>
                    </a:cubicBezTo>
                    <a:cubicBezTo>
                      <a:pt x="612" y="35832"/>
                      <a:pt x="612" y="35968"/>
                      <a:pt x="612" y="36107"/>
                    </a:cubicBezTo>
                    <a:cubicBezTo>
                      <a:pt x="615" y="36695"/>
                      <a:pt x="630" y="37065"/>
                      <a:pt x="895" y="37598"/>
                    </a:cubicBezTo>
                    <a:cubicBezTo>
                      <a:pt x="2080" y="37960"/>
                      <a:pt x="3418" y="37882"/>
                      <a:pt x="4643" y="37872"/>
                    </a:cubicBezTo>
                    <a:cubicBezTo>
                      <a:pt x="4737" y="37872"/>
                      <a:pt x="4737" y="37872"/>
                      <a:pt x="5220" y="37872"/>
                    </a:cubicBezTo>
                    <a:cubicBezTo>
                      <a:pt x="5633" y="37870"/>
                      <a:pt x="6045" y="37870"/>
                      <a:pt x="6457" y="37868"/>
                    </a:cubicBezTo>
                    <a:cubicBezTo>
                      <a:pt x="7110" y="37865"/>
                      <a:pt x="7763" y="37862"/>
                      <a:pt x="8415" y="37862"/>
                    </a:cubicBezTo>
                    <a:cubicBezTo>
                      <a:pt x="9800" y="37857"/>
                      <a:pt x="11183" y="37852"/>
                      <a:pt x="12568" y="37848"/>
                    </a:cubicBezTo>
                    <a:cubicBezTo>
                      <a:pt x="14175" y="37842"/>
                      <a:pt x="15783" y="37838"/>
                      <a:pt x="17388" y="37835"/>
                    </a:cubicBezTo>
                    <a:cubicBezTo>
                      <a:pt x="18030" y="37832"/>
                      <a:pt x="18673" y="37830"/>
                      <a:pt x="19315" y="37827"/>
                    </a:cubicBezTo>
                    <a:cubicBezTo>
                      <a:pt x="19710" y="37825"/>
                      <a:pt x="20102" y="37825"/>
                      <a:pt x="20498" y="37825"/>
                    </a:cubicBezTo>
                    <a:cubicBezTo>
                      <a:pt x="20675" y="37822"/>
                      <a:pt x="20852" y="37822"/>
                      <a:pt x="21038" y="37820"/>
                    </a:cubicBezTo>
                    <a:cubicBezTo>
                      <a:pt x="22675" y="37820"/>
                      <a:pt x="22675" y="37820"/>
                      <a:pt x="23395" y="38098"/>
                    </a:cubicBezTo>
                    <a:cubicBezTo>
                      <a:pt x="23778" y="38625"/>
                      <a:pt x="23778" y="38625"/>
                      <a:pt x="24130" y="39285"/>
                    </a:cubicBezTo>
                    <a:cubicBezTo>
                      <a:pt x="24550" y="40045"/>
                      <a:pt x="24953" y="40725"/>
                      <a:pt x="25600" y="41317"/>
                    </a:cubicBezTo>
                    <a:cubicBezTo>
                      <a:pt x="25967" y="41660"/>
                      <a:pt x="26150" y="41857"/>
                      <a:pt x="26380" y="42317"/>
                    </a:cubicBezTo>
                    <a:cubicBezTo>
                      <a:pt x="26405" y="43190"/>
                      <a:pt x="26403" y="43855"/>
                      <a:pt x="25895" y="44598"/>
                    </a:cubicBezTo>
                    <a:cubicBezTo>
                      <a:pt x="25190" y="45018"/>
                      <a:pt x="24430" y="45222"/>
                      <a:pt x="23648" y="45447"/>
                    </a:cubicBezTo>
                    <a:cubicBezTo>
                      <a:pt x="23048" y="45628"/>
                      <a:pt x="22457" y="45827"/>
                      <a:pt x="21868" y="46030"/>
                    </a:cubicBezTo>
                    <a:cubicBezTo>
                      <a:pt x="17963" y="47362"/>
                      <a:pt x="17963" y="47362"/>
                      <a:pt x="16322" y="47737"/>
                    </a:cubicBezTo>
                    <a:cubicBezTo>
                      <a:pt x="15163" y="48040"/>
                      <a:pt x="14345" y="48532"/>
                      <a:pt x="13610" y="49480"/>
                    </a:cubicBezTo>
                    <a:cubicBezTo>
                      <a:pt x="12938" y="50637"/>
                      <a:pt x="12773" y="51748"/>
                      <a:pt x="12638" y="53062"/>
                    </a:cubicBezTo>
                    <a:cubicBezTo>
                      <a:pt x="12615" y="53248"/>
                      <a:pt x="12595" y="53435"/>
                      <a:pt x="12572" y="53625"/>
                    </a:cubicBezTo>
                    <a:cubicBezTo>
                      <a:pt x="12508" y="54215"/>
                      <a:pt x="12443" y="54805"/>
                      <a:pt x="12380" y="55395"/>
                    </a:cubicBezTo>
                    <a:cubicBezTo>
                      <a:pt x="12315" y="55987"/>
                      <a:pt x="12250" y="56580"/>
                      <a:pt x="12185" y="57175"/>
                    </a:cubicBezTo>
                    <a:cubicBezTo>
                      <a:pt x="12143" y="57542"/>
                      <a:pt x="12102" y="57910"/>
                      <a:pt x="12062" y="58278"/>
                    </a:cubicBezTo>
                    <a:cubicBezTo>
                      <a:pt x="12055" y="58360"/>
                      <a:pt x="12055" y="58360"/>
                      <a:pt x="12008" y="58782"/>
                    </a:cubicBezTo>
                    <a:cubicBezTo>
                      <a:pt x="11993" y="58927"/>
                      <a:pt x="11977" y="59072"/>
                      <a:pt x="11960" y="59225"/>
                    </a:cubicBezTo>
                    <a:cubicBezTo>
                      <a:pt x="11895" y="59598"/>
                      <a:pt x="11895" y="59598"/>
                      <a:pt x="11645" y="60098"/>
                    </a:cubicBezTo>
                    <a:cubicBezTo>
                      <a:pt x="11030" y="60393"/>
                      <a:pt x="10403" y="60398"/>
                      <a:pt x="9727" y="60427"/>
                    </a:cubicBezTo>
                    <a:cubicBezTo>
                      <a:pt x="9618" y="60433"/>
                      <a:pt x="9618" y="60433"/>
                      <a:pt x="9053" y="60460"/>
                    </a:cubicBezTo>
                    <a:cubicBezTo>
                      <a:pt x="8820" y="60470"/>
                      <a:pt x="8588" y="60480"/>
                      <a:pt x="8350" y="60490"/>
                    </a:cubicBezTo>
                    <a:cubicBezTo>
                      <a:pt x="8230" y="60495"/>
                      <a:pt x="8230" y="60495"/>
                      <a:pt x="7638" y="60523"/>
                    </a:cubicBezTo>
                    <a:cubicBezTo>
                      <a:pt x="7055" y="60547"/>
                      <a:pt x="6475" y="60575"/>
                      <a:pt x="5895" y="60598"/>
                    </a:cubicBezTo>
                    <a:cubicBezTo>
                      <a:pt x="5895" y="60845"/>
                      <a:pt x="5895" y="61092"/>
                      <a:pt x="5895" y="61348"/>
                    </a:cubicBezTo>
                    <a:cubicBezTo>
                      <a:pt x="6425" y="61612"/>
                      <a:pt x="6663" y="61630"/>
                      <a:pt x="7245" y="61630"/>
                    </a:cubicBezTo>
                    <a:cubicBezTo>
                      <a:pt x="7420" y="61630"/>
                      <a:pt x="7598" y="61632"/>
                      <a:pt x="7780" y="61632"/>
                    </a:cubicBezTo>
                    <a:cubicBezTo>
                      <a:pt x="7975" y="61632"/>
                      <a:pt x="8170" y="61630"/>
                      <a:pt x="8370" y="61630"/>
                    </a:cubicBezTo>
                    <a:cubicBezTo>
                      <a:pt x="8575" y="61630"/>
                      <a:pt x="8783" y="61630"/>
                      <a:pt x="8995" y="61632"/>
                    </a:cubicBezTo>
                    <a:cubicBezTo>
                      <a:pt x="9690" y="61632"/>
                      <a:pt x="10385" y="61632"/>
                      <a:pt x="11080" y="61630"/>
                    </a:cubicBezTo>
                    <a:cubicBezTo>
                      <a:pt x="11578" y="61632"/>
                      <a:pt x="12075" y="61632"/>
                      <a:pt x="12570" y="61632"/>
                    </a:cubicBezTo>
                    <a:cubicBezTo>
                      <a:pt x="13783" y="61632"/>
                      <a:pt x="14995" y="61632"/>
                      <a:pt x="16205" y="61632"/>
                    </a:cubicBezTo>
                    <a:cubicBezTo>
                      <a:pt x="17190" y="61632"/>
                      <a:pt x="18175" y="61632"/>
                      <a:pt x="19160" y="61632"/>
                    </a:cubicBezTo>
                    <a:cubicBezTo>
                      <a:pt x="19300" y="61632"/>
                      <a:pt x="19438" y="61632"/>
                      <a:pt x="19582" y="61632"/>
                    </a:cubicBezTo>
                    <a:cubicBezTo>
                      <a:pt x="19868" y="61632"/>
                      <a:pt x="20153" y="61632"/>
                      <a:pt x="20435" y="61632"/>
                    </a:cubicBezTo>
                    <a:cubicBezTo>
                      <a:pt x="23102" y="61632"/>
                      <a:pt x="25770" y="61632"/>
                      <a:pt x="28438" y="61630"/>
                    </a:cubicBezTo>
                    <a:cubicBezTo>
                      <a:pt x="30727" y="61630"/>
                      <a:pt x="33020" y="61630"/>
                      <a:pt x="35310" y="61630"/>
                    </a:cubicBezTo>
                    <a:cubicBezTo>
                      <a:pt x="37967" y="61632"/>
                      <a:pt x="40625" y="61632"/>
                      <a:pt x="43283" y="61632"/>
                    </a:cubicBezTo>
                    <a:cubicBezTo>
                      <a:pt x="43565" y="61632"/>
                      <a:pt x="43850" y="61632"/>
                      <a:pt x="44133" y="61632"/>
                    </a:cubicBezTo>
                    <a:cubicBezTo>
                      <a:pt x="44203" y="61632"/>
                      <a:pt x="44203" y="61632"/>
                      <a:pt x="44555" y="61632"/>
                    </a:cubicBezTo>
                    <a:cubicBezTo>
                      <a:pt x="45538" y="61632"/>
                      <a:pt x="46523" y="61632"/>
                      <a:pt x="47505" y="61632"/>
                    </a:cubicBezTo>
                    <a:cubicBezTo>
                      <a:pt x="48705" y="61632"/>
                      <a:pt x="49903" y="61632"/>
                      <a:pt x="51100" y="61632"/>
                    </a:cubicBezTo>
                    <a:cubicBezTo>
                      <a:pt x="51713" y="61630"/>
                      <a:pt x="52322" y="61630"/>
                      <a:pt x="52935" y="61632"/>
                    </a:cubicBezTo>
                    <a:cubicBezTo>
                      <a:pt x="53598" y="61632"/>
                      <a:pt x="54260" y="61632"/>
                      <a:pt x="54923" y="61630"/>
                    </a:cubicBezTo>
                    <a:cubicBezTo>
                      <a:pt x="55118" y="61630"/>
                      <a:pt x="55310" y="61632"/>
                      <a:pt x="55513" y="61632"/>
                    </a:cubicBezTo>
                    <a:cubicBezTo>
                      <a:pt x="55688" y="61632"/>
                      <a:pt x="55865" y="61630"/>
                      <a:pt x="56048" y="61630"/>
                    </a:cubicBezTo>
                    <a:cubicBezTo>
                      <a:pt x="56200" y="61630"/>
                      <a:pt x="56352" y="61630"/>
                      <a:pt x="56510" y="61630"/>
                    </a:cubicBezTo>
                    <a:cubicBezTo>
                      <a:pt x="56895" y="61598"/>
                      <a:pt x="56895" y="61598"/>
                      <a:pt x="57395" y="61348"/>
                    </a:cubicBezTo>
                    <a:cubicBezTo>
                      <a:pt x="57395" y="61100"/>
                      <a:pt x="57395" y="60852"/>
                      <a:pt x="57395" y="60598"/>
                    </a:cubicBezTo>
                    <a:cubicBezTo>
                      <a:pt x="56258" y="60345"/>
                      <a:pt x="55155" y="60330"/>
                      <a:pt x="53998" y="60357"/>
                    </a:cubicBezTo>
                    <a:cubicBezTo>
                      <a:pt x="53178" y="60372"/>
                      <a:pt x="52443" y="60285"/>
                      <a:pt x="51645" y="60098"/>
                    </a:cubicBezTo>
                    <a:cubicBezTo>
                      <a:pt x="51320" y="58835"/>
                      <a:pt x="51098" y="57583"/>
                      <a:pt x="50967" y="56285"/>
                    </a:cubicBezTo>
                    <a:cubicBezTo>
                      <a:pt x="50955" y="56150"/>
                      <a:pt x="50940" y="56012"/>
                      <a:pt x="50925" y="55870"/>
                    </a:cubicBezTo>
                    <a:cubicBezTo>
                      <a:pt x="50870" y="55305"/>
                      <a:pt x="50815" y="54737"/>
                      <a:pt x="50765" y="54172"/>
                    </a:cubicBezTo>
                    <a:cubicBezTo>
                      <a:pt x="50378" y="49893"/>
                      <a:pt x="50378" y="49893"/>
                      <a:pt x="48788" y="48490"/>
                    </a:cubicBezTo>
                    <a:cubicBezTo>
                      <a:pt x="47705" y="47768"/>
                      <a:pt x="46550" y="47502"/>
                      <a:pt x="45290" y="47262"/>
                    </a:cubicBezTo>
                    <a:cubicBezTo>
                      <a:pt x="44737" y="47122"/>
                      <a:pt x="44237" y="46950"/>
                      <a:pt x="43707" y="46745"/>
                    </a:cubicBezTo>
                    <a:cubicBezTo>
                      <a:pt x="42467" y="46270"/>
                      <a:pt x="41200" y="45922"/>
                      <a:pt x="39918" y="45572"/>
                    </a:cubicBezTo>
                    <a:cubicBezTo>
                      <a:pt x="37938" y="45012"/>
                      <a:pt x="37938" y="45012"/>
                      <a:pt x="37145" y="44348"/>
                    </a:cubicBezTo>
                    <a:cubicBezTo>
                      <a:pt x="36970" y="43675"/>
                      <a:pt x="36970" y="43675"/>
                      <a:pt x="36943" y="42927"/>
                    </a:cubicBezTo>
                    <a:cubicBezTo>
                      <a:pt x="36935" y="42800"/>
                      <a:pt x="36930" y="42670"/>
                      <a:pt x="36923" y="42540"/>
                    </a:cubicBezTo>
                    <a:cubicBezTo>
                      <a:pt x="36910" y="42225"/>
                      <a:pt x="36903" y="41912"/>
                      <a:pt x="36895" y="41598"/>
                    </a:cubicBezTo>
                    <a:cubicBezTo>
                      <a:pt x="37043" y="41542"/>
                      <a:pt x="37188" y="41485"/>
                      <a:pt x="37338" y="41427"/>
                    </a:cubicBezTo>
                    <a:cubicBezTo>
                      <a:pt x="38028" y="41020"/>
                      <a:pt x="38388" y="40502"/>
                      <a:pt x="38818" y="39848"/>
                    </a:cubicBezTo>
                    <a:cubicBezTo>
                      <a:pt x="38855" y="39792"/>
                      <a:pt x="38855" y="39792"/>
                      <a:pt x="39050" y="39507"/>
                    </a:cubicBezTo>
                    <a:cubicBezTo>
                      <a:pt x="39360" y="39047"/>
                      <a:pt x="39648" y="38595"/>
                      <a:pt x="39895" y="38098"/>
                    </a:cubicBezTo>
                    <a:cubicBezTo>
                      <a:pt x="41775" y="37560"/>
                      <a:pt x="44040" y="37820"/>
                      <a:pt x="45973" y="37830"/>
                    </a:cubicBezTo>
                    <a:cubicBezTo>
                      <a:pt x="46615" y="37832"/>
                      <a:pt x="47258" y="37835"/>
                      <a:pt x="47900" y="37835"/>
                    </a:cubicBezTo>
                    <a:cubicBezTo>
                      <a:pt x="49265" y="37838"/>
                      <a:pt x="50628" y="37842"/>
                      <a:pt x="51990" y="37848"/>
                    </a:cubicBezTo>
                    <a:cubicBezTo>
                      <a:pt x="53575" y="37855"/>
                      <a:pt x="55160" y="37860"/>
                      <a:pt x="56745" y="37862"/>
                    </a:cubicBezTo>
                    <a:cubicBezTo>
                      <a:pt x="57378" y="37865"/>
                      <a:pt x="58013" y="37868"/>
                      <a:pt x="58645" y="37870"/>
                    </a:cubicBezTo>
                    <a:cubicBezTo>
                      <a:pt x="59033" y="37872"/>
                      <a:pt x="59420" y="37872"/>
                      <a:pt x="59805" y="37872"/>
                    </a:cubicBezTo>
                    <a:cubicBezTo>
                      <a:pt x="59895" y="37872"/>
                      <a:pt x="59895" y="37872"/>
                      <a:pt x="60340" y="37878"/>
                    </a:cubicBezTo>
                    <a:cubicBezTo>
                      <a:pt x="60503" y="37878"/>
                      <a:pt x="60663" y="37878"/>
                      <a:pt x="60830" y="37878"/>
                    </a:cubicBezTo>
                    <a:cubicBezTo>
                      <a:pt x="60970" y="37878"/>
                      <a:pt x="61110" y="37878"/>
                      <a:pt x="61255" y="37878"/>
                    </a:cubicBezTo>
                    <a:cubicBezTo>
                      <a:pt x="61680" y="37845"/>
                      <a:pt x="62008" y="37775"/>
                      <a:pt x="62395" y="37598"/>
                    </a:cubicBezTo>
                    <a:cubicBezTo>
                      <a:pt x="62717" y="36957"/>
                      <a:pt x="62683" y="36387"/>
                      <a:pt x="62683" y="35688"/>
                    </a:cubicBezTo>
                    <a:cubicBezTo>
                      <a:pt x="62683" y="35540"/>
                      <a:pt x="62685" y="35395"/>
                      <a:pt x="62685" y="35245"/>
                    </a:cubicBezTo>
                    <a:cubicBezTo>
                      <a:pt x="62688" y="34752"/>
                      <a:pt x="62690" y="34262"/>
                      <a:pt x="62690" y="33772"/>
                    </a:cubicBezTo>
                    <a:cubicBezTo>
                      <a:pt x="62693" y="33420"/>
                      <a:pt x="62693" y="33070"/>
                      <a:pt x="62695" y="32720"/>
                    </a:cubicBezTo>
                    <a:cubicBezTo>
                      <a:pt x="62700" y="31765"/>
                      <a:pt x="62703" y="30808"/>
                      <a:pt x="62705" y="29852"/>
                    </a:cubicBezTo>
                    <a:cubicBezTo>
                      <a:pt x="62705" y="29257"/>
                      <a:pt x="62707" y="28660"/>
                      <a:pt x="62707" y="28065"/>
                    </a:cubicBezTo>
                    <a:cubicBezTo>
                      <a:pt x="62713" y="26200"/>
                      <a:pt x="62717" y="24335"/>
                      <a:pt x="62717" y="22472"/>
                    </a:cubicBezTo>
                    <a:cubicBezTo>
                      <a:pt x="62720" y="20317"/>
                      <a:pt x="62727" y="18162"/>
                      <a:pt x="62737" y="16007"/>
                    </a:cubicBezTo>
                    <a:cubicBezTo>
                      <a:pt x="62745" y="14345"/>
                      <a:pt x="62750" y="12680"/>
                      <a:pt x="62750" y="11017"/>
                    </a:cubicBezTo>
                    <a:cubicBezTo>
                      <a:pt x="62750" y="10022"/>
                      <a:pt x="62753" y="9028"/>
                      <a:pt x="62760" y="8032"/>
                    </a:cubicBezTo>
                    <a:cubicBezTo>
                      <a:pt x="62765" y="7097"/>
                      <a:pt x="62765" y="6162"/>
                      <a:pt x="62763" y="5227"/>
                    </a:cubicBezTo>
                    <a:cubicBezTo>
                      <a:pt x="62763" y="4885"/>
                      <a:pt x="62765" y="4540"/>
                      <a:pt x="62768" y="4197"/>
                    </a:cubicBezTo>
                    <a:cubicBezTo>
                      <a:pt x="62773" y="3730"/>
                      <a:pt x="62770" y="3260"/>
                      <a:pt x="62768" y="2792"/>
                    </a:cubicBezTo>
                    <a:cubicBezTo>
                      <a:pt x="62770" y="2655"/>
                      <a:pt x="62773" y="2520"/>
                      <a:pt x="62775" y="2380"/>
                    </a:cubicBezTo>
                    <a:cubicBezTo>
                      <a:pt x="62765" y="1740"/>
                      <a:pt x="62683" y="1395"/>
                      <a:pt x="62288" y="890"/>
                    </a:cubicBezTo>
                    <a:cubicBezTo>
                      <a:pt x="61288" y="438"/>
                      <a:pt x="60328" y="498"/>
                      <a:pt x="59243" y="507"/>
                    </a:cubicBezTo>
                    <a:cubicBezTo>
                      <a:pt x="58995" y="505"/>
                      <a:pt x="58748" y="505"/>
                      <a:pt x="58495" y="505"/>
                    </a:cubicBezTo>
                    <a:cubicBezTo>
                      <a:pt x="57810" y="502"/>
                      <a:pt x="57128" y="505"/>
                      <a:pt x="56443" y="507"/>
                    </a:cubicBezTo>
                    <a:cubicBezTo>
                      <a:pt x="55705" y="510"/>
                      <a:pt x="54967" y="510"/>
                      <a:pt x="54230" y="507"/>
                    </a:cubicBezTo>
                    <a:cubicBezTo>
                      <a:pt x="52785" y="507"/>
                      <a:pt x="51342" y="510"/>
                      <a:pt x="49898" y="513"/>
                    </a:cubicBezTo>
                    <a:cubicBezTo>
                      <a:pt x="48215" y="517"/>
                      <a:pt x="46535" y="517"/>
                      <a:pt x="44852" y="517"/>
                    </a:cubicBezTo>
                    <a:cubicBezTo>
                      <a:pt x="41855" y="517"/>
                      <a:pt x="38855" y="522"/>
                      <a:pt x="35855" y="528"/>
                    </a:cubicBezTo>
                    <a:cubicBezTo>
                      <a:pt x="32945" y="535"/>
                      <a:pt x="30033" y="537"/>
                      <a:pt x="27120" y="537"/>
                    </a:cubicBezTo>
                    <a:cubicBezTo>
                      <a:pt x="26940" y="537"/>
                      <a:pt x="26760" y="537"/>
                      <a:pt x="26578" y="537"/>
                    </a:cubicBezTo>
                    <a:cubicBezTo>
                      <a:pt x="26215" y="540"/>
                      <a:pt x="25852" y="540"/>
                      <a:pt x="25493" y="540"/>
                    </a:cubicBezTo>
                    <a:cubicBezTo>
                      <a:pt x="25312" y="540"/>
                      <a:pt x="25135" y="540"/>
                      <a:pt x="24953" y="540"/>
                    </a:cubicBezTo>
                    <a:cubicBezTo>
                      <a:pt x="24775" y="540"/>
                      <a:pt x="24595" y="540"/>
                      <a:pt x="24413" y="540"/>
                    </a:cubicBezTo>
                    <a:cubicBezTo>
                      <a:pt x="21640" y="540"/>
                      <a:pt x="18868" y="542"/>
                      <a:pt x="16095" y="547"/>
                    </a:cubicBezTo>
                    <a:cubicBezTo>
                      <a:pt x="15088" y="547"/>
                      <a:pt x="14082" y="547"/>
                      <a:pt x="13078" y="550"/>
                    </a:cubicBezTo>
                    <a:cubicBezTo>
                      <a:pt x="11483" y="550"/>
                      <a:pt x="9888" y="552"/>
                      <a:pt x="8290" y="555"/>
                    </a:cubicBezTo>
                    <a:cubicBezTo>
                      <a:pt x="7562" y="557"/>
                      <a:pt x="6832" y="557"/>
                      <a:pt x="6102" y="557"/>
                    </a:cubicBezTo>
                    <a:cubicBezTo>
                      <a:pt x="5315" y="560"/>
                      <a:pt x="4525" y="560"/>
                      <a:pt x="3737" y="562"/>
                    </a:cubicBezTo>
                    <a:cubicBezTo>
                      <a:pt x="3505" y="562"/>
                      <a:pt x="3273" y="562"/>
                      <a:pt x="3033" y="562"/>
                    </a:cubicBezTo>
                    <a:cubicBezTo>
                      <a:pt x="2822" y="565"/>
                      <a:pt x="2612" y="565"/>
                      <a:pt x="2395" y="565"/>
                    </a:cubicBezTo>
                    <a:cubicBezTo>
                      <a:pt x="2213" y="565"/>
                      <a:pt x="2030" y="567"/>
                      <a:pt x="1842" y="567"/>
                    </a:cubicBezTo>
                    <a:cubicBezTo>
                      <a:pt x="1395" y="597"/>
                      <a:pt x="1395" y="597"/>
                      <a:pt x="895" y="847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30" name="news_presenter vector"/>
              <p:cNvSpPr/>
              <p:nvPr/>
            </p:nvSpPr>
            <p:spPr>
              <a:xfrm>
                <a:off x="12167525" y="1037256"/>
                <a:ext cx="154534" cy="85519"/>
              </a:xfrm>
              <a:custGeom>
                <a:avLst/>
                <a:gdLst/>
                <a:ahLst/>
                <a:cxnLst/>
                <a:rect l="0" t="0" r="r" b="b"/>
                <a:pathLst>
                  <a:path w="16900" h="9352" fill="norm" stroke="0">
                    <a:moveTo>
                      <a:pt x="5530" y="7"/>
                    </a:moveTo>
                    <a:cubicBezTo>
                      <a:pt x="5650" y="7"/>
                      <a:pt x="5650" y="7"/>
                      <a:pt x="6257" y="7"/>
                    </a:cubicBezTo>
                    <a:cubicBezTo>
                      <a:pt x="6520" y="10"/>
                      <a:pt x="6780" y="12"/>
                      <a:pt x="7043" y="15"/>
                    </a:cubicBezTo>
                    <a:cubicBezTo>
                      <a:pt x="7310" y="17"/>
                      <a:pt x="7577" y="17"/>
                      <a:pt x="7845" y="17"/>
                    </a:cubicBezTo>
                    <a:cubicBezTo>
                      <a:pt x="8550" y="20"/>
                      <a:pt x="9253" y="25"/>
                      <a:pt x="9957" y="30"/>
                    </a:cubicBezTo>
                    <a:cubicBezTo>
                      <a:pt x="10678" y="35"/>
                      <a:pt x="11395" y="37"/>
                      <a:pt x="12115" y="40"/>
                    </a:cubicBezTo>
                    <a:cubicBezTo>
                      <a:pt x="13525" y="45"/>
                      <a:pt x="14932" y="52"/>
                      <a:pt x="16342" y="65"/>
                    </a:cubicBezTo>
                    <a:cubicBezTo>
                      <a:pt x="16785" y="880"/>
                      <a:pt x="16882" y="1297"/>
                      <a:pt x="16735" y="2220"/>
                    </a:cubicBezTo>
                    <a:cubicBezTo>
                      <a:pt x="16570" y="3265"/>
                      <a:pt x="16570" y="3265"/>
                      <a:pt x="16842" y="3815"/>
                    </a:cubicBezTo>
                    <a:cubicBezTo>
                      <a:pt x="16885" y="4227"/>
                      <a:pt x="16885" y="4227"/>
                      <a:pt x="16890" y="4690"/>
                    </a:cubicBezTo>
                    <a:cubicBezTo>
                      <a:pt x="16892" y="4843"/>
                      <a:pt x="16898" y="4992"/>
                      <a:pt x="16900" y="5150"/>
                    </a:cubicBezTo>
                    <a:cubicBezTo>
                      <a:pt x="16842" y="5565"/>
                      <a:pt x="16842" y="5565"/>
                      <a:pt x="16342" y="6065"/>
                    </a:cubicBezTo>
                    <a:cubicBezTo>
                      <a:pt x="14908" y="6400"/>
                      <a:pt x="13385" y="6322"/>
                      <a:pt x="11920" y="6285"/>
                    </a:cubicBezTo>
                    <a:cubicBezTo>
                      <a:pt x="11835" y="6285"/>
                      <a:pt x="11835" y="6285"/>
                      <a:pt x="11402" y="6275"/>
                    </a:cubicBezTo>
                    <a:cubicBezTo>
                      <a:pt x="10692" y="6260"/>
                      <a:pt x="9985" y="6242"/>
                      <a:pt x="9275" y="6215"/>
                    </a:cubicBezTo>
                    <a:cubicBezTo>
                      <a:pt x="5668" y="6077"/>
                      <a:pt x="5668" y="6077"/>
                      <a:pt x="4230" y="7405"/>
                    </a:cubicBezTo>
                    <a:cubicBezTo>
                      <a:pt x="4102" y="7540"/>
                      <a:pt x="3975" y="7675"/>
                      <a:pt x="3842" y="7815"/>
                    </a:cubicBezTo>
                    <a:cubicBezTo>
                      <a:pt x="2293" y="9297"/>
                      <a:pt x="2293" y="9297"/>
                      <a:pt x="1650" y="9352"/>
                    </a:cubicBezTo>
                    <a:cubicBezTo>
                      <a:pt x="1235" y="9282"/>
                      <a:pt x="1235" y="9282"/>
                      <a:pt x="592" y="9065"/>
                    </a:cubicBezTo>
                    <a:cubicBezTo>
                      <a:pt x="0" y="7582"/>
                      <a:pt x="0" y="7582"/>
                      <a:pt x="312" y="6690"/>
                    </a:cubicBezTo>
                    <a:cubicBezTo>
                      <a:pt x="875" y="5925"/>
                      <a:pt x="1638" y="5335"/>
                      <a:pt x="2358" y="4727"/>
                    </a:cubicBezTo>
                    <a:cubicBezTo>
                      <a:pt x="2885" y="4280"/>
                      <a:pt x="3365" y="3812"/>
                      <a:pt x="3842" y="3315"/>
                    </a:cubicBezTo>
                    <a:cubicBezTo>
                      <a:pt x="3803" y="3212"/>
                      <a:pt x="3763" y="3107"/>
                      <a:pt x="3723" y="3002"/>
                    </a:cubicBezTo>
                    <a:cubicBezTo>
                      <a:pt x="3575" y="2505"/>
                      <a:pt x="3543" y="2067"/>
                      <a:pt x="3530" y="1547"/>
                    </a:cubicBezTo>
                    <a:cubicBezTo>
                      <a:pt x="3525" y="1375"/>
                      <a:pt x="3517" y="1202"/>
                      <a:pt x="3513" y="1025"/>
                    </a:cubicBezTo>
                    <a:cubicBezTo>
                      <a:pt x="3592" y="565"/>
                      <a:pt x="3592" y="565"/>
                      <a:pt x="3900" y="290"/>
                    </a:cubicBezTo>
                    <a:cubicBezTo>
                      <a:pt x="4473" y="0"/>
                      <a:pt x="4888" y="5"/>
                      <a:pt x="5530" y="7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31" name="news_presenter vector"/>
              <p:cNvSpPr/>
              <p:nvPr/>
            </p:nvSpPr>
            <p:spPr>
              <a:xfrm>
                <a:off x="11902866" y="1237591"/>
                <a:ext cx="343243" cy="139583"/>
              </a:xfrm>
              <a:custGeom>
                <a:avLst/>
                <a:gdLst/>
                <a:ahLst/>
                <a:cxnLst/>
                <a:rect l="0" t="0" r="r" b="b"/>
                <a:pathLst>
                  <a:path w="37537" h="15265" fill="norm" stroke="0">
                    <a:moveTo>
                      <a:pt x="18287" y="53"/>
                    </a:moveTo>
                    <a:cubicBezTo>
                      <a:pt x="18918" y="62"/>
                      <a:pt x="19547" y="62"/>
                      <a:pt x="20180" y="62"/>
                    </a:cubicBezTo>
                    <a:cubicBezTo>
                      <a:pt x="20587" y="65"/>
                      <a:pt x="20995" y="67"/>
                      <a:pt x="21405" y="73"/>
                    </a:cubicBezTo>
                    <a:cubicBezTo>
                      <a:pt x="21590" y="73"/>
                      <a:pt x="21775" y="73"/>
                      <a:pt x="21965" y="73"/>
                    </a:cubicBezTo>
                    <a:cubicBezTo>
                      <a:pt x="23217" y="95"/>
                      <a:pt x="24335" y="305"/>
                      <a:pt x="25537" y="655"/>
                    </a:cubicBezTo>
                    <a:cubicBezTo>
                      <a:pt x="25750" y="715"/>
                      <a:pt x="25960" y="773"/>
                      <a:pt x="26180" y="835"/>
                    </a:cubicBezTo>
                    <a:cubicBezTo>
                      <a:pt x="26782" y="1013"/>
                      <a:pt x="27387" y="1192"/>
                      <a:pt x="27990" y="1375"/>
                    </a:cubicBezTo>
                    <a:cubicBezTo>
                      <a:pt x="28210" y="1440"/>
                      <a:pt x="28430" y="1505"/>
                      <a:pt x="28657" y="1575"/>
                    </a:cubicBezTo>
                    <a:cubicBezTo>
                      <a:pt x="30037" y="1993"/>
                      <a:pt x="31392" y="2440"/>
                      <a:pt x="32740" y="2958"/>
                    </a:cubicBezTo>
                    <a:cubicBezTo>
                      <a:pt x="33245" y="3140"/>
                      <a:pt x="33732" y="3260"/>
                      <a:pt x="34255" y="3375"/>
                    </a:cubicBezTo>
                    <a:cubicBezTo>
                      <a:pt x="35242" y="3635"/>
                      <a:pt x="35742" y="4330"/>
                      <a:pt x="36287" y="5155"/>
                    </a:cubicBezTo>
                    <a:cubicBezTo>
                      <a:pt x="36597" y="5775"/>
                      <a:pt x="36642" y="6368"/>
                      <a:pt x="36717" y="7048"/>
                    </a:cubicBezTo>
                    <a:cubicBezTo>
                      <a:pt x="36725" y="7115"/>
                      <a:pt x="36725" y="7115"/>
                      <a:pt x="36765" y="7465"/>
                    </a:cubicBezTo>
                    <a:cubicBezTo>
                      <a:pt x="36815" y="7910"/>
                      <a:pt x="36862" y="8353"/>
                      <a:pt x="36912" y="8795"/>
                    </a:cubicBezTo>
                    <a:cubicBezTo>
                      <a:pt x="36945" y="9088"/>
                      <a:pt x="36977" y="9380"/>
                      <a:pt x="37010" y="9673"/>
                    </a:cubicBezTo>
                    <a:cubicBezTo>
                      <a:pt x="37075" y="10238"/>
                      <a:pt x="37137" y="10805"/>
                      <a:pt x="37200" y="11370"/>
                    </a:cubicBezTo>
                    <a:cubicBezTo>
                      <a:pt x="37252" y="11865"/>
                      <a:pt x="37312" y="12358"/>
                      <a:pt x="37375" y="12850"/>
                    </a:cubicBezTo>
                    <a:cubicBezTo>
                      <a:pt x="37400" y="13050"/>
                      <a:pt x="37425" y="13252"/>
                      <a:pt x="37450" y="13460"/>
                    </a:cubicBezTo>
                    <a:cubicBezTo>
                      <a:pt x="37462" y="13545"/>
                      <a:pt x="37462" y="13545"/>
                      <a:pt x="37520" y="13983"/>
                    </a:cubicBezTo>
                    <a:cubicBezTo>
                      <a:pt x="37537" y="14405"/>
                      <a:pt x="37537" y="14405"/>
                      <a:pt x="37287" y="14905"/>
                    </a:cubicBezTo>
                    <a:cubicBezTo>
                      <a:pt x="36235" y="15265"/>
                      <a:pt x="35152" y="15203"/>
                      <a:pt x="34053" y="15203"/>
                    </a:cubicBezTo>
                    <a:cubicBezTo>
                      <a:pt x="33952" y="15205"/>
                      <a:pt x="33952" y="15205"/>
                      <a:pt x="33447" y="15213"/>
                    </a:cubicBezTo>
                    <a:cubicBezTo>
                      <a:pt x="33350" y="15213"/>
                      <a:pt x="33350" y="15213"/>
                      <a:pt x="32857" y="15213"/>
                    </a:cubicBezTo>
                    <a:cubicBezTo>
                      <a:pt x="32682" y="15215"/>
                      <a:pt x="32507" y="15215"/>
                      <a:pt x="32325" y="15215"/>
                    </a:cubicBezTo>
                    <a:cubicBezTo>
                      <a:pt x="31787" y="15155"/>
                      <a:pt x="31787" y="15155"/>
                      <a:pt x="30537" y="14655"/>
                    </a:cubicBezTo>
                    <a:cubicBezTo>
                      <a:pt x="30455" y="13005"/>
                      <a:pt x="30372" y="11355"/>
                      <a:pt x="30287" y="9655"/>
                    </a:cubicBezTo>
                    <a:cubicBezTo>
                      <a:pt x="30162" y="9615"/>
                      <a:pt x="30162" y="9615"/>
                      <a:pt x="29537" y="9405"/>
                    </a:cubicBezTo>
                    <a:cubicBezTo>
                      <a:pt x="29537" y="9555"/>
                      <a:pt x="29540" y="9703"/>
                      <a:pt x="29540" y="9858"/>
                    </a:cubicBezTo>
                    <a:cubicBezTo>
                      <a:pt x="29545" y="10530"/>
                      <a:pt x="29550" y="11203"/>
                      <a:pt x="29553" y="11875"/>
                    </a:cubicBezTo>
                    <a:cubicBezTo>
                      <a:pt x="29555" y="12108"/>
                      <a:pt x="29557" y="12343"/>
                      <a:pt x="29557" y="12585"/>
                    </a:cubicBezTo>
                    <a:cubicBezTo>
                      <a:pt x="29560" y="12808"/>
                      <a:pt x="29560" y="13033"/>
                      <a:pt x="29560" y="13263"/>
                    </a:cubicBezTo>
                    <a:cubicBezTo>
                      <a:pt x="29562" y="13470"/>
                      <a:pt x="29565" y="13678"/>
                      <a:pt x="29565" y="13890"/>
                    </a:cubicBezTo>
                    <a:cubicBezTo>
                      <a:pt x="29537" y="14405"/>
                      <a:pt x="29537" y="14405"/>
                      <a:pt x="29287" y="14905"/>
                    </a:cubicBezTo>
                    <a:cubicBezTo>
                      <a:pt x="28377" y="15255"/>
                      <a:pt x="27405" y="15190"/>
                      <a:pt x="26445" y="15188"/>
                    </a:cubicBezTo>
                    <a:cubicBezTo>
                      <a:pt x="26260" y="15188"/>
                      <a:pt x="26077" y="15188"/>
                      <a:pt x="25887" y="15190"/>
                    </a:cubicBezTo>
                    <a:cubicBezTo>
                      <a:pt x="25280" y="15190"/>
                      <a:pt x="24675" y="15190"/>
                      <a:pt x="24067" y="15188"/>
                    </a:cubicBezTo>
                    <a:cubicBezTo>
                      <a:pt x="23645" y="15190"/>
                      <a:pt x="23222" y="15190"/>
                      <a:pt x="22803" y="15190"/>
                    </a:cubicBezTo>
                    <a:cubicBezTo>
                      <a:pt x="21918" y="15190"/>
                      <a:pt x="21032" y="15190"/>
                      <a:pt x="20147" y="15188"/>
                    </a:cubicBezTo>
                    <a:cubicBezTo>
                      <a:pt x="19015" y="15188"/>
                      <a:pt x="17882" y="15188"/>
                      <a:pt x="16750" y="15190"/>
                    </a:cubicBezTo>
                    <a:cubicBezTo>
                      <a:pt x="15877" y="15190"/>
                      <a:pt x="15005" y="15190"/>
                      <a:pt x="14135" y="15190"/>
                    </a:cubicBezTo>
                    <a:cubicBezTo>
                      <a:pt x="13717" y="15188"/>
                      <a:pt x="13297" y="15190"/>
                      <a:pt x="12880" y="15190"/>
                    </a:cubicBezTo>
                    <a:cubicBezTo>
                      <a:pt x="12297" y="15190"/>
                      <a:pt x="11712" y="15190"/>
                      <a:pt x="11127" y="15188"/>
                    </a:cubicBezTo>
                    <a:cubicBezTo>
                      <a:pt x="10955" y="15188"/>
                      <a:pt x="10782" y="15190"/>
                      <a:pt x="10605" y="15190"/>
                    </a:cubicBezTo>
                    <a:cubicBezTo>
                      <a:pt x="9005" y="15183"/>
                      <a:pt x="9005" y="15183"/>
                      <a:pt x="8287" y="14905"/>
                    </a:cubicBezTo>
                    <a:cubicBezTo>
                      <a:pt x="7987" y="14305"/>
                      <a:pt x="8007" y="13933"/>
                      <a:pt x="8012" y="13263"/>
                    </a:cubicBezTo>
                    <a:cubicBezTo>
                      <a:pt x="8012" y="13040"/>
                      <a:pt x="8015" y="12815"/>
                      <a:pt x="8015" y="12585"/>
                    </a:cubicBezTo>
                    <a:cubicBezTo>
                      <a:pt x="8017" y="12350"/>
                      <a:pt x="8020" y="12115"/>
                      <a:pt x="8020" y="11875"/>
                    </a:cubicBezTo>
                    <a:cubicBezTo>
                      <a:pt x="8022" y="11638"/>
                      <a:pt x="8022" y="11403"/>
                      <a:pt x="8025" y="11158"/>
                    </a:cubicBezTo>
                    <a:cubicBezTo>
                      <a:pt x="8027" y="10575"/>
                      <a:pt x="8032" y="9990"/>
                      <a:pt x="8037" y="9405"/>
                    </a:cubicBezTo>
                    <a:cubicBezTo>
                      <a:pt x="7912" y="9447"/>
                      <a:pt x="7912" y="9447"/>
                      <a:pt x="7287" y="9655"/>
                    </a:cubicBezTo>
                    <a:cubicBezTo>
                      <a:pt x="7205" y="11305"/>
                      <a:pt x="7122" y="12955"/>
                      <a:pt x="7037" y="14655"/>
                    </a:cubicBezTo>
                    <a:cubicBezTo>
                      <a:pt x="6135" y="15108"/>
                      <a:pt x="5870" y="15220"/>
                      <a:pt x="4935" y="15223"/>
                    </a:cubicBezTo>
                    <a:cubicBezTo>
                      <a:pt x="4832" y="15223"/>
                      <a:pt x="4832" y="15223"/>
                      <a:pt x="4310" y="15225"/>
                    </a:cubicBezTo>
                    <a:cubicBezTo>
                      <a:pt x="4095" y="15223"/>
                      <a:pt x="3882" y="15220"/>
                      <a:pt x="3662" y="15218"/>
                    </a:cubicBezTo>
                    <a:cubicBezTo>
                      <a:pt x="3555" y="15220"/>
                      <a:pt x="3555" y="15220"/>
                      <a:pt x="3015" y="15225"/>
                    </a:cubicBezTo>
                    <a:cubicBezTo>
                      <a:pt x="2807" y="15223"/>
                      <a:pt x="2600" y="15223"/>
                      <a:pt x="2387" y="15223"/>
                    </a:cubicBezTo>
                    <a:cubicBezTo>
                      <a:pt x="2200" y="15220"/>
                      <a:pt x="2012" y="15220"/>
                      <a:pt x="1820" y="15220"/>
                    </a:cubicBezTo>
                    <a:cubicBezTo>
                      <a:pt x="1185" y="15143"/>
                      <a:pt x="807" y="15033"/>
                      <a:pt x="287" y="14655"/>
                    </a:cubicBezTo>
                    <a:cubicBezTo>
                      <a:pt x="0" y="13805"/>
                      <a:pt x="30" y="13100"/>
                      <a:pt x="168" y="12223"/>
                    </a:cubicBezTo>
                    <a:cubicBezTo>
                      <a:pt x="200" y="12000"/>
                      <a:pt x="235" y="11780"/>
                      <a:pt x="270" y="11553"/>
                    </a:cubicBezTo>
                    <a:cubicBezTo>
                      <a:pt x="305" y="11322"/>
                      <a:pt x="342" y="11095"/>
                      <a:pt x="380" y="10858"/>
                    </a:cubicBezTo>
                    <a:cubicBezTo>
                      <a:pt x="450" y="10408"/>
                      <a:pt x="520" y="9955"/>
                      <a:pt x="590" y="9505"/>
                    </a:cubicBezTo>
                    <a:cubicBezTo>
                      <a:pt x="625" y="9283"/>
                      <a:pt x="657" y="9060"/>
                      <a:pt x="692" y="8830"/>
                    </a:cubicBezTo>
                    <a:cubicBezTo>
                      <a:pt x="815" y="7953"/>
                      <a:pt x="887" y="7075"/>
                      <a:pt x="952" y="6190"/>
                    </a:cubicBezTo>
                    <a:cubicBezTo>
                      <a:pt x="1120" y="5120"/>
                      <a:pt x="1695" y="4447"/>
                      <a:pt x="2497" y="3760"/>
                    </a:cubicBezTo>
                    <a:cubicBezTo>
                      <a:pt x="3080" y="3377"/>
                      <a:pt x="3532" y="3233"/>
                      <a:pt x="4207" y="3078"/>
                    </a:cubicBezTo>
                    <a:cubicBezTo>
                      <a:pt x="5615" y="2730"/>
                      <a:pt x="6960" y="2252"/>
                      <a:pt x="8312" y="1738"/>
                    </a:cubicBezTo>
                    <a:cubicBezTo>
                      <a:pt x="11640" y="515"/>
                      <a:pt x="14745" y="0"/>
                      <a:pt x="18287" y="53"/>
                    </a:cubicBezTo>
                    <a:close/>
                    <a:moveTo>
                      <a:pt x="11787" y="1655"/>
                    </a:moveTo>
                    <a:cubicBezTo>
                      <a:pt x="11445" y="1770"/>
                      <a:pt x="11102" y="1880"/>
                      <a:pt x="10757" y="1975"/>
                    </a:cubicBezTo>
                    <a:cubicBezTo>
                      <a:pt x="10580" y="2028"/>
                      <a:pt x="10402" y="2078"/>
                      <a:pt x="10220" y="2130"/>
                    </a:cubicBezTo>
                    <a:cubicBezTo>
                      <a:pt x="10130" y="2155"/>
                      <a:pt x="10130" y="2155"/>
                      <a:pt x="9678" y="2280"/>
                    </a:cubicBezTo>
                    <a:cubicBezTo>
                      <a:pt x="8592" y="2585"/>
                      <a:pt x="7527" y="2900"/>
                      <a:pt x="6475" y="3308"/>
                    </a:cubicBezTo>
                    <a:cubicBezTo>
                      <a:pt x="5770" y="3580"/>
                      <a:pt x="5115" y="3755"/>
                      <a:pt x="4365" y="3858"/>
                    </a:cubicBezTo>
                    <a:cubicBezTo>
                      <a:pt x="3390" y="4067"/>
                      <a:pt x="2850" y="4353"/>
                      <a:pt x="2290" y="5188"/>
                    </a:cubicBezTo>
                    <a:cubicBezTo>
                      <a:pt x="1407" y="6815"/>
                      <a:pt x="1407" y="8915"/>
                      <a:pt x="1272" y="10733"/>
                    </a:cubicBezTo>
                    <a:cubicBezTo>
                      <a:pt x="1240" y="11163"/>
                      <a:pt x="1205" y="11593"/>
                      <a:pt x="1168" y="12023"/>
                    </a:cubicBezTo>
                    <a:cubicBezTo>
                      <a:pt x="1147" y="12295"/>
                      <a:pt x="1125" y="12570"/>
                      <a:pt x="1105" y="12843"/>
                    </a:cubicBezTo>
                    <a:cubicBezTo>
                      <a:pt x="1085" y="13090"/>
                      <a:pt x="1065" y="13335"/>
                      <a:pt x="1047" y="13590"/>
                    </a:cubicBezTo>
                    <a:cubicBezTo>
                      <a:pt x="1043" y="13775"/>
                      <a:pt x="1040" y="13963"/>
                      <a:pt x="1037" y="14155"/>
                    </a:cubicBezTo>
                    <a:cubicBezTo>
                      <a:pt x="1425" y="14545"/>
                      <a:pt x="1803" y="14438"/>
                      <a:pt x="2342" y="14438"/>
                    </a:cubicBezTo>
                    <a:cubicBezTo>
                      <a:pt x="2555" y="14440"/>
                      <a:pt x="2765" y="14440"/>
                      <a:pt x="2985" y="14440"/>
                    </a:cubicBezTo>
                    <a:cubicBezTo>
                      <a:pt x="3207" y="14438"/>
                      <a:pt x="3432" y="14438"/>
                      <a:pt x="3662" y="14438"/>
                    </a:cubicBezTo>
                    <a:cubicBezTo>
                      <a:pt x="3772" y="14438"/>
                      <a:pt x="3772" y="14438"/>
                      <a:pt x="4337" y="14440"/>
                    </a:cubicBezTo>
                    <a:cubicBezTo>
                      <a:pt x="4445" y="14440"/>
                      <a:pt x="4445" y="14440"/>
                      <a:pt x="4982" y="14438"/>
                    </a:cubicBezTo>
                    <a:cubicBezTo>
                      <a:pt x="5178" y="14438"/>
                      <a:pt x="5375" y="14438"/>
                      <a:pt x="5577" y="14438"/>
                    </a:cubicBezTo>
                    <a:cubicBezTo>
                      <a:pt x="6037" y="14405"/>
                      <a:pt x="6037" y="14405"/>
                      <a:pt x="6287" y="14155"/>
                    </a:cubicBezTo>
                    <a:cubicBezTo>
                      <a:pt x="6317" y="13790"/>
                      <a:pt x="6332" y="13423"/>
                      <a:pt x="6340" y="13055"/>
                    </a:cubicBezTo>
                    <a:cubicBezTo>
                      <a:pt x="6342" y="12942"/>
                      <a:pt x="6342" y="12942"/>
                      <a:pt x="6360" y="12380"/>
                    </a:cubicBezTo>
                    <a:cubicBezTo>
                      <a:pt x="6375" y="11908"/>
                      <a:pt x="6385" y="11438"/>
                      <a:pt x="6395" y="10965"/>
                    </a:cubicBezTo>
                    <a:cubicBezTo>
                      <a:pt x="6397" y="10853"/>
                      <a:pt x="6397" y="10853"/>
                      <a:pt x="6418" y="10290"/>
                    </a:cubicBezTo>
                    <a:cubicBezTo>
                      <a:pt x="6422" y="10085"/>
                      <a:pt x="6428" y="9877"/>
                      <a:pt x="6432" y="9668"/>
                    </a:cubicBezTo>
                    <a:cubicBezTo>
                      <a:pt x="6537" y="9155"/>
                      <a:pt x="6537" y="9155"/>
                      <a:pt x="6877" y="8828"/>
                    </a:cubicBezTo>
                    <a:cubicBezTo>
                      <a:pt x="7480" y="8572"/>
                      <a:pt x="7920" y="8740"/>
                      <a:pt x="8537" y="8905"/>
                    </a:cubicBezTo>
                    <a:cubicBezTo>
                      <a:pt x="8775" y="9513"/>
                      <a:pt x="8830" y="10055"/>
                      <a:pt x="8857" y="10705"/>
                    </a:cubicBezTo>
                    <a:cubicBezTo>
                      <a:pt x="8867" y="10903"/>
                      <a:pt x="8875" y="11103"/>
                      <a:pt x="8885" y="11308"/>
                    </a:cubicBezTo>
                    <a:cubicBezTo>
                      <a:pt x="8902" y="11730"/>
                      <a:pt x="8920" y="12150"/>
                      <a:pt x="8938" y="12570"/>
                    </a:cubicBezTo>
                    <a:cubicBezTo>
                      <a:pt x="8947" y="12770"/>
                      <a:pt x="8957" y="12968"/>
                      <a:pt x="8967" y="13173"/>
                    </a:cubicBezTo>
                    <a:cubicBezTo>
                      <a:pt x="8975" y="13355"/>
                      <a:pt x="8982" y="13538"/>
                      <a:pt x="8990" y="13725"/>
                    </a:cubicBezTo>
                    <a:cubicBezTo>
                      <a:pt x="9037" y="14155"/>
                      <a:pt x="9037" y="14155"/>
                      <a:pt x="9287" y="14405"/>
                    </a:cubicBezTo>
                    <a:cubicBezTo>
                      <a:pt x="9612" y="14438"/>
                      <a:pt x="9612" y="14438"/>
                      <a:pt x="10037" y="14438"/>
                    </a:cubicBezTo>
                    <a:cubicBezTo>
                      <a:pt x="10197" y="14438"/>
                      <a:pt x="10355" y="14438"/>
                      <a:pt x="10520" y="14440"/>
                    </a:cubicBezTo>
                    <a:cubicBezTo>
                      <a:pt x="10697" y="14440"/>
                      <a:pt x="10872" y="14438"/>
                      <a:pt x="11055" y="14438"/>
                    </a:cubicBezTo>
                    <a:cubicBezTo>
                      <a:pt x="11240" y="14438"/>
                      <a:pt x="11425" y="14438"/>
                      <a:pt x="11615" y="14440"/>
                    </a:cubicBezTo>
                    <a:cubicBezTo>
                      <a:pt x="12230" y="14440"/>
                      <a:pt x="12845" y="14440"/>
                      <a:pt x="13457" y="14438"/>
                    </a:cubicBezTo>
                    <a:cubicBezTo>
                      <a:pt x="13882" y="14440"/>
                      <a:pt x="14307" y="14440"/>
                      <a:pt x="14732" y="14440"/>
                    </a:cubicBezTo>
                    <a:cubicBezTo>
                      <a:pt x="15625" y="14440"/>
                      <a:pt x="16517" y="14440"/>
                      <a:pt x="17410" y="14438"/>
                    </a:cubicBezTo>
                    <a:cubicBezTo>
                      <a:pt x="18555" y="14438"/>
                      <a:pt x="19702" y="14438"/>
                      <a:pt x="20847" y="14440"/>
                    </a:cubicBezTo>
                    <a:cubicBezTo>
                      <a:pt x="21725" y="14440"/>
                      <a:pt x="22602" y="14440"/>
                      <a:pt x="23482" y="14440"/>
                    </a:cubicBezTo>
                    <a:cubicBezTo>
                      <a:pt x="23905" y="14438"/>
                      <a:pt x="24327" y="14440"/>
                      <a:pt x="24750" y="14440"/>
                    </a:cubicBezTo>
                    <a:cubicBezTo>
                      <a:pt x="25340" y="14440"/>
                      <a:pt x="25928" y="14440"/>
                      <a:pt x="26517" y="14438"/>
                    </a:cubicBezTo>
                    <a:cubicBezTo>
                      <a:pt x="26695" y="14438"/>
                      <a:pt x="26870" y="14440"/>
                      <a:pt x="27053" y="14440"/>
                    </a:cubicBezTo>
                    <a:cubicBezTo>
                      <a:pt x="27212" y="14438"/>
                      <a:pt x="27372" y="14438"/>
                      <a:pt x="27537" y="14438"/>
                    </a:cubicBezTo>
                    <a:cubicBezTo>
                      <a:pt x="27678" y="14438"/>
                      <a:pt x="27815" y="14438"/>
                      <a:pt x="27960" y="14438"/>
                    </a:cubicBezTo>
                    <a:cubicBezTo>
                      <a:pt x="28287" y="14405"/>
                      <a:pt x="28287" y="14405"/>
                      <a:pt x="28537" y="14155"/>
                    </a:cubicBezTo>
                    <a:cubicBezTo>
                      <a:pt x="28570" y="13833"/>
                      <a:pt x="28587" y="13507"/>
                      <a:pt x="28597" y="13183"/>
                    </a:cubicBezTo>
                    <a:cubicBezTo>
                      <a:pt x="28602" y="13083"/>
                      <a:pt x="28602" y="13083"/>
                      <a:pt x="28622" y="12583"/>
                    </a:cubicBezTo>
                    <a:cubicBezTo>
                      <a:pt x="28637" y="12165"/>
                      <a:pt x="28652" y="11748"/>
                      <a:pt x="28665" y="11330"/>
                    </a:cubicBezTo>
                    <a:cubicBezTo>
                      <a:pt x="28675" y="11132"/>
                      <a:pt x="28682" y="10933"/>
                      <a:pt x="28692" y="10728"/>
                    </a:cubicBezTo>
                    <a:cubicBezTo>
                      <a:pt x="28695" y="10638"/>
                      <a:pt x="28695" y="10638"/>
                      <a:pt x="28710" y="10178"/>
                    </a:cubicBezTo>
                    <a:cubicBezTo>
                      <a:pt x="28797" y="9590"/>
                      <a:pt x="28995" y="9170"/>
                      <a:pt x="29287" y="8655"/>
                    </a:cubicBezTo>
                    <a:cubicBezTo>
                      <a:pt x="29880" y="8625"/>
                      <a:pt x="29880" y="8625"/>
                      <a:pt x="30537" y="8655"/>
                    </a:cubicBezTo>
                    <a:cubicBezTo>
                      <a:pt x="31147" y="9265"/>
                      <a:pt x="31105" y="9450"/>
                      <a:pt x="31132" y="10290"/>
                    </a:cubicBezTo>
                    <a:cubicBezTo>
                      <a:pt x="31140" y="10513"/>
                      <a:pt x="31147" y="10735"/>
                      <a:pt x="31157" y="10965"/>
                    </a:cubicBezTo>
                    <a:cubicBezTo>
                      <a:pt x="31160" y="11080"/>
                      <a:pt x="31160" y="11080"/>
                      <a:pt x="31178" y="11670"/>
                    </a:cubicBezTo>
                    <a:cubicBezTo>
                      <a:pt x="31192" y="12132"/>
                      <a:pt x="31207" y="12593"/>
                      <a:pt x="31225" y="13055"/>
                    </a:cubicBezTo>
                    <a:cubicBezTo>
                      <a:pt x="31230" y="13260"/>
                      <a:pt x="31237" y="13465"/>
                      <a:pt x="31242" y="13675"/>
                    </a:cubicBezTo>
                    <a:cubicBezTo>
                      <a:pt x="31287" y="14155"/>
                      <a:pt x="31287" y="14155"/>
                      <a:pt x="31537" y="14405"/>
                    </a:cubicBezTo>
                    <a:cubicBezTo>
                      <a:pt x="31890" y="14428"/>
                      <a:pt x="32245" y="14433"/>
                      <a:pt x="32600" y="14430"/>
                    </a:cubicBezTo>
                    <a:cubicBezTo>
                      <a:pt x="32812" y="14430"/>
                      <a:pt x="33027" y="14428"/>
                      <a:pt x="33247" y="14428"/>
                    </a:cubicBezTo>
                    <a:cubicBezTo>
                      <a:pt x="33360" y="14428"/>
                      <a:pt x="33360" y="14428"/>
                      <a:pt x="33928" y="14420"/>
                    </a:cubicBezTo>
                    <a:cubicBezTo>
                      <a:pt x="34152" y="14420"/>
                      <a:pt x="34377" y="14420"/>
                      <a:pt x="34610" y="14418"/>
                    </a:cubicBezTo>
                    <a:cubicBezTo>
                      <a:pt x="35170" y="14415"/>
                      <a:pt x="35727" y="14410"/>
                      <a:pt x="36287" y="14405"/>
                    </a:cubicBezTo>
                    <a:cubicBezTo>
                      <a:pt x="36537" y="13405"/>
                      <a:pt x="36535" y="12567"/>
                      <a:pt x="36432" y="11555"/>
                    </a:cubicBezTo>
                    <a:cubicBezTo>
                      <a:pt x="36425" y="11480"/>
                      <a:pt x="36425" y="11480"/>
                      <a:pt x="36387" y="11100"/>
                    </a:cubicBezTo>
                    <a:cubicBezTo>
                      <a:pt x="36357" y="10785"/>
                      <a:pt x="36322" y="10468"/>
                      <a:pt x="36290" y="10153"/>
                    </a:cubicBezTo>
                    <a:cubicBezTo>
                      <a:pt x="36240" y="9673"/>
                      <a:pt x="36197" y="9195"/>
                      <a:pt x="36152" y="8715"/>
                    </a:cubicBezTo>
                    <a:cubicBezTo>
                      <a:pt x="35965" y="6812"/>
                      <a:pt x="35745" y="5553"/>
                      <a:pt x="34310" y="4210"/>
                    </a:cubicBezTo>
                    <a:cubicBezTo>
                      <a:pt x="33688" y="3848"/>
                      <a:pt x="33130" y="3700"/>
                      <a:pt x="32428" y="3545"/>
                    </a:cubicBezTo>
                    <a:cubicBezTo>
                      <a:pt x="32157" y="3485"/>
                      <a:pt x="31890" y="3420"/>
                      <a:pt x="31622" y="3358"/>
                    </a:cubicBezTo>
                    <a:cubicBezTo>
                      <a:pt x="31485" y="3325"/>
                      <a:pt x="31345" y="3293"/>
                      <a:pt x="31202" y="3260"/>
                    </a:cubicBezTo>
                    <a:cubicBezTo>
                      <a:pt x="30527" y="3090"/>
                      <a:pt x="29860" y="2890"/>
                      <a:pt x="29192" y="2688"/>
                    </a:cubicBezTo>
                    <a:cubicBezTo>
                      <a:pt x="29065" y="2648"/>
                      <a:pt x="28938" y="2610"/>
                      <a:pt x="28805" y="2570"/>
                    </a:cubicBezTo>
                    <a:cubicBezTo>
                      <a:pt x="28120" y="2355"/>
                      <a:pt x="27455" y="2127"/>
                      <a:pt x="26797" y="1835"/>
                    </a:cubicBezTo>
                    <a:cubicBezTo>
                      <a:pt x="24355" y="775"/>
                      <a:pt x="22017" y="728"/>
                      <a:pt x="19382" y="770"/>
                    </a:cubicBezTo>
                    <a:cubicBezTo>
                      <a:pt x="18672" y="780"/>
                      <a:pt x="17962" y="780"/>
                      <a:pt x="17252" y="778"/>
                    </a:cubicBezTo>
                    <a:cubicBezTo>
                      <a:pt x="16795" y="780"/>
                      <a:pt x="16337" y="785"/>
                      <a:pt x="15882" y="788"/>
                    </a:cubicBezTo>
                    <a:cubicBezTo>
                      <a:pt x="15672" y="788"/>
                      <a:pt x="15462" y="788"/>
                      <a:pt x="15245" y="788"/>
                    </a:cubicBezTo>
                    <a:cubicBezTo>
                      <a:pt x="13920" y="815"/>
                      <a:pt x="12970" y="1073"/>
                      <a:pt x="11787" y="1655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32" name="news_presenter vector"/>
              <p:cNvSpPr/>
              <p:nvPr/>
            </p:nvSpPr>
            <p:spPr>
              <a:xfrm>
                <a:off x="11778225" y="813417"/>
                <a:ext cx="592508" cy="363863"/>
              </a:xfrm>
              <a:custGeom>
                <a:avLst/>
                <a:gdLst/>
                <a:ahLst/>
                <a:cxnLst/>
                <a:rect l="0" t="0" r="r" b="b"/>
                <a:pathLst>
                  <a:path w="64797" h="39793" fill="norm" stroke="0">
                    <a:moveTo>
                      <a:pt x="3915" y="140"/>
                    </a:moveTo>
                    <a:cubicBezTo>
                      <a:pt x="4170" y="140"/>
                      <a:pt x="4428" y="138"/>
                      <a:pt x="4682" y="135"/>
                    </a:cubicBezTo>
                    <a:cubicBezTo>
                      <a:pt x="5385" y="133"/>
                      <a:pt x="6087" y="135"/>
                      <a:pt x="6790" y="142"/>
                    </a:cubicBezTo>
                    <a:cubicBezTo>
                      <a:pt x="7547" y="145"/>
                      <a:pt x="8305" y="142"/>
                      <a:pt x="9062" y="140"/>
                    </a:cubicBezTo>
                    <a:cubicBezTo>
                      <a:pt x="10547" y="138"/>
                      <a:pt x="12030" y="142"/>
                      <a:pt x="13515" y="147"/>
                    </a:cubicBezTo>
                    <a:cubicBezTo>
                      <a:pt x="15243" y="155"/>
                      <a:pt x="16970" y="155"/>
                      <a:pt x="18697" y="155"/>
                    </a:cubicBezTo>
                    <a:cubicBezTo>
                      <a:pt x="21780" y="155"/>
                      <a:pt x="24862" y="162"/>
                      <a:pt x="27947" y="172"/>
                    </a:cubicBezTo>
                    <a:cubicBezTo>
                      <a:pt x="30938" y="183"/>
                      <a:pt x="33930" y="188"/>
                      <a:pt x="36922" y="188"/>
                    </a:cubicBezTo>
                    <a:cubicBezTo>
                      <a:pt x="37015" y="188"/>
                      <a:pt x="37015" y="188"/>
                      <a:pt x="37480" y="188"/>
                    </a:cubicBezTo>
                    <a:cubicBezTo>
                      <a:pt x="37665" y="188"/>
                      <a:pt x="37847" y="188"/>
                      <a:pt x="38037" y="188"/>
                    </a:cubicBezTo>
                    <a:cubicBezTo>
                      <a:pt x="38408" y="188"/>
                      <a:pt x="38777" y="188"/>
                      <a:pt x="39150" y="188"/>
                    </a:cubicBezTo>
                    <a:cubicBezTo>
                      <a:pt x="39332" y="188"/>
                      <a:pt x="39515" y="188"/>
                      <a:pt x="39702" y="188"/>
                    </a:cubicBezTo>
                    <a:cubicBezTo>
                      <a:pt x="42553" y="190"/>
                      <a:pt x="45402" y="192"/>
                      <a:pt x="48255" y="198"/>
                    </a:cubicBezTo>
                    <a:cubicBezTo>
                      <a:pt x="49287" y="200"/>
                      <a:pt x="50320" y="203"/>
                      <a:pt x="51355" y="203"/>
                    </a:cubicBezTo>
                    <a:cubicBezTo>
                      <a:pt x="52993" y="203"/>
                      <a:pt x="54632" y="207"/>
                      <a:pt x="56270" y="213"/>
                    </a:cubicBezTo>
                    <a:cubicBezTo>
                      <a:pt x="57020" y="215"/>
                      <a:pt x="57770" y="218"/>
                      <a:pt x="58517" y="218"/>
                    </a:cubicBezTo>
                    <a:cubicBezTo>
                      <a:pt x="59202" y="218"/>
                      <a:pt x="59890" y="220"/>
                      <a:pt x="60575" y="222"/>
                    </a:cubicBezTo>
                    <a:cubicBezTo>
                      <a:pt x="60940" y="225"/>
                      <a:pt x="61305" y="225"/>
                      <a:pt x="61672" y="222"/>
                    </a:cubicBezTo>
                    <a:cubicBezTo>
                      <a:pt x="61890" y="225"/>
                      <a:pt x="62105" y="228"/>
                      <a:pt x="62330" y="228"/>
                    </a:cubicBezTo>
                    <a:cubicBezTo>
                      <a:pt x="62517" y="230"/>
                      <a:pt x="62705" y="230"/>
                      <a:pt x="62898" y="230"/>
                    </a:cubicBezTo>
                    <a:cubicBezTo>
                      <a:pt x="63500" y="302"/>
                      <a:pt x="63902" y="475"/>
                      <a:pt x="64418" y="793"/>
                    </a:cubicBezTo>
                    <a:cubicBezTo>
                      <a:pt x="64755" y="1590"/>
                      <a:pt x="64705" y="2450"/>
                      <a:pt x="64705" y="3302"/>
                    </a:cubicBezTo>
                    <a:cubicBezTo>
                      <a:pt x="64705" y="3453"/>
                      <a:pt x="64707" y="3603"/>
                      <a:pt x="64707" y="3758"/>
                    </a:cubicBezTo>
                    <a:cubicBezTo>
                      <a:pt x="64710" y="4260"/>
                      <a:pt x="64710" y="4763"/>
                      <a:pt x="64712" y="5265"/>
                    </a:cubicBezTo>
                    <a:cubicBezTo>
                      <a:pt x="64712" y="5625"/>
                      <a:pt x="64715" y="5985"/>
                      <a:pt x="64717" y="6347"/>
                    </a:cubicBezTo>
                    <a:cubicBezTo>
                      <a:pt x="64722" y="7530"/>
                      <a:pt x="64725" y="8713"/>
                      <a:pt x="64727" y="9895"/>
                    </a:cubicBezTo>
                    <a:cubicBezTo>
                      <a:pt x="64727" y="10302"/>
                      <a:pt x="64730" y="10710"/>
                      <a:pt x="64730" y="11117"/>
                    </a:cubicBezTo>
                    <a:cubicBezTo>
                      <a:pt x="64735" y="13030"/>
                      <a:pt x="64737" y="14942"/>
                      <a:pt x="64740" y="16855"/>
                    </a:cubicBezTo>
                    <a:cubicBezTo>
                      <a:pt x="64743" y="19065"/>
                      <a:pt x="64750" y="21272"/>
                      <a:pt x="64760" y="23482"/>
                    </a:cubicBezTo>
                    <a:cubicBezTo>
                      <a:pt x="64767" y="25190"/>
                      <a:pt x="64770" y="26895"/>
                      <a:pt x="64773" y="28603"/>
                    </a:cubicBezTo>
                    <a:cubicBezTo>
                      <a:pt x="64773" y="29623"/>
                      <a:pt x="64775" y="30642"/>
                      <a:pt x="64780" y="31663"/>
                    </a:cubicBezTo>
                    <a:cubicBezTo>
                      <a:pt x="64787" y="32623"/>
                      <a:pt x="64787" y="33580"/>
                      <a:pt x="64785" y="34538"/>
                    </a:cubicBezTo>
                    <a:cubicBezTo>
                      <a:pt x="64785" y="34890"/>
                      <a:pt x="64787" y="35242"/>
                      <a:pt x="64790" y="35595"/>
                    </a:cubicBezTo>
                    <a:cubicBezTo>
                      <a:pt x="64795" y="36075"/>
                      <a:pt x="64793" y="36555"/>
                      <a:pt x="64790" y="37035"/>
                    </a:cubicBezTo>
                    <a:cubicBezTo>
                      <a:pt x="64790" y="37105"/>
                      <a:pt x="64790" y="37105"/>
                      <a:pt x="64797" y="37457"/>
                    </a:cubicBezTo>
                    <a:cubicBezTo>
                      <a:pt x="64785" y="38202"/>
                      <a:pt x="64678" y="38532"/>
                      <a:pt x="64220" y="39130"/>
                    </a:cubicBezTo>
                    <a:cubicBezTo>
                      <a:pt x="63638" y="39568"/>
                      <a:pt x="63415" y="39668"/>
                      <a:pt x="62702" y="39665"/>
                    </a:cubicBezTo>
                    <a:cubicBezTo>
                      <a:pt x="62515" y="39665"/>
                      <a:pt x="62325" y="39668"/>
                      <a:pt x="62130" y="39668"/>
                    </a:cubicBezTo>
                    <a:cubicBezTo>
                      <a:pt x="61928" y="39665"/>
                      <a:pt x="61722" y="39660"/>
                      <a:pt x="61513" y="39657"/>
                    </a:cubicBezTo>
                    <a:cubicBezTo>
                      <a:pt x="61402" y="39657"/>
                      <a:pt x="61402" y="39657"/>
                      <a:pt x="60852" y="39657"/>
                    </a:cubicBezTo>
                    <a:cubicBezTo>
                      <a:pt x="60138" y="39657"/>
                      <a:pt x="59420" y="39650"/>
                      <a:pt x="58702" y="39642"/>
                    </a:cubicBezTo>
                    <a:cubicBezTo>
                      <a:pt x="58205" y="39640"/>
                      <a:pt x="57707" y="39638"/>
                      <a:pt x="57210" y="39638"/>
                    </a:cubicBezTo>
                    <a:cubicBezTo>
                      <a:pt x="56035" y="39635"/>
                      <a:pt x="54860" y="39625"/>
                      <a:pt x="53685" y="39615"/>
                    </a:cubicBezTo>
                    <a:cubicBezTo>
                      <a:pt x="52347" y="39605"/>
                      <a:pt x="51010" y="39600"/>
                      <a:pt x="49672" y="39595"/>
                    </a:cubicBezTo>
                    <a:cubicBezTo>
                      <a:pt x="46920" y="39582"/>
                      <a:pt x="44170" y="39565"/>
                      <a:pt x="41418" y="39543"/>
                    </a:cubicBezTo>
                    <a:cubicBezTo>
                      <a:pt x="41418" y="39460"/>
                      <a:pt x="41418" y="39378"/>
                      <a:pt x="41418" y="39293"/>
                    </a:cubicBezTo>
                    <a:cubicBezTo>
                      <a:pt x="48842" y="39210"/>
                      <a:pt x="56267" y="39128"/>
                      <a:pt x="63918" y="39043"/>
                    </a:cubicBezTo>
                    <a:cubicBezTo>
                      <a:pt x="63918" y="26503"/>
                      <a:pt x="63918" y="13963"/>
                      <a:pt x="63918" y="1043"/>
                    </a:cubicBezTo>
                    <a:cubicBezTo>
                      <a:pt x="43128" y="1043"/>
                      <a:pt x="22337" y="1043"/>
                      <a:pt x="918" y="1043"/>
                    </a:cubicBezTo>
                    <a:cubicBezTo>
                      <a:pt x="918" y="13582"/>
                      <a:pt x="918" y="26123"/>
                      <a:pt x="918" y="39043"/>
                    </a:cubicBezTo>
                    <a:cubicBezTo>
                      <a:pt x="8425" y="39125"/>
                      <a:pt x="15932" y="39207"/>
                      <a:pt x="23668" y="39293"/>
                    </a:cubicBezTo>
                    <a:cubicBezTo>
                      <a:pt x="23585" y="39457"/>
                      <a:pt x="23503" y="39623"/>
                      <a:pt x="23418" y="39793"/>
                    </a:cubicBezTo>
                    <a:cubicBezTo>
                      <a:pt x="20535" y="39785"/>
                      <a:pt x="17650" y="39770"/>
                      <a:pt x="14767" y="39748"/>
                    </a:cubicBezTo>
                    <a:cubicBezTo>
                      <a:pt x="13428" y="39738"/>
                      <a:pt x="12087" y="39730"/>
                      <a:pt x="10750" y="39725"/>
                    </a:cubicBezTo>
                    <a:cubicBezTo>
                      <a:pt x="9582" y="39723"/>
                      <a:pt x="8415" y="39715"/>
                      <a:pt x="7247" y="39705"/>
                    </a:cubicBezTo>
                    <a:cubicBezTo>
                      <a:pt x="6630" y="39700"/>
                      <a:pt x="6013" y="39695"/>
                      <a:pt x="5395" y="39695"/>
                    </a:cubicBezTo>
                    <a:cubicBezTo>
                      <a:pt x="4705" y="39695"/>
                      <a:pt x="4015" y="39688"/>
                      <a:pt x="3322" y="39680"/>
                    </a:cubicBezTo>
                    <a:cubicBezTo>
                      <a:pt x="3120" y="39682"/>
                      <a:pt x="2915" y="39682"/>
                      <a:pt x="2705" y="39685"/>
                    </a:cubicBezTo>
                    <a:cubicBezTo>
                      <a:pt x="2515" y="39680"/>
                      <a:pt x="2327" y="39677"/>
                      <a:pt x="2132" y="39672"/>
                    </a:cubicBezTo>
                    <a:cubicBezTo>
                      <a:pt x="1970" y="39672"/>
                      <a:pt x="1807" y="39672"/>
                      <a:pt x="1638" y="39670"/>
                    </a:cubicBezTo>
                    <a:cubicBezTo>
                      <a:pt x="915" y="39475"/>
                      <a:pt x="618" y="39135"/>
                      <a:pt x="168" y="38543"/>
                    </a:cubicBezTo>
                    <a:cubicBezTo>
                      <a:pt x="67" y="37998"/>
                      <a:pt x="30" y="37573"/>
                      <a:pt x="40" y="37028"/>
                    </a:cubicBezTo>
                    <a:cubicBezTo>
                      <a:pt x="37" y="36952"/>
                      <a:pt x="37" y="36952"/>
                      <a:pt x="33" y="36570"/>
                    </a:cubicBezTo>
                    <a:cubicBezTo>
                      <a:pt x="30" y="36065"/>
                      <a:pt x="33" y="35560"/>
                      <a:pt x="35" y="35052"/>
                    </a:cubicBezTo>
                    <a:cubicBezTo>
                      <a:pt x="33" y="34690"/>
                      <a:pt x="30" y="34328"/>
                      <a:pt x="27" y="33965"/>
                    </a:cubicBezTo>
                    <a:cubicBezTo>
                      <a:pt x="23" y="32980"/>
                      <a:pt x="23" y="31998"/>
                      <a:pt x="25" y="31013"/>
                    </a:cubicBezTo>
                    <a:cubicBezTo>
                      <a:pt x="27" y="30190"/>
                      <a:pt x="25" y="29367"/>
                      <a:pt x="23" y="28545"/>
                    </a:cubicBezTo>
                    <a:cubicBezTo>
                      <a:pt x="17" y="26608"/>
                      <a:pt x="20" y="24668"/>
                      <a:pt x="23" y="22730"/>
                    </a:cubicBezTo>
                    <a:cubicBezTo>
                      <a:pt x="27" y="20728"/>
                      <a:pt x="25" y="18728"/>
                      <a:pt x="15" y="16728"/>
                    </a:cubicBezTo>
                    <a:cubicBezTo>
                      <a:pt x="10" y="15010"/>
                      <a:pt x="7" y="13293"/>
                      <a:pt x="10" y="11575"/>
                    </a:cubicBezTo>
                    <a:cubicBezTo>
                      <a:pt x="10" y="10550"/>
                      <a:pt x="10" y="9522"/>
                      <a:pt x="5" y="8498"/>
                    </a:cubicBezTo>
                    <a:cubicBezTo>
                      <a:pt x="0" y="7532"/>
                      <a:pt x="3" y="6567"/>
                      <a:pt x="7" y="5603"/>
                    </a:cubicBezTo>
                    <a:cubicBezTo>
                      <a:pt x="10" y="5250"/>
                      <a:pt x="7" y="4895"/>
                      <a:pt x="5" y="4543"/>
                    </a:cubicBezTo>
                    <a:cubicBezTo>
                      <a:pt x="0" y="4058"/>
                      <a:pt x="5" y="3575"/>
                      <a:pt x="10" y="3093"/>
                    </a:cubicBezTo>
                    <a:cubicBezTo>
                      <a:pt x="7" y="2953"/>
                      <a:pt x="5" y="2812"/>
                      <a:pt x="3" y="2670"/>
                    </a:cubicBezTo>
                    <a:cubicBezTo>
                      <a:pt x="20" y="1920"/>
                      <a:pt x="182" y="1405"/>
                      <a:pt x="648" y="832"/>
                    </a:cubicBezTo>
                    <a:cubicBezTo>
                      <a:pt x="1592" y="0"/>
                      <a:pt x="2715" y="123"/>
                      <a:pt x="3915" y="140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33" name="news_presenter vector"/>
              <p:cNvSpPr/>
              <p:nvPr/>
            </p:nvSpPr>
            <p:spPr>
              <a:xfrm>
                <a:off x="11799884" y="836032"/>
                <a:ext cx="549417" cy="321000"/>
              </a:xfrm>
              <a:custGeom>
                <a:avLst/>
                <a:gdLst/>
                <a:ahLst/>
                <a:cxnLst/>
                <a:rect l="0" t="0" r="r" b="b"/>
                <a:pathLst>
                  <a:path w="60085" h="35105" fill="norm" stroke="0">
                    <a:moveTo>
                      <a:pt x="2045" y="7"/>
                    </a:moveTo>
                    <a:cubicBezTo>
                      <a:pt x="2248" y="5"/>
                      <a:pt x="2450" y="5"/>
                      <a:pt x="2660" y="2"/>
                    </a:cubicBezTo>
                    <a:cubicBezTo>
                      <a:pt x="2773" y="5"/>
                      <a:pt x="2773" y="5"/>
                      <a:pt x="3335" y="7"/>
                    </a:cubicBezTo>
                    <a:cubicBezTo>
                      <a:pt x="3572" y="5"/>
                      <a:pt x="3810" y="5"/>
                      <a:pt x="4055" y="5"/>
                    </a:cubicBezTo>
                    <a:cubicBezTo>
                      <a:pt x="4713" y="2"/>
                      <a:pt x="5370" y="2"/>
                      <a:pt x="6028" y="5"/>
                    </a:cubicBezTo>
                    <a:cubicBezTo>
                      <a:pt x="6738" y="5"/>
                      <a:pt x="7447" y="5"/>
                      <a:pt x="8158" y="2"/>
                    </a:cubicBezTo>
                    <a:cubicBezTo>
                      <a:pt x="9548" y="0"/>
                      <a:pt x="10938" y="2"/>
                      <a:pt x="12328" y="2"/>
                    </a:cubicBezTo>
                    <a:cubicBezTo>
                      <a:pt x="13457" y="5"/>
                      <a:pt x="14588" y="5"/>
                      <a:pt x="15717" y="2"/>
                    </a:cubicBezTo>
                    <a:cubicBezTo>
                      <a:pt x="15878" y="2"/>
                      <a:pt x="16040" y="2"/>
                      <a:pt x="16205" y="2"/>
                    </a:cubicBezTo>
                    <a:cubicBezTo>
                      <a:pt x="16530" y="2"/>
                      <a:pt x="16858" y="2"/>
                      <a:pt x="17183" y="2"/>
                    </a:cubicBezTo>
                    <a:cubicBezTo>
                      <a:pt x="20245" y="2"/>
                      <a:pt x="23308" y="2"/>
                      <a:pt x="26368" y="5"/>
                    </a:cubicBezTo>
                    <a:cubicBezTo>
                      <a:pt x="28998" y="7"/>
                      <a:pt x="31625" y="7"/>
                      <a:pt x="34253" y="5"/>
                    </a:cubicBezTo>
                    <a:cubicBezTo>
                      <a:pt x="37305" y="2"/>
                      <a:pt x="40355" y="2"/>
                      <a:pt x="43405" y="2"/>
                    </a:cubicBezTo>
                    <a:cubicBezTo>
                      <a:pt x="43730" y="2"/>
                      <a:pt x="44055" y="2"/>
                      <a:pt x="44380" y="2"/>
                    </a:cubicBezTo>
                    <a:cubicBezTo>
                      <a:pt x="44540" y="2"/>
                      <a:pt x="44700" y="2"/>
                      <a:pt x="44865" y="2"/>
                    </a:cubicBezTo>
                    <a:cubicBezTo>
                      <a:pt x="45995" y="5"/>
                      <a:pt x="47123" y="2"/>
                      <a:pt x="48253" y="2"/>
                    </a:cubicBezTo>
                    <a:cubicBezTo>
                      <a:pt x="49628" y="0"/>
                      <a:pt x="51003" y="0"/>
                      <a:pt x="52378" y="5"/>
                    </a:cubicBezTo>
                    <a:cubicBezTo>
                      <a:pt x="53078" y="5"/>
                      <a:pt x="53780" y="5"/>
                      <a:pt x="54483" y="5"/>
                    </a:cubicBezTo>
                    <a:cubicBezTo>
                      <a:pt x="55243" y="2"/>
                      <a:pt x="56003" y="5"/>
                      <a:pt x="56763" y="7"/>
                    </a:cubicBezTo>
                    <a:cubicBezTo>
                      <a:pt x="56985" y="5"/>
                      <a:pt x="57207" y="5"/>
                      <a:pt x="57438" y="2"/>
                    </a:cubicBezTo>
                    <a:cubicBezTo>
                      <a:pt x="57640" y="5"/>
                      <a:pt x="57845" y="5"/>
                      <a:pt x="58053" y="7"/>
                    </a:cubicBezTo>
                    <a:cubicBezTo>
                      <a:pt x="58227" y="7"/>
                      <a:pt x="58405" y="7"/>
                      <a:pt x="58585" y="7"/>
                    </a:cubicBezTo>
                    <a:cubicBezTo>
                      <a:pt x="59125" y="80"/>
                      <a:pt x="59395" y="205"/>
                      <a:pt x="59800" y="570"/>
                    </a:cubicBezTo>
                    <a:cubicBezTo>
                      <a:pt x="59878" y="1115"/>
                      <a:pt x="59908" y="1592"/>
                      <a:pt x="59908" y="2137"/>
                    </a:cubicBezTo>
                    <a:cubicBezTo>
                      <a:pt x="59910" y="2300"/>
                      <a:pt x="59913" y="2462"/>
                      <a:pt x="59915" y="2630"/>
                    </a:cubicBezTo>
                    <a:cubicBezTo>
                      <a:pt x="59923" y="3170"/>
                      <a:pt x="59925" y="3712"/>
                      <a:pt x="59928" y="4255"/>
                    </a:cubicBezTo>
                    <a:cubicBezTo>
                      <a:pt x="59930" y="4640"/>
                      <a:pt x="59935" y="5022"/>
                      <a:pt x="59940" y="5407"/>
                    </a:cubicBezTo>
                    <a:cubicBezTo>
                      <a:pt x="59953" y="6440"/>
                      <a:pt x="59960" y="7472"/>
                      <a:pt x="59967" y="8505"/>
                    </a:cubicBezTo>
                    <a:cubicBezTo>
                      <a:pt x="59973" y="9360"/>
                      <a:pt x="59980" y="10215"/>
                      <a:pt x="59990" y="11070"/>
                    </a:cubicBezTo>
                    <a:cubicBezTo>
                      <a:pt x="60015" y="13623"/>
                      <a:pt x="60033" y="16177"/>
                      <a:pt x="60045" y="18730"/>
                    </a:cubicBezTo>
                    <a:cubicBezTo>
                      <a:pt x="60050" y="19295"/>
                      <a:pt x="60053" y="19860"/>
                      <a:pt x="60055" y="20425"/>
                    </a:cubicBezTo>
                    <a:cubicBezTo>
                      <a:pt x="60068" y="22470"/>
                      <a:pt x="60075" y="24512"/>
                      <a:pt x="60080" y="26557"/>
                    </a:cubicBezTo>
                    <a:cubicBezTo>
                      <a:pt x="60080" y="26975"/>
                      <a:pt x="60082" y="27390"/>
                      <a:pt x="60082" y="27807"/>
                    </a:cubicBezTo>
                    <a:cubicBezTo>
                      <a:pt x="60085" y="28575"/>
                      <a:pt x="60082" y="29342"/>
                      <a:pt x="60082" y="30112"/>
                    </a:cubicBezTo>
                    <a:cubicBezTo>
                      <a:pt x="60082" y="30330"/>
                      <a:pt x="60082" y="30550"/>
                      <a:pt x="60082" y="30775"/>
                    </a:cubicBezTo>
                    <a:cubicBezTo>
                      <a:pt x="60070" y="34550"/>
                      <a:pt x="60070" y="34550"/>
                      <a:pt x="59550" y="35070"/>
                    </a:cubicBezTo>
                    <a:cubicBezTo>
                      <a:pt x="59200" y="35102"/>
                      <a:pt x="59200" y="35102"/>
                      <a:pt x="58743" y="35102"/>
                    </a:cubicBezTo>
                    <a:cubicBezTo>
                      <a:pt x="58570" y="35102"/>
                      <a:pt x="58398" y="35102"/>
                      <a:pt x="58220" y="35105"/>
                    </a:cubicBezTo>
                    <a:cubicBezTo>
                      <a:pt x="58125" y="35105"/>
                      <a:pt x="58125" y="35105"/>
                      <a:pt x="57643" y="35102"/>
                    </a:cubicBezTo>
                    <a:cubicBezTo>
                      <a:pt x="57443" y="35102"/>
                      <a:pt x="57243" y="35102"/>
                      <a:pt x="57038" y="35105"/>
                    </a:cubicBezTo>
                    <a:cubicBezTo>
                      <a:pt x="56375" y="35105"/>
                      <a:pt x="55713" y="35105"/>
                      <a:pt x="55050" y="35102"/>
                    </a:cubicBezTo>
                    <a:cubicBezTo>
                      <a:pt x="54590" y="35105"/>
                      <a:pt x="54133" y="35105"/>
                      <a:pt x="53673" y="35105"/>
                    </a:cubicBezTo>
                    <a:cubicBezTo>
                      <a:pt x="52710" y="35105"/>
                      <a:pt x="51748" y="35105"/>
                      <a:pt x="50785" y="35102"/>
                    </a:cubicBezTo>
                    <a:cubicBezTo>
                      <a:pt x="49548" y="35102"/>
                      <a:pt x="48312" y="35102"/>
                      <a:pt x="47075" y="35105"/>
                    </a:cubicBezTo>
                    <a:cubicBezTo>
                      <a:pt x="46128" y="35105"/>
                      <a:pt x="45180" y="35105"/>
                      <a:pt x="44233" y="35105"/>
                    </a:cubicBezTo>
                    <a:cubicBezTo>
                      <a:pt x="43778" y="35102"/>
                      <a:pt x="43320" y="35105"/>
                      <a:pt x="42865" y="35105"/>
                    </a:cubicBezTo>
                    <a:cubicBezTo>
                      <a:pt x="42227" y="35105"/>
                      <a:pt x="41592" y="35105"/>
                      <a:pt x="40955" y="35102"/>
                    </a:cubicBezTo>
                    <a:cubicBezTo>
                      <a:pt x="40765" y="35102"/>
                      <a:pt x="40575" y="35105"/>
                      <a:pt x="40378" y="35105"/>
                    </a:cubicBezTo>
                    <a:cubicBezTo>
                      <a:pt x="40293" y="35105"/>
                      <a:pt x="40293" y="35105"/>
                      <a:pt x="39855" y="35102"/>
                    </a:cubicBezTo>
                    <a:cubicBezTo>
                      <a:pt x="39705" y="35102"/>
                      <a:pt x="39555" y="35102"/>
                      <a:pt x="39400" y="35102"/>
                    </a:cubicBezTo>
                    <a:cubicBezTo>
                      <a:pt x="39050" y="35070"/>
                      <a:pt x="39050" y="35070"/>
                      <a:pt x="38800" y="34820"/>
                    </a:cubicBezTo>
                    <a:cubicBezTo>
                      <a:pt x="38768" y="34410"/>
                      <a:pt x="38755" y="34000"/>
                      <a:pt x="38748" y="33590"/>
                    </a:cubicBezTo>
                    <a:cubicBezTo>
                      <a:pt x="38740" y="33332"/>
                      <a:pt x="38733" y="33075"/>
                      <a:pt x="38727" y="32817"/>
                    </a:cubicBezTo>
                    <a:cubicBezTo>
                      <a:pt x="38723" y="32682"/>
                      <a:pt x="38720" y="32547"/>
                      <a:pt x="38717" y="32408"/>
                    </a:cubicBezTo>
                    <a:cubicBezTo>
                      <a:pt x="38613" y="28572"/>
                      <a:pt x="38338" y="25740"/>
                      <a:pt x="35440" y="22977"/>
                    </a:cubicBezTo>
                    <a:cubicBezTo>
                      <a:pt x="33880" y="21785"/>
                      <a:pt x="31418" y="21117"/>
                      <a:pt x="29475" y="21207"/>
                    </a:cubicBezTo>
                    <a:cubicBezTo>
                      <a:pt x="27255" y="21577"/>
                      <a:pt x="25065" y="22350"/>
                      <a:pt x="23550" y="24070"/>
                    </a:cubicBezTo>
                    <a:cubicBezTo>
                      <a:pt x="23490" y="24132"/>
                      <a:pt x="23490" y="24132"/>
                      <a:pt x="23195" y="24440"/>
                    </a:cubicBezTo>
                    <a:cubicBezTo>
                      <a:pt x="21270" y="26727"/>
                      <a:pt x="21445" y="30095"/>
                      <a:pt x="21373" y="32917"/>
                    </a:cubicBezTo>
                    <a:cubicBezTo>
                      <a:pt x="21365" y="33160"/>
                      <a:pt x="21358" y="33402"/>
                      <a:pt x="21352" y="33652"/>
                    </a:cubicBezTo>
                    <a:cubicBezTo>
                      <a:pt x="21350" y="33762"/>
                      <a:pt x="21350" y="33762"/>
                      <a:pt x="21338" y="34315"/>
                    </a:cubicBezTo>
                    <a:cubicBezTo>
                      <a:pt x="21300" y="34820"/>
                      <a:pt x="21300" y="34820"/>
                      <a:pt x="21050" y="35070"/>
                    </a:cubicBezTo>
                    <a:cubicBezTo>
                      <a:pt x="20700" y="35102"/>
                      <a:pt x="20700" y="35102"/>
                      <a:pt x="20243" y="35102"/>
                    </a:cubicBezTo>
                    <a:cubicBezTo>
                      <a:pt x="20070" y="35102"/>
                      <a:pt x="19898" y="35102"/>
                      <a:pt x="19720" y="35105"/>
                    </a:cubicBezTo>
                    <a:cubicBezTo>
                      <a:pt x="19625" y="35105"/>
                      <a:pt x="19625" y="35105"/>
                      <a:pt x="19143" y="35102"/>
                    </a:cubicBezTo>
                    <a:cubicBezTo>
                      <a:pt x="18943" y="35102"/>
                      <a:pt x="18743" y="35102"/>
                      <a:pt x="18538" y="35105"/>
                    </a:cubicBezTo>
                    <a:cubicBezTo>
                      <a:pt x="17875" y="35105"/>
                      <a:pt x="17213" y="35105"/>
                      <a:pt x="16550" y="35102"/>
                    </a:cubicBezTo>
                    <a:cubicBezTo>
                      <a:pt x="16090" y="35105"/>
                      <a:pt x="15633" y="35105"/>
                      <a:pt x="15173" y="35105"/>
                    </a:cubicBezTo>
                    <a:cubicBezTo>
                      <a:pt x="14210" y="35105"/>
                      <a:pt x="13248" y="35105"/>
                      <a:pt x="12285" y="35102"/>
                    </a:cubicBezTo>
                    <a:cubicBezTo>
                      <a:pt x="11048" y="35102"/>
                      <a:pt x="9812" y="35102"/>
                      <a:pt x="8575" y="35105"/>
                    </a:cubicBezTo>
                    <a:cubicBezTo>
                      <a:pt x="7628" y="35105"/>
                      <a:pt x="6680" y="35105"/>
                      <a:pt x="5733" y="35105"/>
                    </a:cubicBezTo>
                    <a:cubicBezTo>
                      <a:pt x="5278" y="35102"/>
                      <a:pt x="4820" y="35105"/>
                      <a:pt x="4365" y="35105"/>
                    </a:cubicBezTo>
                    <a:cubicBezTo>
                      <a:pt x="3727" y="35105"/>
                      <a:pt x="3092" y="35105"/>
                      <a:pt x="2455" y="35102"/>
                    </a:cubicBezTo>
                    <a:cubicBezTo>
                      <a:pt x="2265" y="35102"/>
                      <a:pt x="2075" y="35105"/>
                      <a:pt x="1878" y="35105"/>
                    </a:cubicBezTo>
                    <a:cubicBezTo>
                      <a:pt x="1793" y="35105"/>
                      <a:pt x="1793" y="35105"/>
                      <a:pt x="1355" y="35102"/>
                    </a:cubicBezTo>
                    <a:cubicBezTo>
                      <a:pt x="1205" y="35102"/>
                      <a:pt x="1055" y="35102"/>
                      <a:pt x="900" y="35102"/>
                    </a:cubicBezTo>
                    <a:cubicBezTo>
                      <a:pt x="550" y="35070"/>
                      <a:pt x="550" y="35070"/>
                      <a:pt x="300" y="34820"/>
                    </a:cubicBezTo>
                    <a:cubicBezTo>
                      <a:pt x="0" y="32690"/>
                      <a:pt x="15" y="30535"/>
                      <a:pt x="28" y="28390"/>
                    </a:cubicBezTo>
                    <a:cubicBezTo>
                      <a:pt x="30" y="28045"/>
                      <a:pt x="30" y="27702"/>
                      <a:pt x="33" y="27360"/>
                    </a:cubicBezTo>
                    <a:cubicBezTo>
                      <a:pt x="35" y="26395"/>
                      <a:pt x="40" y="25430"/>
                      <a:pt x="45" y="24462"/>
                    </a:cubicBezTo>
                    <a:cubicBezTo>
                      <a:pt x="50" y="23790"/>
                      <a:pt x="53" y="23120"/>
                      <a:pt x="55" y="22447"/>
                    </a:cubicBezTo>
                    <a:cubicBezTo>
                      <a:pt x="68" y="19662"/>
                      <a:pt x="85" y="16880"/>
                      <a:pt x="108" y="14095"/>
                    </a:cubicBezTo>
                    <a:cubicBezTo>
                      <a:pt x="120" y="12765"/>
                      <a:pt x="130" y="11432"/>
                      <a:pt x="135" y="10102"/>
                    </a:cubicBezTo>
                    <a:cubicBezTo>
                      <a:pt x="143" y="8917"/>
                      <a:pt x="150" y="7732"/>
                      <a:pt x="160" y="6547"/>
                    </a:cubicBezTo>
                    <a:cubicBezTo>
                      <a:pt x="168" y="5927"/>
                      <a:pt x="173" y="5305"/>
                      <a:pt x="173" y="4685"/>
                    </a:cubicBezTo>
                    <a:cubicBezTo>
                      <a:pt x="175" y="4000"/>
                      <a:pt x="183" y="3317"/>
                      <a:pt x="190" y="2635"/>
                    </a:cubicBezTo>
                    <a:cubicBezTo>
                      <a:pt x="190" y="2432"/>
                      <a:pt x="190" y="2227"/>
                      <a:pt x="190" y="2020"/>
                    </a:cubicBezTo>
                    <a:cubicBezTo>
                      <a:pt x="193" y="1835"/>
                      <a:pt x="195" y="1650"/>
                      <a:pt x="200" y="1460"/>
                    </a:cubicBezTo>
                    <a:cubicBezTo>
                      <a:pt x="200" y="1300"/>
                      <a:pt x="203" y="1137"/>
                      <a:pt x="203" y="972"/>
                    </a:cubicBezTo>
                    <a:cubicBezTo>
                      <a:pt x="300" y="570"/>
                      <a:pt x="300" y="570"/>
                      <a:pt x="618" y="300"/>
                    </a:cubicBezTo>
                    <a:cubicBezTo>
                      <a:pt x="1133" y="25"/>
                      <a:pt x="1463" y="7"/>
                      <a:pt x="2045" y="7"/>
                    </a:cubicBezTo>
                    <a:close/>
                    <a:moveTo>
                      <a:pt x="550" y="820"/>
                    </a:moveTo>
                    <a:cubicBezTo>
                      <a:pt x="523" y="1252"/>
                      <a:pt x="515" y="1685"/>
                      <a:pt x="515" y="2120"/>
                    </a:cubicBezTo>
                    <a:cubicBezTo>
                      <a:pt x="513" y="2255"/>
                      <a:pt x="513" y="2392"/>
                      <a:pt x="513" y="2532"/>
                    </a:cubicBezTo>
                    <a:cubicBezTo>
                      <a:pt x="510" y="2995"/>
                      <a:pt x="510" y="3455"/>
                      <a:pt x="508" y="3915"/>
                    </a:cubicBezTo>
                    <a:cubicBezTo>
                      <a:pt x="508" y="4245"/>
                      <a:pt x="508" y="4575"/>
                      <a:pt x="505" y="4905"/>
                    </a:cubicBezTo>
                    <a:cubicBezTo>
                      <a:pt x="503" y="5800"/>
                      <a:pt x="500" y="6697"/>
                      <a:pt x="500" y="7595"/>
                    </a:cubicBezTo>
                    <a:cubicBezTo>
                      <a:pt x="498" y="8152"/>
                      <a:pt x="498" y="8712"/>
                      <a:pt x="495" y="9272"/>
                    </a:cubicBezTo>
                    <a:cubicBezTo>
                      <a:pt x="493" y="11022"/>
                      <a:pt x="490" y="12770"/>
                      <a:pt x="490" y="14520"/>
                    </a:cubicBezTo>
                    <a:cubicBezTo>
                      <a:pt x="488" y="16542"/>
                      <a:pt x="485" y="18565"/>
                      <a:pt x="477" y="20587"/>
                    </a:cubicBezTo>
                    <a:cubicBezTo>
                      <a:pt x="470" y="22147"/>
                      <a:pt x="467" y="23710"/>
                      <a:pt x="467" y="25270"/>
                    </a:cubicBezTo>
                    <a:cubicBezTo>
                      <a:pt x="467" y="26205"/>
                      <a:pt x="467" y="27137"/>
                      <a:pt x="463" y="28070"/>
                    </a:cubicBezTo>
                    <a:cubicBezTo>
                      <a:pt x="457" y="28950"/>
                      <a:pt x="457" y="29827"/>
                      <a:pt x="460" y="30705"/>
                    </a:cubicBezTo>
                    <a:cubicBezTo>
                      <a:pt x="460" y="31027"/>
                      <a:pt x="457" y="31350"/>
                      <a:pt x="455" y="31672"/>
                    </a:cubicBezTo>
                    <a:cubicBezTo>
                      <a:pt x="453" y="32112"/>
                      <a:pt x="455" y="32550"/>
                      <a:pt x="457" y="32990"/>
                    </a:cubicBezTo>
                    <a:cubicBezTo>
                      <a:pt x="457" y="33237"/>
                      <a:pt x="457" y="33482"/>
                      <a:pt x="455" y="33737"/>
                    </a:cubicBezTo>
                    <a:cubicBezTo>
                      <a:pt x="550" y="34320"/>
                      <a:pt x="550" y="34320"/>
                      <a:pt x="880" y="34650"/>
                    </a:cubicBezTo>
                    <a:cubicBezTo>
                      <a:pt x="1320" y="34827"/>
                      <a:pt x="1623" y="34885"/>
                      <a:pt x="2095" y="34887"/>
                    </a:cubicBezTo>
                    <a:cubicBezTo>
                      <a:pt x="2253" y="34890"/>
                      <a:pt x="2410" y="34892"/>
                      <a:pt x="2570" y="34892"/>
                    </a:cubicBezTo>
                    <a:cubicBezTo>
                      <a:pt x="2743" y="34892"/>
                      <a:pt x="2913" y="34892"/>
                      <a:pt x="3090" y="34892"/>
                    </a:cubicBezTo>
                    <a:cubicBezTo>
                      <a:pt x="3270" y="34895"/>
                      <a:pt x="3453" y="34897"/>
                      <a:pt x="3640" y="34897"/>
                    </a:cubicBezTo>
                    <a:cubicBezTo>
                      <a:pt x="4240" y="34902"/>
                      <a:pt x="4840" y="34905"/>
                      <a:pt x="5438" y="34905"/>
                    </a:cubicBezTo>
                    <a:cubicBezTo>
                      <a:pt x="5855" y="34905"/>
                      <a:pt x="6273" y="34908"/>
                      <a:pt x="6690" y="34910"/>
                    </a:cubicBezTo>
                    <a:cubicBezTo>
                      <a:pt x="7562" y="34912"/>
                      <a:pt x="8438" y="34912"/>
                      <a:pt x="9312" y="34912"/>
                    </a:cubicBezTo>
                    <a:cubicBezTo>
                      <a:pt x="10433" y="34912"/>
                      <a:pt x="11553" y="34920"/>
                      <a:pt x="12673" y="34927"/>
                    </a:cubicBezTo>
                    <a:cubicBezTo>
                      <a:pt x="13533" y="34935"/>
                      <a:pt x="14395" y="34935"/>
                      <a:pt x="15255" y="34935"/>
                    </a:cubicBezTo>
                    <a:cubicBezTo>
                      <a:pt x="15668" y="34935"/>
                      <a:pt x="16080" y="34938"/>
                      <a:pt x="16495" y="34942"/>
                    </a:cubicBezTo>
                    <a:cubicBezTo>
                      <a:pt x="17072" y="34947"/>
                      <a:pt x="17648" y="34945"/>
                      <a:pt x="18225" y="34942"/>
                    </a:cubicBezTo>
                    <a:cubicBezTo>
                      <a:pt x="18398" y="34945"/>
                      <a:pt x="18568" y="34947"/>
                      <a:pt x="18743" y="34950"/>
                    </a:cubicBezTo>
                    <a:cubicBezTo>
                      <a:pt x="19538" y="34940"/>
                      <a:pt x="20060" y="34912"/>
                      <a:pt x="20655" y="34350"/>
                    </a:cubicBezTo>
                    <a:cubicBezTo>
                      <a:pt x="21138" y="33702"/>
                      <a:pt x="21173" y="33355"/>
                      <a:pt x="21175" y="32552"/>
                    </a:cubicBezTo>
                    <a:cubicBezTo>
                      <a:pt x="21180" y="32307"/>
                      <a:pt x="21185" y="32062"/>
                      <a:pt x="21190" y="31810"/>
                    </a:cubicBezTo>
                    <a:cubicBezTo>
                      <a:pt x="21190" y="31552"/>
                      <a:pt x="21190" y="31297"/>
                      <a:pt x="21190" y="31040"/>
                    </a:cubicBezTo>
                    <a:cubicBezTo>
                      <a:pt x="21197" y="27938"/>
                      <a:pt x="21618" y="25597"/>
                      <a:pt x="23800" y="23320"/>
                    </a:cubicBezTo>
                    <a:cubicBezTo>
                      <a:pt x="25640" y="21635"/>
                      <a:pt x="27533" y="20927"/>
                      <a:pt x="30018" y="20960"/>
                    </a:cubicBezTo>
                    <a:cubicBezTo>
                      <a:pt x="30215" y="20962"/>
                      <a:pt x="30413" y="20965"/>
                      <a:pt x="30618" y="20968"/>
                    </a:cubicBezTo>
                    <a:cubicBezTo>
                      <a:pt x="33043" y="21040"/>
                      <a:pt x="34812" y="21797"/>
                      <a:pt x="36555" y="23518"/>
                    </a:cubicBezTo>
                    <a:cubicBezTo>
                      <a:pt x="38645" y="25855"/>
                      <a:pt x="38883" y="28390"/>
                      <a:pt x="38895" y="31385"/>
                    </a:cubicBezTo>
                    <a:cubicBezTo>
                      <a:pt x="38898" y="31765"/>
                      <a:pt x="38905" y="32145"/>
                      <a:pt x="38915" y="32528"/>
                    </a:cubicBezTo>
                    <a:cubicBezTo>
                      <a:pt x="38918" y="32750"/>
                      <a:pt x="38918" y="32975"/>
                      <a:pt x="38920" y="33207"/>
                    </a:cubicBezTo>
                    <a:cubicBezTo>
                      <a:pt x="39055" y="33850"/>
                      <a:pt x="39243" y="34162"/>
                      <a:pt x="39720" y="34610"/>
                    </a:cubicBezTo>
                    <a:cubicBezTo>
                      <a:pt x="40380" y="35030"/>
                      <a:pt x="41113" y="34955"/>
                      <a:pt x="41873" y="34942"/>
                    </a:cubicBezTo>
                    <a:cubicBezTo>
                      <a:pt x="42053" y="34942"/>
                      <a:pt x="42235" y="34945"/>
                      <a:pt x="42423" y="34945"/>
                    </a:cubicBezTo>
                    <a:cubicBezTo>
                      <a:pt x="43023" y="34947"/>
                      <a:pt x="43623" y="34942"/>
                      <a:pt x="44223" y="34935"/>
                    </a:cubicBezTo>
                    <a:cubicBezTo>
                      <a:pt x="44640" y="34935"/>
                      <a:pt x="45055" y="34935"/>
                      <a:pt x="45473" y="34935"/>
                    </a:cubicBezTo>
                    <a:cubicBezTo>
                      <a:pt x="46348" y="34935"/>
                      <a:pt x="47220" y="34930"/>
                      <a:pt x="48095" y="34922"/>
                    </a:cubicBezTo>
                    <a:cubicBezTo>
                      <a:pt x="49215" y="34915"/>
                      <a:pt x="50335" y="34912"/>
                      <a:pt x="51455" y="34912"/>
                    </a:cubicBezTo>
                    <a:cubicBezTo>
                      <a:pt x="52315" y="34912"/>
                      <a:pt x="53178" y="34910"/>
                      <a:pt x="54038" y="34908"/>
                    </a:cubicBezTo>
                    <a:cubicBezTo>
                      <a:pt x="54453" y="34905"/>
                      <a:pt x="54865" y="34905"/>
                      <a:pt x="55278" y="34905"/>
                    </a:cubicBezTo>
                    <a:cubicBezTo>
                      <a:pt x="55855" y="34902"/>
                      <a:pt x="56433" y="34897"/>
                      <a:pt x="57008" y="34892"/>
                    </a:cubicBezTo>
                    <a:cubicBezTo>
                      <a:pt x="57180" y="34892"/>
                      <a:pt x="57350" y="34892"/>
                      <a:pt x="57528" y="34892"/>
                    </a:cubicBezTo>
                    <a:cubicBezTo>
                      <a:pt x="57605" y="34892"/>
                      <a:pt x="57605" y="34892"/>
                      <a:pt x="58003" y="34887"/>
                    </a:cubicBezTo>
                    <a:cubicBezTo>
                      <a:pt x="58140" y="34887"/>
                      <a:pt x="58278" y="34885"/>
                      <a:pt x="58418" y="34885"/>
                    </a:cubicBezTo>
                    <a:cubicBezTo>
                      <a:pt x="58933" y="34797"/>
                      <a:pt x="59175" y="34692"/>
                      <a:pt x="59550" y="34320"/>
                    </a:cubicBezTo>
                    <a:cubicBezTo>
                      <a:pt x="59643" y="33737"/>
                      <a:pt x="59643" y="33737"/>
                      <a:pt x="59640" y="32990"/>
                    </a:cubicBezTo>
                    <a:cubicBezTo>
                      <a:pt x="59643" y="32852"/>
                      <a:pt x="59643" y="32715"/>
                      <a:pt x="59643" y="32575"/>
                    </a:cubicBezTo>
                    <a:cubicBezTo>
                      <a:pt x="59645" y="32115"/>
                      <a:pt x="59643" y="31652"/>
                      <a:pt x="59638" y="31192"/>
                    </a:cubicBezTo>
                    <a:cubicBezTo>
                      <a:pt x="59638" y="30862"/>
                      <a:pt x="59640" y="30532"/>
                      <a:pt x="59640" y="30202"/>
                    </a:cubicBezTo>
                    <a:cubicBezTo>
                      <a:pt x="59640" y="29307"/>
                      <a:pt x="59638" y="28410"/>
                      <a:pt x="59633" y="27512"/>
                    </a:cubicBezTo>
                    <a:cubicBezTo>
                      <a:pt x="59630" y="26577"/>
                      <a:pt x="59630" y="25640"/>
                      <a:pt x="59630" y="24702"/>
                    </a:cubicBezTo>
                    <a:cubicBezTo>
                      <a:pt x="59628" y="23130"/>
                      <a:pt x="59625" y="21557"/>
                      <a:pt x="59620" y="19982"/>
                    </a:cubicBezTo>
                    <a:cubicBezTo>
                      <a:pt x="59613" y="17962"/>
                      <a:pt x="59610" y="15940"/>
                      <a:pt x="59608" y="13917"/>
                    </a:cubicBezTo>
                    <a:cubicBezTo>
                      <a:pt x="59608" y="12182"/>
                      <a:pt x="59605" y="10447"/>
                      <a:pt x="59600" y="8712"/>
                    </a:cubicBezTo>
                    <a:cubicBezTo>
                      <a:pt x="59600" y="8155"/>
                      <a:pt x="59600" y="7595"/>
                      <a:pt x="59598" y="7035"/>
                    </a:cubicBezTo>
                    <a:cubicBezTo>
                      <a:pt x="59598" y="6157"/>
                      <a:pt x="59595" y="5280"/>
                      <a:pt x="59590" y="4405"/>
                    </a:cubicBezTo>
                    <a:cubicBezTo>
                      <a:pt x="59590" y="4080"/>
                      <a:pt x="59590" y="3757"/>
                      <a:pt x="59590" y="3435"/>
                    </a:cubicBezTo>
                    <a:cubicBezTo>
                      <a:pt x="59588" y="2997"/>
                      <a:pt x="59588" y="2557"/>
                      <a:pt x="59585" y="2120"/>
                    </a:cubicBezTo>
                    <a:cubicBezTo>
                      <a:pt x="59582" y="1995"/>
                      <a:pt x="59582" y="1995"/>
                      <a:pt x="59582" y="1372"/>
                    </a:cubicBezTo>
                    <a:cubicBezTo>
                      <a:pt x="59550" y="820"/>
                      <a:pt x="59550" y="820"/>
                      <a:pt x="59300" y="570"/>
                    </a:cubicBezTo>
                    <a:cubicBezTo>
                      <a:pt x="58893" y="540"/>
                      <a:pt x="58893" y="540"/>
                      <a:pt x="58355" y="540"/>
                    </a:cubicBezTo>
                    <a:cubicBezTo>
                      <a:pt x="58150" y="537"/>
                      <a:pt x="57947" y="537"/>
                      <a:pt x="57738" y="537"/>
                    </a:cubicBezTo>
                    <a:cubicBezTo>
                      <a:pt x="57510" y="537"/>
                      <a:pt x="57283" y="537"/>
                      <a:pt x="57050" y="537"/>
                    </a:cubicBezTo>
                    <a:cubicBezTo>
                      <a:pt x="56810" y="537"/>
                      <a:pt x="56572" y="537"/>
                      <a:pt x="56325" y="537"/>
                    </a:cubicBezTo>
                    <a:cubicBezTo>
                      <a:pt x="55660" y="537"/>
                      <a:pt x="54995" y="537"/>
                      <a:pt x="54328" y="537"/>
                    </a:cubicBezTo>
                    <a:cubicBezTo>
                      <a:pt x="53610" y="537"/>
                      <a:pt x="52893" y="537"/>
                      <a:pt x="52178" y="537"/>
                    </a:cubicBezTo>
                    <a:cubicBezTo>
                      <a:pt x="50770" y="535"/>
                      <a:pt x="49365" y="535"/>
                      <a:pt x="47960" y="537"/>
                    </a:cubicBezTo>
                    <a:cubicBezTo>
                      <a:pt x="46818" y="537"/>
                      <a:pt x="45675" y="537"/>
                      <a:pt x="44533" y="537"/>
                    </a:cubicBezTo>
                    <a:cubicBezTo>
                      <a:pt x="44370" y="537"/>
                      <a:pt x="44207" y="537"/>
                      <a:pt x="44040" y="537"/>
                    </a:cubicBezTo>
                    <a:cubicBezTo>
                      <a:pt x="43710" y="537"/>
                      <a:pt x="43383" y="537"/>
                      <a:pt x="43053" y="537"/>
                    </a:cubicBezTo>
                    <a:cubicBezTo>
                      <a:pt x="39957" y="535"/>
                      <a:pt x="36865" y="537"/>
                      <a:pt x="33770" y="537"/>
                    </a:cubicBezTo>
                    <a:cubicBezTo>
                      <a:pt x="31113" y="540"/>
                      <a:pt x="28455" y="540"/>
                      <a:pt x="25798" y="537"/>
                    </a:cubicBezTo>
                    <a:cubicBezTo>
                      <a:pt x="22715" y="537"/>
                      <a:pt x="19633" y="535"/>
                      <a:pt x="16550" y="537"/>
                    </a:cubicBezTo>
                    <a:cubicBezTo>
                      <a:pt x="16223" y="537"/>
                      <a:pt x="15895" y="537"/>
                      <a:pt x="15565" y="537"/>
                    </a:cubicBezTo>
                    <a:cubicBezTo>
                      <a:pt x="15405" y="537"/>
                      <a:pt x="15243" y="537"/>
                      <a:pt x="15075" y="537"/>
                    </a:cubicBezTo>
                    <a:cubicBezTo>
                      <a:pt x="13935" y="537"/>
                      <a:pt x="12793" y="537"/>
                      <a:pt x="11653" y="537"/>
                    </a:cubicBezTo>
                    <a:cubicBezTo>
                      <a:pt x="10263" y="535"/>
                      <a:pt x="8873" y="535"/>
                      <a:pt x="7483" y="537"/>
                    </a:cubicBezTo>
                    <a:cubicBezTo>
                      <a:pt x="6773" y="537"/>
                      <a:pt x="6062" y="537"/>
                      <a:pt x="5352" y="537"/>
                    </a:cubicBezTo>
                    <a:cubicBezTo>
                      <a:pt x="4585" y="537"/>
                      <a:pt x="3815" y="537"/>
                      <a:pt x="3048" y="537"/>
                    </a:cubicBezTo>
                    <a:cubicBezTo>
                      <a:pt x="2822" y="537"/>
                      <a:pt x="2595" y="537"/>
                      <a:pt x="2360" y="537"/>
                    </a:cubicBezTo>
                    <a:cubicBezTo>
                      <a:pt x="2158" y="537"/>
                      <a:pt x="1953" y="537"/>
                      <a:pt x="1743" y="540"/>
                    </a:cubicBezTo>
                    <a:cubicBezTo>
                      <a:pt x="1565" y="540"/>
                      <a:pt x="1388" y="540"/>
                      <a:pt x="1205" y="540"/>
                    </a:cubicBezTo>
                    <a:cubicBezTo>
                      <a:pt x="800" y="570"/>
                      <a:pt x="800" y="570"/>
                      <a:pt x="550" y="820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34" name="news_presenter vector"/>
              <p:cNvSpPr/>
              <p:nvPr/>
            </p:nvSpPr>
            <p:spPr>
              <a:xfrm>
                <a:off x="11804023" y="840115"/>
                <a:ext cx="541256" cy="316222"/>
              </a:xfrm>
              <a:custGeom>
                <a:avLst/>
                <a:gdLst/>
                <a:ahLst/>
                <a:cxnLst/>
                <a:rect l="0" t="0" r="r" b="b"/>
                <a:pathLst>
                  <a:path w="59192" h="34583" fill="norm" stroke="0">
                    <a:moveTo>
                      <a:pt x="1290" y="93"/>
                    </a:moveTo>
                    <a:cubicBezTo>
                      <a:pt x="1495" y="93"/>
                      <a:pt x="1697" y="90"/>
                      <a:pt x="1908" y="90"/>
                    </a:cubicBezTo>
                    <a:cubicBezTo>
                      <a:pt x="2135" y="90"/>
                      <a:pt x="2362" y="93"/>
                      <a:pt x="2595" y="93"/>
                    </a:cubicBezTo>
                    <a:cubicBezTo>
                      <a:pt x="2715" y="93"/>
                      <a:pt x="2715" y="93"/>
                      <a:pt x="3320" y="90"/>
                    </a:cubicBezTo>
                    <a:cubicBezTo>
                      <a:pt x="3985" y="90"/>
                      <a:pt x="4652" y="90"/>
                      <a:pt x="5317" y="93"/>
                    </a:cubicBezTo>
                    <a:cubicBezTo>
                      <a:pt x="6035" y="93"/>
                      <a:pt x="6753" y="90"/>
                      <a:pt x="7470" y="90"/>
                    </a:cubicBezTo>
                    <a:cubicBezTo>
                      <a:pt x="8875" y="90"/>
                      <a:pt x="10280" y="90"/>
                      <a:pt x="11688" y="90"/>
                    </a:cubicBezTo>
                    <a:cubicBezTo>
                      <a:pt x="12827" y="90"/>
                      <a:pt x="13970" y="90"/>
                      <a:pt x="15112" y="90"/>
                    </a:cubicBezTo>
                    <a:cubicBezTo>
                      <a:pt x="15275" y="90"/>
                      <a:pt x="15438" y="90"/>
                      <a:pt x="15605" y="90"/>
                    </a:cubicBezTo>
                    <a:cubicBezTo>
                      <a:pt x="15935" y="90"/>
                      <a:pt x="16265" y="90"/>
                      <a:pt x="16592" y="90"/>
                    </a:cubicBezTo>
                    <a:cubicBezTo>
                      <a:pt x="19688" y="90"/>
                      <a:pt x="22780" y="90"/>
                      <a:pt x="25875" y="93"/>
                    </a:cubicBezTo>
                    <a:cubicBezTo>
                      <a:pt x="28533" y="93"/>
                      <a:pt x="31190" y="93"/>
                      <a:pt x="33847" y="93"/>
                    </a:cubicBezTo>
                    <a:cubicBezTo>
                      <a:pt x="36930" y="90"/>
                      <a:pt x="40013" y="90"/>
                      <a:pt x="43095" y="90"/>
                    </a:cubicBezTo>
                    <a:cubicBezTo>
                      <a:pt x="43422" y="90"/>
                      <a:pt x="43753" y="90"/>
                      <a:pt x="44080" y="90"/>
                    </a:cubicBezTo>
                    <a:cubicBezTo>
                      <a:pt x="44243" y="90"/>
                      <a:pt x="44402" y="90"/>
                      <a:pt x="44570" y="90"/>
                    </a:cubicBezTo>
                    <a:cubicBezTo>
                      <a:pt x="45710" y="90"/>
                      <a:pt x="46852" y="90"/>
                      <a:pt x="47993" y="90"/>
                    </a:cubicBezTo>
                    <a:cubicBezTo>
                      <a:pt x="49382" y="90"/>
                      <a:pt x="50773" y="90"/>
                      <a:pt x="52165" y="90"/>
                    </a:cubicBezTo>
                    <a:cubicBezTo>
                      <a:pt x="52872" y="93"/>
                      <a:pt x="53582" y="93"/>
                      <a:pt x="54293" y="90"/>
                    </a:cubicBezTo>
                    <a:cubicBezTo>
                      <a:pt x="55062" y="90"/>
                      <a:pt x="55830" y="90"/>
                      <a:pt x="56597" y="93"/>
                    </a:cubicBezTo>
                    <a:cubicBezTo>
                      <a:pt x="56825" y="93"/>
                      <a:pt x="57050" y="90"/>
                      <a:pt x="57285" y="90"/>
                    </a:cubicBezTo>
                    <a:cubicBezTo>
                      <a:pt x="57487" y="90"/>
                      <a:pt x="57692" y="93"/>
                      <a:pt x="57902" y="93"/>
                    </a:cubicBezTo>
                    <a:cubicBezTo>
                      <a:pt x="58080" y="93"/>
                      <a:pt x="58257" y="93"/>
                      <a:pt x="58440" y="93"/>
                    </a:cubicBezTo>
                    <a:cubicBezTo>
                      <a:pt x="58847" y="125"/>
                      <a:pt x="58847" y="125"/>
                      <a:pt x="59097" y="375"/>
                    </a:cubicBezTo>
                    <a:cubicBezTo>
                      <a:pt x="59122" y="805"/>
                      <a:pt x="59130" y="1240"/>
                      <a:pt x="59132" y="1672"/>
                    </a:cubicBezTo>
                    <a:cubicBezTo>
                      <a:pt x="59132" y="1810"/>
                      <a:pt x="59132" y="1945"/>
                      <a:pt x="59132" y="2088"/>
                    </a:cubicBezTo>
                    <a:cubicBezTo>
                      <a:pt x="59135" y="2547"/>
                      <a:pt x="59135" y="3008"/>
                      <a:pt x="59138" y="3470"/>
                    </a:cubicBezTo>
                    <a:cubicBezTo>
                      <a:pt x="59138" y="3800"/>
                      <a:pt x="59140" y="4127"/>
                      <a:pt x="59140" y="4457"/>
                    </a:cubicBezTo>
                    <a:cubicBezTo>
                      <a:pt x="59142" y="5355"/>
                      <a:pt x="59145" y="6250"/>
                      <a:pt x="59148" y="7148"/>
                    </a:cubicBezTo>
                    <a:cubicBezTo>
                      <a:pt x="59148" y="7707"/>
                      <a:pt x="59148" y="8267"/>
                      <a:pt x="59150" y="8828"/>
                    </a:cubicBezTo>
                    <a:cubicBezTo>
                      <a:pt x="59152" y="10575"/>
                      <a:pt x="59155" y="12325"/>
                      <a:pt x="59155" y="14075"/>
                    </a:cubicBezTo>
                    <a:cubicBezTo>
                      <a:pt x="59158" y="16097"/>
                      <a:pt x="59162" y="18118"/>
                      <a:pt x="59170" y="20140"/>
                    </a:cubicBezTo>
                    <a:cubicBezTo>
                      <a:pt x="59175" y="21702"/>
                      <a:pt x="59178" y="23263"/>
                      <a:pt x="59178" y="24825"/>
                    </a:cubicBezTo>
                    <a:cubicBezTo>
                      <a:pt x="59178" y="25757"/>
                      <a:pt x="59180" y="26692"/>
                      <a:pt x="59182" y="27625"/>
                    </a:cubicBezTo>
                    <a:cubicBezTo>
                      <a:pt x="59188" y="28502"/>
                      <a:pt x="59188" y="29380"/>
                      <a:pt x="59185" y="30257"/>
                    </a:cubicBezTo>
                    <a:cubicBezTo>
                      <a:pt x="59185" y="30580"/>
                      <a:pt x="59188" y="30903"/>
                      <a:pt x="59190" y="31225"/>
                    </a:cubicBezTo>
                    <a:cubicBezTo>
                      <a:pt x="59192" y="31665"/>
                      <a:pt x="59190" y="32105"/>
                      <a:pt x="59188" y="32543"/>
                    </a:cubicBezTo>
                    <a:cubicBezTo>
                      <a:pt x="59188" y="32790"/>
                      <a:pt x="59190" y="33035"/>
                      <a:pt x="59190" y="33290"/>
                    </a:cubicBezTo>
                    <a:cubicBezTo>
                      <a:pt x="59097" y="33875"/>
                      <a:pt x="59097" y="33875"/>
                      <a:pt x="58765" y="34202"/>
                    </a:cubicBezTo>
                    <a:cubicBezTo>
                      <a:pt x="58325" y="34382"/>
                      <a:pt x="58023" y="34438"/>
                      <a:pt x="57550" y="34440"/>
                    </a:cubicBezTo>
                    <a:cubicBezTo>
                      <a:pt x="57472" y="34442"/>
                      <a:pt x="57472" y="34442"/>
                      <a:pt x="57075" y="34447"/>
                    </a:cubicBezTo>
                    <a:cubicBezTo>
                      <a:pt x="56902" y="34447"/>
                      <a:pt x="56733" y="34447"/>
                      <a:pt x="56555" y="34447"/>
                    </a:cubicBezTo>
                    <a:cubicBezTo>
                      <a:pt x="56375" y="34447"/>
                      <a:pt x="56192" y="34450"/>
                      <a:pt x="56005" y="34452"/>
                    </a:cubicBezTo>
                    <a:cubicBezTo>
                      <a:pt x="55408" y="34458"/>
                      <a:pt x="54807" y="34458"/>
                      <a:pt x="54207" y="34458"/>
                    </a:cubicBezTo>
                    <a:cubicBezTo>
                      <a:pt x="53790" y="34460"/>
                      <a:pt x="53372" y="34460"/>
                      <a:pt x="52955" y="34463"/>
                    </a:cubicBezTo>
                    <a:cubicBezTo>
                      <a:pt x="52082" y="34465"/>
                      <a:pt x="51207" y="34468"/>
                      <a:pt x="50335" y="34468"/>
                    </a:cubicBezTo>
                    <a:cubicBezTo>
                      <a:pt x="49212" y="34468"/>
                      <a:pt x="48095" y="34472"/>
                      <a:pt x="46972" y="34482"/>
                    </a:cubicBezTo>
                    <a:cubicBezTo>
                      <a:pt x="46112" y="34488"/>
                      <a:pt x="45253" y="34488"/>
                      <a:pt x="44390" y="34488"/>
                    </a:cubicBezTo>
                    <a:cubicBezTo>
                      <a:pt x="43977" y="34490"/>
                      <a:pt x="43565" y="34490"/>
                      <a:pt x="43152" y="34495"/>
                    </a:cubicBezTo>
                    <a:cubicBezTo>
                      <a:pt x="42575" y="34500"/>
                      <a:pt x="41997" y="34498"/>
                      <a:pt x="41420" y="34495"/>
                    </a:cubicBezTo>
                    <a:cubicBezTo>
                      <a:pt x="41247" y="34498"/>
                      <a:pt x="41077" y="34500"/>
                      <a:pt x="40902" y="34505"/>
                    </a:cubicBezTo>
                    <a:cubicBezTo>
                      <a:pt x="40108" y="34493"/>
                      <a:pt x="39585" y="34465"/>
                      <a:pt x="38990" y="33905"/>
                    </a:cubicBezTo>
                    <a:cubicBezTo>
                      <a:pt x="38510" y="33255"/>
                      <a:pt x="38472" y="32908"/>
                      <a:pt x="38470" y="32108"/>
                    </a:cubicBezTo>
                    <a:cubicBezTo>
                      <a:pt x="38465" y="31862"/>
                      <a:pt x="38460" y="31618"/>
                      <a:pt x="38455" y="31365"/>
                    </a:cubicBezTo>
                    <a:cubicBezTo>
                      <a:pt x="38455" y="31108"/>
                      <a:pt x="38455" y="30850"/>
                      <a:pt x="38455" y="30592"/>
                    </a:cubicBezTo>
                    <a:cubicBezTo>
                      <a:pt x="38447" y="27490"/>
                      <a:pt x="38027" y="25153"/>
                      <a:pt x="35847" y="22875"/>
                    </a:cubicBezTo>
                    <a:cubicBezTo>
                      <a:pt x="34005" y="21188"/>
                      <a:pt x="32112" y="20480"/>
                      <a:pt x="29628" y="20515"/>
                    </a:cubicBezTo>
                    <a:cubicBezTo>
                      <a:pt x="29430" y="20518"/>
                      <a:pt x="29233" y="20520"/>
                      <a:pt x="29030" y="20523"/>
                    </a:cubicBezTo>
                    <a:cubicBezTo>
                      <a:pt x="26587" y="20592"/>
                      <a:pt x="24842" y="21360"/>
                      <a:pt x="23090" y="23090"/>
                    </a:cubicBezTo>
                    <a:cubicBezTo>
                      <a:pt x="20932" y="25425"/>
                      <a:pt x="20763" y="27903"/>
                      <a:pt x="20750" y="30952"/>
                    </a:cubicBezTo>
                    <a:cubicBezTo>
                      <a:pt x="20747" y="31330"/>
                      <a:pt x="20740" y="31710"/>
                      <a:pt x="20730" y="32090"/>
                    </a:cubicBezTo>
                    <a:cubicBezTo>
                      <a:pt x="20730" y="32312"/>
                      <a:pt x="20727" y="32535"/>
                      <a:pt x="20725" y="32765"/>
                    </a:cubicBezTo>
                    <a:cubicBezTo>
                      <a:pt x="20590" y="33405"/>
                      <a:pt x="20400" y="33718"/>
                      <a:pt x="19928" y="34165"/>
                    </a:cubicBezTo>
                    <a:cubicBezTo>
                      <a:pt x="19267" y="34583"/>
                      <a:pt x="18533" y="34507"/>
                      <a:pt x="17773" y="34495"/>
                    </a:cubicBezTo>
                    <a:cubicBezTo>
                      <a:pt x="17682" y="34495"/>
                      <a:pt x="17682" y="34495"/>
                      <a:pt x="17222" y="34498"/>
                    </a:cubicBezTo>
                    <a:cubicBezTo>
                      <a:pt x="16622" y="34500"/>
                      <a:pt x="16023" y="34495"/>
                      <a:pt x="15422" y="34490"/>
                    </a:cubicBezTo>
                    <a:cubicBezTo>
                      <a:pt x="15007" y="34488"/>
                      <a:pt x="14590" y="34488"/>
                      <a:pt x="14172" y="34488"/>
                    </a:cubicBezTo>
                    <a:cubicBezTo>
                      <a:pt x="13297" y="34488"/>
                      <a:pt x="12425" y="34482"/>
                      <a:pt x="11550" y="34477"/>
                    </a:cubicBezTo>
                    <a:cubicBezTo>
                      <a:pt x="10430" y="34468"/>
                      <a:pt x="9310" y="34468"/>
                      <a:pt x="8190" y="34468"/>
                    </a:cubicBezTo>
                    <a:cubicBezTo>
                      <a:pt x="7330" y="34468"/>
                      <a:pt x="6467" y="34465"/>
                      <a:pt x="5608" y="34460"/>
                    </a:cubicBezTo>
                    <a:cubicBezTo>
                      <a:pt x="5195" y="34458"/>
                      <a:pt x="4780" y="34458"/>
                      <a:pt x="4368" y="34458"/>
                    </a:cubicBezTo>
                    <a:cubicBezTo>
                      <a:pt x="3790" y="34458"/>
                      <a:pt x="3212" y="34452"/>
                      <a:pt x="2638" y="34447"/>
                    </a:cubicBezTo>
                    <a:cubicBezTo>
                      <a:pt x="2465" y="34447"/>
                      <a:pt x="2295" y="34447"/>
                      <a:pt x="2118" y="34447"/>
                    </a:cubicBezTo>
                    <a:cubicBezTo>
                      <a:pt x="1960" y="34445"/>
                      <a:pt x="1803" y="34442"/>
                      <a:pt x="1642" y="34440"/>
                    </a:cubicBezTo>
                    <a:cubicBezTo>
                      <a:pt x="1505" y="34440"/>
                      <a:pt x="1370" y="34440"/>
                      <a:pt x="1227" y="34438"/>
                    </a:cubicBezTo>
                    <a:cubicBezTo>
                      <a:pt x="712" y="34352"/>
                      <a:pt x="470" y="34245"/>
                      <a:pt x="97" y="33875"/>
                    </a:cubicBezTo>
                    <a:cubicBezTo>
                      <a:pt x="3" y="33290"/>
                      <a:pt x="3" y="33290"/>
                      <a:pt x="5" y="32543"/>
                    </a:cubicBezTo>
                    <a:cubicBezTo>
                      <a:pt x="3" y="32408"/>
                      <a:pt x="3" y="32270"/>
                      <a:pt x="3" y="32127"/>
                    </a:cubicBezTo>
                    <a:cubicBezTo>
                      <a:pt x="0" y="31668"/>
                      <a:pt x="3" y="31207"/>
                      <a:pt x="7" y="30745"/>
                    </a:cubicBezTo>
                    <a:cubicBezTo>
                      <a:pt x="7" y="30418"/>
                      <a:pt x="7" y="30088"/>
                      <a:pt x="5" y="29757"/>
                    </a:cubicBezTo>
                    <a:cubicBezTo>
                      <a:pt x="5" y="28860"/>
                      <a:pt x="7" y="27963"/>
                      <a:pt x="13" y="27067"/>
                    </a:cubicBezTo>
                    <a:cubicBezTo>
                      <a:pt x="15" y="26130"/>
                      <a:pt x="15" y="25192"/>
                      <a:pt x="15" y="24257"/>
                    </a:cubicBezTo>
                    <a:cubicBezTo>
                      <a:pt x="17" y="22683"/>
                      <a:pt x="20" y="21110"/>
                      <a:pt x="25" y="19537"/>
                    </a:cubicBezTo>
                    <a:cubicBezTo>
                      <a:pt x="33" y="17515"/>
                      <a:pt x="35" y="15495"/>
                      <a:pt x="37" y="13472"/>
                    </a:cubicBezTo>
                    <a:cubicBezTo>
                      <a:pt x="37" y="11737"/>
                      <a:pt x="40" y="10002"/>
                      <a:pt x="45" y="8267"/>
                    </a:cubicBezTo>
                    <a:cubicBezTo>
                      <a:pt x="45" y="7707"/>
                      <a:pt x="47" y="7148"/>
                      <a:pt x="47" y="6590"/>
                    </a:cubicBezTo>
                    <a:cubicBezTo>
                      <a:pt x="47" y="5713"/>
                      <a:pt x="50" y="4835"/>
                      <a:pt x="55" y="3957"/>
                    </a:cubicBezTo>
                    <a:cubicBezTo>
                      <a:pt x="55" y="3635"/>
                      <a:pt x="55" y="3312"/>
                      <a:pt x="57" y="2990"/>
                    </a:cubicBezTo>
                    <a:cubicBezTo>
                      <a:pt x="57" y="2550"/>
                      <a:pt x="60" y="2112"/>
                      <a:pt x="60" y="1672"/>
                    </a:cubicBezTo>
                    <a:cubicBezTo>
                      <a:pt x="62" y="1550"/>
                      <a:pt x="62" y="1550"/>
                      <a:pt x="62" y="927"/>
                    </a:cubicBezTo>
                    <a:cubicBezTo>
                      <a:pt x="118" y="0"/>
                      <a:pt x="460" y="93"/>
                      <a:pt x="1290" y="93"/>
                    </a:cubicBezTo>
                    <a:close/>
                    <a:moveTo>
                      <a:pt x="347" y="625"/>
                    </a:moveTo>
                    <a:cubicBezTo>
                      <a:pt x="322" y="1050"/>
                      <a:pt x="315" y="1478"/>
                      <a:pt x="315" y="1905"/>
                    </a:cubicBezTo>
                    <a:cubicBezTo>
                      <a:pt x="315" y="2040"/>
                      <a:pt x="315" y="2175"/>
                      <a:pt x="312" y="2312"/>
                    </a:cubicBezTo>
                    <a:cubicBezTo>
                      <a:pt x="312" y="2767"/>
                      <a:pt x="312" y="3222"/>
                      <a:pt x="315" y="3677"/>
                    </a:cubicBezTo>
                    <a:cubicBezTo>
                      <a:pt x="312" y="4002"/>
                      <a:pt x="312" y="4328"/>
                      <a:pt x="312" y="4653"/>
                    </a:cubicBezTo>
                    <a:cubicBezTo>
                      <a:pt x="312" y="5535"/>
                      <a:pt x="312" y="6420"/>
                      <a:pt x="312" y="7305"/>
                    </a:cubicBezTo>
                    <a:cubicBezTo>
                      <a:pt x="312" y="8228"/>
                      <a:pt x="312" y="9153"/>
                      <a:pt x="312" y="10075"/>
                    </a:cubicBezTo>
                    <a:cubicBezTo>
                      <a:pt x="312" y="11625"/>
                      <a:pt x="312" y="13178"/>
                      <a:pt x="312" y="14727"/>
                    </a:cubicBezTo>
                    <a:cubicBezTo>
                      <a:pt x="315" y="16525"/>
                      <a:pt x="315" y="18320"/>
                      <a:pt x="312" y="20115"/>
                    </a:cubicBezTo>
                    <a:cubicBezTo>
                      <a:pt x="312" y="21655"/>
                      <a:pt x="312" y="23192"/>
                      <a:pt x="312" y="24732"/>
                    </a:cubicBezTo>
                    <a:cubicBezTo>
                      <a:pt x="312" y="25653"/>
                      <a:pt x="312" y="26573"/>
                      <a:pt x="312" y="27493"/>
                    </a:cubicBezTo>
                    <a:cubicBezTo>
                      <a:pt x="312" y="28360"/>
                      <a:pt x="312" y="29225"/>
                      <a:pt x="312" y="30090"/>
                    </a:cubicBezTo>
                    <a:cubicBezTo>
                      <a:pt x="315" y="30408"/>
                      <a:pt x="312" y="30725"/>
                      <a:pt x="312" y="31045"/>
                    </a:cubicBezTo>
                    <a:cubicBezTo>
                      <a:pt x="312" y="31478"/>
                      <a:pt x="312" y="31910"/>
                      <a:pt x="315" y="32342"/>
                    </a:cubicBezTo>
                    <a:cubicBezTo>
                      <a:pt x="315" y="32585"/>
                      <a:pt x="315" y="32828"/>
                      <a:pt x="315" y="33078"/>
                    </a:cubicBezTo>
                    <a:cubicBezTo>
                      <a:pt x="347" y="33625"/>
                      <a:pt x="347" y="33625"/>
                      <a:pt x="597" y="33875"/>
                    </a:cubicBezTo>
                    <a:cubicBezTo>
                      <a:pt x="1188" y="33900"/>
                      <a:pt x="1770" y="33910"/>
                      <a:pt x="2360" y="33910"/>
                    </a:cubicBezTo>
                    <a:cubicBezTo>
                      <a:pt x="2545" y="33910"/>
                      <a:pt x="2730" y="33912"/>
                      <a:pt x="2920" y="33912"/>
                    </a:cubicBezTo>
                    <a:cubicBezTo>
                      <a:pt x="3533" y="33915"/>
                      <a:pt x="4148" y="33915"/>
                      <a:pt x="4760" y="33915"/>
                    </a:cubicBezTo>
                    <a:cubicBezTo>
                      <a:pt x="5185" y="33918"/>
                      <a:pt x="5608" y="33918"/>
                      <a:pt x="6033" y="33918"/>
                    </a:cubicBezTo>
                    <a:cubicBezTo>
                      <a:pt x="6922" y="33920"/>
                      <a:pt x="7815" y="33920"/>
                      <a:pt x="8705" y="33920"/>
                    </a:cubicBezTo>
                    <a:cubicBezTo>
                      <a:pt x="9850" y="33920"/>
                      <a:pt x="10993" y="33922"/>
                      <a:pt x="12138" y="33928"/>
                    </a:cubicBezTo>
                    <a:cubicBezTo>
                      <a:pt x="13013" y="33930"/>
                      <a:pt x="13890" y="33933"/>
                      <a:pt x="14767" y="33930"/>
                    </a:cubicBezTo>
                    <a:cubicBezTo>
                      <a:pt x="15190" y="33933"/>
                      <a:pt x="15610" y="33933"/>
                      <a:pt x="16033" y="33935"/>
                    </a:cubicBezTo>
                    <a:cubicBezTo>
                      <a:pt x="16622" y="33938"/>
                      <a:pt x="17210" y="33935"/>
                      <a:pt x="17800" y="33935"/>
                    </a:cubicBezTo>
                    <a:cubicBezTo>
                      <a:pt x="17975" y="33935"/>
                      <a:pt x="18150" y="33938"/>
                      <a:pt x="18330" y="33940"/>
                    </a:cubicBezTo>
                    <a:cubicBezTo>
                      <a:pt x="18493" y="33938"/>
                      <a:pt x="18652" y="33938"/>
                      <a:pt x="18817" y="33935"/>
                    </a:cubicBezTo>
                    <a:cubicBezTo>
                      <a:pt x="18955" y="33935"/>
                      <a:pt x="19095" y="33935"/>
                      <a:pt x="19240" y="33935"/>
                    </a:cubicBezTo>
                    <a:cubicBezTo>
                      <a:pt x="19597" y="33875"/>
                      <a:pt x="19597" y="33875"/>
                      <a:pt x="20097" y="33375"/>
                    </a:cubicBezTo>
                    <a:cubicBezTo>
                      <a:pt x="20165" y="32830"/>
                      <a:pt x="20165" y="32830"/>
                      <a:pt x="20172" y="32155"/>
                    </a:cubicBezTo>
                    <a:cubicBezTo>
                      <a:pt x="20180" y="31908"/>
                      <a:pt x="20185" y="31662"/>
                      <a:pt x="20192" y="31408"/>
                    </a:cubicBezTo>
                    <a:cubicBezTo>
                      <a:pt x="20200" y="31020"/>
                      <a:pt x="20205" y="30630"/>
                      <a:pt x="20210" y="30243"/>
                    </a:cubicBezTo>
                    <a:cubicBezTo>
                      <a:pt x="20245" y="27885"/>
                      <a:pt x="20520" y="25610"/>
                      <a:pt x="22003" y="23688"/>
                    </a:cubicBezTo>
                    <a:cubicBezTo>
                      <a:pt x="22090" y="23573"/>
                      <a:pt x="22175" y="23457"/>
                      <a:pt x="22265" y="23340"/>
                    </a:cubicBezTo>
                    <a:cubicBezTo>
                      <a:pt x="23122" y="22250"/>
                      <a:pt x="24120" y="21518"/>
                      <a:pt x="25347" y="20875"/>
                    </a:cubicBezTo>
                    <a:cubicBezTo>
                      <a:pt x="25418" y="20832"/>
                      <a:pt x="25418" y="20832"/>
                      <a:pt x="25785" y="20618"/>
                    </a:cubicBezTo>
                    <a:cubicBezTo>
                      <a:pt x="27745" y="19662"/>
                      <a:pt x="30790" y="19798"/>
                      <a:pt x="32847" y="20405"/>
                    </a:cubicBezTo>
                    <a:cubicBezTo>
                      <a:pt x="35247" y="21405"/>
                      <a:pt x="36955" y="22933"/>
                      <a:pt x="38168" y="25232"/>
                    </a:cubicBezTo>
                    <a:cubicBezTo>
                      <a:pt x="39140" y="27632"/>
                      <a:pt x="39027" y="30285"/>
                      <a:pt x="39060" y="32838"/>
                    </a:cubicBezTo>
                    <a:cubicBezTo>
                      <a:pt x="39097" y="33375"/>
                      <a:pt x="39097" y="33375"/>
                      <a:pt x="39347" y="33875"/>
                    </a:cubicBezTo>
                    <a:cubicBezTo>
                      <a:pt x="41852" y="33880"/>
                      <a:pt x="44358" y="33885"/>
                      <a:pt x="46862" y="33888"/>
                    </a:cubicBezTo>
                    <a:cubicBezTo>
                      <a:pt x="48027" y="33888"/>
                      <a:pt x="49190" y="33890"/>
                      <a:pt x="50352" y="33892"/>
                    </a:cubicBezTo>
                    <a:cubicBezTo>
                      <a:pt x="51475" y="33895"/>
                      <a:pt x="52597" y="33898"/>
                      <a:pt x="53717" y="33898"/>
                    </a:cubicBezTo>
                    <a:cubicBezTo>
                      <a:pt x="54148" y="33898"/>
                      <a:pt x="54575" y="33900"/>
                      <a:pt x="55005" y="33900"/>
                    </a:cubicBezTo>
                    <a:cubicBezTo>
                      <a:pt x="55602" y="33902"/>
                      <a:pt x="56202" y="33902"/>
                      <a:pt x="56800" y="33902"/>
                    </a:cubicBezTo>
                    <a:cubicBezTo>
                      <a:pt x="56980" y="33902"/>
                      <a:pt x="57160" y="33905"/>
                      <a:pt x="57342" y="33905"/>
                    </a:cubicBezTo>
                    <a:cubicBezTo>
                      <a:pt x="57505" y="33905"/>
                      <a:pt x="57668" y="33905"/>
                      <a:pt x="57835" y="33905"/>
                    </a:cubicBezTo>
                    <a:cubicBezTo>
                      <a:pt x="57977" y="33905"/>
                      <a:pt x="58120" y="33905"/>
                      <a:pt x="58265" y="33905"/>
                    </a:cubicBezTo>
                    <a:cubicBezTo>
                      <a:pt x="58597" y="33875"/>
                      <a:pt x="58597" y="33875"/>
                      <a:pt x="58847" y="33625"/>
                    </a:cubicBezTo>
                    <a:cubicBezTo>
                      <a:pt x="58870" y="33197"/>
                      <a:pt x="58878" y="32770"/>
                      <a:pt x="58878" y="32342"/>
                    </a:cubicBezTo>
                    <a:cubicBezTo>
                      <a:pt x="58878" y="32208"/>
                      <a:pt x="58880" y="32073"/>
                      <a:pt x="58880" y="31935"/>
                    </a:cubicBezTo>
                    <a:cubicBezTo>
                      <a:pt x="58880" y="31480"/>
                      <a:pt x="58880" y="31025"/>
                      <a:pt x="58878" y="30570"/>
                    </a:cubicBezTo>
                    <a:cubicBezTo>
                      <a:pt x="58880" y="30245"/>
                      <a:pt x="58880" y="29920"/>
                      <a:pt x="58880" y="29595"/>
                    </a:cubicBezTo>
                    <a:cubicBezTo>
                      <a:pt x="58880" y="28713"/>
                      <a:pt x="58880" y="27828"/>
                      <a:pt x="58880" y="26942"/>
                    </a:cubicBezTo>
                    <a:cubicBezTo>
                      <a:pt x="58880" y="26020"/>
                      <a:pt x="58880" y="25097"/>
                      <a:pt x="58880" y="24172"/>
                    </a:cubicBezTo>
                    <a:cubicBezTo>
                      <a:pt x="58880" y="22623"/>
                      <a:pt x="58880" y="21070"/>
                      <a:pt x="58880" y="19520"/>
                    </a:cubicBezTo>
                    <a:cubicBezTo>
                      <a:pt x="58878" y="17725"/>
                      <a:pt x="58878" y="15928"/>
                      <a:pt x="58880" y="14132"/>
                    </a:cubicBezTo>
                    <a:cubicBezTo>
                      <a:pt x="58880" y="12593"/>
                      <a:pt x="58880" y="11055"/>
                      <a:pt x="58880" y="9515"/>
                    </a:cubicBezTo>
                    <a:cubicBezTo>
                      <a:pt x="58880" y="8595"/>
                      <a:pt x="58880" y="7675"/>
                      <a:pt x="58880" y="6755"/>
                    </a:cubicBezTo>
                    <a:cubicBezTo>
                      <a:pt x="58880" y="5890"/>
                      <a:pt x="58880" y="5025"/>
                      <a:pt x="58880" y="4160"/>
                    </a:cubicBezTo>
                    <a:cubicBezTo>
                      <a:pt x="58880" y="3840"/>
                      <a:pt x="58880" y="3523"/>
                      <a:pt x="58880" y="3205"/>
                    </a:cubicBezTo>
                    <a:cubicBezTo>
                      <a:pt x="58880" y="2770"/>
                      <a:pt x="58880" y="2338"/>
                      <a:pt x="58878" y="1905"/>
                    </a:cubicBezTo>
                    <a:cubicBezTo>
                      <a:pt x="58878" y="1662"/>
                      <a:pt x="58878" y="1420"/>
                      <a:pt x="58878" y="1170"/>
                    </a:cubicBezTo>
                    <a:cubicBezTo>
                      <a:pt x="58847" y="625"/>
                      <a:pt x="58847" y="625"/>
                      <a:pt x="58597" y="375"/>
                    </a:cubicBezTo>
                    <a:cubicBezTo>
                      <a:pt x="58192" y="343"/>
                      <a:pt x="58192" y="343"/>
                      <a:pt x="57660" y="343"/>
                    </a:cubicBezTo>
                    <a:cubicBezTo>
                      <a:pt x="57457" y="343"/>
                      <a:pt x="57255" y="340"/>
                      <a:pt x="57047" y="340"/>
                    </a:cubicBezTo>
                    <a:cubicBezTo>
                      <a:pt x="56822" y="340"/>
                      <a:pt x="56597" y="343"/>
                      <a:pt x="56365" y="343"/>
                    </a:cubicBezTo>
                    <a:cubicBezTo>
                      <a:pt x="56130" y="343"/>
                      <a:pt x="55892" y="343"/>
                      <a:pt x="55648" y="340"/>
                    </a:cubicBezTo>
                    <a:cubicBezTo>
                      <a:pt x="54987" y="340"/>
                      <a:pt x="54327" y="340"/>
                      <a:pt x="53668" y="343"/>
                    </a:cubicBezTo>
                    <a:cubicBezTo>
                      <a:pt x="52957" y="343"/>
                      <a:pt x="52245" y="340"/>
                      <a:pt x="51535" y="340"/>
                    </a:cubicBezTo>
                    <a:cubicBezTo>
                      <a:pt x="50140" y="340"/>
                      <a:pt x="48747" y="340"/>
                      <a:pt x="47352" y="340"/>
                    </a:cubicBezTo>
                    <a:cubicBezTo>
                      <a:pt x="46220" y="340"/>
                      <a:pt x="45087" y="340"/>
                      <a:pt x="43955" y="340"/>
                    </a:cubicBezTo>
                    <a:cubicBezTo>
                      <a:pt x="43795" y="340"/>
                      <a:pt x="43635" y="340"/>
                      <a:pt x="43467" y="340"/>
                    </a:cubicBezTo>
                    <a:cubicBezTo>
                      <a:pt x="43142" y="340"/>
                      <a:pt x="42815" y="340"/>
                      <a:pt x="42487" y="340"/>
                    </a:cubicBezTo>
                    <a:cubicBezTo>
                      <a:pt x="39420" y="340"/>
                      <a:pt x="36352" y="340"/>
                      <a:pt x="33285" y="343"/>
                    </a:cubicBezTo>
                    <a:cubicBezTo>
                      <a:pt x="30650" y="343"/>
                      <a:pt x="28017" y="343"/>
                      <a:pt x="25382" y="343"/>
                    </a:cubicBezTo>
                    <a:cubicBezTo>
                      <a:pt x="22325" y="340"/>
                      <a:pt x="19270" y="340"/>
                      <a:pt x="16212" y="340"/>
                    </a:cubicBezTo>
                    <a:cubicBezTo>
                      <a:pt x="15888" y="340"/>
                      <a:pt x="15562" y="340"/>
                      <a:pt x="15237" y="340"/>
                    </a:cubicBezTo>
                    <a:cubicBezTo>
                      <a:pt x="15077" y="340"/>
                      <a:pt x="14918" y="340"/>
                      <a:pt x="14753" y="340"/>
                    </a:cubicBezTo>
                    <a:cubicBezTo>
                      <a:pt x="13620" y="340"/>
                      <a:pt x="12487" y="340"/>
                      <a:pt x="11358" y="340"/>
                    </a:cubicBezTo>
                    <a:cubicBezTo>
                      <a:pt x="9977" y="340"/>
                      <a:pt x="8600" y="340"/>
                      <a:pt x="7222" y="340"/>
                    </a:cubicBezTo>
                    <a:cubicBezTo>
                      <a:pt x="6517" y="343"/>
                      <a:pt x="5815" y="343"/>
                      <a:pt x="5110" y="340"/>
                    </a:cubicBezTo>
                    <a:cubicBezTo>
                      <a:pt x="4350" y="340"/>
                      <a:pt x="3587" y="340"/>
                      <a:pt x="2827" y="343"/>
                    </a:cubicBezTo>
                    <a:cubicBezTo>
                      <a:pt x="2602" y="343"/>
                      <a:pt x="2378" y="340"/>
                      <a:pt x="2145" y="340"/>
                    </a:cubicBezTo>
                    <a:cubicBezTo>
                      <a:pt x="1942" y="340"/>
                      <a:pt x="1740" y="343"/>
                      <a:pt x="1533" y="343"/>
                    </a:cubicBezTo>
                    <a:cubicBezTo>
                      <a:pt x="1445" y="343"/>
                      <a:pt x="1445" y="343"/>
                      <a:pt x="1000" y="343"/>
                    </a:cubicBezTo>
                    <a:cubicBezTo>
                      <a:pt x="597" y="375"/>
                      <a:pt x="597" y="375"/>
                      <a:pt x="347" y="625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35" name="news_presenter vector"/>
              <p:cNvSpPr/>
              <p:nvPr/>
            </p:nvSpPr>
            <p:spPr>
              <a:xfrm>
                <a:off x="11812926" y="1075217"/>
                <a:ext cx="165712" cy="65974"/>
              </a:xfrm>
              <a:custGeom>
                <a:avLst/>
                <a:gdLst/>
                <a:ahLst/>
                <a:cxnLst/>
                <a:rect l="0" t="0" r="r" b="b"/>
                <a:pathLst>
                  <a:path w="18122" h="7215" fill="norm" stroke="0">
                    <a:moveTo>
                      <a:pt x="1550" y="340"/>
                    </a:moveTo>
                    <a:cubicBezTo>
                      <a:pt x="1610" y="338"/>
                      <a:pt x="1610" y="338"/>
                      <a:pt x="1920" y="328"/>
                    </a:cubicBezTo>
                    <a:cubicBezTo>
                      <a:pt x="3065" y="288"/>
                      <a:pt x="4210" y="275"/>
                      <a:pt x="5355" y="270"/>
                    </a:cubicBezTo>
                    <a:cubicBezTo>
                      <a:pt x="6122" y="265"/>
                      <a:pt x="6888" y="255"/>
                      <a:pt x="7655" y="222"/>
                    </a:cubicBezTo>
                    <a:cubicBezTo>
                      <a:pt x="13190" y="0"/>
                      <a:pt x="13190" y="0"/>
                      <a:pt x="15303" y="1858"/>
                    </a:cubicBezTo>
                    <a:cubicBezTo>
                      <a:pt x="17817" y="4235"/>
                      <a:pt x="17817" y="4235"/>
                      <a:pt x="18122" y="5770"/>
                    </a:cubicBezTo>
                    <a:cubicBezTo>
                      <a:pt x="18122" y="6412"/>
                      <a:pt x="18122" y="6412"/>
                      <a:pt x="17857" y="6898"/>
                    </a:cubicBezTo>
                    <a:cubicBezTo>
                      <a:pt x="17295" y="7205"/>
                      <a:pt x="16938" y="7215"/>
                      <a:pt x="16312" y="7095"/>
                    </a:cubicBezTo>
                    <a:cubicBezTo>
                      <a:pt x="15330" y="6688"/>
                      <a:pt x="14648" y="5800"/>
                      <a:pt x="13935" y="5037"/>
                    </a:cubicBezTo>
                    <a:cubicBezTo>
                      <a:pt x="13602" y="4690"/>
                      <a:pt x="13273" y="4345"/>
                      <a:pt x="12940" y="4000"/>
                    </a:cubicBezTo>
                    <a:cubicBezTo>
                      <a:pt x="12795" y="3845"/>
                      <a:pt x="12650" y="3690"/>
                      <a:pt x="12500" y="3532"/>
                    </a:cubicBezTo>
                    <a:cubicBezTo>
                      <a:pt x="11800" y="2847"/>
                      <a:pt x="11185" y="2880"/>
                      <a:pt x="10263" y="2888"/>
                    </a:cubicBezTo>
                    <a:cubicBezTo>
                      <a:pt x="10130" y="2890"/>
                      <a:pt x="9997" y="2890"/>
                      <a:pt x="9860" y="2890"/>
                    </a:cubicBezTo>
                    <a:cubicBezTo>
                      <a:pt x="9438" y="2890"/>
                      <a:pt x="9015" y="2895"/>
                      <a:pt x="8592" y="2898"/>
                    </a:cubicBezTo>
                    <a:cubicBezTo>
                      <a:pt x="8305" y="2898"/>
                      <a:pt x="8017" y="2900"/>
                      <a:pt x="7730" y="2900"/>
                    </a:cubicBezTo>
                    <a:cubicBezTo>
                      <a:pt x="7027" y="2903"/>
                      <a:pt x="6325" y="2907"/>
                      <a:pt x="5622" y="2912"/>
                    </a:cubicBezTo>
                    <a:cubicBezTo>
                      <a:pt x="5952" y="3325"/>
                      <a:pt x="6283" y="3738"/>
                      <a:pt x="6622" y="4162"/>
                    </a:cubicBezTo>
                    <a:cubicBezTo>
                      <a:pt x="6155" y="5383"/>
                      <a:pt x="6155" y="5383"/>
                      <a:pt x="5872" y="5662"/>
                    </a:cubicBezTo>
                    <a:cubicBezTo>
                      <a:pt x="5005" y="5725"/>
                      <a:pt x="4132" y="5710"/>
                      <a:pt x="3263" y="5710"/>
                    </a:cubicBezTo>
                    <a:cubicBezTo>
                      <a:pt x="3017" y="5713"/>
                      <a:pt x="2773" y="5715"/>
                      <a:pt x="2520" y="5720"/>
                    </a:cubicBezTo>
                    <a:cubicBezTo>
                      <a:pt x="2287" y="5720"/>
                      <a:pt x="2053" y="5720"/>
                      <a:pt x="1810" y="5720"/>
                    </a:cubicBezTo>
                    <a:cubicBezTo>
                      <a:pt x="1595" y="5722"/>
                      <a:pt x="1380" y="5722"/>
                      <a:pt x="1158" y="5722"/>
                    </a:cubicBezTo>
                    <a:cubicBezTo>
                      <a:pt x="622" y="5662"/>
                      <a:pt x="622" y="5662"/>
                      <a:pt x="122" y="5162"/>
                    </a:cubicBezTo>
                    <a:cubicBezTo>
                      <a:pt x="0" y="4200"/>
                      <a:pt x="0" y="4200"/>
                      <a:pt x="122" y="3662"/>
                    </a:cubicBezTo>
                    <a:cubicBezTo>
                      <a:pt x="622" y="3195"/>
                      <a:pt x="622" y="3195"/>
                      <a:pt x="1122" y="2912"/>
                    </a:cubicBezTo>
                    <a:cubicBezTo>
                      <a:pt x="957" y="2820"/>
                      <a:pt x="793" y="2728"/>
                      <a:pt x="622" y="2632"/>
                    </a:cubicBezTo>
                    <a:cubicBezTo>
                      <a:pt x="122" y="2163"/>
                      <a:pt x="122" y="2163"/>
                      <a:pt x="47" y="1788"/>
                    </a:cubicBezTo>
                    <a:cubicBezTo>
                      <a:pt x="45" y="1383"/>
                      <a:pt x="45" y="1383"/>
                      <a:pt x="122" y="663"/>
                    </a:cubicBezTo>
                    <a:cubicBezTo>
                      <a:pt x="530" y="258"/>
                      <a:pt x="987" y="360"/>
                      <a:pt x="1550" y="340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36" name="news_presenter vector"/>
              <p:cNvSpPr/>
              <p:nvPr/>
            </p:nvSpPr>
            <p:spPr>
              <a:xfrm>
                <a:off x="11812996" y="945792"/>
                <a:ext cx="179497" cy="137777"/>
              </a:xfrm>
              <a:custGeom>
                <a:avLst/>
                <a:gdLst/>
                <a:ahLst/>
                <a:cxnLst/>
                <a:rect l="0" t="0" r="r" b="b"/>
                <a:pathLst>
                  <a:path w="19630" h="15067" fill="norm" stroke="0">
                    <a:moveTo>
                      <a:pt x="3740" y="207"/>
                    </a:moveTo>
                    <a:cubicBezTo>
                      <a:pt x="3933" y="203"/>
                      <a:pt x="4125" y="197"/>
                      <a:pt x="4325" y="192"/>
                    </a:cubicBezTo>
                    <a:cubicBezTo>
                      <a:pt x="5707" y="192"/>
                      <a:pt x="5707" y="192"/>
                      <a:pt x="6370" y="710"/>
                    </a:cubicBezTo>
                    <a:cubicBezTo>
                      <a:pt x="6705" y="1537"/>
                      <a:pt x="6697" y="2247"/>
                      <a:pt x="6662" y="3130"/>
                    </a:cubicBezTo>
                    <a:cubicBezTo>
                      <a:pt x="6660" y="3210"/>
                      <a:pt x="6660" y="3210"/>
                      <a:pt x="6652" y="3622"/>
                    </a:cubicBezTo>
                    <a:cubicBezTo>
                      <a:pt x="6642" y="4020"/>
                      <a:pt x="6630" y="4418"/>
                      <a:pt x="6615" y="4817"/>
                    </a:cubicBezTo>
                    <a:cubicBezTo>
                      <a:pt x="6697" y="4777"/>
                      <a:pt x="6697" y="4777"/>
                      <a:pt x="7112" y="4573"/>
                    </a:cubicBezTo>
                    <a:cubicBezTo>
                      <a:pt x="8023" y="4210"/>
                      <a:pt x="8930" y="4235"/>
                      <a:pt x="9895" y="4237"/>
                    </a:cubicBezTo>
                    <a:cubicBezTo>
                      <a:pt x="10075" y="4235"/>
                      <a:pt x="10255" y="4230"/>
                      <a:pt x="10438" y="4227"/>
                    </a:cubicBezTo>
                    <a:cubicBezTo>
                      <a:pt x="11745" y="4225"/>
                      <a:pt x="11745" y="4225"/>
                      <a:pt x="12362" y="4698"/>
                    </a:cubicBezTo>
                    <a:cubicBezTo>
                      <a:pt x="12445" y="4820"/>
                      <a:pt x="12530" y="4940"/>
                      <a:pt x="12615" y="5067"/>
                    </a:cubicBezTo>
                    <a:cubicBezTo>
                      <a:pt x="12642" y="4837"/>
                      <a:pt x="12670" y="4610"/>
                      <a:pt x="12697" y="4372"/>
                    </a:cubicBezTo>
                    <a:cubicBezTo>
                      <a:pt x="12737" y="4073"/>
                      <a:pt x="12777" y="3772"/>
                      <a:pt x="12818" y="3472"/>
                    </a:cubicBezTo>
                    <a:cubicBezTo>
                      <a:pt x="12835" y="3323"/>
                      <a:pt x="12852" y="3172"/>
                      <a:pt x="12872" y="3015"/>
                    </a:cubicBezTo>
                    <a:cubicBezTo>
                      <a:pt x="12892" y="2870"/>
                      <a:pt x="12912" y="2725"/>
                      <a:pt x="12933" y="2578"/>
                    </a:cubicBezTo>
                    <a:cubicBezTo>
                      <a:pt x="12940" y="2510"/>
                      <a:pt x="12940" y="2510"/>
                      <a:pt x="12985" y="2172"/>
                    </a:cubicBezTo>
                    <a:cubicBezTo>
                      <a:pt x="13168" y="1675"/>
                      <a:pt x="13395" y="1550"/>
                      <a:pt x="13865" y="1317"/>
                    </a:cubicBezTo>
                    <a:cubicBezTo>
                      <a:pt x="14523" y="1207"/>
                      <a:pt x="15183" y="1225"/>
                      <a:pt x="15850" y="1222"/>
                    </a:cubicBezTo>
                    <a:cubicBezTo>
                      <a:pt x="16027" y="1218"/>
                      <a:pt x="16207" y="1210"/>
                      <a:pt x="16392" y="1205"/>
                    </a:cubicBezTo>
                    <a:cubicBezTo>
                      <a:pt x="16565" y="1203"/>
                      <a:pt x="16740" y="1203"/>
                      <a:pt x="16918" y="1203"/>
                    </a:cubicBezTo>
                    <a:cubicBezTo>
                      <a:pt x="17078" y="1200"/>
                      <a:pt x="17235" y="1197"/>
                      <a:pt x="17395" y="1195"/>
                    </a:cubicBezTo>
                    <a:cubicBezTo>
                      <a:pt x="17940" y="1337"/>
                      <a:pt x="18287" y="1560"/>
                      <a:pt x="18668" y="1977"/>
                    </a:cubicBezTo>
                    <a:cubicBezTo>
                      <a:pt x="19080" y="2688"/>
                      <a:pt x="19005" y="3492"/>
                      <a:pt x="19000" y="4293"/>
                    </a:cubicBezTo>
                    <a:cubicBezTo>
                      <a:pt x="19003" y="4485"/>
                      <a:pt x="19005" y="4675"/>
                      <a:pt x="19007" y="4870"/>
                    </a:cubicBezTo>
                    <a:cubicBezTo>
                      <a:pt x="19017" y="5477"/>
                      <a:pt x="19020" y="6085"/>
                      <a:pt x="19020" y="6692"/>
                    </a:cubicBezTo>
                    <a:cubicBezTo>
                      <a:pt x="19025" y="7300"/>
                      <a:pt x="19030" y="7905"/>
                      <a:pt x="19040" y="8513"/>
                    </a:cubicBezTo>
                    <a:cubicBezTo>
                      <a:pt x="19045" y="8890"/>
                      <a:pt x="19047" y="9267"/>
                      <a:pt x="19045" y="9645"/>
                    </a:cubicBezTo>
                    <a:cubicBezTo>
                      <a:pt x="19055" y="10590"/>
                      <a:pt x="19108" y="11240"/>
                      <a:pt x="19615" y="12067"/>
                    </a:cubicBezTo>
                    <a:cubicBezTo>
                      <a:pt x="19630" y="12622"/>
                      <a:pt x="19513" y="13017"/>
                      <a:pt x="19365" y="13567"/>
                    </a:cubicBezTo>
                    <a:cubicBezTo>
                      <a:pt x="18713" y="13892"/>
                      <a:pt x="18108" y="13875"/>
                      <a:pt x="17395" y="13895"/>
                    </a:cubicBezTo>
                    <a:cubicBezTo>
                      <a:pt x="17250" y="13900"/>
                      <a:pt x="17108" y="13907"/>
                      <a:pt x="16960" y="13912"/>
                    </a:cubicBezTo>
                    <a:cubicBezTo>
                      <a:pt x="16500" y="13927"/>
                      <a:pt x="16043" y="13942"/>
                      <a:pt x="15585" y="13957"/>
                    </a:cubicBezTo>
                    <a:cubicBezTo>
                      <a:pt x="15273" y="13967"/>
                      <a:pt x="14963" y="13980"/>
                      <a:pt x="14650" y="13990"/>
                    </a:cubicBezTo>
                    <a:cubicBezTo>
                      <a:pt x="13890" y="14017"/>
                      <a:pt x="13128" y="14043"/>
                      <a:pt x="12365" y="14067"/>
                    </a:cubicBezTo>
                    <a:cubicBezTo>
                      <a:pt x="12695" y="14397"/>
                      <a:pt x="13025" y="14727"/>
                      <a:pt x="13365" y="15067"/>
                    </a:cubicBezTo>
                    <a:cubicBezTo>
                      <a:pt x="11303" y="15025"/>
                      <a:pt x="11303" y="15025"/>
                      <a:pt x="865" y="14817"/>
                    </a:cubicBezTo>
                    <a:cubicBezTo>
                      <a:pt x="1030" y="14570"/>
                      <a:pt x="1195" y="14323"/>
                      <a:pt x="1365" y="14067"/>
                    </a:cubicBezTo>
                    <a:cubicBezTo>
                      <a:pt x="1160" y="13975"/>
                      <a:pt x="953" y="13880"/>
                      <a:pt x="740" y="13785"/>
                    </a:cubicBezTo>
                    <a:cubicBezTo>
                      <a:pt x="325" y="13540"/>
                      <a:pt x="148" y="13430"/>
                      <a:pt x="15" y="12960"/>
                    </a:cubicBezTo>
                    <a:cubicBezTo>
                      <a:pt x="0" y="12362"/>
                      <a:pt x="0" y="11970"/>
                      <a:pt x="368" y="11480"/>
                    </a:cubicBezTo>
                    <a:cubicBezTo>
                      <a:pt x="670" y="10975"/>
                      <a:pt x="680" y="10662"/>
                      <a:pt x="683" y="10075"/>
                    </a:cubicBezTo>
                    <a:cubicBezTo>
                      <a:pt x="685" y="9977"/>
                      <a:pt x="685" y="9977"/>
                      <a:pt x="690" y="9477"/>
                    </a:cubicBezTo>
                    <a:cubicBezTo>
                      <a:pt x="690" y="9265"/>
                      <a:pt x="693" y="9052"/>
                      <a:pt x="693" y="8832"/>
                    </a:cubicBezTo>
                    <a:cubicBezTo>
                      <a:pt x="697" y="8382"/>
                      <a:pt x="705" y="7932"/>
                      <a:pt x="710" y="7483"/>
                    </a:cubicBezTo>
                    <a:cubicBezTo>
                      <a:pt x="717" y="6772"/>
                      <a:pt x="725" y="6065"/>
                      <a:pt x="730" y="5355"/>
                    </a:cubicBezTo>
                    <a:cubicBezTo>
                      <a:pt x="735" y="4670"/>
                      <a:pt x="745" y="3985"/>
                      <a:pt x="755" y="3302"/>
                    </a:cubicBezTo>
                    <a:cubicBezTo>
                      <a:pt x="755" y="3087"/>
                      <a:pt x="755" y="2875"/>
                      <a:pt x="755" y="2657"/>
                    </a:cubicBezTo>
                    <a:cubicBezTo>
                      <a:pt x="757" y="2557"/>
                      <a:pt x="757" y="2557"/>
                      <a:pt x="765" y="2057"/>
                    </a:cubicBezTo>
                    <a:cubicBezTo>
                      <a:pt x="765" y="1885"/>
                      <a:pt x="767" y="1710"/>
                      <a:pt x="767" y="1532"/>
                    </a:cubicBezTo>
                    <a:cubicBezTo>
                      <a:pt x="1088" y="0"/>
                      <a:pt x="2495" y="195"/>
                      <a:pt x="3740" y="207"/>
                    </a:cubicBezTo>
                    <a:close/>
                    <a:moveTo>
                      <a:pt x="1615" y="817"/>
                    </a:moveTo>
                    <a:cubicBezTo>
                      <a:pt x="1283" y="1485"/>
                      <a:pt x="1273" y="2130"/>
                      <a:pt x="1225" y="2862"/>
                    </a:cubicBezTo>
                    <a:cubicBezTo>
                      <a:pt x="1213" y="3025"/>
                      <a:pt x="1203" y="3185"/>
                      <a:pt x="1190" y="3350"/>
                    </a:cubicBezTo>
                    <a:cubicBezTo>
                      <a:pt x="1128" y="4415"/>
                      <a:pt x="1112" y="5475"/>
                      <a:pt x="1125" y="6543"/>
                    </a:cubicBezTo>
                    <a:cubicBezTo>
                      <a:pt x="1128" y="6668"/>
                      <a:pt x="1128" y="6795"/>
                      <a:pt x="1130" y="6927"/>
                    </a:cubicBezTo>
                    <a:cubicBezTo>
                      <a:pt x="1138" y="7562"/>
                      <a:pt x="1150" y="8195"/>
                      <a:pt x="1168" y="8830"/>
                    </a:cubicBezTo>
                    <a:cubicBezTo>
                      <a:pt x="1190" y="10237"/>
                      <a:pt x="1092" y="11110"/>
                      <a:pt x="365" y="12317"/>
                    </a:cubicBezTo>
                    <a:cubicBezTo>
                      <a:pt x="395" y="12895"/>
                      <a:pt x="395" y="12895"/>
                      <a:pt x="615" y="13317"/>
                    </a:cubicBezTo>
                    <a:cubicBezTo>
                      <a:pt x="1392" y="13655"/>
                      <a:pt x="2193" y="13605"/>
                      <a:pt x="3025" y="13602"/>
                    </a:cubicBezTo>
                    <a:cubicBezTo>
                      <a:pt x="3193" y="13605"/>
                      <a:pt x="3360" y="13605"/>
                      <a:pt x="3533" y="13605"/>
                    </a:cubicBezTo>
                    <a:cubicBezTo>
                      <a:pt x="4088" y="13608"/>
                      <a:pt x="4640" y="13608"/>
                      <a:pt x="5195" y="13610"/>
                    </a:cubicBezTo>
                    <a:cubicBezTo>
                      <a:pt x="5578" y="13610"/>
                      <a:pt x="5963" y="13610"/>
                      <a:pt x="6348" y="13612"/>
                    </a:cubicBezTo>
                    <a:cubicBezTo>
                      <a:pt x="7152" y="13612"/>
                      <a:pt x="7957" y="13612"/>
                      <a:pt x="8765" y="13612"/>
                    </a:cubicBezTo>
                    <a:cubicBezTo>
                      <a:pt x="9797" y="13612"/>
                      <a:pt x="10832" y="13617"/>
                      <a:pt x="11865" y="13620"/>
                    </a:cubicBezTo>
                    <a:cubicBezTo>
                      <a:pt x="12660" y="13622"/>
                      <a:pt x="13453" y="13625"/>
                      <a:pt x="14247" y="13625"/>
                    </a:cubicBezTo>
                    <a:cubicBezTo>
                      <a:pt x="14628" y="13625"/>
                      <a:pt x="15010" y="13625"/>
                      <a:pt x="15390" y="13627"/>
                    </a:cubicBezTo>
                    <a:cubicBezTo>
                      <a:pt x="15922" y="13630"/>
                      <a:pt x="16455" y="13630"/>
                      <a:pt x="16987" y="13627"/>
                    </a:cubicBezTo>
                    <a:cubicBezTo>
                      <a:pt x="17065" y="13627"/>
                      <a:pt x="17065" y="13627"/>
                      <a:pt x="17467" y="13632"/>
                    </a:cubicBezTo>
                    <a:cubicBezTo>
                      <a:pt x="18558" y="13625"/>
                      <a:pt x="18558" y="13625"/>
                      <a:pt x="19115" y="13067"/>
                    </a:cubicBezTo>
                    <a:cubicBezTo>
                      <a:pt x="19118" y="12698"/>
                      <a:pt x="19118" y="12698"/>
                      <a:pt x="19037" y="12302"/>
                    </a:cubicBezTo>
                    <a:cubicBezTo>
                      <a:pt x="19013" y="12170"/>
                      <a:pt x="18987" y="12037"/>
                      <a:pt x="18963" y="11902"/>
                    </a:cubicBezTo>
                    <a:cubicBezTo>
                      <a:pt x="18865" y="11567"/>
                      <a:pt x="18865" y="11567"/>
                      <a:pt x="18615" y="11317"/>
                    </a:cubicBezTo>
                    <a:cubicBezTo>
                      <a:pt x="18582" y="10962"/>
                      <a:pt x="18582" y="10962"/>
                      <a:pt x="18580" y="10500"/>
                    </a:cubicBezTo>
                    <a:cubicBezTo>
                      <a:pt x="18578" y="10415"/>
                      <a:pt x="18578" y="10415"/>
                      <a:pt x="18575" y="9980"/>
                    </a:cubicBezTo>
                    <a:cubicBezTo>
                      <a:pt x="18572" y="9793"/>
                      <a:pt x="18572" y="9605"/>
                      <a:pt x="18570" y="9412"/>
                    </a:cubicBezTo>
                    <a:cubicBezTo>
                      <a:pt x="18565" y="9020"/>
                      <a:pt x="18560" y="8627"/>
                      <a:pt x="18553" y="8233"/>
                    </a:cubicBezTo>
                    <a:cubicBezTo>
                      <a:pt x="18545" y="7610"/>
                      <a:pt x="18537" y="6990"/>
                      <a:pt x="18533" y="6367"/>
                    </a:cubicBezTo>
                    <a:cubicBezTo>
                      <a:pt x="18530" y="5767"/>
                      <a:pt x="18520" y="5170"/>
                      <a:pt x="18507" y="4570"/>
                    </a:cubicBezTo>
                    <a:cubicBezTo>
                      <a:pt x="18510" y="4385"/>
                      <a:pt x="18510" y="4200"/>
                      <a:pt x="18510" y="4007"/>
                    </a:cubicBezTo>
                    <a:cubicBezTo>
                      <a:pt x="18475" y="2565"/>
                      <a:pt x="18475" y="2565"/>
                      <a:pt x="17900" y="1950"/>
                    </a:cubicBezTo>
                    <a:cubicBezTo>
                      <a:pt x="17223" y="1465"/>
                      <a:pt x="16672" y="1418"/>
                      <a:pt x="15865" y="1442"/>
                    </a:cubicBezTo>
                    <a:cubicBezTo>
                      <a:pt x="15735" y="1438"/>
                      <a:pt x="15605" y="1435"/>
                      <a:pt x="15470" y="1430"/>
                    </a:cubicBezTo>
                    <a:cubicBezTo>
                      <a:pt x="14775" y="1438"/>
                      <a:pt x="14395" y="1545"/>
                      <a:pt x="13830" y="1953"/>
                    </a:cubicBezTo>
                    <a:cubicBezTo>
                      <a:pt x="13135" y="2695"/>
                      <a:pt x="13215" y="3557"/>
                      <a:pt x="13213" y="4525"/>
                    </a:cubicBezTo>
                    <a:cubicBezTo>
                      <a:pt x="13207" y="4710"/>
                      <a:pt x="13205" y="4897"/>
                      <a:pt x="13200" y="5092"/>
                    </a:cubicBezTo>
                    <a:cubicBezTo>
                      <a:pt x="13188" y="5688"/>
                      <a:pt x="13183" y="6282"/>
                      <a:pt x="13178" y="6880"/>
                    </a:cubicBezTo>
                    <a:cubicBezTo>
                      <a:pt x="13170" y="7285"/>
                      <a:pt x="13162" y="7690"/>
                      <a:pt x="13155" y="8095"/>
                    </a:cubicBezTo>
                    <a:cubicBezTo>
                      <a:pt x="13138" y="9085"/>
                      <a:pt x="13122" y="10075"/>
                      <a:pt x="13115" y="11067"/>
                    </a:cubicBezTo>
                    <a:cubicBezTo>
                      <a:pt x="12868" y="11067"/>
                      <a:pt x="12620" y="11067"/>
                      <a:pt x="12365" y="11067"/>
                    </a:cubicBezTo>
                    <a:cubicBezTo>
                      <a:pt x="12362" y="10897"/>
                      <a:pt x="12358" y="10727"/>
                      <a:pt x="12355" y="10550"/>
                    </a:cubicBezTo>
                    <a:cubicBezTo>
                      <a:pt x="12338" y="9918"/>
                      <a:pt x="12320" y="9285"/>
                      <a:pt x="12300" y="8652"/>
                    </a:cubicBezTo>
                    <a:cubicBezTo>
                      <a:pt x="12290" y="8377"/>
                      <a:pt x="12285" y="8105"/>
                      <a:pt x="12277" y="7830"/>
                    </a:cubicBezTo>
                    <a:cubicBezTo>
                      <a:pt x="12270" y="7435"/>
                      <a:pt x="12257" y="7043"/>
                      <a:pt x="12243" y="6647"/>
                    </a:cubicBezTo>
                    <a:cubicBezTo>
                      <a:pt x="12237" y="6410"/>
                      <a:pt x="12230" y="6175"/>
                      <a:pt x="12223" y="5930"/>
                    </a:cubicBezTo>
                    <a:cubicBezTo>
                      <a:pt x="12098" y="5217"/>
                      <a:pt x="11945" y="4987"/>
                      <a:pt x="11365" y="4567"/>
                    </a:cubicBezTo>
                    <a:cubicBezTo>
                      <a:pt x="10840" y="4492"/>
                      <a:pt x="10405" y="4462"/>
                      <a:pt x="9880" y="4472"/>
                    </a:cubicBezTo>
                    <a:cubicBezTo>
                      <a:pt x="9750" y="4470"/>
                      <a:pt x="9618" y="4467"/>
                      <a:pt x="9483" y="4465"/>
                    </a:cubicBezTo>
                    <a:cubicBezTo>
                      <a:pt x="8535" y="4472"/>
                      <a:pt x="8043" y="4662"/>
                      <a:pt x="7365" y="5317"/>
                    </a:cubicBezTo>
                    <a:cubicBezTo>
                      <a:pt x="7237" y="5900"/>
                      <a:pt x="7237" y="5900"/>
                      <a:pt x="7230" y="6575"/>
                    </a:cubicBezTo>
                    <a:cubicBezTo>
                      <a:pt x="7225" y="6820"/>
                      <a:pt x="7217" y="7062"/>
                      <a:pt x="7213" y="7312"/>
                    </a:cubicBezTo>
                    <a:cubicBezTo>
                      <a:pt x="7210" y="7570"/>
                      <a:pt x="7210" y="7825"/>
                      <a:pt x="7210" y="8082"/>
                    </a:cubicBezTo>
                    <a:cubicBezTo>
                      <a:pt x="7203" y="8585"/>
                      <a:pt x="7195" y="9087"/>
                      <a:pt x="7183" y="9592"/>
                    </a:cubicBezTo>
                    <a:cubicBezTo>
                      <a:pt x="7183" y="9815"/>
                      <a:pt x="7180" y="10037"/>
                      <a:pt x="7180" y="10267"/>
                    </a:cubicBezTo>
                    <a:cubicBezTo>
                      <a:pt x="7115" y="10817"/>
                      <a:pt x="7115" y="10817"/>
                      <a:pt x="6615" y="11317"/>
                    </a:cubicBezTo>
                    <a:cubicBezTo>
                      <a:pt x="6450" y="11317"/>
                      <a:pt x="6285" y="11317"/>
                      <a:pt x="6115" y="11317"/>
                    </a:cubicBezTo>
                    <a:cubicBezTo>
                      <a:pt x="6115" y="11255"/>
                      <a:pt x="6115" y="11255"/>
                      <a:pt x="6118" y="10940"/>
                    </a:cubicBezTo>
                    <a:cubicBezTo>
                      <a:pt x="6130" y="9650"/>
                      <a:pt x="6138" y="8362"/>
                      <a:pt x="6142" y="7073"/>
                    </a:cubicBezTo>
                    <a:cubicBezTo>
                      <a:pt x="6145" y="6590"/>
                      <a:pt x="6148" y="6108"/>
                      <a:pt x="6152" y="5627"/>
                    </a:cubicBezTo>
                    <a:cubicBezTo>
                      <a:pt x="6160" y="4935"/>
                      <a:pt x="6162" y="4245"/>
                      <a:pt x="6165" y="3552"/>
                    </a:cubicBezTo>
                    <a:cubicBezTo>
                      <a:pt x="6168" y="3337"/>
                      <a:pt x="6170" y="3120"/>
                      <a:pt x="6172" y="2897"/>
                    </a:cubicBezTo>
                    <a:cubicBezTo>
                      <a:pt x="6172" y="2698"/>
                      <a:pt x="6172" y="2497"/>
                      <a:pt x="6172" y="2293"/>
                    </a:cubicBezTo>
                    <a:cubicBezTo>
                      <a:pt x="6172" y="2203"/>
                      <a:pt x="6172" y="2203"/>
                      <a:pt x="6175" y="1757"/>
                    </a:cubicBezTo>
                    <a:cubicBezTo>
                      <a:pt x="6115" y="1317"/>
                      <a:pt x="6115" y="1317"/>
                      <a:pt x="5615" y="817"/>
                    </a:cubicBezTo>
                    <a:cubicBezTo>
                      <a:pt x="5115" y="733"/>
                      <a:pt x="4648" y="677"/>
                      <a:pt x="4145" y="645"/>
                    </a:cubicBezTo>
                    <a:cubicBezTo>
                      <a:pt x="4080" y="640"/>
                      <a:pt x="4080" y="640"/>
                      <a:pt x="3745" y="610"/>
                    </a:cubicBezTo>
                    <a:cubicBezTo>
                      <a:pt x="2987" y="552"/>
                      <a:pt x="2330" y="543"/>
                      <a:pt x="1615" y="817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37" name="news_presenter vector"/>
              <p:cNvSpPr/>
              <p:nvPr/>
            </p:nvSpPr>
            <p:spPr>
              <a:xfrm>
                <a:off x="12002555" y="1029615"/>
                <a:ext cx="144544" cy="201077"/>
              </a:xfrm>
              <a:custGeom>
                <a:avLst/>
                <a:gdLst/>
                <a:ahLst/>
                <a:cxnLst/>
                <a:rect l="0" t="0" r="r" b="b"/>
                <a:pathLst>
                  <a:path w="15807" h="21990" fill="norm" stroke="0">
                    <a:moveTo>
                      <a:pt x="13182" y="2877"/>
                    </a:moveTo>
                    <a:cubicBezTo>
                      <a:pt x="15220" y="4860"/>
                      <a:pt x="15690" y="7130"/>
                      <a:pt x="15750" y="9880"/>
                    </a:cubicBezTo>
                    <a:cubicBezTo>
                      <a:pt x="15752" y="10147"/>
                      <a:pt x="15757" y="10415"/>
                      <a:pt x="15760" y="10680"/>
                    </a:cubicBezTo>
                    <a:cubicBezTo>
                      <a:pt x="15762" y="10810"/>
                      <a:pt x="15765" y="10938"/>
                      <a:pt x="15767" y="11067"/>
                    </a:cubicBezTo>
                    <a:cubicBezTo>
                      <a:pt x="15807" y="13610"/>
                      <a:pt x="15197" y="15630"/>
                      <a:pt x="13550" y="17580"/>
                    </a:cubicBezTo>
                    <a:cubicBezTo>
                      <a:pt x="13135" y="17900"/>
                      <a:pt x="13135" y="17900"/>
                      <a:pt x="11885" y="18150"/>
                    </a:cubicBezTo>
                    <a:cubicBezTo>
                      <a:pt x="11885" y="19305"/>
                      <a:pt x="11885" y="20460"/>
                      <a:pt x="11885" y="21650"/>
                    </a:cubicBezTo>
                    <a:cubicBezTo>
                      <a:pt x="11205" y="21990"/>
                      <a:pt x="10565" y="21935"/>
                      <a:pt x="9822" y="21933"/>
                    </a:cubicBezTo>
                    <a:cubicBezTo>
                      <a:pt x="9667" y="21933"/>
                      <a:pt x="9515" y="21933"/>
                      <a:pt x="9357" y="21935"/>
                    </a:cubicBezTo>
                    <a:cubicBezTo>
                      <a:pt x="9032" y="21935"/>
                      <a:pt x="8707" y="21933"/>
                      <a:pt x="8382" y="21933"/>
                    </a:cubicBezTo>
                    <a:cubicBezTo>
                      <a:pt x="7887" y="21930"/>
                      <a:pt x="7390" y="21933"/>
                      <a:pt x="6892" y="21935"/>
                    </a:cubicBezTo>
                    <a:cubicBezTo>
                      <a:pt x="6577" y="21935"/>
                      <a:pt x="6262" y="21933"/>
                      <a:pt x="5947" y="21933"/>
                    </a:cubicBezTo>
                    <a:cubicBezTo>
                      <a:pt x="5797" y="21933"/>
                      <a:pt x="5650" y="21935"/>
                      <a:pt x="5495" y="21935"/>
                    </a:cubicBezTo>
                    <a:cubicBezTo>
                      <a:pt x="4442" y="21928"/>
                      <a:pt x="4442" y="21928"/>
                      <a:pt x="3885" y="21650"/>
                    </a:cubicBezTo>
                    <a:cubicBezTo>
                      <a:pt x="3885" y="20495"/>
                      <a:pt x="3885" y="19340"/>
                      <a:pt x="3885" y="18150"/>
                    </a:cubicBezTo>
                    <a:cubicBezTo>
                      <a:pt x="3390" y="17985"/>
                      <a:pt x="2895" y="17820"/>
                      <a:pt x="2385" y="17650"/>
                    </a:cubicBezTo>
                    <a:cubicBezTo>
                      <a:pt x="1938" y="17235"/>
                      <a:pt x="1938" y="17235"/>
                      <a:pt x="1587" y="16743"/>
                    </a:cubicBezTo>
                    <a:cubicBezTo>
                      <a:pt x="1470" y="16585"/>
                      <a:pt x="1355" y="16428"/>
                      <a:pt x="1232" y="16265"/>
                    </a:cubicBezTo>
                    <a:cubicBezTo>
                      <a:pt x="202" y="14445"/>
                      <a:pt x="0" y="12775"/>
                      <a:pt x="25" y="10713"/>
                    </a:cubicBezTo>
                    <a:cubicBezTo>
                      <a:pt x="27" y="10580"/>
                      <a:pt x="27" y="10447"/>
                      <a:pt x="27" y="10310"/>
                    </a:cubicBezTo>
                    <a:cubicBezTo>
                      <a:pt x="60" y="7230"/>
                      <a:pt x="520" y="4897"/>
                      <a:pt x="2795" y="2667"/>
                    </a:cubicBezTo>
                    <a:cubicBezTo>
                      <a:pt x="5722" y="0"/>
                      <a:pt x="10322" y="382"/>
                      <a:pt x="13182" y="2877"/>
                    </a:cubicBezTo>
                    <a:close/>
                    <a:moveTo>
                      <a:pt x="1887" y="4828"/>
                    </a:moveTo>
                    <a:cubicBezTo>
                      <a:pt x="1147" y="6498"/>
                      <a:pt x="1047" y="8170"/>
                      <a:pt x="1055" y="9977"/>
                    </a:cubicBezTo>
                    <a:cubicBezTo>
                      <a:pt x="1057" y="10368"/>
                      <a:pt x="1050" y="10755"/>
                      <a:pt x="1045" y="11145"/>
                    </a:cubicBezTo>
                    <a:cubicBezTo>
                      <a:pt x="1032" y="13100"/>
                      <a:pt x="1195" y="15405"/>
                      <a:pt x="2572" y="16928"/>
                    </a:cubicBezTo>
                    <a:cubicBezTo>
                      <a:pt x="3188" y="17365"/>
                      <a:pt x="3902" y="17512"/>
                      <a:pt x="4635" y="17650"/>
                    </a:cubicBezTo>
                    <a:cubicBezTo>
                      <a:pt x="4865" y="18695"/>
                      <a:pt x="4877" y="19495"/>
                      <a:pt x="4672" y="20545"/>
                    </a:cubicBezTo>
                    <a:cubicBezTo>
                      <a:pt x="4660" y="20662"/>
                      <a:pt x="4647" y="20780"/>
                      <a:pt x="4635" y="20900"/>
                    </a:cubicBezTo>
                    <a:cubicBezTo>
                      <a:pt x="4885" y="21150"/>
                      <a:pt x="4885" y="21150"/>
                      <a:pt x="5465" y="21178"/>
                    </a:cubicBezTo>
                    <a:cubicBezTo>
                      <a:pt x="5717" y="21178"/>
                      <a:pt x="5970" y="21178"/>
                      <a:pt x="6222" y="21175"/>
                    </a:cubicBezTo>
                    <a:cubicBezTo>
                      <a:pt x="6287" y="21175"/>
                      <a:pt x="6287" y="21175"/>
                      <a:pt x="6625" y="21173"/>
                    </a:cubicBezTo>
                    <a:cubicBezTo>
                      <a:pt x="7050" y="21173"/>
                      <a:pt x="7475" y="21170"/>
                      <a:pt x="7900" y="21165"/>
                    </a:cubicBezTo>
                    <a:cubicBezTo>
                      <a:pt x="8188" y="21165"/>
                      <a:pt x="8475" y="21162"/>
                      <a:pt x="8765" y="21162"/>
                    </a:cubicBezTo>
                    <a:cubicBezTo>
                      <a:pt x="9470" y="21160"/>
                      <a:pt x="10177" y="21155"/>
                      <a:pt x="10885" y="21150"/>
                    </a:cubicBezTo>
                    <a:cubicBezTo>
                      <a:pt x="11172" y="19798"/>
                      <a:pt x="11172" y="19798"/>
                      <a:pt x="11010" y="19118"/>
                    </a:cubicBezTo>
                    <a:cubicBezTo>
                      <a:pt x="10845" y="18175"/>
                      <a:pt x="10845" y="18175"/>
                      <a:pt x="11135" y="17650"/>
                    </a:cubicBezTo>
                    <a:cubicBezTo>
                      <a:pt x="11552" y="17493"/>
                      <a:pt x="11552" y="17493"/>
                      <a:pt x="12072" y="17368"/>
                    </a:cubicBezTo>
                    <a:cubicBezTo>
                      <a:pt x="13247" y="16972"/>
                      <a:pt x="13612" y="16312"/>
                      <a:pt x="14157" y="15237"/>
                    </a:cubicBezTo>
                    <a:cubicBezTo>
                      <a:pt x="14707" y="13817"/>
                      <a:pt x="14690" y="12377"/>
                      <a:pt x="14695" y="10880"/>
                    </a:cubicBezTo>
                    <a:cubicBezTo>
                      <a:pt x="14697" y="10483"/>
                      <a:pt x="14705" y="10088"/>
                      <a:pt x="14712" y="9692"/>
                    </a:cubicBezTo>
                    <a:cubicBezTo>
                      <a:pt x="14735" y="7535"/>
                      <a:pt x="14535" y="5347"/>
                      <a:pt x="12990" y="3707"/>
                    </a:cubicBezTo>
                    <a:cubicBezTo>
                      <a:pt x="11645" y="2545"/>
                      <a:pt x="9662" y="1572"/>
                      <a:pt x="7885" y="1430"/>
                    </a:cubicBezTo>
                    <a:cubicBezTo>
                      <a:pt x="5610" y="1620"/>
                      <a:pt x="3185" y="2963"/>
                      <a:pt x="1887" y="4828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38" name="news_presenter vector"/>
              <p:cNvSpPr/>
              <p:nvPr/>
            </p:nvSpPr>
            <p:spPr>
              <a:xfrm>
                <a:off x="11809247" y="1099269"/>
                <a:ext cx="151105" cy="48486"/>
              </a:xfrm>
              <a:custGeom>
                <a:avLst/>
                <a:gdLst/>
                <a:ahLst/>
                <a:cxnLst/>
                <a:rect l="0" t="0" r="r" b="b"/>
                <a:pathLst>
                  <a:path w="16525" h="5302" fill="norm" stroke="0">
                    <a:moveTo>
                      <a:pt x="7025" y="282"/>
                    </a:moveTo>
                    <a:cubicBezTo>
                      <a:pt x="11135" y="0"/>
                      <a:pt x="11135" y="0"/>
                      <a:pt x="12440" y="575"/>
                    </a:cubicBezTo>
                    <a:cubicBezTo>
                      <a:pt x="12945" y="1028"/>
                      <a:pt x="13350" y="1505"/>
                      <a:pt x="13775" y="2032"/>
                    </a:cubicBezTo>
                    <a:cubicBezTo>
                      <a:pt x="14140" y="2403"/>
                      <a:pt x="14515" y="2765"/>
                      <a:pt x="14890" y="3127"/>
                    </a:cubicBezTo>
                    <a:cubicBezTo>
                      <a:pt x="15260" y="3487"/>
                      <a:pt x="15630" y="3850"/>
                      <a:pt x="15995" y="4218"/>
                    </a:cubicBezTo>
                    <a:cubicBezTo>
                      <a:pt x="16095" y="4320"/>
                      <a:pt x="16197" y="4422"/>
                      <a:pt x="16305" y="4530"/>
                    </a:cubicBezTo>
                    <a:cubicBezTo>
                      <a:pt x="16525" y="4782"/>
                      <a:pt x="16525" y="4782"/>
                      <a:pt x="16525" y="5032"/>
                    </a:cubicBezTo>
                    <a:cubicBezTo>
                      <a:pt x="14410" y="5070"/>
                      <a:pt x="12295" y="5108"/>
                      <a:pt x="10183" y="5142"/>
                    </a:cubicBezTo>
                    <a:cubicBezTo>
                      <a:pt x="9200" y="5160"/>
                      <a:pt x="8218" y="5177"/>
                      <a:pt x="7238" y="5195"/>
                    </a:cubicBezTo>
                    <a:cubicBezTo>
                      <a:pt x="6290" y="5213"/>
                      <a:pt x="5343" y="5227"/>
                      <a:pt x="4398" y="5243"/>
                    </a:cubicBezTo>
                    <a:cubicBezTo>
                      <a:pt x="4035" y="5250"/>
                      <a:pt x="3673" y="5255"/>
                      <a:pt x="3310" y="5263"/>
                    </a:cubicBezTo>
                    <a:cubicBezTo>
                      <a:pt x="2805" y="5273"/>
                      <a:pt x="2300" y="5280"/>
                      <a:pt x="1795" y="5287"/>
                    </a:cubicBezTo>
                    <a:cubicBezTo>
                      <a:pt x="1645" y="5290"/>
                      <a:pt x="1493" y="5295"/>
                      <a:pt x="1338" y="5297"/>
                    </a:cubicBezTo>
                    <a:cubicBezTo>
                      <a:pt x="983" y="5302"/>
                      <a:pt x="630" y="5295"/>
                      <a:pt x="275" y="5282"/>
                    </a:cubicBezTo>
                    <a:cubicBezTo>
                      <a:pt x="25" y="5032"/>
                      <a:pt x="25" y="5032"/>
                      <a:pt x="0" y="4570"/>
                    </a:cubicBezTo>
                    <a:cubicBezTo>
                      <a:pt x="3" y="4388"/>
                      <a:pt x="8" y="4205"/>
                      <a:pt x="10" y="4017"/>
                    </a:cubicBezTo>
                    <a:cubicBezTo>
                      <a:pt x="13" y="3832"/>
                      <a:pt x="15" y="3650"/>
                      <a:pt x="15" y="3460"/>
                    </a:cubicBezTo>
                    <a:cubicBezTo>
                      <a:pt x="20" y="3320"/>
                      <a:pt x="23" y="3178"/>
                      <a:pt x="25" y="3032"/>
                    </a:cubicBezTo>
                    <a:cubicBezTo>
                      <a:pt x="93" y="3042"/>
                      <a:pt x="93" y="3042"/>
                      <a:pt x="430" y="3088"/>
                    </a:cubicBezTo>
                    <a:cubicBezTo>
                      <a:pt x="4878" y="3642"/>
                      <a:pt x="4878" y="3642"/>
                      <a:pt x="6775" y="3032"/>
                    </a:cubicBezTo>
                    <a:cubicBezTo>
                      <a:pt x="7085" y="2685"/>
                      <a:pt x="7085" y="2685"/>
                      <a:pt x="7275" y="2282"/>
                    </a:cubicBezTo>
                    <a:cubicBezTo>
                      <a:pt x="7180" y="1657"/>
                      <a:pt x="7180" y="1657"/>
                      <a:pt x="7025" y="1032"/>
                    </a:cubicBezTo>
                    <a:cubicBezTo>
                      <a:pt x="7025" y="785"/>
                      <a:pt x="7025" y="537"/>
                      <a:pt x="7025" y="2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39" name="news_presenter vector"/>
              <p:cNvSpPr/>
              <p:nvPr/>
            </p:nvSpPr>
            <p:spPr>
              <a:xfrm>
                <a:off x="11826392" y="1177290"/>
                <a:ext cx="496131" cy="220050"/>
              </a:xfrm>
              <a:custGeom>
                <a:avLst/>
                <a:gdLst/>
                <a:ahLst/>
                <a:cxnLst/>
                <a:rect l="0" t="0" r="r" b="b"/>
                <a:pathLst>
                  <a:path w="54258" h="24065" fill="norm" stroke="0">
                    <a:moveTo>
                      <a:pt x="18400" y="0"/>
                    </a:moveTo>
                    <a:cubicBezTo>
                      <a:pt x="18543" y="180"/>
                      <a:pt x="18685" y="360"/>
                      <a:pt x="18832" y="548"/>
                    </a:cubicBezTo>
                    <a:cubicBezTo>
                      <a:pt x="19193" y="1000"/>
                      <a:pt x="19562" y="1440"/>
                      <a:pt x="19945" y="1875"/>
                    </a:cubicBezTo>
                    <a:cubicBezTo>
                      <a:pt x="20123" y="2083"/>
                      <a:pt x="20300" y="2292"/>
                      <a:pt x="20478" y="2500"/>
                    </a:cubicBezTo>
                    <a:cubicBezTo>
                      <a:pt x="20570" y="2602"/>
                      <a:pt x="20665" y="2705"/>
                      <a:pt x="20760" y="2812"/>
                    </a:cubicBezTo>
                    <a:cubicBezTo>
                      <a:pt x="21203" y="3340"/>
                      <a:pt x="21395" y="3702"/>
                      <a:pt x="21473" y="4390"/>
                    </a:cubicBezTo>
                    <a:cubicBezTo>
                      <a:pt x="20930" y="5415"/>
                      <a:pt x="19955" y="5623"/>
                      <a:pt x="18900" y="6000"/>
                    </a:cubicBezTo>
                    <a:cubicBezTo>
                      <a:pt x="18785" y="6043"/>
                      <a:pt x="18668" y="6085"/>
                      <a:pt x="18548" y="6127"/>
                    </a:cubicBezTo>
                    <a:cubicBezTo>
                      <a:pt x="17800" y="6398"/>
                      <a:pt x="17048" y="6653"/>
                      <a:pt x="16290" y="6903"/>
                    </a:cubicBezTo>
                    <a:cubicBezTo>
                      <a:pt x="15900" y="7032"/>
                      <a:pt x="15510" y="7162"/>
                      <a:pt x="15120" y="7295"/>
                    </a:cubicBezTo>
                    <a:cubicBezTo>
                      <a:pt x="13975" y="7678"/>
                      <a:pt x="12845" y="8025"/>
                      <a:pt x="11655" y="8260"/>
                    </a:cubicBezTo>
                    <a:cubicBezTo>
                      <a:pt x="10773" y="8442"/>
                      <a:pt x="10223" y="8692"/>
                      <a:pt x="9555" y="9327"/>
                    </a:cubicBezTo>
                    <a:cubicBezTo>
                      <a:pt x="9400" y="9472"/>
                      <a:pt x="9243" y="9615"/>
                      <a:pt x="9082" y="9762"/>
                    </a:cubicBezTo>
                    <a:cubicBezTo>
                      <a:pt x="8072" y="10903"/>
                      <a:pt x="7785" y="11767"/>
                      <a:pt x="7650" y="13250"/>
                    </a:cubicBezTo>
                    <a:cubicBezTo>
                      <a:pt x="7613" y="13602"/>
                      <a:pt x="7572" y="13955"/>
                      <a:pt x="7535" y="14305"/>
                    </a:cubicBezTo>
                    <a:cubicBezTo>
                      <a:pt x="7513" y="14495"/>
                      <a:pt x="7493" y="14685"/>
                      <a:pt x="7473" y="14880"/>
                    </a:cubicBezTo>
                    <a:cubicBezTo>
                      <a:pt x="7338" y="16043"/>
                      <a:pt x="7173" y="17200"/>
                      <a:pt x="7010" y="18360"/>
                    </a:cubicBezTo>
                    <a:cubicBezTo>
                      <a:pt x="6978" y="18592"/>
                      <a:pt x="6945" y="18825"/>
                      <a:pt x="6913" y="19065"/>
                    </a:cubicBezTo>
                    <a:cubicBezTo>
                      <a:pt x="6883" y="19280"/>
                      <a:pt x="6853" y="19495"/>
                      <a:pt x="6820" y="19718"/>
                    </a:cubicBezTo>
                    <a:cubicBezTo>
                      <a:pt x="6795" y="19910"/>
                      <a:pt x="6768" y="20105"/>
                      <a:pt x="6740" y="20303"/>
                    </a:cubicBezTo>
                    <a:cubicBezTo>
                      <a:pt x="6650" y="20750"/>
                      <a:pt x="6650" y="20750"/>
                      <a:pt x="6400" y="21000"/>
                    </a:cubicBezTo>
                    <a:cubicBezTo>
                      <a:pt x="5973" y="21040"/>
                      <a:pt x="5545" y="21062"/>
                      <a:pt x="5118" y="21080"/>
                    </a:cubicBezTo>
                    <a:cubicBezTo>
                      <a:pt x="4990" y="21085"/>
                      <a:pt x="4863" y="21090"/>
                      <a:pt x="4733" y="21095"/>
                    </a:cubicBezTo>
                    <a:cubicBezTo>
                      <a:pt x="4325" y="21110"/>
                      <a:pt x="3918" y="21125"/>
                      <a:pt x="3510" y="21140"/>
                    </a:cubicBezTo>
                    <a:cubicBezTo>
                      <a:pt x="3233" y="21153"/>
                      <a:pt x="2957" y="21162"/>
                      <a:pt x="2683" y="21173"/>
                    </a:cubicBezTo>
                    <a:cubicBezTo>
                      <a:pt x="2005" y="21200"/>
                      <a:pt x="1328" y="21225"/>
                      <a:pt x="650" y="21250"/>
                    </a:cubicBezTo>
                    <a:cubicBezTo>
                      <a:pt x="685" y="21537"/>
                      <a:pt x="723" y="21822"/>
                      <a:pt x="760" y="22110"/>
                    </a:cubicBezTo>
                    <a:cubicBezTo>
                      <a:pt x="780" y="22270"/>
                      <a:pt x="800" y="22428"/>
                      <a:pt x="820" y="22592"/>
                    </a:cubicBezTo>
                    <a:cubicBezTo>
                      <a:pt x="900" y="23000"/>
                      <a:pt x="900" y="23000"/>
                      <a:pt x="1150" y="23250"/>
                    </a:cubicBezTo>
                    <a:cubicBezTo>
                      <a:pt x="1515" y="23282"/>
                      <a:pt x="1515" y="23282"/>
                      <a:pt x="1993" y="23282"/>
                    </a:cubicBezTo>
                    <a:cubicBezTo>
                      <a:pt x="2082" y="23282"/>
                      <a:pt x="2082" y="23282"/>
                      <a:pt x="2543" y="23282"/>
                    </a:cubicBezTo>
                    <a:cubicBezTo>
                      <a:pt x="2743" y="23282"/>
                      <a:pt x="2945" y="23282"/>
                      <a:pt x="3153" y="23282"/>
                    </a:cubicBezTo>
                    <a:cubicBezTo>
                      <a:pt x="3365" y="23282"/>
                      <a:pt x="3578" y="23282"/>
                      <a:pt x="3795" y="23282"/>
                    </a:cubicBezTo>
                    <a:cubicBezTo>
                      <a:pt x="4513" y="23285"/>
                      <a:pt x="5230" y="23282"/>
                      <a:pt x="5947" y="23282"/>
                    </a:cubicBezTo>
                    <a:cubicBezTo>
                      <a:pt x="6460" y="23282"/>
                      <a:pt x="6973" y="23282"/>
                      <a:pt x="7483" y="23282"/>
                    </a:cubicBezTo>
                    <a:cubicBezTo>
                      <a:pt x="8733" y="23285"/>
                      <a:pt x="9983" y="23285"/>
                      <a:pt x="11233" y="23285"/>
                    </a:cubicBezTo>
                    <a:cubicBezTo>
                      <a:pt x="12248" y="23282"/>
                      <a:pt x="13263" y="23282"/>
                      <a:pt x="14278" y="23282"/>
                    </a:cubicBezTo>
                    <a:cubicBezTo>
                      <a:pt x="14423" y="23282"/>
                      <a:pt x="14565" y="23282"/>
                      <a:pt x="14715" y="23282"/>
                    </a:cubicBezTo>
                    <a:cubicBezTo>
                      <a:pt x="15008" y="23282"/>
                      <a:pt x="15300" y="23282"/>
                      <a:pt x="15593" y="23285"/>
                    </a:cubicBezTo>
                    <a:cubicBezTo>
                      <a:pt x="18343" y="23285"/>
                      <a:pt x="21093" y="23282"/>
                      <a:pt x="23843" y="23282"/>
                    </a:cubicBezTo>
                    <a:cubicBezTo>
                      <a:pt x="26205" y="23280"/>
                      <a:pt x="28565" y="23282"/>
                      <a:pt x="30928" y="23282"/>
                    </a:cubicBezTo>
                    <a:cubicBezTo>
                      <a:pt x="33668" y="23285"/>
                      <a:pt x="36408" y="23285"/>
                      <a:pt x="39148" y="23282"/>
                    </a:cubicBezTo>
                    <a:cubicBezTo>
                      <a:pt x="39440" y="23282"/>
                      <a:pt x="39730" y="23282"/>
                      <a:pt x="40023" y="23282"/>
                    </a:cubicBezTo>
                    <a:cubicBezTo>
                      <a:pt x="40165" y="23282"/>
                      <a:pt x="40310" y="23282"/>
                      <a:pt x="40457" y="23282"/>
                    </a:cubicBezTo>
                    <a:cubicBezTo>
                      <a:pt x="41473" y="23282"/>
                      <a:pt x="42488" y="23282"/>
                      <a:pt x="43500" y="23285"/>
                    </a:cubicBezTo>
                    <a:cubicBezTo>
                      <a:pt x="44738" y="23285"/>
                      <a:pt x="45973" y="23285"/>
                      <a:pt x="47207" y="23282"/>
                    </a:cubicBezTo>
                    <a:cubicBezTo>
                      <a:pt x="47838" y="23282"/>
                      <a:pt x="48470" y="23282"/>
                      <a:pt x="49100" y="23282"/>
                    </a:cubicBezTo>
                    <a:cubicBezTo>
                      <a:pt x="49783" y="23285"/>
                      <a:pt x="50465" y="23282"/>
                      <a:pt x="51148" y="23282"/>
                    </a:cubicBezTo>
                    <a:cubicBezTo>
                      <a:pt x="51350" y="23282"/>
                      <a:pt x="51550" y="23282"/>
                      <a:pt x="51758" y="23282"/>
                    </a:cubicBezTo>
                    <a:cubicBezTo>
                      <a:pt x="51848" y="23282"/>
                      <a:pt x="51848" y="23282"/>
                      <a:pt x="52308" y="23282"/>
                    </a:cubicBezTo>
                    <a:cubicBezTo>
                      <a:pt x="52465" y="23282"/>
                      <a:pt x="52623" y="23282"/>
                      <a:pt x="52785" y="23282"/>
                    </a:cubicBezTo>
                    <a:cubicBezTo>
                      <a:pt x="53150" y="23250"/>
                      <a:pt x="53150" y="23250"/>
                      <a:pt x="53400" y="23000"/>
                    </a:cubicBezTo>
                    <a:cubicBezTo>
                      <a:pt x="53433" y="22658"/>
                      <a:pt x="53433" y="22658"/>
                      <a:pt x="53430" y="22250"/>
                    </a:cubicBezTo>
                    <a:cubicBezTo>
                      <a:pt x="53433" y="22115"/>
                      <a:pt x="53433" y="21983"/>
                      <a:pt x="53433" y="21845"/>
                    </a:cubicBezTo>
                    <a:cubicBezTo>
                      <a:pt x="53400" y="21500"/>
                      <a:pt x="53400" y="21500"/>
                      <a:pt x="53150" y="21250"/>
                    </a:cubicBezTo>
                    <a:cubicBezTo>
                      <a:pt x="52760" y="21210"/>
                      <a:pt x="52368" y="21188"/>
                      <a:pt x="51978" y="21170"/>
                    </a:cubicBezTo>
                    <a:cubicBezTo>
                      <a:pt x="51740" y="21160"/>
                      <a:pt x="51505" y="21150"/>
                      <a:pt x="51263" y="21140"/>
                    </a:cubicBezTo>
                    <a:cubicBezTo>
                      <a:pt x="51010" y="21130"/>
                      <a:pt x="50760" y="21120"/>
                      <a:pt x="50510" y="21110"/>
                    </a:cubicBezTo>
                    <a:cubicBezTo>
                      <a:pt x="50258" y="21097"/>
                      <a:pt x="50005" y="21088"/>
                      <a:pt x="49755" y="21077"/>
                    </a:cubicBezTo>
                    <a:cubicBezTo>
                      <a:pt x="49135" y="21050"/>
                      <a:pt x="48518" y="21025"/>
                      <a:pt x="47900" y="21000"/>
                    </a:cubicBezTo>
                    <a:cubicBezTo>
                      <a:pt x="47900" y="20918"/>
                      <a:pt x="47900" y="20835"/>
                      <a:pt x="47900" y="20750"/>
                    </a:cubicBezTo>
                    <a:cubicBezTo>
                      <a:pt x="48710" y="20733"/>
                      <a:pt x="49520" y="20718"/>
                      <a:pt x="50330" y="20710"/>
                    </a:cubicBezTo>
                    <a:cubicBezTo>
                      <a:pt x="50605" y="20705"/>
                      <a:pt x="50880" y="20700"/>
                      <a:pt x="51155" y="20692"/>
                    </a:cubicBezTo>
                    <a:cubicBezTo>
                      <a:pt x="51553" y="20685"/>
                      <a:pt x="51947" y="20680"/>
                      <a:pt x="52343" y="20678"/>
                    </a:cubicBezTo>
                    <a:cubicBezTo>
                      <a:pt x="52582" y="20673"/>
                      <a:pt x="52820" y="20670"/>
                      <a:pt x="53065" y="20665"/>
                    </a:cubicBezTo>
                    <a:cubicBezTo>
                      <a:pt x="53650" y="20750"/>
                      <a:pt x="53650" y="20750"/>
                      <a:pt x="53978" y="21105"/>
                    </a:cubicBezTo>
                    <a:cubicBezTo>
                      <a:pt x="54258" y="21745"/>
                      <a:pt x="54243" y="22317"/>
                      <a:pt x="54150" y="23000"/>
                    </a:cubicBezTo>
                    <a:cubicBezTo>
                      <a:pt x="53930" y="23490"/>
                      <a:pt x="53808" y="23685"/>
                      <a:pt x="53312" y="23892"/>
                    </a:cubicBezTo>
                    <a:cubicBezTo>
                      <a:pt x="52860" y="24010"/>
                      <a:pt x="52475" y="24032"/>
                      <a:pt x="52005" y="24032"/>
                    </a:cubicBezTo>
                    <a:cubicBezTo>
                      <a:pt x="51825" y="24032"/>
                      <a:pt x="51645" y="24035"/>
                      <a:pt x="51460" y="24035"/>
                    </a:cubicBezTo>
                    <a:cubicBezTo>
                      <a:pt x="51360" y="24035"/>
                      <a:pt x="51360" y="24035"/>
                      <a:pt x="50863" y="24032"/>
                    </a:cubicBezTo>
                    <a:cubicBezTo>
                      <a:pt x="50650" y="24035"/>
                      <a:pt x="50440" y="24035"/>
                      <a:pt x="50225" y="24035"/>
                    </a:cubicBezTo>
                    <a:cubicBezTo>
                      <a:pt x="49518" y="24037"/>
                      <a:pt x="48810" y="24037"/>
                      <a:pt x="48103" y="24037"/>
                    </a:cubicBezTo>
                    <a:cubicBezTo>
                      <a:pt x="47598" y="24037"/>
                      <a:pt x="47093" y="24037"/>
                      <a:pt x="46585" y="24040"/>
                    </a:cubicBezTo>
                    <a:cubicBezTo>
                      <a:pt x="45353" y="24040"/>
                      <a:pt x="44120" y="24043"/>
                      <a:pt x="42888" y="24043"/>
                    </a:cubicBezTo>
                    <a:cubicBezTo>
                      <a:pt x="41885" y="24043"/>
                      <a:pt x="40883" y="24043"/>
                      <a:pt x="39880" y="24043"/>
                    </a:cubicBezTo>
                    <a:cubicBezTo>
                      <a:pt x="37040" y="24045"/>
                      <a:pt x="34200" y="24048"/>
                      <a:pt x="31360" y="24048"/>
                    </a:cubicBezTo>
                    <a:cubicBezTo>
                      <a:pt x="31205" y="24048"/>
                      <a:pt x="31053" y="24048"/>
                      <a:pt x="30895" y="24048"/>
                    </a:cubicBezTo>
                    <a:cubicBezTo>
                      <a:pt x="30743" y="24048"/>
                      <a:pt x="30588" y="24048"/>
                      <a:pt x="30430" y="24048"/>
                    </a:cubicBezTo>
                    <a:cubicBezTo>
                      <a:pt x="27945" y="24045"/>
                      <a:pt x="25460" y="24048"/>
                      <a:pt x="22973" y="24053"/>
                    </a:cubicBezTo>
                    <a:cubicBezTo>
                      <a:pt x="20423" y="24055"/>
                      <a:pt x="17870" y="24058"/>
                      <a:pt x="15320" y="24058"/>
                    </a:cubicBezTo>
                    <a:cubicBezTo>
                      <a:pt x="13885" y="24058"/>
                      <a:pt x="12453" y="24058"/>
                      <a:pt x="11020" y="24060"/>
                    </a:cubicBezTo>
                    <a:cubicBezTo>
                      <a:pt x="9800" y="24062"/>
                      <a:pt x="8580" y="24062"/>
                      <a:pt x="7360" y="24062"/>
                    </a:cubicBezTo>
                    <a:cubicBezTo>
                      <a:pt x="6738" y="24060"/>
                      <a:pt x="6118" y="24060"/>
                      <a:pt x="5495" y="24062"/>
                    </a:cubicBezTo>
                    <a:cubicBezTo>
                      <a:pt x="4820" y="24065"/>
                      <a:pt x="4145" y="24062"/>
                      <a:pt x="3470" y="24062"/>
                    </a:cubicBezTo>
                    <a:cubicBezTo>
                      <a:pt x="3273" y="24062"/>
                      <a:pt x="3078" y="24065"/>
                      <a:pt x="2873" y="24065"/>
                    </a:cubicBezTo>
                    <a:cubicBezTo>
                      <a:pt x="1173" y="24055"/>
                      <a:pt x="1173" y="24055"/>
                      <a:pt x="400" y="23500"/>
                    </a:cubicBezTo>
                    <a:cubicBezTo>
                      <a:pt x="78" y="22855"/>
                      <a:pt x="0" y="22205"/>
                      <a:pt x="150" y="21500"/>
                    </a:cubicBezTo>
                    <a:cubicBezTo>
                      <a:pt x="565" y="20965"/>
                      <a:pt x="793" y="20770"/>
                      <a:pt x="1468" y="20642"/>
                    </a:cubicBezTo>
                    <a:cubicBezTo>
                      <a:pt x="1575" y="20637"/>
                      <a:pt x="1575" y="20637"/>
                      <a:pt x="2123" y="20623"/>
                    </a:cubicBezTo>
                    <a:cubicBezTo>
                      <a:pt x="2355" y="20613"/>
                      <a:pt x="2590" y="20605"/>
                      <a:pt x="2832" y="20595"/>
                    </a:cubicBezTo>
                    <a:cubicBezTo>
                      <a:pt x="3075" y="20590"/>
                      <a:pt x="3320" y="20585"/>
                      <a:pt x="3572" y="20577"/>
                    </a:cubicBezTo>
                    <a:cubicBezTo>
                      <a:pt x="3820" y="20570"/>
                      <a:pt x="4065" y="20560"/>
                      <a:pt x="4320" y="20553"/>
                    </a:cubicBezTo>
                    <a:cubicBezTo>
                      <a:pt x="4930" y="20532"/>
                      <a:pt x="5540" y="20515"/>
                      <a:pt x="6150" y="20500"/>
                    </a:cubicBezTo>
                    <a:cubicBezTo>
                      <a:pt x="6165" y="20338"/>
                      <a:pt x="6178" y="20178"/>
                      <a:pt x="6193" y="20010"/>
                    </a:cubicBezTo>
                    <a:cubicBezTo>
                      <a:pt x="6345" y="18325"/>
                      <a:pt x="6500" y="16637"/>
                      <a:pt x="6685" y="14955"/>
                    </a:cubicBezTo>
                    <a:cubicBezTo>
                      <a:pt x="6715" y="14680"/>
                      <a:pt x="6743" y="14407"/>
                      <a:pt x="6768" y="14132"/>
                    </a:cubicBezTo>
                    <a:cubicBezTo>
                      <a:pt x="6920" y="12550"/>
                      <a:pt x="7065" y="11240"/>
                      <a:pt x="8150" y="10000"/>
                    </a:cubicBezTo>
                    <a:cubicBezTo>
                      <a:pt x="8308" y="9782"/>
                      <a:pt x="8463" y="9562"/>
                      <a:pt x="8620" y="9345"/>
                    </a:cubicBezTo>
                    <a:cubicBezTo>
                      <a:pt x="9697" y="8055"/>
                      <a:pt x="10812" y="7668"/>
                      <a:pt x="12440" y="7387"/>
                    </a:cubicBezTo>
                    <a:cubicBezTo>
                      <a:pt x="14473" y="6993"/>
                      <a:pt x="16418" y="6262"/>
                      <a:pt x="18325" y="5470"/>
                    </a:cubicBezTo>
                    <a:cubicBezTo>
                      <a:pt x="19165" y="5148"/>
                      <a:pt x="20020" y="4938"/>
                      <a:pt x="20900" y="4750"/>
                    </a:cubicBezTo>
                    <a:cubicBezTo>
                      <a:pt x="20900" y="4338"/>
                      <a:pt x="20900" y="3925"/>
                      <a:pt x="20900" y="3500"/>
                    </a:cubicBezTo>
                    <a:cubicBezTo>
                      <a:pt x="20735" y="3500"/>
                      <a:pt x="20570" y="3500"/>
                      <a:pt x="20400" y="3500"/>
                    </a:cubicBezTo>
                    <a:cubicBezTo>
                      <a:pt x="19978" y="3072"/>
                      <a:pt x="19978" y="3072"/>
                      <a:pt x="19510" y="2515"/>
                    </a:cubicBezTo>
                    <a:cubicBezTo>
                      <a:pt x="19433" y="2425"/>
                      <a:pt x="19433" y="2425"/>
                      <a:pt x="19040" y="1963"/>
                    </a:cubicBezTo>
                    <a:cubicBezTo>
                      <a:pt x="18910" y="1810"/>
                      <a:pt x="18783" y="1657"/>
                      <a:pt x="18650" y="1500"/>
                    </a:cubicBezTo>
                    <a:cubicBezTo>
                      <a:pt x="18610" y="1460"/>
                      <a:pt x="18610" y="1460"/>
                      <a:pt x="18400" y="1250"/>
                    </a:cubicBezTo>
                    <a:cubicBezTo>
                      <a:pt x="18390" y="833"/>
                      <a:pt x="18390" y="417"/>
                      <a:pt x="18400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40" name="news_presenter vector"/>
              <p:cNvSpPr/>
              <p:nvPr/>
            </p:nvSpPr>
            <p:spPr>
              <a:xfrm>
                <a:off x="11816345" y="950319"/>
                <a:ext cx="171450" cy="120129"/>
              </a:xfrm>
              <a:custGeom>
                <a:avLst/>
                <a:gdLst/>
                <a:ahLst/>
                <a:cxnLst/>
                <a:rect l="0" t="0" r="r" b="b"/>
                <a:pathLst>
                  <a:path w="18750" h="13138" fill="norm" stroke="0">
                    <a:moveTo>
                      <a:pt x="3780" y="150"/>
                    </a:moveTo>
                    <a:cubicBezTo>
                      <a:pt x="3915" y="160"/>
                      <a:pt x="4050" y="168"/>
                      <a:pt x="4188" y="178"/>
                    </a:cubicBezTo>
                    <a:cubicBezTo>
                      <a:pt x="4942" y="240"/>
                      <a:pt x="5195" y="268"/>
                      <a:pt x="5750" y="823"/>
                    </a:cubicBezTo>
                    <a:cubicBezTo>
                      <a:pt x="5810" y="1263"/>
                      <a:pt x="5810" y="1263"/>
                      <a:pt x="5805" y="1798"/>
                    </a:cubicBezTo>
                    <a:cubicBezTo>
                      <a:pt x="5805" y="1998"/>
                      <a:pt x="5805" y="2198"/>
                      <a:pt x="5805" y="2403"/>
                    </a:cubicBezTo>
                    <a:cubicBezTo>
                      <a:pt x="5803" y="2620"/>
                      <a:pt x="5800" y="2835"/>
                      <a:pt x="5797" y="3058"/>
                    </a:cubicBezTo>
                    <a:cubicBezTo>
                      <a:pt x="5797" y="3280"/>
                      <a:pt x="5795" y="3500"/>
                      <a:pt x="5795" y="3728"/>
                    </a:cubicBezTo>
                    <a:cubicBezTo>
                      <a:pt x="5793" y="4438"/>
                      <a:pt x="5787" y="5145"/>
                      <a:pt x="5780" y="5853"/>
                    </a:cubicBezTo>
                    <a:cubicBezTo>
                      <a:pt x="5777" y="6333"/>
                      <a:pt x="5775" y="6812"/>
                      <a:pt x="5773" y="7293"/>
                    </a:cubicBezTo>
                    <a:cubicBezTo>
                      <a:pt x="5767" y="8468"/>
                      <a:pt x="5760" y="9645"/>
                      <a:pt x="5750" y="10823"/>
                    </a:cubicBezTo>
                    <a:cubicBezTo>
                      <a:pt x="5995" y="10823"/>
                      <a:pt x="6245" y="10823"/>
                      <a:pt x="6500" y="10823"/>
                    </a:cubicBezTo>
                    <a:cubicBezTo>
                      <a:pt x="6807" y="10205"/>
                      <a:pt x="6785" y="9785"/>
                      <a:pt x="6793" y="9097"/>
                    </a:cubicBezTo>
                    <a:cubicBezTo>
                      <a:pt x="6797" y="8853"/>
                      <a:pt x="6805" y="8610"/>
                      <a:pt x="6810" y="8360"/>
                    </a:cubicBezTo>
                    <a:cubicBezTo>
                      <a:pt x="6820" y="7972"/>
                      <a:pt x="6827" y="7588"/>
                      <a:pt x="6830" y="7200"/>
                    </a:cubicBezTo>
                    <a:cubicBezTo>
                      <a:pt x="6835" y="6828"/>
                      <a:pt x="6845" y="6455"/>
                      <a:pt x="6855" y="6080"/>
                    </a:cubicBezTo>
                    <a:cubicBezTo>
                      <a:pt x="6860" y="5858"/>
                      <a:pt x="6862" y="5635"/>
                      <a:pt x="6865" y="5405"/>
                    </a:cubicBezTo>
                    <a:cubicBezTo>
                      <a:pt x="7000" y="4823"/>
                      <a:pt x="7000" y="4823"/>
                      <a:pt x="7462" y="4375"/>
                    </a:cubicBezTo>
                    <a:cubicBezTo>
                      <a:pt x="8150" y="3988"/>
                      <a:pt x="8745" y="3960"/>
                      <a:pt x="9515" y="3978"/>
                    </a:cubicBezTo>
                    <a:cubicBezTo>
                      <a:pt x="9580" y="3978"/>
                      <a:pt x="9580" y="3978"/>
                      <a:pt x="9915" y="3970"/>
                    </a:cubicBezTo>
                    <a:cubicBezTo>
                      <a:pt x="10520" y="3975"/>
                      <a:pt x="10915" y="4010"/>
                      <a:pt x="11410" y="4370"/>
                    </a:cubicBezTo>
                    <a:cubicBezTo>
                      <a:pt x="11868" y="4980"/>
                      <a:pt x="11855" y="5395"/>
                      <a:pt x="11878" y="6153"/>
                    </a:cubicBezTo>
                    <a:cubicBezTo>
                      <a:pt x="11880" y="6280"/>
                      <a:pt x="11885" y="6405"/>
                      <a:pt x="11890" y="6538"/>
                    </a:cubicBezTo>
                    <a:cubicBezTo>
                      <a:pt x="11905" y="6940"/>
                      <a:pt x="11912" y="7340"/>
                      <a:pt x="11920" y="7745"/>
                    </a:cubicBezTo>
                    <a:cubicBezTo>
                      <a:pt x="11930" y="8018"/>
                      <a:pt x="11938" y="8290"/>
                      <a:pt x="11947" y="8565"/>
                    </a:cubicBezTo>
                    <a:cubicBezTo>
                      <a:pt x="11967" y="9233"/>
                      <a:pt x="11985" y="9903"/>
                      <a:pt x="12000" y="10573"/>
                    </a:cubicBezTo>
                    <a:cubicBezTo>
                      <a:pt x="12247" y="10573"/>
                      <a:pt x="12493" y="10573"/>
                      <a:pt x="12750" y="10573"/>
                    </a:cubicBezTo>
                    <a:cubicBezTo>
                      <a:pt x="12750" y="10468"/>
                      <a:pt x="12750" y="10363"/>
                      <a:pt x="12753" y="10255"/>
                    </a:cubicBezTo>
                    <a:cubicBezTo>
                      <a:pt x="12763" y="9170"/>
                      <a:pt x="12780" y="8083"/>
                      <a:pt x="12800" y="6995"/>
                    </a:cubicBezTo>
                    <a:cubicBezTo>
                      <a:pt x="12807" y="6590"/>
                      <a:pt x="12812" y="6185"/>
                      <a:pt x="12817" y="5780"/>
                    </a:cubicBezTo>
                    <a:cubicBezTo>
                      <a:pt x="12822" y="5195"/>
                      <a:pt x="12832" y="4613"/>
                      <a:pt x="12848" y="4030"/>
                    </a:cubicBezTo>
                    <a:cubicBezTo>
                      <a:pt x="12848" y="3847"/>
                      <a:pt x="12848" y="3668"/>
                      <a:pt x="12848" y="3480"/>
                    </a:cubicBezTo>
                    <a:cubicBezTo>
                      <a:pt x="12888" y="2073"/>
                      <a:pt x="12888" y="2073"/>
                      <a:pt x="13462" y="1458"/>
                    </a:cubicBezTo>
                    <a:cubicBezTo>
                      <a:pt x="14142" y="968"/>
                      <a:pt x="14690" y="923"/>
                      <a:pt x="15500" y="948"/>
                    </a:cubicBezTo>
                    <a:cubicBezTo>
                      <a:pt x="15630" y="943"/>
                      <a:pt x="15760" y="940"/>
                      <a:pt x="15892" y="935"/>
                    </a:cubicBezTo>
                    <a:cubicBezTo>
                      <a:pt x="16587" y="943"/>
                      <a:pt x="16970" y="1050"/>
                      <a:pt x="17535" y="1455"/>
                    </a:cubicBezTo>
                    <a:cubicBezTo>
                      <a:pt x="18235" y="2205"/>
                      <a:pt x="18140" y="3083"/>
                      <a:pt x="18132" y="4058"/>
                    </a:cubicBezTo>
                    <a:cubicBezTo>
                      <a:pt x="18138" y="4248"/>
                      <a:pt x="18140" y="4440"/>
                      <a:pt x="18142" y="4635"/>
                    </a:cubicBezTo>
                    <a:cubicBezTo>
                      <a:pt x="18152" y="5245"/>
                      <a:pt x="18152" y="5853"/>
                      <a:pt x="18155" y="6463"/>
                    </a:cubicBezTo>
                    <a:cubicBezTo>
                      <a:pt x="18160" y="7073"/>
                      <a:pt x="18165" y="7683"/>
                      <a:pt x="18172" y="8293"/>
                    </a:cubicBezTo>
                    <a:cubicBezTo>
                      <a:pt x="18178" y="8670"/>
                      <a:pt x="18180" y="9050"/>
                      <a:pt x="18180" y="9428"/>
                    </a:cubicBezTo>
                    <a:cubicBezTo>
                      <a:pt x="18182" y="9600"/>
                      <a:pt x="18182" y="9773"/>
                      <a:pt x="18185" y="9950"/>
                    </a:cubicBezTo>
                    <a:cubicBezTo>
                      <a:pt x="18185" y="10100"/>
                      <a:pt x="18185" y="10250"/>
                      <a:pt x="18185" y="10405"/>
                    </a:cubicBezTo>
                    <a:cubicBezTo>
                      <a:pt x="18260" y="10903"/>
                      <a:pt x="18473" y="11160"/>
                      <a:pt x="18750" y="11573"/>
                    </a:cubicBezTo>
                    <a:cubicBezTo>
                      <a:pt x="18612" y="12708"/>
                      <a:pt x="18612" y="12708"/>
                      <a:pt x="18250" y="13073"/>
                    </a:cubicBezTo>
                    <a:cubicBezTo>
                      <a:pt x="17715" y="13097"/>
                      <a:pt x="17188" y="13108"/>
                      <a:pt x="16652" y="13108"/>
                    </a:cubicBezTo>
                    <a:cubicBezTo>
                      <a:pt x="16485" y="13110"/>
                      <a:pt x="16320" y="13110"/>
                      <a:pt x="16148" y="13110"/>
                    </a:cubicBezTo>
                    <a:cubicBezTo>
                      <a:pt x="15595" y="13113"/>
                      <a:pt x="15040" y="13113"/>
                      <a:pt x="14485" y="13115"/>
                    </a:cubicBezTo>
                    <a:cubicBezTo>
                      <a:pt x="14102" y="13115"/>
                      <a:pt x="13717" y="13115"/>
                      <a:pt x="13335" y="13118"/>
                    </a:cubicBezTo>
                    <a:cubicBezTo>
                      <a:pt x="12527" y="13118"/>
                      <a:pt x="11720" y="13118"/>
                      <a:pt x="10915" y="13118"/>
                    </a:cubicBezTo>
                    <a:cubicBezTo>
                      <a:pt x="9882" y="13118"/>
                      <a:pt x="8848" y="13123"/>
                      <a:pt x="7815" y="13125"/>
                    </a:cubicBezTo>
                    <a:cubicBezTo>
                      <a:pt x="7023" y="13127"/>
                      <a:pt x="6227" y="13130"/>
                      <a:pt x="5435" y="13130"/>
                    </a:cubicBezTo>
                    <a:cubicBezTo>
                      <a:pt x="5053" y="13130"/>
                      <a:pt x="4672" y="13130"/>
                      <a:pt x="4293" y="13133"/>
                    </a:cubicBezTo>
                    <a:cubicBezTo>
                      <a:pt x="3757" y="13135"/>
                      <a:pt x="3225" y="13135"/>
                      <a:pt x="2692" y="13133"/>
                    </a:cubicBezTo>
                    <a:cubicBezTo>
                      <a:pt x="2535" y="13135"/>
                      <a:pt x="2378" y="13135"/>
                      <a:pt x="2215" y="13138"/>
                    </a:cubicBezTo>
                    <a:cubicBezTo>
                      <a:pt x="1348" y="13130"/>
                      <a:pt x="757" y="13045"/>
                      <a:pt x="0" y="12573"/>
                    </a:cubicBezTo>
                    <a:cubicBezTo>
                      <a:pt x="102" y="11945"/>
                      <a:pt x="195" y="11418"/>
                      <a:pt x="505" y="10860"/>
                    </a:cubicBezTo>
                    <a:cubicBezTo>
                      <a:pt x="800" y="10208"/>
                      <a:pt x="803" y="9748"/>
                      <a:pt x="790" y="9035"/>
                    </a:cubicBezTo>
                    <a:cubicBezTo>
                      <a:pt x="787" y="8913"/>
                      <a:pt x="785" y="8790"/>
                      <a:pt x="785" y="8663"/>
                    </a:cubicBezTo>
                    <a:cubicBezTo>
                      <a:pt x="783" y="8403"/>
                      <a:pt x="777" y="8143"/>
                      <a:pt x="773" y="7883"/>
                    </a:cubicBezTo>
                    <a:cubicBezTo>
                      <a:pt x="760" y="7205"/>
                      <a:pt x="755" y="6530"/>
                      <a:pt x="750" y="5853"/>
                    </a:cubicBezTo>
                    <a:cubicBezTo>
                      <a:pt x="750" y="5720"/>
                      <a:pt x="750" y="5588"/>
                      <a:pt x="747" y="5450"/>
                    </a:cubicBezTo>
                    <a:cubicBezTo>
                      <a:pt x="743" y="4373"/>
                      <a:pt x="777" y="3303"/>
                      <a:pt x="858" y="2228"/>
                    </a:cubicBezTo>
                    <a:cubicBezTo>
                      <a:pt x="868" y="2090"/>
                      <a:pt x="878" y="1950"/>
                      <a:pt x="888" y="1805"/>
                    </a:cubicBezTo>
                    <a:cubicBezTo>
                      <a:pt x="935" y="1240"/>
                      <a:pt x="993" y="835"/>
                      <a:pt x="1250" y="323"/>
                    </a:cubicBezTo>
                    <a:cubicBezTo>
                      <a:pt x="2087" y="0"/>
                      <a:pt x="2902" y="73"/>
                      <a:pt x="3780" y="150"/>
                    </a:cubicBezTo>
                    <a:close/>
                    <a:moveTo>
                      <a:pt x="1500" y="823"/>
                    </a:moveTo>
                    <a:cubicBezTo>
                      <a:pt x="1235" y="1390"/>
                      <a:pt x="1215" y="1918"/>
                      <a:pt x="1205" y="2535"/>
                    </a:cubicBezTo>
                    <a:cubicBezTo>
                      <a:pt x="1202" y="2728"/>
                      <a:pt x="1197" y="2920"/>
                      <a:pt x="1195" y="3118"/>
                    </a:cubicBezTo>
                    <a:cubicBezTo>
                      <a:pt x="1192" y="3325"/>
                      <a:pt x="1190" y="3530"/>
                      <a:pt x="1188" y="3743"/>
                    </a:cubicBezTo>
                    <a:cubicBezTo>
                      <a:pt x="1180" y="4180"/>
                      <a:pt x="1170" y="4618"/>
                      <a:pt x="1162" y="5055"/>
                    </a:cubicBezTo>
                    <a:cubicBezTo>
                      <a:pt x="1150" y="5745"/>
                      <a:pt x="1140" y="6433"/>
                      <a:pt x="1130" y="7123"/>
                    </a:cubicBezTo>
                    <a:cubicBezTo>
                      <a:pt x="1120" y="7788"/>
                      <a:pt x="1108" y="8453"/>
                      <a:pt x="1092" y="9118"/>
                    </a:cubicBezTo>
                    <a:cubicBezTo>
                      <a:pt x="1092" y="9323"/>
                      <a:pt x="1090" y="9530"/>
                      <a:pt x="1087" y="9743"/>
                    </a:cubicBezTo>
                    <a:cubicBezTo>
                      <a:pt x="1050" y="11505"/>
                      <a:pt x="1050" y="11505"/>
                      <a:pt x="500" y="12323"/>
                    </a:cubicBezTo>
                    <a:cubicBezTo>
                      <a:pt x="1587" y="12738"/>
                      <a:pt x="2477" y="12893"/>
                      <a:pt x="3638" y="12877"/>
                    </a:cubicBezTo>
                    <a:cubicBezTo>
                      <a:pt x="3715" y="12877"/>
                      <a:pt x="3715" y="12877"/>
                      <a:pt x="4112" y="12880"/>
                    </a:cubicBezTo>
                    <a:cubicBezTo>
                      <a:pt x="4622" y="12877"/>
                      <a:pt x="5135" y="12875"/>
                      <a:pt x="5645" y="12870"/>
                    </a:cubicBezTo>
                    <a:cubicBezTo>
                      <a:pt x="6003" y="12870"/>
                      <a:pt x="6358" y="12870"/>
                      <a:pt x="6715" y="12868"/>
                    </a:cubicBezTo>
                    <a:cubicBezTo>
                      <a:pt x="7650" y="12868"/>
                      <a:pt x="8585" y="12863"/>
                      <a:pt x="9517" y="12855"/>
                    </a:cubicBezTo>
                    <a:cubicBezTo>
                      <a:pt x="10475" y="12850"/>
                      <a:pt x="11430" y="12850"/>
                      <a:pt x="12385" y="12847"/>
                    </a:cubicBezTo>
                    <a:cubicBezTo>
                      <a:pt x="14255" y="12840"/>
                      <a:pt x="16128" y="12833"/>
                      <a:pt x="18000" y="12823"/>
                    </a:cubicBezTo>
                    <a:cubicBezTo>
                      <a:pt x="18162" y="12493"/>
                      <a:pt x="18327" y="12163"/>
                      <a:pt x="18500" y="11823"/>
                    </a:cubicBezTo>
                    <a:cubicBezTo>
                      <a:pt x="18378" y="11700"/>
                      <a:pt x="18255" y="11578"/>
                      <a:pt x="18130" y="11450"/>
                    </a:cubicBezTo>
                    <a:cubicBezTo>
                      <a:pt x="17587" y="10558"/>
                      <a:pt x="17635" y="9790"/>
                      <a:pt x="17630" y="8765"/>
                    </a:cubicBezTo>
                    <a:cubicBezTo>
                      <a:pt x="17625" y="8568"/>
                      <a:pt x="17622" y="8368"/>
                      <a:pt x="17618" y="8165"/>
                    </a:cubicBezTo>
                    <a:cubicBezTo>
                      <a:pt x="17605" y="7535"/>
                      <a:pt x="17600" y="6905"/>
                      <a:pt x="17592" y="6275"/>
                    </a:cubicBezTo>
                    <a:cubicBezTo>
                      <a:pt x="17582" y="5643"/>
                      <a:pt x="17572" y="5010"/>
                      <a:pt x="17562" y="4377"/>
                    </a:cubicBezTo>
                    <a:cubicBezTo>
                      <a:pt x="17555" y="3983"/>
                      <a:pt x="17550" y="3590"/>
                      <a:pt x="17545" y="3198"/>
                    </a:cubicBezTo>
                    <a:cubicBezTo>
                      <a:pt x="17543" y="3020"/>
                      <a:pt x="17540" y="2843"/>
                      <a:pt x="17537" y="2660"/>
                    </a:cubicBezTo>
                    <a:cubicBezTo>
                      <a:pt x="17537" y="2505"/>
                      <a:pt x="17535" y="2347"/>
                      <a:pt x="17533" y="2188"/>
                    </a:cubicBezTo>
                    <a:cubicBezTo>
                      <a:pt x="17500" y="1823"/>
                      <a:pt x="17500" y="1823"/>
                      <a:pt x="17250" y="1573"/>
                    </a:cubicBezTo>
                    <a:cubicBezTo>
                      <a:pt x="16707" y="1540"/>
                      <a:pt x="16180" y="1525"/>
                      <a:pt x="15640" y="1525"/>
                    </a:cubicBezTo>
                    <a:cubicBezTo>
                      <a:pt x="15490" y="1523"/>
                      <a:pt x="15340" y="1520"/>
                      <a:pt x="15185" y="1515"/>
                    </a:cubicBezTo>
                    <a:cubicBezTo>
                      <a:pt x="15115" y="1515"/>
                      <a:pt x="15115" y="1515"/>
                      <a:pt x="14750" y="1515"/>
                    </a:cubicBezTo>
                    <a:cubicBezTo>
                      <a:pt x="14618" y="1513"/>
                      <a:pt x="14485" y="1513"/>
                      <a:pt x="14350" y="1510"/>
                    </a:cubicBezTo>
                    <a:cubicBezTo>
                      <a:pt x="14000" y="1573"/>
                      <a:pt x="14000" y="1573"/>
                      <a:pt x="13500" y="2073"/>
                    </a:cubicBezTo>
                    <a:cubicBezTo>
                      <a:pt x="13430" y="2460"/>
                      <a:pt x="13430" y="2460"/>
                      <a:pt x="13422" y="2925"/>
                    </a:cubicBezTo>
                    <a:cubicBezTo>
                      <a:pt x="13420" y="3097"/>
                      <a:pt x="13415" y="3270"/>
                      <a:pt x="13410" y="3450"/>
                    </a:cubicBezTo>
                    <a:cubicBezTo>
                      <a:pt x="13408" y="3638"/>
                      <a:pt x="13405" y="3825"/>
                      <a:pt x="13405" y="4018"/>
                    </a:cubicBezTo>
                    <a:cubicBezTo>
                      <a:pt x="13400" y="4210"/>
                      <a:pt x="13395" y="4403"/>
                      <a:pt x="13390" y="4600"/>
                    </a:cubicBezTo>
                    <a:cubicBezTo>
                      <a:pt x="13378" y="5215"/>
                      <a:pt x="13368" y="5830"/>
                      <a:pt x="13358" y="6448"/>
                    </a:cubicBezTo>
                    <a:cubicBezTo>
                      <a:pt x="13348" y="7062"/>
                      <a:pt x="13335" y="7678"/>
                      <a:pt x="13322" y="8295"/>
                    </a:cubicBezTo>
                    <a:cubicBezTo>
                      <a:pt x="13315" y="8678"/>
                      <a:pt x="13307" y="9060"/>
                      <a:pt x="13303" y="9445"/>
                    </a:cubicBezTo>
                    <a:cubicBezTo>
                      <a:pt x="13300" y="9618"/>
                      <a:pt x="13295" y="9790"/>
                      <a:pt x="13293" y="9970"/>
                    </a:cubicBezTo>
                    <a:cubicBezTo>
                      <a:pt x="13290" y="10045"/>
                      <a:pt x="13290" y="10045"/>
                      <a:pt x="13285" y="10433"/>
                    </a:cubicBezTo>
                    <a:cubicBezTo>
                      <a:pt x="13250" y="10823"/>
                      <a:pt x="13250" y="10823"/>
                      <a:pt x="13000" y="11323"/>
                    </a:cubicBezTo>
                    <a:cubicBezTo>
                      <a:pt x="12585" y="11323"/>
                      <a:pt x="12175" y="11323"/>
                      <a:pt x="11750" y="11323"/>
                    </a:cubicBezTo>
                    <a:cubicBezTo>
                      <a:pt x="11533" y="10580"/>
                      <a:pt x="11473" y="9930"/>
                      <a:pt x="11483" y="9157"/>
                    </a:cubicBezTo>
                    <a:cubicBezTo>
                      <a:pt x="11485" y="8938"/>
                      <a:pt x="11487" y="8720"/>
                      <a:pt x="11490" y="8493"/>
                    </a:cubicBezTo>
                    <a:cubicBezTo>
                      <a:pt x="11493" y="8268"/>
                      <a:pt x="11495" y="8040"/>
                      <a:pt x="11500" y="7805"/>
                    </a:cubicBezTo>
                    <a:cubicBezTo>
                      <a:pt x="11505" y="7355"/>
                      <a:pt x="11510" y="6905"/>
                      <a:pt x="11515" y="6453"/>
                    </a:cubicBezTo>
                    <a:cubicBezTo>
                      <a:pt x="11517" y="6255"/>
                      <a:pt x="11520" y="6055"/>
                      <a:pt x="11523" y="5850"/>
                    </a:cubicBezTo>
                    <a:cubicBezTo>
                      <a:pt x="11500" y="5368"/>
                      <a:pt x="11430" y="5018"/>
                      <a:pt x="11250" y="4573"/>
                    </a:cubicBezTo>
                    <a:cubicBezTo>
                      <a:pt x="10675" y="4553"/>
                      <a:pt x="10102" y="4538"/>
                      <a:pt x="9530" y="4525"/>
                    </a:cubicBezTo>
                    <a:cubicBezTo>
                      <a:pt x="9368" y="4518"/>
                      <a:pt x="9205" y="4513"/>
                      <a:pt x="9037" y="4505"/>
                    </a:cubicBezTo>
                    <a:cubicBezTo>
                      <a:pt x="8880" y="4502"/>
                      <a:pt x="8725" y="4500"/>
                      <a:pt x="8562" y="4498"/>
                    </a:cubicBezTo>
                    <a:cubicBezTo>
                      <a:pt x="8420" y="4495"/>
                      <a:pt x="8275" y="4490"/>
                      <a:pt x="8128" y="4488"/>
                    </a:cubicBezTo>
                    <a:cubicBezTo>
                      <a:pt x="7750" y="4573"/>
                      <a:pt x="7750" y="4573"/>
                      <a:pt x="7455" y="4868"/>
                    </a:cubicBezTo>
                    <a:cubicBezTo>
                      <a:pt x="7180" y="5475"/>
                      <a:pt x="7168" y="5988"/>
                      <a:pt x="7145" y="6653"/>
                    </a:cubicBezTo>
                    <a:cubicBezTo>
                      <a:pt x="7140" y="6780"/>
                      <a:pt x="7135" y="6905"/>
                      <a:pt x="7130" y="7038"/>
                    </a:cubicBezTo>
                    <a:cubicBezTo>
                      <a:pt x="7115" y="7440"/>
                      <a:pt x="7105" y="7843"/>
                      <a:pt x="7092" y="8245"/>
                    </a:cubicBezTo>
                    <a:cubicBezTo>
                      <a:pt x="7082" y="8518"/>
                      <a:pt x="7072" y="8790"/>
                      <a:pt x="7062" y="9065"/>
                    </a:cubicBezTo>
                    <a:cubicBezTo>
                      <a:pt x="7040" y="9733"/>
                      <a:pt x="7017" y="10403"/>
                      <a:pt x="7000" y="11073"/>
                    </a:cubicBezTo>
                    <a:cubicBezTo>
                      <a:pt x="6793" y="11113"/>
                      <a:pt x="6793" y="11113"/>
                      <a:pt x="5750" y="11323"/>
                    </a:cubicBezTo>
                    <a:cubicBezTo>
                      <a:pt x="5475" y="10773"/>
                      <a:pt x="5465" y="10485"/>
                      <a:pt x="5460" y="9877"/>
                    </a:cubicBezTo>
                    <a:cubicBezTo>
                      <a:pt x="5457" y="9685"/>
                      <a:pt x="5455" y="9490"/>
                      <a:pt x="5452" y="9293"/>
                    </a:cubicBezTo>
                    <a:cubicBezTo>
                      <a:pt x="5450" y="9083"/>
                      <a:pt x="5447" y="8873"/>
                      <a:pt x="5445" y="8657"/>
                    </a:cubicBezTo>
                    <a:cubicBezTo>
                      <a:pt x="5440" y="8218"/>
                      <a:pt x="5432" y="7778"/>
                      <a:pt x="5425" y="7338"/>
                    </a:cubicBezTo>
                    <a:cubicBezTo>
                      <a:pt x="5415" y="6640"/>
                      <a:pt x="5405" y="5945"/>
                      <a:pt x="5398" y="5248"/>
                    </a:cubicBezTo>
                    <a:cubicBezTo>
                      <a:pt x="5392" y="4578"/>
                      <a:pt x="5380" y="3907"/>
                      <a:pt x="5368" y="3235"/>
                    </a:cubicBezTo>
                    <a:cubicBezTo>
                      <a:pt x="5368" y="3028"/>
                      <a:pt x="5368" y="2818"/>
                      <a:pt x="5365" y="2603"/>
                    </a:cubicBezTo>
                    <a:cubicBezTo>
                      <a:pt x="5362" y="2505"/>
                      <a:pt x="5362" y="2505"/>
                      <a:pt x="5352" y="2015"/>
                    </a:cubicBezTo>
                    <a:cubicBezTo>
                      <a:pt x="5350" y="1845"/>
                      <a:pt x="5350" y="1675"/>
                      <a:pt x="5348" y="1500"/>
                    </a:cubicBezTo>
                    <a:cubicBezTo>
                      <a:pt x="5250" y="1073"/>
                      <a:pt x="5250" y="1073"/>
                      <a:pt x="4905" y="768"/>
                    </a:cubicBezTo>
                    <a:cubicBezTo>
                      <a:pt x="4335" y="493"/>
                      <a:pt x="3862" y="515"/>
                      <a:pt x="3233" y="525"/>
                    </a:cubicBezTo>
                    <a:cubicBezTo>
                      <a:pt x="3013" y="528"/>
                      <a:pt x="2795" y="528"/>
                      <a:pt x="2567" y="530"/>
                    </a:cubicBezTo>
                    <a:cubicBezTo>
                      <a:pt x="2000" y="573"/>
                      <a:pt x="2000" y="573"/>
                      <a:pt x="1500" y="823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41" name="news_presenter vector"/>
              <p:cNvSpPr/>
              <p:nvPr/>
            </p:nvSpPr>
            <p:spPr>
              <a:xfrm>
                <a:off x="11907771" y="1241098"/>
                <a:ext cx="334099" cy="131308"/>
              </a:xfrm>
              <a:custGeom>
                <a:avLst/>
                <a:gdLst/>
                <a:ahLst/>
                <a:cxnLst/>
                <a:rect l="0" t="0" r="r" b="b"/>
                <a:pathLst>
                  <a:path w="36537" h="14360" fill="norm" stroke="0">
                    <a:moveTo>
                      <a:pt x="17562" y="58"/>
                    </a:moveTo>
                    <a:cubicBezTo>
                      <a:pt x="18300" y="70"/>
                      <a:pt x="19035" y="62"/>
                      <a:pt x="19773" y="55"/>
                    </a:cubicBezTo>
                    <a:cubicBezTo>
                      <a:pt x="22745" y="55"/>
                      <a:pt x="25245" y="475"/>
                      <a:pt x="28005" y="1580"/>
                    </a:cubicBezTo>
                    <a:cubicBezTo>
                      <a:pt x="28842" y="1905"/>
                      <a:pt x="29695" y="2180"/>
                      <a:pt x="30547" y="2460"/>
                    </a:cubicBezTo>
                    <a:cubicBezTo>
                      <a:pt x="30838" y="2558"/>
                      <a:pt x="31128" y="2655"/>
                      <a:pt x="31418" y="2752"/>
                    </a:cubicBezTo>
                    <a:cubicBezTo>
                      <a:pt x="32003" y="2947"/>
                      <a:pt x="32590" y="3113"/>
                      <a:pt x="33188" y="3270"/>
                    </a:cubicBezTo>
                    <a:cubicBezTo>
                      <a:pt x="33815" y="3447"/>
                      <a:pt x="34253" y="3610"/>
                      <a:pt x="34703" y="4100"/>
                    </a:cubicBezTo>
                    <a:cubicBezTo>
                      <a:pt x="34797" y="4197"/>
                      <a:pt x="34892" y="4295"/>
                      <a:pt x="34990" y="4395"/>
                    </a:cubicBezTo>
                    <a:cubicBezTo>
                      <a:pt x="35668" y="5375"/>
                      <a:pt x="35848" y="6423"/>
                      <a:pt x="35963" y="7577"/>
                    </a:cubicBezTo>
                    <a:cubicBezTo>
                      <a:pt x="35980" y="7722"/>
                      <a:pt x="35995" y="7868"/>
                      <a:pt x="36013" y="8018"/>
                    </a:cubicBezTo>
                    <a:cubicBezTo>
                      <a:pt x="36045" y="8320"/>
                      <a:pt x="36078" y="8627"/>
                      <a:pt x="36108" y="8933"/>
                    </a:cubicBezTo>
                    <a:cubicBezTo>
                      <a:pt x="36158" y="9395"/>
                      <a:pt x="36207" y="9860"/>
                      <a:pt x="36257" y="10322"/>
                    </a:cubicBezTo>
                    <a:cubicBezTo>
                      <a:pt x="36290" y="10623"/>
                      <a:pt x="36322" y="10920"/>
                      <a:pt x="36355" y="11218"/>
                    </a:cubicBezTo>
                    <a:cubicBezTo>
                      <a:pt x="36368" y="11355"/>
                      <a:pt x="36382" y="11493"/>
                      <a:pt x="36400" y="11632"/>
                    </a:cubicBezTo>
                    <a:cubicBezTo>
                      <a:pt x="36480" y="12433"/>
                      <a:pt x="36537" y="13218"/>
                      <a:pt x="36500" y="14023"/>
                    </a:cubicBezTo>
                    <a:cubicBezTo>
                      <a:pt x="36250" y="14273"/>
                      <a:pt x="36250" y="14273"/>
                      <a:pt x="35717" y="14300"/>
                    </a:cubicBezTo>
                    <a:cubicBezTo>
                      <a:pt x="35602" y="14300"/>
                      <a:pt x="35602" y="14300"/>
                      <a:pt x="35023" y="14298"/>
                    </a:cubicBezTo>
                    <a:cubicBezTo>
                      <a:pt x="34775" y="14295"/>
                      <a:pt x="34527" y="14295"/>
                      <a:pt x="34273" y="14295"/>
                    </a:cubicBezTo>
                    <a:cubicBezTo>
                      <a:pt x="34010" y="14293"/>
                      <a:pt x="33747" y="14290"/>
                      <a:pt x="33485" y="14288"/>
                    </a:cubicBezTo>
                    <a:cubicBezTo>
                      <a:pt x="33220" y="14288"/>
                      <a:pt x="32957" y="14285"/>
                      <a:pt x="32693" y="14285"/>
                    </a:cubicBezTo>
                    <a:cubicBezTo>
                      <a:pt x="32045" y="14280"/>
                      <a:pt x="31398" y="14278"/>
                      <a:pt x="30750" y="14273"/>
                    </a:cubicBezTo>
                    <a:cubicBezTo>
                      <a:pt x="30382" y="13610"/>
                      <a:pt x="30188" y="13140"/>
                      <a:pt x="30210" y="12380"/>
                    </a:cubicBezTo>
                    <a:cubicBezTo>
                      <a:pt x="30213" y="12300"/>
                      <a:pt x="30213" y="12300"/>
                      <a:pt x="30217" y="11887"/>
                    </a:cubicBezTo>
                    <a:cubicBezTo>
                      <a:pt x="30225" y="11720"/>
                      <a:pt x="30230" y="11553"/>
                      <a:pt x="30235" y="11382"/>
                    </a:cubicBezTo>
                    <a:cubicBezTo>
                      <a:pt x="30243" y="11048"/>
                      <a:pt x="30250" y="10715"/>
                      <a:pt x="30257" y="10380"/>
                    </a:cubicBezTo>
                    <a:cubicBezTo>
                      <a:pt x="30263" y="10233"/>
                      <a:pt x="30265" y="10088"/>
                      <a:pt x="30270" y="9935"/>
                    </a:cubicBezTo>
                    <a:cubicBezTo>
                      <a:pt x="30250" y="9505"/>
                      <a:pt x="30155" y="9173"/>
                      <a:pt x="30000" y="8773"/>
                    </a:cubicBezTo>
                    <a:cubicBezTo>
                      <a:pt x="29588" y="8855"/>
                      <a:pt x="29175" y="8938"/>
                      <a:pt x="28750" y="9023"/>
                    </a:cubicBezTo>
                    <a:cubicBezTo>
                      <a:pt x="28747" y="9097"/>
                      <a:pt x="28747" y="9097"/>
                      <a:pt x="28733" y="9478"/>
                    </a:cubicBezTo>
                    <a:cubicBezTo>
                      <a:pt x="28703" y="10153"/>
                      <a:pt x="28672" y="10830"/>
                      <a:pt x="28640" y="11507"/>
                    </a:cubicBezTo>
                    <a:cubicBezTo>
                      <a:pt x="28630" y="11743"/>
                      <a:pt x="28622" y="11980"/>
                      <a:pt x="28610" y="12222"/>
                    </a:cubicBezTo>
                    <a:cubicBezTo>
                      <a:pt x="28600" y="12447"/>
                      <a:pt x="28590" y="12673"/>
                      <a:pt x="28580" y="12905"/>
                    </a:cubicBezTo>
                    <a:cubicBezTo>
                      <a:pt x="28570" y="13113"/>
                      <a:pt x="28560" y="13320"/>
                      <a:pt x="28553" y="13535"/>
                    </a:cubicBezTo>
                    <a:cubicBezTo>
                      <a:pt x="28500" y="14023"/>
                      <a:pt x="28500" y="14023"/>
                      <a:pt x="28250" y="14273"/>
                    </a:cubicBezTo>
                    <a:cubicBezTo>
                      <a:pt x="27908" y="14303"/>
                      <a:pt x="27908" y="14303"/>
                      <a:pt x="27463" y="14303"/>
                    </a:cubicBezTo>
                    <a:cubicBezTo>
                      <a:pt x="27295" y="14305"/>
                      <a:pt x="27125" y="14305"/>
                      <a:pt x="26953" y="14305"/>
                    </a:cubicBezTo>
                    <a:cubicBezTo>
                      <a:pt x="26767" y="14305"/>
                      <a:pt x="26582" y="14305"/>
                      <a:pt x="26390" y="14305"/>
                    </a:cubicBezTo>
                    <a:cubicBezTo>
                      <a:pt x="26293" y="14305"/>
                      <a:pt x="26293" y="14305"/>
                      <a:pt x="25800" y="14305"/>
                    </a:cubicBezTo>
                    <a:cubicBezTo>
                      <a:pt x="25152" y="14308"/>
                      <a:pt x="24507" y="14305"/>
                      <a:pt x="23860" y="14305"/>
                    </a:cubicBezTo>
                    <a:cubicBezTo>
                      <a:pt x="23412" y="14305"/>
                      <a:pt x="22965" y="14305"/>
                      <a:pt x="22517" y="14305"/>
                    </a:cubicBezTo>
                    <a:cubicBezTo>
                      <a:pt x="21578" y="14305"/>
                      <a:pt x="20640" y="14305"/>
                      <a:pt x="19700" y="14305"/>
                    </a:cubicBezTo>
                    <a:cubicBezTo>
                      <a:pt x="18495" y="14303"/>
                      <a:pt x="17287" y="14305"/>
                      <a:pt x="16080" y="14305"/>
                    </a:cubicBezTo>
                    <a:cubicBezTo>
                      <a:pt x="15158" y="14308"/>
                      <a:pt x="14233" y="14305"/>
                      <a:pt x="13307" y="14305"/>
                    </a:cubicBezTo>
                    <a:cubicBezTo>
                      <a:pt x="12862" y="14305"/>
                      <a:pt x="12418" y="14305"/>
                      <a:pt x="11973" y="14305"/>
                    </a:cubicBezTo>
                    <a:cubicBezTo>
                      <a:pt x="11352" y="14308"/>
                      <a:pt x="10733" y="14305"/>
                      <a:pt x="10110" y="14305"/>
                    </a:cubicBezTo>
                    <a:cubicBezTo>
                      <a:pt x="9925" y="14305"/>
                      <a:pt x="9740" y="14305"/>
                      <a:pt x="9547" y="14305"/>
                    </a:cubicBezTo>
                    <a:cubicBezTo>
                      <a:pt x="9380" y="14305"/>
                      <a:pt x="9213" y="14305"/>
                      <a:pt x="9037" y="14303"/>
                    </a:cubicBezTo>
                    <a:cubicBezTo>
                      <a:pt x="8890" y="14303"/>
                      <a:pt x="8745" y="14303"/>
                      <a:pt x="8592" y="14303"/>
                    </a:cubicBezTo>
                    <a:cubicBezTo>
                      <a:pt x="8250" y="14273"/>
                      <a:pt x="8250" y="14273"/>
                      <a:pt x="8000" y="14023"/>
                    </a:cubicBezTo>
                    <a:cubicBezTo>
                      <a:pt x="7960" y="13650"/>
                      <a:pt x="7938" y="13278"/>
                      <a:pt x="7920" y="12905"/>
                    </a:cubicBezTo>
                    <a:cubicBezTo>
                      <a:pt x="7910" y="12680"/>
                      <a:pt x="7900" y="12455"/>
                      <a:pt x="7890" y="12222"/>
                    </a:cubicBezTo>
                    <a:cubicBezTo>
                      <a:pt x="7880" y="11985"/>
                      <a:pt x="7870" y="11750"/>
                      <a:pt x="7860" y="11507"/>
                    </a:cubicBezTo>
                    <a:cubicBezTo>
                      <a:pt x="7850" y="11270"/>
                      <a:pt x="7838" y="11032"/>
                      <a:pt x="7828" y="10788"/>
                    </a:cubicBezTo>
                    <a:cubicBezTo>
                      <a:pt x="7800" y="10197"/>
                      <a:pt x="7775" y="9610"/>
                      <a:pt x="7750" y="9023"/>
                    </a:cubicBezTo>
                    <a:cubicBezTo>
                      <a:pt x="7338" y="8940"/>
                      <a:pt x="6925" y="8858"/>
                      <a:pt x="6500" y="8773"/>
                    </a:cubicBezTo>
                    <a:cubicBezTo>
                      <a:pt x="6273" y="9353"/>
                      <a:pt x="6225" y="9822"/>
                      <a:pt x="6243" y="10445"/>
                    </a:cubicBezTo>
                    <a:cubicBezTo>
                      <a:pt x="6247" y="10618"/>
                      <a:pt x="6250" y="10793"/>
                      <a:pt x="6253" y="10972"/>
                    </a:cubicBezTo>
                    <a:cubicBezTo>
                      <a:pt x="6263" y="11340"/>
                      <a:pt x="6273" y="11705"/>
                      <a:pt x="6283" y="12070"/>
                    </a:cubicBezTo>
                    <a:cubicBezTo>
                      <a:pt x="6285" y="12245"/>
                      <a:pt x="6287" y="12420"/>
                      <a:pt x="6290" y="12600"/>
                    </a:cubicBezTo>
                    <a:cubicBezTo>
                      <a:pt x="6295" y="12760"/>
                      <a:pt x="6300" y="12918"/>
                      <a:pt x="6303" y="13083"/>
                    </a:cubicBezTo>
                    <a:cubicBezTo>
                      <a:pt x="6237" y="13632"/>
                      <a:pt x="6145" y="13880"/>
                      <a:pt x="5750" y="14273"/>
                    </a:cubicBezTo>
                    <a:cubicBezTo>
                      <a:pt x="5193" y="14360"/>
                      <a:pt x="5193" y="14360"/>
                      <a:pt x="4507" y="14355"/>
                    </a:cubicBezTo>
                    <a:cubicBezTo>
                      <a:pt x="4385" y="14353"/>
                      <a:pt x="4385" y="14353"/>
                      <a:pt x="3763" y="14350"/>
                    </a:cubicBezTo>
                    <a:cubicBezTo>
                      <a:pt x="3635" y="14347"/>
                      <a:pt x="3507" y="14345"/>
                      <a:pt x="3378" y="14343"/>
                    </a:cubicBezTo>
                    <a:cubicBezTo>
                      <a:pt x="2985" y="14335"/>
                      <a:pt x="2595" y="14333"/>
                      <a:pt x="2203" y="14330"/>
                    </a:cubicBezTo>
                    <a:cubicBezTo>
                      <a:pt x="290" y="14310"/>
                      <a:pt x="290" y="14310"/>
                      <a:pt x="0" y="14023"/>
                    </a:cubicBezTo>
                    <a:cubicBezTo>
                      <a:pt x="10" y="13668"/>
                      <a:pt x="40" y="13312"/>
                      <a:pt x="78" y="12960"/>
                    </a:cubicBezTo>
                    <a:cubicBezTo>
                      <a:pt x="182" y="11970"/>
                      <a:pt x="273" y="10983"/>
                      <a:pt x="345" y="9993"/>
                    </a:cubicBezTo>
                    <a:cubicBezTo>
                      <a:pt x="380" y="9528"/>
                      <a:pt x="418" y="9065"/>
                      <a:pt x="453" y="8600"/>
                    </a:cubicBezTo>
                    <a:cubicBezTo>
                      <a:pt x="467" y="8377"/>
                      <a:pt x="483" y="8155"/>
                      <a:pt x="497" y="7925"/>
                    </a:cubicBezTo>
                    <a:cubicBezTo>
                      <a:pt x="620" y="6463"/>
                      <a:pt x="885" y="5233"/>
                      <a:pt x="1750" y="4023"/>
                    </a:cubicBezTo>
                    <a:cubicBezTo>
                      <a:pt x="2803" y="3162"/>
                      <a:pt x="4120" y="2915"/>
                      <a:pt x="5408" y="2565"/>
                    </a:cubicBezTo>
                    <a:cubicBezTo>
                      <a:pt x="6432" y="2278"/>
                      <a:pt x="7432" y="1963"/>
                      <a:pt x="8428" y="1580"/>
                    </a:cubicBezTo>
                    <a:cubicBezTo>
                      <a:pt x="11513" y="405"/>
                      <a:pt x="14257" y="0"/>
                      <a:pt x="17562" y="58"/>
                    </a:cubicBezTo>
                    <a:close/>
                    <a:moveTo>
                      <a:pt x="11250" y="1273"/>
                    </a:moveTo>
                    <a:cubicBezTo>
                      <a:pt x="10910" y="1387"/>
                      <a:pt x="10568" y="1495"/>
                      <a:pt x="10220" y="1593"/>
                    </a:cubicBezTo>
                    <a:cubicBezTo>
                      <a:pt x="10043" y="1643"/>
                      <a:pt x="9865" y="1692"/>
                      <a:pt x="9682" y="1745"/>
                    </a:cubicBezTo>
                    <a:cubicBezTo>
                      <a:pt x="9595" y="1770"/>
                      <a:pt x="9595" y="1770"/>
                      <a:pt x="9140" y="1898"/>
                    </a:cubicBezTo>
                    <a:cubicBezTo>
                      <a:pt x="8055" y="2200"/>
                      <a:pt x="6990" y="2515"/>
                      <a:pt x="5940" y="2923"/>
                    </a:cubicBezTo>
                    <a:cubicBezTo>
                      <a:pt x="5235" y="3195"/>
                      <a:pt x="4580" y="3370"/>
                      <a:pt x="3828" y="3475"/>
                    </a:cubicBezTo>
                    <a:cubicBezTo>
                      <a:pt x="2855" y="3683"/>
                      <a:pt x="2312" y="3970"/>
                      <a:pt x="1755" y="4803"/>
                    </a:cubicBezTo>
                    <a:cubicBezTo>
                      <a:pt x="872" y="6433"/>
                      <a:pt x="870" y="8530"/>
                      <a:pt x="735" y="10347"/>
                    </a:cubicBezTo>
                    <a:cubicBezTo>
                      <a:pt x="703" y="10778"/>
                      <a:pt x="668" y="11208"/>
                      <a:pt x="632" y="11637"/>
                    </a:cubicBezTo>
                    <a:cubicBezTo>
                      <a:pt x="610" y="11913"/>
                      <a:pt x="590" y="12185"/>
                      <a:pt x="568" y="12460"/>
                    </a:cubicBezTo>
                    <a:cubicBezTo>
                      <a:pt x="547" y="12705"/>
                      <a:pt x="530" y="12952"/>
                      <a:pt x="510" y="13205"/>
                    </a:cubicBezTo>
                    <a:cubicBezTo>
                      <a:pt x="507" y="13393"/>
                      <a:pt x="503" y="13580"/>
                      <a:pt x="500" y="13773"/>
                    </a:cubicBezTo>
                    <a:cubicBezTo>
                      <a:pt x="890" y="14160"/>
                      <a:pt x="1265" y="14055"/>
                      <a:pt x="1805" y="14055"/>
                    </a:cubicBezTo>
                    <a:cubicBezTo>
                      <a:pt x="2017" y="14055"/>
                      <a:pt x="2230" y="14055"/>
                      <a:pt x="2447" y="14055"/>
                    </a:cubicBezTo>
                    <a:cubicBezTo>
                      <a:pt x="2672" y="14055"/>
                      <a:pt x="2895" y="14055"/>
                      <a:pt x="3125" y="14053"/>
                    </a:cubicBezTo>
                    <a:cubicBezTo>
                      <a:pt x="3237" y="14053"/>
                      <a:pt x="3237" y="14053"/>
                      <a:pt x="3803" y="14055"/>
                    </a:cubicBezTo>
                    <a:cubicBezTo>
                      <a:pt x="3908" y="14055"/>
                      <a:pt x="3908" y="14055"/>
                      <a:pt x="4445" y="14055"/>
                    </a:cubicBezTo>
                    <a:cubicBezTo>
                      <a:pt x="4642" y="14055"/>
                      <a:pt x="4838" y="14055"/>
                      <a:pt x="5040" y="14055"/>
                    </a:cubicBezTo>
                    <a:cubicBezTo>
                      <a:pt x="5500" y="14023"/>
                      <a:pt x="5500" y="14023"/>
                      <a:pt x="5750" y="13773"/>
                    </a:cubicBezTo>
                    <a:cubicBezTo>
                      <a:pt x="5780" y="13405"/>
                      <a:pt x="5795" y="13038"/>
                      <a:pt x="5803" y="12673"/>
                    </a:cubicBezTo>
                    <a:cubicBezTo>
                      <a:pt x="5807" y="12560"/>
                      <a:pt x="5807" y="12560"/>
                      <a:pt x="5825" y="11998"/>
                    </a:cubicBezTo>
                    <a:cubicBezTo>
                      <a:pt x="5838" y="11525"/>
                      <a:pt x="5848" y="11053"/>
                      <a:pt x="5858" y="10580"/>
                    </a:cubicBezTo>
                    <a:cubicBezTo>
                      <a:pt x="5862" y="10470"/>
                      <a:pt x="5862" y="10470"/>
                      <a:pt x="5880" y="9905"/>
                    </a:cubicBezTo>
                    <a:cubicBezTo>
                      <a:pt x="5885" y="9700"/>
                      <a:pt x="5890" y="9495"/>
                      <a:pt x="5895" y="9282"/>
                    </a:cubicBezTo>
                    <a:cubicBezTo>
                      <a:pt x="6000" y="8773"/>
                      <a:pt x="6000" y="8773"/>
                      <a:pt x="6340" y="8445"/>
                    </a:cubicBezTo>
                    <a:cubicBezTo>
                      <a:pt x="6943" y="8190"/>
                      <a:pt x="7385" y="8355"/>
                      <a:pt x="8000" y="8523"/>
                    </a:cubicBezTo>
                    <a:cubicBezTo>
                      <a:pt x="8237" y="9130"/>
                      <a:pt x="8293" y="9670"/>
                      <a:pt x="8320" y="10320"/>
                    </a:cubicBezTo>
                    <a:cubicBezTo>
                      <a:pt x="8330" y="10520"/>
                      <a:pt x="8340" y="10720"/>
                      <a:pt x="8350" y="10925"/>
                    </a:cubicBezTo>
                    <a:cubicBezTo>
                      <a:pt x="8368" y="11345"/>
                      <a:pt x="8385" y="11768"/>
                      <a:pt x="8402" y="12188"/>
                    </a:cubicBezTo>
                    <a:cubicBezTo>
                      <a:pt x="8410" y="12385"/>
                      <a:pt x="8420" y="12585"/>
                      <a:pt x="8430" y="12790"/>
                    </a:cubicBezTo>
                    <a:cubicBezTo>
                      <a:pt x="8438" y="12972"/>
                      <a:pt x="8445" y="13155"/>
                      <a:pt x="8453" y="13343"/>
                    </a:cubicBezTo>
                    <a:cubicBezTo>
                      <a:pt x="8500" y="13773"/>
                      <a:pt x="8500" y="13773"/>
                      <a:pt x="8750" y="14023"/>
                    </a:cubicBezTo>
                    <a:cubicBezTo>
                      <a:pt x="9078" y="14053"/>
                      <a:pt x="9078" y="14053"/>
                      <a:pt x="9500" y="14053"/>
                    </a:cubicBezTo>
                    <a:cubicBezTo>
                      <a:pt x="9660" y="14055"/>
                      <a:pt x="9820" y="14055"/>
                      <a:pt x="9985" y="14055"/>
                    </a:cubicBezTo>
                    <a:cubicBezTo>
                      <a:pt x="10160" y="14055"/>
                      <a:pt x="10338" y="14055"/>
                      <a:pt x="10520" y="14055"/>
                    </a:cubicBezTo>
                    <a:cubicBezTo>
                      <a:pt x="10705" y="14055"/>
                      <a:pt x="10890" y="14055"/>
                      <a:pt x="11080" y="14055"/>
                    </a:cubicBezTo>
                    <a:cubicBezTo>
                      <a:pt x="11693" y="14058"/>
                      <a:pt x="12307" y="14055"/>
                      <a:pt x="12922" y="14055"/>
                    </a:cubicBezTo>
                    <a:cubicBezTo>
                      <a:pt x="13348" y="14055"/>
                      <a:pt x="13773" y="14055"/>
                      <a:pt x="14197" y="14055"/>
                    </a:cubicBezTo>
                    <a:cubicBezTo>
                      <a:pt x="15090" y="14055"/>
                      <a:pt x="15980" y="14055"/>
                      <a:pt x="16872" y="14055"/>
                    </a:cubicBezTo>
                    <a:cubicBezTo>
                      <a:pt x="18020" y="14053"/>
                      <a:pt x="19165" y="14055"/>
                      <a:pt x="20310" y="14055"/>
                    </a:cubicBezTo>
                    <a:cubicBezTo>
                      <a:pt x="21190" y="14058"/>
                      <a:pt x="22068" y="14055"/>
                      <a:pt x="22945" y="14055"/>
                    </a:cubicBezTo>
                    <a:cubicBezTo>
                      <a:pt x="23368" y="14055"/>
                      <a:pt x="23790" y="14055"/>
                      <a:pt x="24213" y="14055"/>
                    </a:cubicBezTo>
                    <a:cubicBezTo>
                      <a:pt x="24803" y="14058"/>
                      <a:pt x="25392" y="14055"/>
                      <a:pt x="25983" y="14055"/>
                    </a:cubicBezTo>
                    <a:cubicBezTo>
                      <a:pt x="26158" y="14055"/>
                      <a:pt x="26335" y="14055"/>
                      <a:pt x="26515" y="14055"/>
                    </a:cubicBezTo>
                    <a:cubicBezTo>
                      <a:pt x="26675" y="14055"/>
                      <a:pt x="26835" y="14055"/>
                      <a:pt x="27000" y="14053"/>
                    </a:cubicBezTo>
                    <a:cubicBezTo>
                      <a:pt x="27140" y="14053"/>
                      <a:pt x="27280" y="14053"/>
                      <a:pt x="27422" y="14053"/>
                    </a:cubicBezTo>
                    <a:cubicBezTo>
                      <a:pt x="27750" y="14023"/>
                      <a:pt x="27750" y="14023"/>
                      <a:pt x="28000" y="13773"/>
                    </a:cubicBezTo>
                    <a:cubicBezTo>
                      <a:pt x="28033" y="13447"/>
                      <a:pt x="28050" y="13123"/>
                      <a:pt x="28062" y="12798"/>
                    </a:cubicBezTo>
                    <a:cubicBezTo>
                      <a:pt x="28065" y="12700"/>
                      <a:pt x="28065" y="12700"/>
                      <a:pt x="28088" y="12200"/>
                    </a:cubicBezTo>
                    <a:cubicBezTo>
                      <a:pt x="28102" y="11782"/>
                      <a:pt x="28118" y="11365"/>
                      <a:pt x="28130" y="10947"/>
                    </a:cubicBezTo>
                    <a:cubicBezTo>
                      <a:pt x="28138" y="10748"/>
                      <a:pt x="28148" y="10550"/>
                      <a:pt x="28155" y="10345"/>
                    </a:cubicBezTo>
                    <a:cubicBezTo>
                      <a:pt x="28158" y="10255"/>
                      <a:pt x="28158" y="10255"/>
                      <a:pt x="28175" y="9795"/>
                    </a:cubicBezTo>
                    <a:cubicBezTo>
                      <a:pt x="28260" y="9205"/>
                      <a:pt x="28460" y="8788"/>
                      <a:pt x="28750" y="8273"/>
                    </a:cubicBezTo>
                    <a:cubicBezTo>
                      <a:pt x="29345" y="8240"/>
                      <a:pt x="29345" y="8240"/>
                      <a:pt x="30000" y="8273"/>
                    </a:cubicBezTo>
                    <a:cubicBezTo>
                      <a:pt x="30610" y="8882"/>
                      <a:pt x="30570" y="9067"/>
                      <a:pt x="30595" y="9905"/>
                    </a:cubicBezTo>
                    <a:cubicBezTo>
                      <a:pt x="30602" y="10127"/>
                      <a:pt x="30612" y="10353"/>
                      <a:pt x="30620" y="10580"/>
                    </a:cubicBezTo>
                    <a:cubicBezTo>
                      <a:pt x="30625" y="10697"/>
                      <a:pt x="30625" y="10697"/>
                      <a:pt x="30640" y="11288"/>
                    </a:cubicBezTo>
                    <a:cubicBezTo>
                      <a:pt x="30655" y="11750"/>
                      <a:pt x="30672" y="12210"/>
                      <a:pt x="30690" y="12673"/>
                    </a:cubicBezTo>
                    <a:cubicBezTo>
                      <a:pt x="30695" y="12877"/>
                      <a:pt x="30700" y="13083"/>
                      <a:pt x="30707" y="13293"/>
                    </a:cubicBezTo>
                    <a:cubicBezTo>
                      <a:pt x="30750" y="13773"/>
                      <a:pt x="30750" y="13773"/>
                      <a:pt x="31000" y="14023"/>
                    </a:cubicBezTo>
                    <a:cubicBezTo>
                      <a:pt x="31355" y="14043"/>
                      <a:pt x="31710" y="14048"/>
                      <a:pt x="32065" y="14048"/>
                    </a:cubicBezTo>
                    <a:cubicBezTo>
                      <a:pt x="32277" y="14045"/>
                      <a:pt x="32490" y="14045"/>
                      <a:pt x="32710" y="14045"/>
                    </a:cubicBezTo>
                    <a:cubicBezTo>
                      <a:pt x="32822" y="14043"/>
                      <a:pt x="32822" y="14043"/>
                      <a:pt x="33390" y="14038"/>
                    </a:cubicBezTo>
                    <a:cubicBezTo>
                      <a:pt x="33618" y="14038"/>
                      <a:pt x="33842" y="14035"/>
                      <a:pt x="34075" y="14035"/>
                    </a:cubicBezTo>
                    <a:cubicBezTo>
                      <a:pt x="34632" y="14030"/>
                      <a:pt x="35193" y="14028"/>
                      <a:pt x="35750" y="14023"/>
                    </a:cubicBezTo>
                    <a:cubicBezTo>
                      <a:pt x="36000" y="13020"/>
                      <a:pt x="36000" y="12183"/>
                      <a:pt x="35895" y="11173"/>
                    </a:cubicBezTo>
                    <a:cubicBezTo>
                      <a:pt x="35888" y="11097"/>
                      <a:pt x="35888" y="11097"/>
                      <a:pt x="35852" y="10718"/>
                    </a:cubicBezTo>
                    <a:cubicBezTo>
                      <a:pt x="35820" y="10400"/>
                      <a:pt x="35787" y="10085"/>
                      <a:pt x="35753" y="9770"/>
                    </a:cubicBezTo>
                    <a:cubicBezTo>
                      <a:pt x="35703" y="9290"/>
                      <a:pt x="35660" y="8810"/>
                      <a:pt x="35618" y="8330"/>
                    </a:cubicBezTo>
                    <a:cubicBezTo>
                      <a:pt x="35430" y="6430"/>
                      <a:pt x="35210" y="5168"/>
                      <a:pt x="33773" y="3825"/>
                    </a:cubicBezTo>
                    <a:cubicBezTo>
                      <a:pt x="33150" y="3463"/>
                      <a:pt x="32595" y="3315"/>
                      <a:pt x="31890" y="3162"/>
                    </a:cubicBezTo>
                    <a:cubicBezTo>
                      <a:pt x="31622" y="3100"/>
                      <a:pt x="31352" y="3037"/>
                      <a:pt x="31085" y="2975"/>
                    </a:cubicBezTo>
                    <a:cubicBezTo>
                      <a:pt x="30947" y="2942"/>
                      <a:pt x="30810" y="2910"/>
                      <a:pt x="30668" y="2875"/>
                    </a:cubicBezTo>
                    <a:cubicBezTo>
                      <a:pt x="29990" y="2708"/>
                      <a:pt x="29325" y="2507"/>
                      <a:pt x="28658" y="2303"/>
                    </a:cubicBezTo>
                    <a:cubicBezTo>
                      <a:pt x="28530" y="2265"/>
                      <a:pt x="28400" y="2225"/>
                      <a:pt x="28270" y="2185"/>
                    </a:cubicBezTo>
                    <a:cubicBezTo>
                      <a:pt x="27582" y="1972"/>
                      <a:pt x="26918" y="1745"/>
                      <a:pt x="26263" y="1450"/>
                    </a:cubicBezTo>
                    <a:cubicBezTo>
                      <a:pt x="23818" y="390"/>
                      <a:pt x="21483" y="345"/>
                      <a:pt x="18848" y="387"/>
                    </a:cubicBezTo>
                    <a:cubicBezTo>
                      <a:pt x="18135" y="398"/>
                      <a:pt x="17425" y="398"/>
                      <a:pt x="16715" y="395"/>
                    </a:cubicBezTo>
                    <a:cubicBezTo>
                      <a:pt x="16260" y="398"/>
                      <a:pt x="15803" y="400"/>
                      <a:pt x="15345" y="405"/>
                    </a:cubicBezTo>
                    <a:cubicBezTo>
                      <a:pt x="15135" y="405"/>
                      <a:pt x="14925" y="405"/>
                      <a:pt x="14710" y="405"/>
                    </a:cubicBezTo>
                    <a:cubicBezTo>
                      <a:pt x="13382" y="433"/>
                      <a:pt x="12432" y="690"/>
                      <a:pt x="11250" y="1273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42" name="news_presenter vector"/>
              <p:cNvSpPr/>
              <p:nvPr/>
            </p:nvSpPr>
            <p:spPr>
              <a:xfrm>
                <a:off x="11880336" y="858933"/>
                <a:ext cx="210312" cy="19454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2127" fill="norm" stroke="0">
                    <a:moveTo>
                      <a:pt x="1892" y="32"/>
                    </a:moveTo>
                    <a:cubicBezTo>
                      <a:pt x="2070" y="32"/>
                      <a:pt x="2250" y="30"/>
                      <a:pt x="2435" y="30"/>
                    </a:cubicBezTo>
                    <a:cubicBezTo>
                      <a:pt x="2533" y="30"/>
                      <a:pt x="2533" y="30"/>
                      <a:pt x="3025" y="30"/>
                    </a:cubicBezTo>
                    <a:cubicBezTo>
                      <a:pt x="3230" y="30"/>
                      <a:pt x="3438" y="28"/>
                      <a:pt x="3650" y="28"/>
                    </a:cubicBezTo>
                    <a:cubicBezTo>
                      <a:pt x="4332" y="25"/>
                      <a:pt x="5012" y="25"/>
                      <a:pt x="5695" y="25"/>
                    </a:cubicBezTo>
                    <a:cubicBezTo>
                      <a:pt x="6170" y="22"/>
                      <a:pt x="6642" y="22"/>
                      <a:pt x="7117" y="22"/>
                    </a:cubicBezTo>
                    <a:cubicBezTo>
                      <a:pt x="8110" y="20"/>
                      <a:pt x="9102" y="20"/>
                      <a:pt x="10095" y="20"/>
                    </a:cubicBezTo>
                    <a:cubicBezTo>
                      <a:pt x="11242" y="20"/>
                      <a:pt x="12390" y="17"/>
                      <a:pt x="13537" y="13"/>
                    </a:cubicBezTo>
                    <a:cubicBezTo>
                      <a:pt x="14640" y="10"/>
                      <a:pt x="15745" y="7"/>
                      <a:pt x="16850" y="10"/>
                    </a:cubicBezTo>
                    <a:cubicBezTo>
                      <a:pt x="17320" y="7"/>
                      <a:pt x="17790" y="7"/>
                      <a:pt x="18260" y="5"/>
                    </a:cubicBezTo>
                    <a:cubicBezTo>
                      <a:pt x="18915" y="2"/>
                      <a:pt x="19570" y="2"/>
                      <a:pt x="20227" y="5"/>
                    </a:cubicBezTo>
                    <a:cubicBezTo>
                      <a:pt x="20325" y="5"/>
                      <a:pt x="20325" y="5"/>
                      <a:pt x="20817" y="0"/>
                    </a:cubicBezTo>
                    <a:cubicBezTo>
                      <a:pt x="20908" y="2"/>
                      <a:pt x="20908" y="2"/>
                      <a:pt x="21357" y="5"/>
                    </a:cubicBezTo>
                    <a:cubicBezTo>
                      <a:pt x="21515" y="5"/>
                      <a:pt x="21670" y="5"/>
                      <a:pt x="21827" y="2"/>
                    </a:cubicBezTo>
                    <a:cubicBezTo>
                      <a:pt x="22327" y="78"/>
                      <a:pt x="22605" y="260"/>
                      <a:pt x="23000" y="565"/>
                    </a:cubicBezTo>
                    <a:cubicBezTo>
                      <a:pt x="22970" y="1035"/>
                      <a:pt x="22970" y="1035"/>
                      <a:pt x="22750" y="1565"/>
                    </a:cubicBezTo>
                    <a:cubicBezTo>
                      <a:pt x="21547" y="2100"/>
                      <a:pt x="20477" y="2127"/>
                      <a:pt x="19175" y="2100"/>
                    </a:cubicBezTo>
                    <a:cubicBezTo>
                      <a:pt x="18972" y="2097"/>
                      <a:pt x="18770" y="2095"/>
                      <a:pt x="18562" y="2093"/>
                    </a:cubicBezTo>
                    <a:cubicBezTo>
                      <a:pt x="17895" y="2085"/>
                      <a:pt x="17230" y="2072"/>
                      <a:pt x="16565" y="2060"/>
                    </a:cubicBezTo>
                    <a:cubicBezTo>
                      <a:pt x="16102" y="2052"/>
                      <a:pt x="15640" y="2047"/>
                      <a:pt x="15175" y="2040"/>
                    </a:cubicBezTo>
                    <a:cubicBezTo>
                      <a:pt x="13960" y="2025"/>
                      <a:pt x="12745" y="2005"/>
                      <a:pt x="11527" y="1985"/>
                    </a:cubicBezTo>
                    <a:cubicBezTo>
                      <a:pt x="10287" y="1965"/>
                      <a:pt x="9045" y="1948"/>
                      <a:pt x="7803" y="1930"/>
                    </a:cubicBezTo>
                    <a:cubicBezTo>
                      <a:pt x="5370" y="1895"/>
                      <a:pt x="2935" y="1858"/>
                      <a:pt x="500" y="1815"/>
                    </a:cubicBezTo>
                    <a:cubicBezTo>
                      <a:pt x="235" y="1347"/>
                      <a:pt x="235" y="1347"/>
                      <a:pt x="0" y="815"/>
                    </a:cubicBezTo>
                    <a:cubicBezTo>
                      <a:pt x="250" y="315"/>
                      <a:pt x="250" y="315"/>
                      <a:pt x="585" y="162"/>
                    </a:cubicBezTo>
                    <a:cubicBezTo>
                      <a:pt x="1035" y="58"/>
                      <a:pt x="1432" y="32"/>
                      <a:pt x="1892" y="32"/>
                    </a:cubicBezTo>
                    <a:close/>
                  </a:path>
                </a:pathLst>
              </a:custGeom>
              <a:solidFill>
                <a:srgbClr val="050505"/>
              </a:solidFill>
              <a:ln w="0">
                <a:noFill/>
              </a:ln>
            </p:spPr>
          </p:sp>
          <p:sp>
            <p:nvSpPr>
              <p:cNvPr id="343" name="news_presenter vector"/>
              <p:cNvSpPr/>
              <p:nvPr/>
            </p:nvSpPr>
            <p:spPr>
              <a:xfrm>
                <a:off x="11912335" y="1244518"/>
                <a:ext cx="324612" cy="126073"/>
              </a:xfrm>
              <a:custGeom>
                <a:avLst/>
                <a:gdLst/>
                <a:ahLst/>
                <a:cxnLst/>
                <a:rect l="0" t="0" r="r" b="b"/>
                <a:pathLst>
                  <a:path w="35500" h="13787" fill="norm" stroke="0">
                    <a:moveTo>
                      <a:pt x="14720" y="37"/>
                    </a:moveTo>
                    <a:cubicBezTo>
                      <a:pt x="14938" y="32"/>
                      <a:pt x="15158" y="30"/>
                      <a:pt x="15382" y="25"/>
                    </a:cubicBezTo>
                    <a:cubicBezTo>
                      <a:pt x="16088" y="15"/>
                      <a:pt x="16795" y="10"/>
                      <a:pt x="17500" y="7"/>
                    </a:cubicBezTo>
                    <a:cubicBezTo>
                      <a:pt x="17740" y="5"/>
                      <a:pt x="17980" y="5"/>
                      <a:pt x="18225" y="2"/>
                    </a:cubicBezTo>
                    <a:cubicBezTo>
                      <a:pt x="21630" y="0"/>
                      <a:pt x="24443" y="170"/>
                      <a:pt x="27535" y="1680"/>
                    </a:cubicBezTo>
                    <a:cubicBezTo>
                      <a:pt x="28270" y="2023"/>
                      <a:pt x="29035" y="2250"/>
                      <a:pt x="29815" y="2475"/>
                    </a:cubicBezTo>
                    <a:cubicBezTo>
                      <a:pt x="29943" y="2515"/>
                      <a:pt x="30072" y="2555"/>
                      <a:pt x="30207" y="2597"/>
                    </a:cubicBezTo>
                    <a:cubicBezTo>
                      <a:pt x="30925" y="2815"/>
                      <a:pt x="31640" y="2975"/>
                      <a:pt x="32375" y="3117"/>
                    </a:cubicBezTo>
                    <a:cubicBezTo>
                      <a:pt x="33253" y="3330"/>
                      <a:pt x="33727" y="3705"/>
                      <a:pt x="34240" y="4445"/>
                    </a:cubicBezTo>
                    <a:cubicBezTo>
                      <a:pt x="35152" y="6023"/>
                      <a:pt x="35140" y="8035"/>
                      <a:pt x="35267" y="9812"/>
                    </a:cubicBezTo>
                    <a:cubicBezTo>
                      <a:pt x="35298" y="10262"/>
                      <a:pt x="35335" y="10713"/>
                      <a:pt x="35370" y="11162"/>
                    </a:cubicBezTo>
                    <a:cubicBezTo>
                      <a:pt x="35392" y="11450"/>
                      <a:pt x="35413" y="11735"/>
                      <a:pt x="35435" y="12023"/>
                    </a:cubicBezTo>
                    <a:cubicBezTo>
                      <a:pt x="35445" y="12157"/>
                      <a:pt x="35455" y="12290"/>
                      <a:pt x="35465" y="12430"/>
                    </a:cubicBezTo>
                    <a:cubicBezTo>
                      <a:pt x="35487" y="12752"/>
                      <a:pt x="35495" y="13075"/>
                      <a:pt x="35500" y="13398"/>
                    </a:cubicBezTo>
                    <a:cubicBezTo>
                      <a:pt x="35112" y="13787"/>
                      <a:pt x="34737" y="13680"/>
                      <a:pt x="34197" y="13680"/>
                    </a:cubicBezTo>
                    <a:cubicBezTo>
                      <a:pt x="34090" y="13680"/>
                      <a:pt x="34090" y="13680"/>
                      <a:pt x="33553" y="13682"/>
                    </a:cubicBezTo>
                    <a:cubicBezTo>
                      <a:pt x="33330" y="13680"/>
                      <a:pt x="33108" y="13680"/>
                      <a:pt x="32875" y="13680"/>
                    </a:cubicBezTo>
                    <a:cubicBezTo>
                      <a:pt x="32765" y="13680"/>
                      <a:pt x="32765" y="13680"/>
                      <a:pt x="32200" y="13682"/>
                    </a:cubicBezTo>
                    <a:cubicBezTo>
                      <a:pt x="31987" y="13682"/>
                      <a:pt x="31775" y="13682"/>
                      <a:pt x="31555" y="13680"/>
                    </a:cubicBezTo>
                    <a:cubicBezTo>
                      <a:pt x="31360" y="13680"/>
                      <a:pt x="31163" y="13680"/>
                      <a:pt x="30963" y="13680"/>
                    </a:cubicBezTo>
                    <a:cubicBezTo>
                      <a:pt x="30500" y="13648"/>
                      <a:pt x="30500" y="13648"/>
                      <a:pt x="30250" y="13398"/>
                    </a:cubicBezTo>
                    <a:cubicBezTo>
                      <a:pt x="30217" y="13032"/>
                      <a:pt x="30200" y="12665"/>
                      <a:pt x="30190" y="12297"/>
                    </a:cubicBezTo>
                    <a:cubicBezTo>
                      <a:pt x="30183" y="12075"/>
                      <a:pt x="30173" y="11852"/>
                      <a:pt x="30165" y="11623"/>
                    </a:cubicBezTo>
                    <a:cubicBezTo>
                      <a:pt x="30150" y="11150"/>
                      <a:pt x="30135" y="10680"/>
                      <a:pt x="30122" y="10208"/>
                    </a:cubicBezTo>
                    <a:cubicBezTo>
                      <a:pt x="30112" y="9985"/>
                      <a:pt x="30105" y="9760"/>
                      <a:pt x="30095" y="9532"/>
                    </a:cubicBezTo>
                    <a:cubicBezTo>
                      <a:pt x="30090" y="9327"/>
                      <a:pt x="30082" y="9120"/>
                      <a:pt x="30078" y="8910"/>
                    </a:cubicBezTo>
                    <a:cubicBezTo>
                      <a:pt x="30000" y="8398"/>
                      <a:pt x="30000" y="8398"/>
                      <a:pt x="29500" y="7898"/>
                    </a:cubicBezTo>
                    <a:cubicBezTo>
                      <a:pt x="28845" y="7867"/>
                      <a:pt x="28845" y="7867"/>
                      <a:pt x="28250" y="7898"/>
                    </a:cubicBezTo>
                    <a:cubicBezTo>
                      <a:pt x="27848" y="8615"/>
                      <a:pt x="27685" y="9150"/>
                      <a:pt x="27658" y="9970"/>
                    </a:cubicBezTo>
                    <a:cubicBezTo>
                      <a:pt x="27648" y="10170"/>
                      <a:pt x="27640" y="10367"/>
                      <a:pt x="27630" y="10572"/>
                    </a:cubicBezTo>
                    <a:cubicBezTo>
                      <a:pt x="27625" y="10778"/>
                      <a:pt x="27618" y="10982"/>
                      <a:pt x="27610" y="11195"/>
                    </a:cubicBezTo>
                    <a:cubicBezTo>
                      <a:pt x="27595" y="11605"/>
                      <a:pt x="27580" y="12015"/>
                      <a:pt x="27562" y="12425"/>
                    </a:cubicBezTo>
                    <a:cubicBezTo>
                      <a:pt x="27560" y="12515"/>
                      <a:pt x="27560" y="12515"/>
                      <a:pt x="27545" y="12972"/>
                    </a:cubicBezTo>
                    <a:cubicBezTo>
                      <a:pt x="27500" y="13398"/>
                      <a:pt x="27500" y="13398"/>
                      <a:pt x="27250" y="13648"/>
                    </a:cubicBezTo>
                    <a:cubicBezTo>
                      <a:pt x="26925" y="13680"/>
                      <a:pt x="26925" y="13680"/>
                      <a:pt x="26503" y="13680"/>
                    </a:cubicBezTo>
                    <a:cubicBezTo>
                      <a:pt x="26342" y="13680"/>
                      <a:pt x="26183" y="13680"/>
                      <a:pt x="26017" y="13682"/>
                    </a:cubicBezTo>
                    <a:cubicBezTo>
                      <a:pt x="25840" y="13680"/>
                      <a:pt x="25665" y="13680"/>
                      <a:pt x="25483" y="13680"/>
                    </a:cubicBezTo>
                    <a:cubicBezTo>
                      <a:pt x="25298" y="13680"/>
                      <a:pt x="25112" y="13680"/>
                      <a:pt x="24923" y="13682"/>
                    </a:cubicBezTo>
                    <a:cubicBezTo>
                      <a:pt x="24308" y="13682"/>
                      <a:pt x="23693" y="13682"/>
                      <a:pt x="23080" y="13680"/>
                    </a:cubicBezTo>
                    <a:cubicBezTo>
                      <a:pt x="22655" y="13680"/>
                      <a:pt x="22230" y="13682"/>
                      <a:pt x="21805" y="13682"/>
                    </a:cubicBezTo>
                    <a:cubicBezTo>
                      <a:pt x="20913" y="13682"/>
                      <a:pt x="20020" y="13682"/>
                      <a:pt x="19128" y="13680"/>
                    </a:cubicBezTo>
                    <a:cubicBezTo>
                      <a:pt x="17983" y="13680"/>
                      <a:pt x="16838" y="13680"/>
                      <a:pt x="15690" y="13682"/>
                    </a:cubicBezTo>
                    <a:cubicBezTo>
                      <a:pt x="14812" y="13682"/>
                      <a:pt x="13935" y="13682"/>
                      <a:pt x="13058" y="13682"/>
                    </a:cubicBezTo>
                    <a:cubicBezTo>
                      <a:pt x="12635" y="13680"/>
                      <a:pt x="12213" y="13682"/>
                      <a:pt x="11790" y="13682"/>
                    </a:cubicBezTo>
                    <a:cubicBezTo>
                      <a:pt x="11200" y="13682"/>
                      <a:pt x="10610" y="13682"/>
                      <a:pt x="10020" y="13680"/>
                    </a:cubicBezTo>
                    <a:cubicBezTo>
                      <a:pt x="9842" y="13680"/>
                      <a:pt x="9668" y="13680"/>
                      <a:pt x="9485" y="13682"/>
                    </a:cubicBezTo>
                    <a:cubicBezTo>
                      <a:pt x="9325" y="13680"/>
                      <a:pt x="9165" y="13680"/>
                      <a:pt x="9000" y="13680"/>
                    </a:cubicBezTo>
                    <a:cubicBezTo>
                      <a:pt x="8862" y="13680"/>
                      <a:pt x="8723" y="13680"/>
                      <a:pt x="8578" y="13680"/>
                    </a:cubicBezTo>
                    <a:cubicBezTo>
                      <a:pt x="8250" y="13648"/>
                      <a:pt x="8250" y="13648"/>
                      <a:pt x="8000" y="13398"/>
                    </a:cubicBezTo>
                    <a:cubicBezTo>
                      <a:pt x="7967" y="13075"/>
                      <a:pt x="7950" y="12750"/>
                      <a:pt x="7940" y="12425"/>
                    </a:cubicBezTo>
                    <a:cubicBezTo>
                      <a:pt x="7933" y="12227"/>
                      <a:pt x="7923" y="12030"/>
                      <a:pt x="7915" y="11825"/>
                    </a:cubicBezTo>
                    <a:cubicBezTo>
                      <a:pt x="7900" y="11407"/>
                      <a:pt x="7885" y="10990"/>
                      <a:pt x="7872" y="10572"/>
                    </a:cubicBezTo>
                    <a:cubicBezTo>
                      <a:pt x="7868" y="10475"/>
                      <a:pt x="7868" y="10475"/>
                      <a:pt x="7845" y="9970"/>
                    </a:cubicBezTo>
                    <a:cubicBezTo>
                      <a:pt x="7840" y="9790"/>
                      <a:pt x="7832" y="9607"/>
                      <a:pt x="7828" y="9420"/>
                    </a:cubicBezTo>
                    <a:cubicBezTo>
                      <a:pt x="7743" y="8833"/>
                      <a:pt x="7543" y="8412"/>
                      <a:pt x="7250" y="7898"/>
                    </a:cubicBezTo>
                    <a:cubicBezTo>
                      <a:pt x="7010" y="7935"/>
                      <a:pt x="6767" y="7970"/>
                      <a:pt x="6517" y="8007"/>
                    </a:cubicBezTo>
                    <a:cubicBezTo>
                      <a:pt x="6380" y="8028"/>
                      <a:pt x="6245" y="8047"/>
                      <a:pt x="6105" y="8067"/>
                    </a:cubicBezTo>
                    <a:cubicBezTo>
                      <a:pt x="5750" y="8148"/>
                      <a:pt x="5750" y="8148"/>
                      <a:pt x="5500" y="8398"/>
                    </a:cubicBezTo>
                    <a:cubicBezTo>
                      <a:pt x="5465" y="8768"/>
                      <a:pt x="5445" y="9137"/>
                      <a:pt x="5430" y="9507"/>
                    </a:cubicBezTo>
                    <a:cubicBezTo>
                      <a:pt x="5423" y="9730"/>
                      <a:pt x="5413" y="9955"/>
                      <a:pt x="5402" y="10185"/>
                    </a:cubicBezTo>
                    <a:cubicBezTo>
                      <a:pt x="5395" y="10420"/>
                      <a:pt x="5385" y="10655"/>
                      <a:pt x="5375" y="10898"/>
                    </a:cubicBezTo>
                    <a:cubicBezTo>
                      <a:pt x="5360" y="11362"/>
                      <a:pt x="5340" y="11825"/>
                      <a:pt x="5322" y="12287"/>
                    </a:cubicBezTo>
                    <a:cubicBezTo>
                      <a:pt x="5318" y="12393"/>
                      <a:pt x="5318" y="12393"/>
                      <a:pt x="5298" y="12915"/>
                    </a:cubicBezTo>
                    <a:cubicBezTo>
                      <a:pt x="5250" y="13398"/>
                      <a:pt x="5250" y="13398"/>
                      <a:pt x="5000" y="13648"/>
                    </a:cubicBezTo>
                    <a:cubicBezTo>
                      <a:pt x="4648" y="13670"/>
                      <a:pt x="4293" y="13675"/>
                      <a:pt x="3938" y="13672"/>
                    </a:cubicBezTo>
                    <a:cubicBezTo>
                      <a:pt x="3725" y="13672"/>
                      <a:pt x="3510" y="13670"/>
                      <a:pt x="3290" y="13670"/>
                    </a:cubicBezTo>
                    <a:cubicBezTo>
                      <a:pt x="3068" y="13667"/>
                      <a:pt x="2842" y="13665"/>
                      <a:pt x="2610" y="13662"/>
                    </a:cubicBezTo>
                    <a:cubicBezTo>
                      <a:pt x="2385" y="13662"/>
                      <a:pt x="2160" y="13660"/>
                      <a:pt x="1928" y="13660"/>
                    </a:cubicBezTo>
                    <a:cubicBezTo>
                      <a:pt x="1368" y="13657"/>
                      <a:pt x="810" y="13653"/>
                      <a:pt x="250" y="13648"/>
                    </a:cubicBezTo>
                    <a:cubicBezTo>
                      <a:pt x="0" y="12648"/>
                      <a:pt x="3" y="11810"/>
                      <a:pt x="105" y="10797"/>
                    </a:cubicBezTo>
                    <a:cubicBezTo>
                      <a:pt x="120" y="10648"/>
                      <a:pt x="135" y="10498"/>
                      <a:pt x="150" y="10343"/>
                    </a:cubicBezTo>
                    <a:cubicBezTo>
                      <a:pt x="183" y="10028"/>
                      <a:pt x="215" y="9710"/>
                      <a:pt x="247" y="9395"/>
                    </a:cubicBezTo>
                    <a:cubicBezTo>
                      <a:pt x="298" y="8915"/>
                      <a:pt x="342" y="8438"/>
                      <a:pt x="385" y="7958"/>
                    </a:cubicBezTo>
                    <a:cubicBezTo>
                      <a:pt x="572" y="6047"/>
                      <a:pt x="793" y="4780"/>
                      <a:pt x="2247" y="3442"/>
                    </a:cubicBezTo>
                    <a:cubicBezTo>
                      <a:pt x="2798" y="3120"/>
                      <a:pt x="3200" y="3017"/>
                      <a:pt x="3830" y="2930"/>
                    </a:cubicBezTo>
                    <a:cubicBezTo>
                      <a:pt x="5305" y="2670"/>
                      <a:pt x="6678" y="2192"/>
                      <a:pt x="8092" y="1708"/>
                    </a:cubicBezTo>
                    <a:cubicBezTo>
                      <a:pt x="9050" y="1377"/>
                      <a:pt x="10015" y="1090"/>
                      <a:pt x="10987" y="817"/>
                    </a:cubicBezTo>
                    <a:cubicBezTo>
                      <a:pt x="11500" y="648"/>
                      <a:pt x="11500" y="648"/>
                      <a:pt x="11895" y="395"/>
                    </a:cubicBezTo>
                    <a:cubicBezTo>
                      <a:pt x="12820" y="17"/>
                      <a:pt x="13730" y="52"/>
                      <a:pt x="14720" y="37"/>
                    </a:cubicBezTo>
                    <a:close/>
                    <a:moveTo>
                      <a:pt x="11250" y="1148"/>
                    </a:moveTo>
                    <a:cubicBezTo>
                      <a:pt x="10933" y="1273"/>
                      <a:pt x="10610" y="1387"/>
                      <a:pt x="10283" y="1492"/>
                    </a:cubicBezTo>
                    <a:cubicBezTo>
                      <a:pt x="10092" y="1552"/>
                      <a:pt x="9902" y="1612"/>
                      <a:pt x="9705" y="1675"/>
                    </a:cubicBezTo>
                    <a:cubicBezTo>
                      <a:pt x="9590" y="1713"/>
                      <a:pt x="9590" y="1713"/>
                      <a:pt x="9000" y="1898"/>
                    </a:cubicBezTo>
                    <a:cubicBezTo>
                      <a:pt x="8685" y="2000"/>
                      <a:pt x="8370" y="2102"/>
                      <a:pt x="8055" y="2205"/>
                    </a:cubicBezTo>
                    <a:cubicBezTo>
                      <a:pt x="6380" y="2745"/>
                      <a:pt x="4757" y="3260"/>
                      <a:pt x="3005" y="3485"/>
                    </a:cubicBezTo>
                    <a:cubicBezTo>
                      <a:pt x="2293" y="3715"/>
                      <a:pt x="1973" y="4070"/>
                      <a:pt x="1500" y="4648"/>
                    </a:cubicBezTo>
                    <a:cubicBezTo>
                      <a:pt x="355" y="7307"/>
                      <a:pt x="500" y="10557"/>
                      <a:pt x="500" y="13398"/>
                    </a:cubicBezTo>
                    <a:cubicBezTo>
                      <a:pt x="1902" y="13398"/>
                      <a:pt x="3305" y="13398"/>
                      <a:pt x="4750" y="13398"/>
                    </a:cubicBezTo>
                    <a:cubicBezTo>
                      <a:pt x="4930" y="12677"/>
                      <a:pt x="5033" y="12265"/>
                      <a:pt x="5017" y="11570"/>
                    </a:cubicBezTo>
                    <a:cubicBezTo>
                      <a:pt x="5015" y="11420"/>
                      <a:pt x="5013" y="11270"/>
                      <a:pt x="5010" y="11115"/>
                    </a:cubicBezTo>
                    <a:cubicBezTo>
                      <a:pt x="5007" y="10960"/>
                      <a:pt x="5005" y="10807"/>
                      <a:pt x="5000" y="10648"/>
                    </a:cubicBezTo>
                    <a:cubicBezTo>
                      <a:pt x="4960" y="8655"/>
                      <a:pt x="4960" y="8655"/>
                      <a:pt x="5250" y="7898"/>
                    </a:cubicBezTo>
                    <a:cubicBezTo>
                      <a:pt x="5852" y="7597"/>
                      <a:pt x="6237" y="7623"/>
                      <a:pt x="6908" y="7632"/>
                    </a:cubicBezTo>
                    <a:cubicBezTo>
                      <a:pt x="7010" y="7632"/>
                      <a:pt x="7010" y="7632"/>
                      <a:pt x="7527" y="7640"/>
                    </a:cubicBezTo>
                    <a:cubicBezTo>
                      <a:pt x="7683" y="7643"/>
                      <a:pt x="7840" y="7645"/>
                      <a:pt x="8000" y="7648"/>
                    </a:cubicBezTo>
                    <a:cubicBezTo>
                      <a:pt x="8205" y="8360"/>
                      <a:pt x="8277" y="8982"/>
                      <a:pt x="8267" y="9720"/>
                    </a:cubicBezTo>
                    <a:cubicBezTo>
                      <a:pt x="8265" y="9920"/>
                      <a:pt x="8263" y="10117"/>
                      <a:pt x="8260" y="10322"/>
                    </a:cubicBezTo>
                    <a:cubicBezTo>
                      <a:pt x="8257" y="10528"/>
                      <a:pt x="8255" y="10732"/>
                      <a:pt x="8250" y="10945"/>
                    </a:cubicBezTo>
                    <a:cubicBezTo>
                      <a:pt x="8245" y="11355"/>
                      <a:pt x="8240" y="11765"/>
                      <a:pt x="8235" y="12175"/>
                    </a:cubicBezTo>
                    <a:cubicBezTo>
                      <a:pt x="8233" y="12355"/>
                      <a:pt x="8230" y="12535"/>
                      <a:pt x="8227" y="12722"/>
                    </a:cubicBezTo>
                    <a:cubicBezTo>
                      <a:pt x="8250" y="13148"/>
                      <a:pt x="8250" y="13148"/>
                      <a:pt x="8500" y="13398"/>
                    </a:cubicBezTo>
                    <a:cubicBezTo>
                      <a:pt x="9080" y="13422"/>
                      <a:pt x="9650" y="13430"/>
                      <a:pt x="10227" y="13425"/>
                    </a:cubicBezTo>
                    <a:cubicBezTo>
                      <a:pt x="10318" y="13427"/>
                      <a:pt x="10318" y="13427"/>
                      <a:pt x="10775" y="13427"/>
                    </a:cubicBezTo>
                    <a:cubicBezTo>
                      <a:pt x="11375" y="13425"/>
                      <a:pt x="11973" y="13425"/>
                      <a:pt x="12572" y="13422"/>
                    </a:cubicBezTo>
                    <a:cubicBezTo>
                      <a:pt x="12987" y="13422"/>
                      <a:pt x="13402" y="13422"/>
                      <a:pt x="13815" y="13420"/>
                    </a:cubicBezTo>
                    <a:cubicBezTo>
                      <a:pt x="14908" y="13420"/>
                      <a:pt x="16003" y="13417"/>
                      <a:pt x="17095" y="13415"/>
                    </a:cubicBezTo>
                    <a:cubicBezTo>
                      <a:pt x="18207" y="13412"/>
                      <a:pt x="19322" y="13412"/>
                      <a:pt x="20438" y="13410"/>
                    </a:cubicBezTo>
                    <a:cubicBezTo>
                      <a:pt x="22625" y="13407"/>
                      <a:pt x="24812" y="13403"/>
                      <a:pt x="27000" y="13398"/>
                    </a:cubicBezTo>
                    <a:cubicBezTo>
                      <a:pt x="27203" y="12830"/>
                      <a:pt x="27275" y="12403"/>
                      <a:pt x="27250" y="11797"/>
                    </a:cubicBezTo>
                    <a:cubicBezTo>
                      <a:pt x="27245" y="11637"/>
                      <a:pt x="27240" y="11475"/>
                      <a:pt x="27237" y="11310"/>
                    </a:cubicBezTo>
                    <a:cubicBezTo>
                      <a:pt x="27225" y="10975"/>
                      <a:pt x="27213" y="10640"/>
                      <a:pt x="27197" y="10305"/>
                    </a:cubicBezTo>
                    <a:cubicBezTo>
                      <a:pt x="27173" y="9190"/>
                      <a:pt x="27273" y="8518"/>
                      <a:pt x="28000" y="7648"/>
                    </a:cubicBezTo>
                    <a:cubicBezTo>
                      <a:pt x="28440" y="7518"/>
                      <a:pt x="28440" y="7518"/>
                      <a:pt x="28892" y="7555"/>
                    </a:cubicBezTo>
                    <a:cubicBezTo>
                      <a:pt x="29043" y="7562"/>
                      <a:pt x="29193" y="7570"/>
                      <a:pt x="29345" y="7580"/>
                    </a:cubicBezTo>
                    <a:cubicBezTo>
                      <a:pt x="29750" y="7648"/>
                      <a:pt x="29750" y="7648"/>
                      <a:pt x="30250" y="7898"/>
                    </a:cubicBezTo>
                    <a:cubicBezTo>
                      <a:pt x="30598" y="9023"/>
                      <a:pt x="30530" y="10185"/>
                      <a:pt x="30517" y="11350"/>
                    </a:cubicBezTo>
                    <a:cubicBezTo>
                      <a:pt x="30513" y="12028"/>
                      <a:pt x="30507" y="12702"/>
                      <a:pt x="30500" y="13398"/>
                    </a:cubicBezTo>
                    <a:cubicBezTo>
                      <a:pt x="31985" y="13398"/>
                      <a:pt x="33470" y="13398"/>
                      <a:pt x="35000" y="13398"/>
                    </a:cubicBezTo>
                    <a:cubicBezTo>
                      <a:pt x="35340" y="12718"/>
                      <a:pt x="35152" y="12393"/>
                      <a:pt x="35000" y="11648"/>
                    </a:cubicBezTo>
                    <a:cubicBezTo>
                      <a:pt x="34965" y="11155"/>
                      <a:pt x="34947" y="10660"/>
                      <a:pt x="34930" y="10165"/>
                    </a:cubicBezTo>
                    <a:cubicBezTo>
                      <a:pt x="34740" y="5270"/>
                      <a:pt x="34740" y="5270"/>
                      <a:pt x="33423" y="3898"/>
                    </a:cubicBezTo>
                    <a:cubicBezTo>
                      <a:pt x="32398" y="3188"/>
                      <a:pt x="31120" y="3058"/>
                      <a:pt x="29918" y="2835"/>
                    </a:cubicBezTo>
                    <a:cubicBezTo>
                      <a:pt x="28810" y="2623"/>
                      <a:pt x="27770" y="2265"/>
                      <a:pt x="26710" y="1892"/>
                    </a:cubicBezTo>
                    <a:cubicBezTo>
                      <a:pt x="25820" y="1585"/>
                      <a:pt x="24920" y="1327"/>
                      <a:pt x="24015" y="1075"/>
                    </a:cubicBezTo>
                    <a:cubicBezTo>
                      <a:pt x="23500" y="898"/>
                      <a:pt x="23500" y="898"/>
                      <a:pt x="23155" y="640"/>
                    </a:cubicBezTo>
                    <a:cubicBezTo>
                      <a:pt x="22660" y="343"/>
                      <a:pt x="22348" y="333"/>
                      <a:pt x="21773" y="330"/>
                    </a:cubicBezTo>
                    <a:cubicBezTo>
                      <a:pt x="21578" y="327"/>
                      <a:pt x="21382" y="325"/>
                      <a:pt x="21180" y="322"/>
                    </a:cubicBezTo>
                    <a:cubicBezTo>
                      <a:pt x="20970" y="322"/>
                      <a:pt x="20760" y="322"/>
                      <a:pt x="20543" y="322"/>
                    </a:cubicBezTo>
                    <a:cubicBezTo>
                      <a:pt x="20325" y="322"/>
                      <a:pt x="20108" y="320"/>
                      <a:pt x="19885" y="320"/>
                    </a:cubicBezTo>
                    <a:cubicBezTo>
                      <a:pt x="19425" y="317"/>
                      <a:pt x="18965" y="317"/>
                      <a:pt x="18505" y="320"/>
                    </a:cubicBezTo>
                    <a:cubicBezTo>
                      <a:pt x="17803" y="320"/>
                      <a:pt x="17102" y="315"/>
                      <a:pt x="16400" y="308"/>
                    </a:cubicBezTo>
                    <a:cubicBezTo>
                      <a:pt x="15953" y="308"/>
                      <a:pt x="15507" y="308"/>
                      <a:pt x="15060" y="308"/>
                    </a:cubicBezTo>
                    <a:cubicBezTo>
                      <a:pt x="14955" y="305"/>
                      <a:pt x="14955" y="305"/>
                      <a:pt x="14428" y="300"/>
                    </a:cubicBezTo>
                    <a:cubicBezTo>
                      <a:pt x="13150" y="310"/>
                      <a:pt x="12350" y="490"/>
                      <a:pt x="11250" y="1148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44" name="news_presenter vector"/>
              <p:cNvSpPr/>
              <p:nvPr/>
            </p:nvSpPr>
            <p:spPr>
              <a:xfrm>
                <a:off x="11822638" y="858667"/>
                <a:ext cx="47480" cy="75187"/>
              </a:xfrm>
              <a:custGeom>
                <a:avLst/>
                <a:gdLst/>
                <a:ahLst/>
                <a:cxnLst/>
                <a:rect l="0" t="0" r="r" b="b"/>
                <a:pathLst>
                  <a:path w="5193" h="8222" fill="norm" stroke="0">
                    <a:moveTo>
                      <a:pt x="2670" y="32"/>
                    </a:moveTo>
                    <a:cubicBezTo>
                      <a:pt x="2743" y="30"/>
                      <a:pt x="2743" y="30"/>
                      <a:pt x="3115" y="17"/>
                    </a:cubicBezTo>
                    <a:cubicBezTo>
                      <a:pt x="3255" y="15"/>
                      <a:pt x="3398" y="15"/>
                      <a:pt x="3545" y="13"/>
                    </a:cubicBezTo>
                    <a:cubicBezTo>
                      <a:pt x="3673" y="10"/>
                      <a:pt x="3803" y="7"/>
                      <a:pt x="3935" y="5"/>
                    </a:cubicBezTo>
                    <a:cubicBezTo>
                      <a:pt x="4508" y="142"/>
                      <a:pt x="4715" y="370"/>
                      <a:pt x="5060" y="845"/>
                    </a:cubicBezTo>
                    <a:cubicBezTo>
                      <a:pt x="5138" y="1340"/>
                      <a:pt x="5173" y="1755"/>
                      <a:pt x="5170" y="2250"/>
                    </a:cubicBezTo>
                    <a:cubicBezTo>
                      <a:pt x="5170" y="2385"/>
                      <a:pt x="5173" y="2520"/>
                      <a:pt x="5173" y="2660"/>
                    </a:cubicBezTo>
                    <a:cubicBezTo>
                      <a:pt x="5175" y="2945"/>
                      <a:pt x="5175" y="3233"/>
                      <a:pt x="5173" y="3517"/>
                    </a:cubicBezTo>
                    <a:cubicBezTo>
                      <a:pt x="5170" y="3953"/>
                      <a:pt x="5178" y="4388"/>
                      <a:pt x="5185" y="4822"/>
                    </a:cubicBezTo>
                    <a:cubicBezTo>
                      <a:pt x="5185" y="5100"/>
                      <a:pt x="5185" y="5377"/>
                      <a:pt x="5185" y="5657"/>
                    </a:cubicBezTo>
                    <a:cubicBezTo>
                      <a:pt x="5185" y="5720"/>
                      <a:pt x="5185" y="5720"/>
                      <a:pt x="5193" y="6047"/>
                    </a:cubicBezTo>
                    <a:cubicBezTo>
                      <a:pt x="5180" y="6793"/>
                      <a:pt x="5065" y="7090"/>
                      <a:pt x="4595" y="7677"/>
                    </a:cubicBezTo>
                    <a:cubicBezTo>
                      <a:pt x="3918" y="8207"/>
                      <a:pt x="3538" y="8222"/>
                      <a:pt x="2685" y="8205"/>
                    </a:cubicBezTo>
                    <a:cubicBezTo>
                      <a:pt x="2568" y="8205"/>
                      <a:pt x="2568" y="8205"/>
                      <a:pt x="1975" y="8202"/>
                    </a:cubicBezTo>
                    <a:cubicBezTo>
                      <a:pt x="1193" y="8075"/>
                      <a:pt x="852" y="7922"/>
                      <a:pt x="310" y="7345"/>
                    </a:cubicBezTo>
                    <a:cubicBezTo>
                      <a:pt x="158" y="6703"/>
                      <a:pt x="158" y="6703"/>
                      <a:pt x="123" y="5955"/>
                    </a:cubicBezTo>
                    <a:cubicBezTo>
                      <a:pt x="118" y="5822"/>
                      <a:pt x="110" y="5690"/>
                      <a:pt x="102" y="5555"/>
                    </a:cubicBezTo>
                    <a:cubicBezTo>
                      <a:pt x="82" y="5150"/>
                      <a:pt x="72" y="4748"/>
                      <a:pt x="60" y="4345"/>
                    </a:cubicBezTo>
                    <a:cubicBezTo>
                      <a:pt x="50" y="4115"/>
                      <a:pt x="40" y="3882"/>
                      <a:pt x="30" y="3645"/>
                    </a:cubicBezTo>
                    <a:cubicBezTo>
                      <a:pt x="0" y="2435"/>
                      <a:pt x="50" y="1450"/>
                      <a:pt x="560" y="345"/>
                    </a:cubicBezTo>
                    <a:cubicBezTo>
                      <a:pt x="1250" y="0"/>
                      <a:pt x="1915" y="40"/>
                      <a:pt x="2670" y="32"/>
                    </a:cubicBezTo>
                    <a:close/>
                  </a:path>
                </a:pathLst>
              </a:custGeom>
              <a:solidFill>
                <a:srgbClr val="050505"/>
              </a:solidFill>
              <a:ln w="0">
                <a:noFill/>
              </a:ln>
            </p:spPr>
          </p:sp>
          <p:sp>
            <p:nvSpPr>
              <p:cNvPr id="345" name="news_presenter vector"/>
              <p:cNvSpPr/>
              <p:nvPr/>
            </p:nvSpPr>
            <p:spPr>
              <a:xfrm>
                <a:off x="12177636" y="884431"/>
                <a:ext cx="55230" cy="87119"/>
              </a:xfrm>
              <a:custGeom>
                <a:avLst/>
                <a:gdLst/>
                <a:ahLst/>
                <a:cxnLst/>
                <a:rect l="0" t="0" r="r" b="b"/>
                <a:pathLst>
                  <a:path w="6040" h="9528" fill="norm" stroke="0">
                    <a:moveTo>
                      <a:pt x="5737" y="278"/>
                    </a:moveTo>
                    <a:cubicBezTo>
                      <a:pt x="6040" y="5178"/>
                      <a:pt x="6040" y="5178"/>
                      <a:pt x="5418" y="6250"/>
                    </a:cubicBezTo>
                    <a:cubicBezTo>
                      <a:pt x="4975" y="6745"/>
                      <a:pt x="4515" y="7125"/>
                      <a:pt x="3987" y="7528"/>
                    </a:cubicBezTo>
                    <a:cubicBezTo>
                      <a:pt x="3807" y="7713"/>
                      <a:pt x="3632" y="7903"/>
                      <a:pt x="3460" y="8095"/>
                    </a:cubicBezTo>
                    <a:cubicBezTo>
                      <a:pt x="3418" y="8143"/>
                      <a:pt x="3418" y="8143"/>
                      <a:pt x="3197" y="8385"/>
                    </a:cubicBezTo>
                    <a:cubicBezTo>
                      <a:pt x="3112" y="8478"/>
                      <a:pt x="3027" y="8573"/>
                      <a:pt x="2940" y="8668"/>
                    </a:cubicBezTo>
                    <a:cubicBezTo>
                      <a:pt x="2460" y="9185"/>
                      <a:pt x="2460" y="9185"/>
                      <a:pt x="1987" y="9528"/>
                    </a:cubicBezTo>
                    <a:cubicBezTo>
                      <a:pt x="1237" y="9470"/>
                      <a:pt x="1027" y="9317"/>
                      <a:pt x="487" y="8778"/>
                    </a:cubicBezTo>
                    <a:cubicBezTo>
                      <a:pt x="0" y="6733"/>
                      <a:pt x="45" y="4615"/>
                      <a:pt x="1142" y="2778"/>
                    </a:cubicBezTo>
                    <a:cubicBezTo>
                      <a:pt x="1892" y="1728"/>
                      <a:pt x="2952" y="695"/>
                      <a:pt x="4095" y="88"/>
                    </a:cubicBezTo>
                    <a:cubicBezTo>
                      <a:pt x="4675" y="0"/>
                      <a:pt x="5175" y="140"/>
                      <a:pt x="5737" y="2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46" name="news_presenter vector"/>
              <p:cNvSpPr/>
              <p:nvPr/>
            </p:nvSpPr>
            <p:spPr>
              <a:xfrm>
                <a:off x="12209529" y="952632"/>
                <a:ext cx="91440" cy="49469"/>
              </a:xfrm>
              <a:custGeom>
                <a:avLst/>
                <a:gdLst/>
                <a:ahLst/>
                <a:cxnLst/>
                <a:rect l="0" t="0" r="r" b="b"/>
                <a:pathLst>
                  <a:path w="10000" h="5410" fill="norm" stroke="0">
                    <a:moveTo>
                      <a:pt x="5610" y="2"/>
                    </a:moveTo>
                    <a:cubicBezTo>
                      <a:pt x="5817" y="2"/>
                      <a:pt x="6025" y="0"/>
                      <a:pt x="6240" y="0"/>
                    </a:cubicBezTo>
                    <a:cubicBezTo>
                      <a:pt x="6455" y="2"/>
                      <a:pt x="6670" y="5"/>
                      <a:pt x="6890" y="7"/>
                    </a:cubicBezTo>
                    <a:cubicBezTo>
                      <a:pt x="7105" y="5"/>
                      <a:pt x="7322" y="2"/>
                      <a:pt x="7545" y="0"/>
                    </a:cubicBezTo>
                    <a:cubicBezTo>
                      <a:pt x="7752" y="0"/>
                      <a:pt x="7960" y="2"/>
                      <a:pt x="8172" y="2"/>
                    </a:cubicBezTo>
                    <a:cubicBezTo>
                      <a:pt x="8360" y="2"/>
                      <a:pt x="8550" y="2"/>
                      <a:pt x="8745" y="5"/>
                    </a:cubicBezTo>
                    <a:cubicBezTo>
                      <a:pt x="9295" y="75"/>
                      <a:pt x="9570" y="225"/>
                      <a:pt x="10000" y="570"/>
                    </a:cubicBezTo>
                    <a:cubicBezTo>
                      <a:pt x="9665" y="2262"/>
                      <a:pt x="8925" y="3377"/>
                      <a:pt x="7515" y="4382"/>
                    </a:cubicBezTo>
                    <a:cubicBezTo>
                      <a:pt x="6272" y="5207"/>
                      <a:pt x="4972" y="5410"/>
                      <a:pt x="3515" y="5397"/>
                    </a:cubicBezTo>
                    <a:cubicBezTo>
                      <a:pt x="3362" y="5397"/>
                      <a:pt x="3210" y="5397"/>
                      <a:pt x="3053" y="5395"/>
                    </a:cubicBezTo>
                    <a:cubicBezTo>
                      <a:pt x="1915" y="5373"/>
                      <a:pt x="975" y="5185"/>
                      <a:pt x="0" y="4570"/>
                    </a:cubicBezTo>
                    <a:cubicBezTo>
                      <a:pt x="415" y="3510"/>
                      <a:pt x="1175" y="2820"/>
                      <a:pt x="1967" y="2037"/>
                    </a:cubicBezTo>
                    <a:cubicBezTo>
                      <a:pt x="2100" y="1903"/>
                      <a:pt x="2232" y="1770"/>
                      <a:pt x="2370" y="1630"/>
                    </a:cubicBezTo>
                    <a:cubicBezTo>
                      <a:pt x="2500" y="1500"/>
                      <a:pt x="2630" y="1373"/>
                      <a:pt x="2762" y="1240"/>
                    </a:cubicBezTo>
                    <a:cubicBezTo>
                      <a:pt x="2822" y="1180"/>
                      <a:pt x="2822" y="1180"/>
                      <a:pt x="3117" y="885"/>
                    </a:cubicBezTo>
                    <a:cubicBezTo>
                      <a:pt x="3912" y="225"/>
                      <a:pt x="4582" y="5"/>
                      <a:pt x="561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47" name="news_presenter vector"/>
              <p:cNvSpPr/>
              <p:nvPr/>
            </p:nvSpPr>
            <p:spPr>
              <a:xfrm>
                <a:off x="11880346" y="886365"/>
                <a:ext cx="182880" cy="19705"/>
              </a:xfrm>
              <a:custGeom>
                <a:avLst/>
                <a:gdLst/>
                <a:ahLst/>
                <a:cxnLst/>
                <a:rect l="0" t="0" r="r" b="b"/>
                <a:pathLst>
                  <a:path w="20000" h="2155" fill="norm" stroke="0">
                    <a:moveTo>
                      <a:pt x="1777" y="32"/>
                    </a:moveTo>
                    <a:cubicBezTo>
                      <a:pt x="1855" y="32"/>
                      <a:pt x="1855" y="32"/>
                      <a:pt x="2242" y="30"/>
                    </a:cubicBezTo>
                    <a:cubicBezTo>
                      <a:pt x="2325" y="30"/>
                      <a:pt x="2325" y="30"/>
                      <a:pt x="2747" y="30"/>
                    </a:cubicBezTo>
                    <a:cubicBezTo>
                      <a:pt x="2925" y="30"/>
                      <a:pt x="3102" y="28"/>
                      <a:pt x="3285" y="28"/>
                    </a:cubicBezTo>
                    <a:cubicBezTo>
                      <a:pt x="3870" y="25"/>
                      <a:pt x="4455" y="25"/>
                      <a:pt x="5037" y="25"/>
                    </a:cubicBezTo>
                    <a:cubicBezTo>
                      <a:pt x="5445" y="22"/>
                      <a:pt x="5850" y="22"/>
                      <a:pt x="6257" y="22"/>
                    </a:cubicBezTo>
                    <a:cubicBezTo>
                      <a:pt x="7110" y="20"/>
                      <a:pt x="7960" y="20"/>
                      <a:pt x="8812" y="20"/>
                    </a:cubicBezTo>
                    <a:cubicBezTo>
                      <a:pt x="9905" y="20"/>
                      <a:pt x="10995" y="15"/>
                      <a:pt x="12087" y="13"/>
                    </a:cubicBezTo>
                    <a:cubicBezTo>
                      <a:pt x="12928" y="10"/>
                      <a:pt x="13765" y="7"/>
                      <a:pt x="14605" y="10"/>
                    </a:cubicBezTo>
                    <a:cubicBezTo>
                      <a:pt x="15007" y="7"/>
                      <a:pt x="15410" y="7"/>
                      <a:pt x="15812" y="5"/>
                    </a:cubicBezTo>
                    <a:cubicBezTo>
                      <a:pt x="16375" y="2"/>
                      <a:pt x="16938" y="2"/>
                      <a:pt x="17500" y="5"/>
                    </a:cubicBezTo>
                    <a:cubicBezTo>
                      <a:pt x="17668" y="5"/>
                      <a:pt x="17835" y="2"/>
                      <a:pt x="18007" y="0"/>
                    </a:cubicBezTo>
                    <a:cubicBezTo>
                      <a:pt x="19400" y="10"/>
                      <a:pt x="19400" y="10"/>
                      <a:pt x="20000" y="565"/>
                    </a:cubicBezTo>
                    <a:cubicBezTo>
                      <a:pt x="19952" y="1035"/>
                      <a:pt x="19952" y="1035"/>
                      <a:pt x="19750" y="1565"/>
                    </a:cubicBezTo>
                    <a:cubicBezTo>
                      <a:pt x="18678" y="2155"/>
                      <a:pt x="17682" y="2127"/>
                      <a:pt x="16480" y="2105"/>
                    </a:cubicBezTo>
                    <a:cubicBezTo>
                      <a:pt x="16275" y="2102"/>
                      <a:pt x="16070" y="2100"/>
                      <a:pt x="15860" y="2100"/>
                    </a:cubicBezTo>
                    <a:cubicBezTo>
                      <a:pt x="15158" y="2090"/>
                      <a:pt x="14452" y="2078"/>
                      <a:pt x="13750" y="2065"/>
                    </a:cubicBezTo>
                    <a:cubicBezTo>
                      <a:pt x="13485" y="2062"/>
                      <a:pt x="13217" y="2058"/>
                      <a:pt x="12952" y="2052"/>
                    </a:cubicBezTo>
                    <a:cubicBezTo>
                      <a:pt x="11062" y="2025"/>
                      <a:pt x="9172" y="1987"/>
                      <a:pt x="7280" y="1950"/>
                    </a:cubicBezTo>
                    <a:cubicBezTo>
                      <a:pt x="6512" y="1935"/>
                      <a:pt x="5745" y="1920"/>
                      <a:pt x="4977" y="1905"/>
                    </a:cubicBezTo>
                    <a:cubicBezTo>
                      <a:pt x="3485" y="1875"/>
                      <a:pt x="1992" y="1845"/>
                      <a:pt x="500" y="1815"/>
                    </a:cubicBezTo>
                    <a:cubicBezTo>
                      <a:pt x="235" y="1347"/>
                      <a:pt x="235" y="1347"/>
                      <a:pt x="0" y="815"/>
                    </a:cubicBezTo>
                    <a:cubicBezTo>
                      <a:pt x="250" y="315"/>
                      <a:pt x="250" y="315"/>
                      <a:pt x="592" y="162"/>
                    </a:cubicBezTo>
                    <a:cubicBezTo>
                      <a:pt x="1002" y="65"/>
                      <a:pt x="1357" y="35"/>
                      <a:pt x="1777" y="32"/>
                    </a:cubicBezTo>
                    <a:close/>
                  </a:path>
                </a:pathLst>
              </a:custGeom>
              <a:solidFill>
                <a:srgbClr val="050505"/>
              </a:solidFill>
              <a:ln w="0">
                <a:noFill/>
              </a:ln>
            </p:spPr>
          </p:sp>
          <p:sp>
            <p:nvSpPr>
              <p:cNvPr id="348" name="news_presenter vector"/>
              <p:cNvSpPr/>
              <p:nvPr/>
            </p:nvSpPr>
            <p:spPr>
              <a:xfrm>
                <a:off x="11818304" y="852419"/>
                <a:ext cx="283075" cy="87760"/>
              </a:xfrm>
              <a:custGeom>
                <a:avLst/>
                <a:gdLst/>
                <a:ahLst/>
                <a:cxnLst/>
                <a:rect l="0" t="0" r="r" b="b"/>
                <a:pathLst>
                  <a:path w="30957" h="9597" fill="norm" stroke="0">
                    <a:moveTo>
                      <a:pt x="10695" y="15"/>
                    </a:moveTo>
                    <a:cubicBezTo>
                      <a:pt x="10905" y="17"/>
                      <a:pt x="11112" y="17"/>
                      <a:pt x="11327" y="20"/>
                    </a:cubicBezTo>
                    <a:cubicBezTo>
                      <a:pt x="12013" y="25"/>
                      <a:pt x="12697" y="32"/>
                      <a:pt x="13382" y="40"/>
                    </a:cubicBezTo>
                    <a:cubicBezTo>
                      <a:pt x="13860" y="45"/>
                      <a:pt x="14337" y="50"/>
                      <a:pt x="14815" y="55"/>
                    </a:cubicBezTo>
                    <a:cubicBezTo>
                      <a:pt x="15815" y="65"/>
                      <a:pt x="16812" y="78"/>
                      <a:pt x="17810" y="90"/>
                    </a:cubicBezTo>
                    <a:cubicBezTo>
                      <a:pt x="18965" y="103"/>
                      <a:pt x="20117" y="112"/>
                      <a:pt x="21273" y="123"/>
                    </a:cubicBezTo>
                    <a:cubicBezTo>
                      <a:pt x="22385" y="133"/>
                      <a:pt x="23497" y="145"/>
                      <a:pt x="24610" y="157"/>
                    </a:cubicBezTo>
                    <a:cubicBezTo>
                      <a:pt x="25082" y="162"/>
                      <a:pt x="25555" y="168"/>
                      <a:pt x="26027" y="172"/>
                    </a:cubicBezTo>
                    <a:cubicBezTo>
                      <a:pt x="26685" y="177"/>
                      <a:pt x="27345" y="185"/>
                      <a:pt x="28002" y="195"/>
                    </a:cubicBezTo>
                    <a:cubicBezTo>
                      <a:pt x="28200" y="195"/>
                      <a:pt x="28395" y="198"/>
                      <a:pt x="28597" y="198"/>
                    </a:cubicBezTo>
                    <a:cubicBezTo>
                      <a:pt x="28775" y="200"/>
                      <a:pt x="28955" y="205"/>
                      <a:pt x="29140" y="207"/>
                    </a:cubicBezTo>
                    <a:cubicBezTo>
                      <a:pt x="29217" y="207"/>
                      <a:pt x="29217" y="207"/>
                      <a:pt x="29612" y="213"/>
                    </a:cubicBezTo>
                    <a:cubicBezTo>
                      <a:pt x="30120" y="293"/>
                      <a:pt x="30392" y="450"/>
                      <a:pt x="30785" y="778"/>
                    </a:cubicBezTo>
                    <a:cubicBezTo>
                      <a:pt x="30957" y="1460"/>
                      <a:pt x="30932" y="2093"/>
                      <a:pt x="30785" y="2778"/>
                    </a:cubicBezTo>
                    <a:cubicBezTo>
                      <a:pt x="29957" y="3532"/>
                      <a:pt x="29127" y="3653"/>
                      <a:pt x="28035" y="3778"/>
                    </a:cubicBezTo>
                    <a:cubicBezTo>
                      <a:pt x="28010" y="3935"/>
                      <a:pt x="27985" y="4093"/>
                      <a:pt x="27960" y="4252"/>
                    </a:cubicBezTo>
                    <a:cubicBezTo>
                      <a:pt x="27922" y="4457"/>
                      <a:pt x="27885" y="4663"/>
                      <a:pt x="27847" y="4873"/>
                    </a:cubicBezTo>
                    <a:cubicBezTo>
                      <a:pt x="27830" y="4972"/>
                      <a:pt x="27830" y="4972"/>
                      <a:pt x="27742" y="5487"/>
                    </a:cubicBezTo>
                    <a:cubicBezTo>
                      <a:pt x="27535" y="6028"/>
                      <a:pt x="27535" y="6028"/>
                      <a:pt x="27127" y="6310"/>
                    </a:cubicBezTo>
                    <a:cubicBezTo>
                      <a:pt x="26347" y="6597"/>
                      <a:pt x="25675" y="6590"/>
                      <a:pt x="24850" y="6578"/>
                    </a:cubicBezTo>
                    <a:cubicBezTo>
                      <a:pt x="24692" y="6578"/>
                      <a:pt x="24533" y="6575"/>
                      <a:pt x="24367" y="6575"/>
                    </a:cubicBezTo>
                    <a:cubicBezTo>
                      <a:pt x="23860" y="6573"/>
                      <a:pt x="23355" y="6565"/>
                      <a:pt x="22847" y="6560"/>
                    </a:cubicBezTo>
                    <a:cubicBezTo>
                      <a:pt x="22502" y="6558"/>
                      <a:pt x="22158" y="6555"/>
                      <a:pt x="21812" y="6552"/>
                    </a:cubicBezTo>
                    <a:cubicBezTo>
                      <a:pt x="20970" y="6547"/>
                      <a:pt x="20127" y="6538"/>
                      <a:pt x="19285" y="6528"/>
                    </a:cubicBezTo>
                    <a:cubicBezTo>
                      <a:pt x="19305" y="6625"/>
                      <a:pt x="19305" y="6625"/>
                      <a:pt x="19412" y="7112"/>
                    </a:cubicBezTo>
                    <a:cubicBezTo>
                      <a:pt x="19550" y="7858"/>
                      <a:pt x="19535" y="8312"/>
                      <a:pt x="19285" y="9028"/>
                    </a:cubicBezTo>
                    <a:cubicBezTo>
                      <a:pt x="18572" y="9480"/>
                      <a:pt x="18017" y="9593"/>
                      <a:pt x="17180" y="9593"/>
                    </a:cubicBezTo>
                    <a:cubicBezTo>
                      <a:pt x="16965" y="9595"/>
                      <a:pt x="16750" y="9595"/>
                      <a:pt x="16525" y="9597"/>
                    </a:cubicBezTo>
                    <a:cubicBezTo>
                      <a:pt x="16295" y="9597"/>
                      <a:pt x="16062" y="9595"/>
                      <a:pt x="15825" y="9595"/>
                    </a:cubicBezTo>
                    <a:cubicBezTo>
                      <a:pt x="15585" y="9595"/>
                      <a:pt x="15345" y="9595"/>
                      <a:pt x="15097" y="9595"/>
                    </a:cubicBezTo>
                    <a:cubicBezTo>
                      <a:pt x="14592" y="9597"/>
                      <a:pt x="14085" y="9595"/>
                      <a:pt x="13577" y="9593"/>
                    </a:cubicBezTo>
                    <a:cubicBezTo>
                      <a:pt x="12932" y="9590"/>
                      <a:pt x="12285" y="9593"/>
                      <a:pt x="11638" y="9595"/>
                    </a:cubicBezTo>
                    <a:cubicBezTo>
                      <a:pt x="11017" y="9597"/>
                      <a:pt x="10398" y="9595"/>
                      <a:pt x="9777" y="9595"/>
                    </a:cubicBezTo>
                    <a:cubicBezTo>
                      <a:pt x="9547" y="9595"/>
                      <a:pt x="9315" y="9597"/>
                      <a:pt x="9077" y="9597"/>
                    </a:cubicBezTo>
                    <a:cubicBezTo>
                      <a:pt x="7287" y="9585"/>
                      <a:pt x="7287" y="9585"/>
                      <a:pt x="6550" y="9242"/>
                    </a:cubicBezTo>
                    <a:cubicBezTo>
                      <a:pt x="6465" y="9207"/>
                      <a:pt x="6465" y="9207"/>
                      <a:pt x="6035" y="9028"/>
                    </a:cubicBezTo>
                    <a:cubicBezTo>
                      <a:pt x="5638" y="9242"/>
                      <a:pt x="5638" y="9242"/>
                      <a:pt x="5285" y="9528"/>
                    </a:cubicBezTo>
                    <a:cubicBezTo>
                      <a:pt x="4847" y="9590"/>
                      <a:pt x="4847" y="9590"/>
                      <a:pt x="4372" y="9585"/>
                    </a:cubicBezTo>
                    <a:cubicBezTo>
                      <a:pt x="4285" y="9585"/>
                      <a:pt x="4285" y="9585"/>
                      <a:pt x="3845" y="9585"/>
                    </a:cubicBezTo>
                    <a:cubicBezTo>
                      <a:pt x="3755" y="9582"/>
                      <a:pt x="3755" y="9582"/>
                      <a:pt x="3300" y="9575"/>
                    </a:cubicBezTo>
                    <a:cubicBezTo>
                      <a:pt x="3120" y="9575"/>
                      <a:pt x="2942" y="9575"/>
                      <a:pt x="2757" y="9575"/>
                    </a:cubicBezTo>
                    <a:cubicBezTo>
                      <a:pt x="1000" y="9560"/>
                      <a:pt x="1000" y="9560"/>
                      <a:pt x="285" y="9278"/>
                    </a:cubicBezTo>
                    <a:cubicBezTo>
                      <a:pt x="25" y="8758"/>
                      <a:pt x="2" y="8535"/>
                      <a:pt x="2" y="7968"/>
                    </a:cubicBezTo>
                    <a:cubicBezTo>
                      <a:pt x="2" y="7805"/>
                      <a:pt x="0" y="7640"/>
                      <a:pt x="0" y="7470"/>
                    </a:cubicBezTo>
                    <a:cubicBezTo>
                      <a:pt x="0" y="7293"/>
                      <a:pt x="0" y="7115"/>
                      <a:pt x="2" y="6933"/>
                    </a:cubicBezTo>
                    <a:cubicBezTo>
                      <a:pt x="2" y="6843"/>
                      <a:pt x="2" y="6843"/>
                      <a:pt x="0" y="6383"/>
                    </a:cubicBezTo>
                    <a:cubicBezTo>
                      <a:pt x="0" y="5998"/>
                      <a:pt x="0" y="5615"/>
                      <a:pt x="2" y="5230"/>
                    </a:cubicBezTo>
                    <a:cubicBezTo>
                      <a:pt x="2" y="4640"/>
                      <a:pt x="2" y="4050"/>
                      <a:pt x="0" y="3457"/>
                    </a:cubicBezTo>
                    <a:cubicBezTo>
                      <a:pt x="0" y="3085"/>
                      <a:pt x="0" y="2713"/>
                      <a:pt x="2" y="2340"/>
                    </a:cubicBezTo>
                    <a:cubicBezTo>
                      <a:pt x="0" y="2162"/>
                      <a:pt x="0" y="1985"/>
                      <a:pt x="0" y="1802"/>
                    </a:cubicBezTo>
                    <a:cubicBezTo>
                      <a:pt x="0" y="1638"/>
                      <a:pt x="2" y="1475"/>
                      <a:pt x="2" y="1305"/>
                    </a:cubicBezTo>
                    <a:cubicBezTo>
                      <a:pt x="2" y="1162"/>
                      <a:pt x="2" y="1017"/>
                      <a:pt x="2" y="868"/>
                    </a:cubicBezTo>
                    <a:cubicBezTo>
                      <a:pt x="35" y="528"/>
                      <a:pt x="35" y="528"/>
                      <a:pt x="285" y="278"/>
                    </a:cubicBezTo>
                    <a:cubicBezTo>
                      <a:pt x="750" y="260"/>
                      <a:pt x="1205" y="255"/>
                      <a:pt x="1670" y="263"/>
                    </a:cubicBezTo>
                    <a:cubicBezTo>
                      <a:pt x="1740" y="263"/>
                      <a:pt x="1740" y="263"/>
                      <a:pt x="2092" y="265"/>
                    </a:cubicBezTo>
                    <a:cubicBezTo>
                      <a:pt x="2692" y="270"/>
                      <a:pt x="3290" y="278"/>
                      <a:pt x="3890" y="282"/>
                    </a:cubicBezTo>
                    <a:cubicBezTo>
                      <a:pt x="4327" y="287"/>
                      <a:pt x="4763" y="290"/>
                      <a:pt x="5200" y="295"/>
                    </a:cubicBezTo>
                    <a:cubicBezTo>
                      <a:pt x="5332" y="295"/>
                      <a:pt x="5465" y="297"/>
                      <a:pt x="5602" y="300"/>
                    </a:cubicBezTo>
                    <a:cubicBezTo>
                      <a:pt x="6275" y="305"/>
                      <a:pt x="6910" y="265"/>
                      <a:pt x="7575" y="153"/>
                    </a:cubicBezTo>
                    <a:cubicBezTo>
                      <a:pt x="8617" y="0"/>
                      <a:pt x="9642" y="2"/>
                      <a:pt x="10695" y="15"/>
                    </a:cubicBezTo>
                    <a:close/>
                    <a:moveTo>
                      <a:pt x="285" y="1278"/>
                    </a:moveTo>
                    <a:cubicBezTo>
                      <a:pt x="210" y="1828"/>
                      <a:pt x="180" y="2308"/>
                      <a:pt x="185" y="2858"/>
                    </a:cubicBezTo>
                    <a:cubicBezTo>
                      <a:pt x="185" y="3010"/>
                      <a:pt x="182" y="3163"/>
                      <a:pt x="182" y="3317"/>
                    </a:cubicBezTo>
                    <a:cubicBezTo>
                      <a:pt x="182" y="3640"/>
                      <a:pt x="182" y="3963"/>
                      <a:pt x="188" y="4285"/>
                    </a:cubicBezTo>
                    <a:cubicBezTo>
                      <a:pt x="190" y="4778"/>
                      <a:pt x="188" y="5267"/>
                      <a:pt x="182" y="5760"/>
                    </a:cubicBezTo>
                    <a:cubicBezTo>
                      <a:pt x="182" y="6075"/>
                      <a:pt x="182" y="6388"/>
                      <a:pt x="185" y="6700"/>
                    </a:cubicBezTo>
                    <a:cubicBezTo>
                      <a:pt x="182" y="6847"/>
                      <a:pt x="182" y="6995"/>
                      <a:pt x="180" y="7145"/>
                    </a:cubicBezTo>
                    <a:cubicBezTo>
                      <a:pt x="192" y="7795"/>
                      <a:pt x="232" y="8202"/>
                      <a:pt x="605" y="8745"/>
                    </a:cubicBezTo>
                    <a:cubicBezTo>
                      <a:pt x="1392" y="9265"/>
                      <a:pt x="2242" y="9157"/>
                      <a:pt x="3160" y="9153"/>
                    </a:cubicBezTo>
                    <a:cubicBezTo>
                      <a:pt x="3352" y="9160"/>
                      <a:pt x="3545" y="9168"/>
                      <a:pt x="3745" y="9175"/>
                    </a:cubicBezTo>
                    <a:cubicBezTo>
                      <a:pt x="5127" y="9180"/>
                      <a:pt x="5127" y="9180"/>
                      <a:pt x="5585" y="8742"/>
                    </a:cubicBezTo>
                    <a:cubicBezTo>
                      <a:pt x="5793" y="8395"/>
                      <a:pt x="5793" y="8395"/>
                      <a:pt x="6035" y="7778"/>
                    </a:cubicBezTo>
                    <a:cubicBezTo>
                      <a:pt x="6145" y="7983"/>
                      <a:pt x="6257" y="8185"/>
                      <a:pt x="6372" y="8395"/>
                    </a:cubicBezTo>
                    <a:cubicBezTo>
                      <a:pt x="6755" y="8870"/>
                      <a:pt x="6965" y="9013"/>
                      <a:pt x="7567" y="9145"/>
                    </a:cubicBezTo>
                    <a:cubicBezTo>
                      <a:pt x="8257" y="9185"/>
                      <a:pt x="8938" y="9188"/>
                      <a:pt x="9630" y="9177"/>
                    </a:cubicBezTo>
                    <a:cubicBezTo>
                      <a:pt x="9885" y="9177"/>
                      <a:pt x="10140" y="9177"/>
                      <a:pt x="10395" y="9177"/>
                    </a:cubicBezTo>
                    <a:cubicBezTo>
                      <a:pt x="10930" y="9177"/>
                      <a:pt x="11462" y="9172"/>
                      <a:pt x="11995" y="9165"/>
                    </a:cubicBezTo>
                    <a:cubicBezTo>
                      <a:pt x="12680" y="9155"/>
                      <a:pt x="13362" y="9153"/>
                      <a:pt x="14047" y="9155"/>
                    </a:cubicBezTo>
                    <a:cubicBezTo>
                      <a:pt x="14572" y="9155"/>
                      <a:pt x="15100" y="9153"/>
                      <a:pt x="15625" y="9147"/>
                    </a:cubicBezTo>
                    <a:cubicBezTo>
                      <a:pt x="16000" y="9145"/>
                      <a:pt x="16375" y="9145"/>
                      <a:pt x="16750" y="9145"/>
                    </a:cubicBezTo>
                    <a:cubicBezTo>
                      <a:pt x="16862" y="9142"/>
                      <a:pt x="16862" y="9142"/>
                      <a:pt x="17438" y="9133"/>
                    </a:cubicBezTo>
                    <a:cubicBezTo>
                      <a:pt x="17638" y="9130"/>
                      <a:pt x="17837" y="9130"/>
                      <a:pt x="18045" y="9127"/>
                    </a:cubicBezTo>
                    <a:cubicBezTo>
                      <a:pt x="18535" y="9028"/>
                      <a:pt x="18535" y="9028"/>
                      <a:pt x="18852" y="8670"/>
                    </a:cubicBezTo>
                    <a:cubicBezTo>
                      <a:pt x="19060" y="8225"/>
                      <a:pt x="19080" y="7998"/>
                      <a:pt x="19002" y="7513"/>
                    </a:cubicBezTo>
                    <a:cubicBezTo>
                      <a:pt x="18987" y="7385"/>
                      <a:pt x="18970" y="7260"/>
                      <a:pt x="18955" y="7130"/>
                    </a:cubicBezTo>
                    <a:cubicBezTo>
                      <a:pt x="18685" y="6573"/>
                      <a:pt x="18362" y="6498"/>
                      <a:pt x="17785" y="6278"/>
                    </a:cubicBezTo>
                    <a:cubicBezTo>
                      <a:pt x="17132" y="6210"/>
                      <a:pt x="16482" y="6220"/>
                      <a:pt x="15827" y="6230"/>
                    </a:cubicBezTo>
                    <a:cubicBezTo>
                      <a:pt x="15640" y="6230"/>
                      <a:pt x="15452" y="6230"/>
                      <a:pt x="15260" y="6233"/>
                    </a:cubicBezTo>
                    <a:cubicBezTo>
                      <a:pt x="14665" y="6235"/>
                      <a:pt x="14067" y="6240"/>
                      <a:pt x="13472" y="6248"/>
                    </a:cubicBezTo>
                    <a:cubicBezTo>
                      <a:pt x="13067" y="6250"/>
                      <a:pt x="12662" y="6252"/>
                      <a:pt x="12257" y="6255"/>
                    </a:cubicBezTo>
                    <a:cubicBezTo>
                      <a:pt x="11267" y="6260"/>
                      <a:pt x="10275" y="6267"/>
                      <a:pt x="9285" y="6278"/>
                    </a:cubicBezTo>
                    <a:cubicBezTo>
                      <a:pt x="11520" y="6263"/>
                      <a:pt x="13757" y="6245"/>
                      <a:pt x="15992" y="6220"/>
                    </a:cubicBezTo>
                    <a:cubicBezTo>
                      <a:pt x="17033" y="6207"/>
                      <a:pt x="18070" y="6198"/>
                      <a:pt x="19107" y="6192"/>
                    </a:cubicBezTo>
                    <a:cubicBezTo>
                      <a:pt x="20110" y="6185"/>
                      <a:pt x="21112" y="6175"/>
                      <a:pt x="22112" y="6163"/>
                    </a:cubicBezTo>
                    <a:cubicBezTo>
                      <a:pt x="22495" y="6157"/>
                      <a:pt x="22877" y="6155"/>
                      <a:pt x="23260" y="6155"/>
                    </a:cubicBezTo>
                    <a:cubicBezTo>
                      <a:pt x="23795" y="6153"/>
                      <a:pt x="24330" y="6145"/>
                      <a:pt x="24865" y="6138"/>
                    </a:cubicBezTo>
                    <a:cubicBezTo>
                      <a:pt x="25025" y="6138"/>
                      <a:pt x="25182" y="6138"/>
                      <a:pt x="25347" y="6138"/>
                    </a:cubicBezTo>
                    <a:cubicBezTo>
                      <a:pt x="26067" y="6123"/>
                      <a:pt x="26422" y="6112"/>
                      <a:pt x="27013" y="5672"/>
                    </a:cubicBezTo>
                    <a:cubicBezTo>
                      <a:pt x="27285" y="5278"/>
                      <a:pt x="27285" y="5278"/>
                      <a:pt x="27303" y="4877"/>
                    </a:cubicBezTo>
                    <a:cubicBezTo>
                      <a:pt x="27273" y="4748"/>
                      <a:pt x="27240" y="4615"/>
                      <a:pt x="27207" y="4483"/>
                    </a:cubicBezTo>
                    <a:cubicBezTo>
                      <a:pt x="27150" y="4250"/>
                      <a:pt x="27092" y="4017"/>
                      <a:pt x="27035" y="3778"/>
                    </a:cubicBezTo>
                    <a:cubicBezTo>
                      <a:pt x="26787" y="3695"/>
                      <a:pt x="26540" y="3612"/>
                      <a:pt x="26285" y="3528"/>
                    </a:cubicBezTo>
                    <a:cubicBezTo>
                      <a:pt x="26285" y="3362"/>
                      <a:pt x="26285" y="3198"/>
                      <a:pt x="26285" y="3028"/>
                    </a:cubicBezTo>
                    <a:cubicBezTo>
                      <a:pt x="26347" y="3040"/>
                      <a:pt x="26347" y="3040"/>
                      <a:pt x="26660" y="3100"/>
                    </a:cubicBezTo>
                    <a:cubicBezTo>
                      <a:pt x="27945" y="3310"/>
                      <a:pt x="28807" y="3213"/>
                      <a:pt x="30035" y="2778"/>
                    </a:cubicBezTo>
                    <a:cubicBezTo>
                      <a:pt x="30117" y="2200"/>
                      <a:pt x="30200" y="1623"/>
                      <a:pt x="30285" y="1028"/>
                    </a:cubicBezTo>
                    <a:cubicBezTo>
                      <a:pt x="29705" y="578"/>
                      <a:pt x="29327" y="465"/>
                      <a:pt x="28597" y="463"/>
                    </a:cubicBezTo>
                    <a:cubicBezTo>
                      <a:pt x="28502" y="460"/>
                      <a:pt x="28502" y="460"/>
                      <a:pt x="28025" y="455"/>
                    </a:cubicBezTo>
                    <a:cubicBezTo>
                      <a:pt x="27817" y="455"/>
                      <a:pt x="27612" y="455"/>
                      <a:pt x="27400" y="455"/>
                    </a:cubicBezTo>
                    <a:cubicBezTo>
                      <a:pt x="27182" y="455"/>
                      <a:pt x="26965" y="453"/>
                      <a:pt x="26740" y="450"/>
                    </a:cubicBezTo>
                    <a:cubicBezTo>
                      <a:pt x="26017" y="445"/>
                      <a:pt x="25297" y="445"/>
                      <a:pt x="24575" y="445"/>
                    </a:cubicBezTo>
                    <a:cubicBezTo>
                      <a:pt x="24200" y="442"/>
                      <a:pt x="23825" y="442"/>
                      <a:pt x="23452" y="440"/>
                    </a:cubicBezTo>
                    <a:cubicBezTo>
                      <a:pt x="22275" y="438"/>
                      <a:pt x="21097" y="435"/>
                      <a:pt x="19920" y="435"/>
                    </a:cubicBezTo>
                    <a:cubicBezTo>
                      <a:pt x="18707" y="435"/>
                      <a:pt x="17492" y="430"/>
                      <a:pt x="16280" y="422"/>
                    </a:cubicBezTo>
                    <a:cubicBezTo>
                      <a:pt x="15237" y="418"/>
                      <a:pt x="14195" y="412"/>
                      <a:pt x="13152" y="415"/>
                    </a:cubicBezTo>
                    <a:cubicBezTo>
                      <a:pt x="12530" y="415"/>
                      <a:pt x="11908" y="412"/>
                      <a:pt x="11285" y="407"/>
                    </a:cubicBezTo>
                    <a:cubicBezTo>
                      <a:pt x="10590" y="403"/>
                      <a:pt x="9895" y="405"/>
                      <a:pt x="9202" y="407"/>
                    </a:cubicBezTo>
                    <a:cubicBezTo>
                      <a:pt x="9100" y="405"/>
                      <a:pt x="9100" y="405"/>
                      <a:pt x="8577" y="397"/>
                    </a:cubicBezTo>
                    <a:cubicBezTo>
                      <a:pt x="7027" y="415"/>
                      <a:pt x="7027" y="415"/>
                      <a:pt x="6400" y="1035"/>
                    </a:cubicBezTo>
                    <a:cubicBezTo>
                      <a:pt x="6280" y="1198"/>
                      <a:pt x="6158" y="1360"/>
                      <a:pt x="6035" y="1528"/>
                    </a:cubicBezTo>
                    <a:cubicBezTo>
                      <a:pt x="5955" y="1365"/>
                      <a:pt x="5875" y="1203"/>
                      <a:pt x="5793" y="1035"/>
                    </a:cubicBezTo>
                    <a:cubicBezTo>
                      <a:pt x="5115" y="358"/>
                      <a:pt x="4675" y="405"/>
                      <a:pt x="3745" y="405"/>
                    </a:cubicBezTo>
                    <a:cubicBezTo>
                      <a:pt x="3553" y="410"/>
                      <a:pt x="3357" y="415"/>
                      <a:pt x="3160" y="420"/>
                    </a:cubicBezTo>
                    <a:cubicBezTo>
                      <a:pt x="2967" y="418"/>
                      <a:pt x="2773" y="415"/>
                      <a:pt x="2575" y="412"/>
                    </a:cubicBezTo>
                    <a:cubicBezTo>
                      <a:pt x="865" y="433"/>
                      <a:pt x="865" y="433"/>
                      <a:pt x="285" y="1278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49" name="news_presenter vector"/>
              <p:cNvSpPr/>
              <p:nvPr/>
            </p:nvSpPr>
            <p:spPr>
              <a:xfrm>
                <a:off x="11806916" y="845820"/>
                <a:ext cx="174010" cy="304312"/>
              </a:xfrm>
              <a:custGeom>
                <a:avLst/>
                <a:gdLst/>
                <a:ahLst/>
                <a:cxnLst/>
                <a:rect l="0" t="0" r="r" b="b"/>
                <a:pathLst>
                  <a:path w="19030" h="33280" fill="norm" stroke="0">
                    <a:moveTo>
                      <a:pt x="30" y="0"/>
                    </a:moveTo>
                    <a:cubicBezTo>
                      <a:pt x="112" y="0"/>
                      <a:pt x="195" y="0"/>
                      <a:pt x="280" y="0"/>
                    </a:cubicBezTo>
                    <a:cubicBezTo>
                      <a:pt x="280" y="7343"/>
                      <a:pt x="280" y="14685"/>
                      <a:pt x="280" y="22250"/>
                    </a:cubicBezTo>
                    <a:cubicBezTo>
                      <a:pt x="445" y="22210"/>
                      <a:pt x="445" y="22210"/>
                      <a:pt x="1280" y="22000"/>
                    </a:cubicBezTo>
                    <a:cubicBezTo>
                      <a:pt x="1197" y="22743"/>
                      <a:pt x="1115" y="23485"/>
                      <a:pt x="1030" y="24250"/>
                    </a:cubicBezTo>
                    <a:cubicBezTo>
                      <a:pt x="1525" y="24498"/>
                      <a:pt x="2020" y="24745"/>
                      <a:pt x="2530" y="25000"/>
                    </a:cubicBezTo>
                    <a:cubicBezTo>
                      <a:pt x="2280" y="25125"/>
                      <a:pt x="2280" y="25125"/>
                      <a:pt x="1030" y="25750"/>
                    </a:cubicBezTo>
                    <a:cubicBezTo>
                      <a:pt x="910" y="27075"/>
                      <a:pt x="910" y="27075"/>
                      <a:pt x="1253" y="27573"/>
                    </a:cubicBezTo>
                    <a:cubicBezTo>
                      <a:pt x="1530" y="27842"/>
                      <a:pt x="1530" y="27842"/>
                      <a:pt x="2030" y="28250"/>
                    </a:cubicBezTo>
                    <a:cubicBezTo>
                      <a:pt x="1865" y="28332"/>
                      <a:pt x="1865" y="28332"/>
                      <a:pt x="1030" y="28750"/>
                    </a:cubicBezTo>
                    <a:cubicBezTo>
                      <a:pt x="1025" y="28993"/>
                      <a:pt x="1020" y="29235"/>
                      <a:pt x="1015" y="29485"/>
                    </a:cubicBezTo>
                    <a:cubicBezTo>
                      <a:pt x="1013" y="29552"/>
                      <a:pt x="1013" y="29552"/>
                      <a:pt x="1005" y="29898"/>
                    </a:cubicBezTo>
                    <a:cubicBezTo>
                      <a:pt x="1030" y="30250"/>
                      <a:pt x="1030" y="30250"/>
                      <a:pt x="1280" y="30500"/>
                    </a:cubicBezTo>
                    <a:cubicBezTo>
                      <a:pt x="1670" y="30523"/>
                      <a:pt x="2062" y="30528"/>
                      <a:pt x="2452" y="30525"/>
                    </a:cubicBezTo>
                    <a:cubicBezTo>
                      <a:pt x="2690" y="30523"/>
                      <a:pt x="2925" y="30523"/>
                      <a:pt x="3168" y="30523"/>
                    </a:cubicBezTo>
                    <a:cubicBezTo>
                      <a:pt x="3420" y="30520"/>
                      <a:pt x="3670" y="30518"/>
                      <a:pt x="3920" y="30515"/>
                    </a:cubicBezTo>
                    <a:cubicBezTo>
                      <a:pt x="4172" y="30515"/>
                      <a:pt x="4425" y="30513"/>
                      <a:pt x="4675" y="30513"/>
                    </a:cubicBezTo>
                    <a:cubicBezTo>
                      <a:pt x="5295" y="30510"/>
                      <a:pt x="5912" y="30505"/>
                      <a:pt x="6530" y="30500"/>
                    </a:cubicBezTo>
                    <a:cubicBezTo>
                      <a:pt x="6695" y="30088"/>
                      <a:pt x="6860" y="29675"/>
                      <a:pt x="7030" y="29250"/>
                    </a:cubicBezTo>
                    <a:cubicBezTo>
                      <a:pt x="6918" y="29138"/>
                      <a:pt x="6803" y="29023"/>
                      <a:pt x="6685" y="28905"/>
                    </a:cubicBezTo>
                    <a:cubicBezTo>
                      <a:pt x="6385" y="28605"/>
                      <a:pt x="6082" y="28302"/>
                      <a:pt x="5780" y="28000"/>
                    </a:cubicBezTo>
                    <a:cubicBezTo>
                      <a:pt x="6690" y="27545"/>
                      <a:pt x="7765" y="27653"/>
                      <a:pt x="8773" y="27635"/>
                    </a:cubicBezTo>
                    <a:cubicBezTo>
                      <a:pt x="9045" y="27627"/>
                      <a:pt x="9320" y="27618"/>
                      <a:pt x="9592" y="27605"/>
                    </a:cubicBezTo>
                    <a:cubicBezTo>
                      <a:pt x="11077" y="27530"/>
                      <a:pt x="12215" y="27532"/>
                      <a:pt x="13400" y="28558"/>
                    </a:cubicBezTo>
                    <a:cubicBezTo>
                      <a:pt x="13702" y="28865"/>
                      <a:pt x="13995" y="29177"/>
                      <a:pt x="14280" y="29500"/>
                    </a:cubicBezTo>
                    <a:cubicBezTo>
                      <a:pt x="14493" y="29718"/>
                      <a:pt x="14702" y="29938"/>
                      <a:pt x="14915" y="30155"/>
                    </a:cubicBezTo>
                    <a:cubicBezTo>
                      <a:pt x="15180" y="30438"/>
                      <a:pt x="15440" y="30722"/>
                      <a:pt x="15695" y="31013"/>
                    </a:cubicBezTo>
                    <a:cubicBezTo>
                      <a:pt x="16440" y="31802"/>
                      <a:pt x="16985" y="31933"/>
                      <a:pt x="18030" y="32000"/>
                    </a:cubicBezTo>
                    <a:cubicBezTo>
                      <a:pt x="18625" y="31765"/>
                      <a:pt x="18625" y="31765"/>
                      <a:pt x="19030" y="31500"/>
                    </a:cubicBezTo>
                    <a:cubicBezTo>
                      <a:pt x="18942" y="31695"/>
                      <a:pt x="18855" y="31892"/>
                      <a:pt x="18765" y="32095"/>
                    </a:cubicBezTo>
                    <a:cubicBezTo>
                      <a:pt x="18688" y="32310"/>
                      <a:pt x="18610" y="32528"/>
                      <a:pt x="18530" y="32750"/>
                    </a:cubicBezTo>
                    <a:cubicBezTo>
                      <a:pt x="18612" y="32915"/>
                      <a:pt x="18695" y="33080"/>
                      <a:pt x="18780" y="33250"/>
                    </a:cubicBezTo>
                    <a:cubicBezTo>
                      <a:pt x="16372" y="33255"/>
                      <a:pt x="13965" y="33260"/>
                      <a:pt x="11557" y="33262"/>
                    </a:cubicBezTo>
                    <a:cubicBezTo>
                      <a:pt x="10438" y="33265"/>
                      <a:pt x="9320" y="33265"/>
                      <a:pt x="8202" y="33270"/>
                    </a:cubicBezTo>
                    <a:cubicBezTo>
                      <a:pt x="7125" y="33273"/>
                      <a:pt x="6047" y="33273"/>
                      <a:pt x="4970" y="33273"/>
                    </a:cubicBezTo>
                    <a:cubicBezTo>
                      <a:pt x="4557" y="33275"/>
                      <a:pt x="4145" y="33275"/>
                      <a:pt x="3733" y="33278"/>
                    </a:cubicBezTo>
                    <a:cubicBezTo>
                      <a:pt x="3158" y="33278"/>
                      <a:pt x="2582" y="33278"/>
                      <a:pt x="2007" y="33278"/>
                    </a:cubicBezTo>
                    <a:cubicBezTo>
                      <a:pt x="1835" y="33280"/>
                      <a:pt x="1662" y="33280"/>
                      <a:pt x="1485" y="33280"/>
                    </a:cubicBezTo>
                    <a:cubicBezTo>
                      <a:pt x="307" y="33278"/>
                      <a:pt x="307" y="33278"/>
                      <a:pt x="30" y="33000"/>
                    </a:cubicBezTo>
                    <a:cubicBezTo>
                      <a:pt x="5" y="32572"/>
                      <a:pt x="0" y="32145"/>
                      <a:pt x="0" y="31718"/>
                    </a:cubicBezTo>
                    <a:cubicBezTo>
                      <a:pt x="0" y="31582"/>
                      <a:pt x="0" y="31448"/>
                      <a:pt x="0" y="31308"/>
                    </a:cubicBezTo>
                    <a:cubicBezTo>
                      <a:pt x="0" y="30852"/>
                      <a:pt x="0" y="30398"/>
                      <a:pt x="3" y="29942"/>
                    </a:cubicBezTo>
                    <a:cubicBezTo>
                      <a:pt x="3" y="29618"/>
                      <a:pt x="3" y="29293"/>
                      <a:pt x="3" y="28968"/>
                    </a:cubicBezTo>
                    <a:cubicBezTo>
                      <a:pt x="3" y="28082"/>
                      <a:pt x="3" y="27198"/>
                      <a:pt x="5" y="26310"/>
                    </a:cubicBezTo>
                    <a:cubicBezTo>
                      <a:pt x="5" y="25388"/>
                      <a:pt x="7" y="24463"/>
                      <a:pt x="7" y="23537"/>
                    </a:cubicBezTo>
                    <a:cubicBezTo>
                      <a:pt x="7" y="21787"/>
                      <a:pt x="10" y="20035"/>
                      <a:pt x="13" y="18285"/>
                    </a:cubicBezTo>
                    <a:cubicBezTo>
                      <a:pt x="15" y="16290"/>
                      <a:pt x="15" y="14298"/>
                      <a:pt x="17" y="12305"/>
                    </a:cubicBezTo>
                    <a:cubicBezTo>
                      <a:pt x="20" y="8202"/>
                      <a:pt x="25" y="4102"/>
                      <a:pt x="30" y="0"/>
                    </a:cubicBezTo>
                    <a:close/>
                    <a:moveTo>
                      <a:pt x="7280" y="28000"/>
                    </a:moveTo>
                    <a:cubicBezTo>
                      <a:pt x="7280" y="28750"/>
                      <a:pt x="7280" y="28750"/>
                      <a:pt x="7435" y="29375"/>
                    </a:cubicBezTo>
                    <a:cubicBezTo>
                      <a:pt x="7530" y="30000"/>
                      <a:pt x="7530" y="30000"/>
                      <a:pt x="7340" y="30403"/>
                    </a:cubicBezTo>
                    <a:cubicBezTo>
                      <a:pt x="6840" y="30960"/>
                      <a:pt x="6332" y="30905"/>
                      <a:pt x="5615" y="30970"/>
                    </a:cubicBezTo>
                    <a:cubicBezTo>
                      <a:pt x="3807" y="31062"/>
                      <a:pt x="2072" y="30982"/>
                      <a:pt x="280" y="30750"/>
                    </a:cubicBezTo>
                    <a:cubicBezTo>
                      <a:pt x="280" y="31410"/>
                      <a:pt x="280" y="32070"/>
                      <a:pt x="280" y="32750"/>
                    </a:cubicBezTo>
                    <a:cubicBezTo>
                      <a:pt x="1077" y="33015"/>
                      <a:pt x="1735" y="33025"/>
                      <a:pt x="2560" y="33005"/>
                    </a:cubicBezTo>
                    <a:cubicBezTo>
                      <a:pt x="2715" y="33002"/>
                      <a:pt x="2868" y="33000"/>
                      <a:pt x="3027" y="32998"/>
                    </a:cubicBezTo>
                    <a:cubicBezTo>
                      <a:pt x="3535" y="32990"/>
                      <a:pt x="4043" y="32980"/>
                      <a:pt x="4547" y="32970"/>
                    </a:cubicBezTo>
                    <a:cubicBezTo>
                      <a:pt x="4900" y="32963"/>
                      <a:pt x="5253" y="32958"/>
                      <a:pt x="5605" y="32952"/>
                    </a:cubicBezTo>
                    <a:cubicBezTo>
                      <a:pt x="6530" y="32935"/>
                      <a:pt x="7457" y="32920"/>
                      <a:pt x="8382" y="32902"/>
                    </a:cubicBezTo>
                    <a:cubicBezTo>
                      <a:pt x="9327" y="32882"/>
                      <a:pt x="10273" y="32868"/>
                      <a:pt x="11217" y="32850"/>
                    </a:cubicBezTo>
                    <a:cubicBezTo>
                      <a:pt x="13072" y="32820"/>
                      <a:pt x="14925" y="32785"/>
                      <a:pt x="16780" y="32750"/>
                    </a:cubicBezTo>
                    <a:cubicBezTo>
                      <a:pt x="16545" y="32475"/>
                      <a:pt x="16310" y="32197"/>
                      <a:pt x="16075" y="31922"/>
                    </a:cubicBezTo>
                    <a:cubicBezTo>
                      <a:pt x="15945" y="31770"/>
                      <a:pt x="15815" y="31615"/>
                      <a:pt x="15680" y="31457"/>
                    </a:cubicBezTo>
                    <a:cubicBezTo>
                      <a:pt x="15095" y="30787"/>
                      <a:pt x="14475" y="30158"/>
                      <a:pt x="13842" y="29530"/>
                    </a:cubicBezTo>
                    <a:cubicBezTo>
                      <a:pt x="13723" y="29410"/>
                      <a:pt x="13602" y="29290"/>
                      <a:pt x="13477" y="29165"/>
                    </a:cubicBezTo>
                    <a:cubicBezTo>
                      <a:pt x="13362" y="29048"/>
                      <a:pt x="13247" y="28933"/>
                      <a:pt x="13128" y="28815"/>
                    </a:cubicBezTo>
                    <a:cubicBezTo>
                      <a:pt x="13025" y="28713"/>
                      <a:pt x="12922" y="28610"/>
                      <a:pt x="12815" y="28502"/>
                    </a:cubicBezTo>
                    <a:cubicBezTo>
                      <a:pt x="12207" y="27965"/>
                      <a:pt x="11725" y="27970"/>
                      <a:pt x="10942" y="27975"/>
                    </a:cubicBezTo>
                    <a:cubicBezTo>
                      <a:pt x="10730" y="27977"/>
                      <a:pt x="10517" y="27977"/>
                      <a:pt x="10297" y="27977"/>
                    </a:cubicBezTo>
                    <a:cubicBezTo>
                      <a:pt x="10188" y="27980"/>
                      <a:pt x="10188" y="27980"/>
                      <a:pt x="9625" y="27985"/>
                    </a:cubicBezTo>
                    <a:cubicBezTo>
                      <a:pt x="9513" y="27985"/>
                      <a:pt x="9513" y="27985"/>
                      <a:pt x="8945" y="27987"/>
                    </a:cubicBezTo>
                    <a:cubicBezTo>
                      <a:pt x="8390" y="27990"/>
                      <a:pt x="7835" y="27995"/>
                      <a:pt x="7280" y="28000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50" name="news_presenter vector"/>
              <p:cNvSpPr/>
              <p:nvPr/>
            </p:nvSpPr>
            <p:spPr>
              <a:xfrm>
                <a:off x="12001500" y="845820"/>
                <a:ext cx="340888" cy="304312"/>
              </a:xfrm>
              <a:custGeom>
                <a:avLst/>
                <a:gdLst/>
                <a:ahLst/>
                <a:cxnLst/>
                <a:rect l="0" t="0" r="r" b="b"/>
                <a:pathLst>
                  <a:path w="37280" h="33280" fill="norm" stroke="0">
                    <a:moveTo>
                      <a:pt x="37000" y="0"/>
                    </a:moveTo>
                    <a:cubicBezTo>
                      <a:pt x="37082" y="0"/>
                      <a:pt x="37165" y="0"/>
                      <a:pt x="37250" y="0"/>
                    </a:cubicBezTo>
                    <a:cubicBezTo>
                      <a:pt x="37255" y="4297"/>
                      <a:pt x="37260" y="8597"/>
                      <a:pt x="37263" y="12895"/>
                    </a:cubicBezTo>
                    <a:cubicBezTo>
                      <a:pt x="37265" y="14890"/>
                      <a:pt x="37265" y="16888"/>
                      <a:pt x="37270" y="18882"/>
                    </a:cubicBezTo>
                    <a:cubicBezTo>
                      <a:pt x="37273" y="20620"/>
                      <a:pt x="37273" y="22360"/>
                      <a:pt x="37273" y="24097"/>
                    </a:cubicBezTo>
                    <a:cubicBezTo>
                      <a:pt x="37275" y="25020"/>
                      <a:pt x="37275" y="25940"/>
                      <a:pt x="37277" y="26862"/>
                    </a:cubicBezTo>
                    <a:cubicBezTo>
                      <a:pt x="37277" y="27727"/>
                      <a:pt x="37277" y="28595"/>
                      <a:pt x="37277" y="29460"/>
                    </a:cubicBezTo>
                    <a:cubicBezTo>
                      <a:pt x="37277" y="29780"/>
                      <a:pt x="37280" y="30097"/>
                      <a:pt x="37280" y="30418"/>
                    </a:cubicBezTo>
                    <a:cubicBezTo>
                      <a:pt x="37280" y="30850"/>
                      <a:pt x="37280" y="31282"/>
                      <a:pt x="37280" y="31718"/>
                    </a:cubicBezTo>
                    <a:cubicBezTo>
                      <a:pt x="37280" y="31838"/>
                      <a:pt x="37280" y="31838"/>
                      <a:pt x="37280" y="32455"/>
                    </a:cubicBezTo>
                    <a:cubicBezTo>
                      <a:pt x="37250" y="33000"/>
                      <a:pt x="37250" y="33000"/>
                      <a:pt x="37000" y="33250"/>
                    </a:cubicBezTo>
                    <a:cubicBezTo>
                      <a:pt x="36668" y="33280"/>
                      <a:pt x="36668" y="33280"/>
                      <a:pt x="36240" y="33280"/>
                    </a:cubicBezTo>
                    <a:cubicBezTo>
                      <a:pt x="36078" y="33280"/>
                      <a:pt x="35915" y="33280"/>
                      <a:pt x="35747" y="33280"/>
                    </a:cubicBezTo>
                    <a:cubicBezTo>
                      <a:pt x="35568" y="33280"/>
                      <a:pt x="35390" y="33280"/>
                      <a:pt x="35205" y="33278"/>
                    </a:cubicBezTo>
                    <a:cubicBezTo>
                      <a:pt x="35110" y="33278"/>
                      <a:pt x="35110" y="33278"/>
                      <a:pt x="34635" y="33278"/>
                    </a:cubicBezTo>
                    <a:cubicBezTo>
                      <a:pt x="34013" y="33278"/>
                      <a:pt x="33388" y="33278"/>
                      <a:pt x="32765" y="33275"/>
                    </a:cubicBezTo>
                    <a:cubicBezTo>
                      <a:pt x="32332" y="33275"/>
                      <a:pt x="31902" y="33273"/>
                      <a:pt x="31470" y="33273"/>
                    </a:cubicBezTo>
                    <a:cubicBezTo>
                      <a:pt x="30332" y="33273"/>
                      <a:pt x="29197" y="33270"/>
                      <a:pt x="28060" y="33268"/>
                    </a:cubicBezTo>
                    <a:cubicBezTo>
                      <a:pt x="26900" y="33265"/>
                      <a:pt x="25740" y="33262"/>
                      <a:pt x="24580" y="33262"/>
                    </a:cubicBezTo>
                    <a:cubicBezTo>
                      <a:pt x="22303" y="33260"/>
                      <a:pt x="20027" y="33255"/>
                      <a:pt x="17750" y="33250"/>
                    </a:cubicBezTo>
                    <a:cubicBezTo>
                      <a:pt x="17445" y="32640"/>
                      <a:pt x="17465" y="32230"/>
                      <a:pt x="17455" y="31550"/>
                    </a:cubicBezTo>
                    <a:cubicBezTo>
                      <a:pt x="17305" y="24445"/>
                      <a:pt x="17305" y="24445"/>
                      <a:pt x="14500" y="21750"/>
                    </a:cubicBezTo>
                    <a:cubicBezTo>
                      <a:pt x="11975" y="19722"/>
                      <a:pt x="9475" y="19243"/>
                      <a:pt x="6275" y="19438"/>
                    </a:cubicBezTo>
                    <a:cubicBezTo>
                      <a:pt x="4350" y="19668"/>
                      <a:pt x="2453" y="20658"/>
                      <a:pt x="1178" y="22120"/>
                    </a:cubicBezTo>
                    <a:cubicBezTo>
                      <a:pt x="1102" y="22225"/>
                      <a:pt x="1030" y="22330"/>
                      <a:pt x="953" y="22438"/>
                    </a:cubicBezTo>
                    <a:cubicBezTo>
                      <a:pt x="803" y="22623"/>
                      <a:pt x="655" y="22808"/>
                      <a:pt x="500" y="23000"/>
                    </a:cubicBezTo>
                    <a:cubicBezTo>
                      <a:pt x="335" y="23000"/>
                      <a:pt x="170" y="23000"/>
                      <a:pt x="0" y="23000"/>
                    </a:cubicBezTo>
                    <a:cubicBezTo>
                      <a:pt x="165" y="22670"/>
                      <a:pt x="330" y="22340"/>
                      <a:pt x="500" y="22000"/>
                    </a:cubicBezTo>
                    <a:cubicBezTo>
                      <a:pt x="665" y="22000"/>
                      <a:pt x="830" y="22000"/>
                      <a:pt x="1000" y="22000"/>
                    </a:cubicBezTo>
                    <a:cubicBezTo>
                      <a:pt x="1027" y="21890"/>
                      <a:pt x="1057" y="21778"/>
                      <a:pt x="1085" y="21662"/>
                    </a:cubicBezTo>
                    <a:cubicBezTo>
                      <a:pt x="1533" y="20537"/>
                      <a:pt x="2822" y="19925"/>
                      <a:pt x="3860" y="19438"/>
                    </a:cubicBezTo>
                    <a:cubicBezTo>
                      <a:pt x="4832" y="19035"/>
                      <a:pt x="5700" y="18800"/>
                      <a:pt x="6750" y="18750"/>
                    </a:cubicBezTo>
                    <a:cubicBezTo>
                      <a:pt x="6845" y="18745"/>
                      <a:pt x="6845" y="18745"/>
                      <a:pt x="7325" y="18720"/>
                    </a:cubicBezTo>
                    <a:cubicBezTo>
                      <a:pt x="9973" y="18650"/>
                      <a:pt x="11902" y="19102"/>
                      <a:pt x="14000" y="20750"/>
                    </a:cubicBezTo>
                    <a:cubicBezTo>
                      <a:pt x="14182" y="20890"/>
                      <a:pt x="14362" y="21030"/>
                      <a:pt x="14550" y="21175"/>
                    </a:cubicBezTo>
                    <a:cubicBezTo>
                      <a:pt x="16730" y="22965"/>
                      <a:pt x="17602" y="25255"/>
                      <a:pt x="18118" y="27980"/>
                    </a:cubicBezTo>
                    <a:cubicBezTo>
                      <a:pt x="18260" y="28537"/>
                      <a:pt x="18493" y="28990"/>
                      <a:pt x="18750" y="29500"/>
                    </a:cubicBezTo>
                    <a:cubicBezTo>
                      <a:pt x="18750" y="29665"/>
                      <a:pt x="18750" y="29830"/>
                      <a:pt x="18750" y="30000"/>
                    </a:cubicBezTo>
                    <a:cubicBezTo>
                      <a:pt x="19350" y="30105"/>
                      <a:pt x="19668" y="30145"/>
                      <a:pt x="20250" y="30000"/>
                    </a:cubicBezTo>
                    <a:cubicBezTo>
                      <a:pt x="20818" y="29590"/>
                      <a:pt x="21312" y="29142"/>
                      <a:pt x="21818" y="28658"/>
                    </a:cubicBezTo>
                    <a:cubicBezTo>
                      <a:pt x="22250" y="28250"/>
                      <a:pt x="22250" y="28250"/>
                      <a:pt x="22750" y="28000"/>
                    </a:cubicBezTo>
                    <a:cubicBezTo>
                      <a:pt x="22395" y="28825"/>
                      <a:pt x="21965" y="29340"/>
                      <a:pt x="21297" y="29938"/>
                    </a:cubicBezTo>
                    <a:cubicBezTo>
                      <a:pt x="21130" y="30090"/>
                      <a:pt x="20963" y="30245"/>
                      <a:pt x="20793" y="30403"/>
                    </a:cubicBezTo>
                    <a:cubicBezTo>
                      <a:pt x="20135" y="30825"/>
                      <a:pt x="19767" y="30855"/>
                      <a:pt x="19000" y="30750"/>
                    </a:cubicBezTo>
                    <a:cubicBezTo>
                      <a:pt x="18505" y="30240"/>
                      <a:pt x="18250" y="29970"/>
                      <a:pt x="18250" y="29250"/>
                    </a:cubicBezTo>
                    <a:cubicBezTo>
                      <a:pt x="18085" y="29250"/>
                      <a:pt x="17920" y="29250"/>
                      <a:pt x="17750" y="29250"/>
                    </a:cubicBezTo>
                    <a:cubicBezTo>
                      <a:pt x="17760" y="29365"/>
                      <a:pt x="17760" y="29365"/>
                      <a:pt x="17805" y="29942"/>
                    </a:cubicBezTo>
                    <a:cubicBezTo>
                      <a:pt x="17828" y="30243"/>
                      <a:pt x="17852" y="30543"/>
                      <a:pt x="17875" y="30845"/>
                    </a:cubicBezTo>
                    <a:cubicBezTo>
                      <a:pt x="17880" y="30920"/>
                      <a:pt x="17880" y="30920"/>
                      <a:pt x="17910" y="31300"/>
                    </a:cubicBezTo>
                    <a:cubicBezTo>
                      <a:pt x="17918" y="31373"/>
                      <a:pt x="17918" y="31373"/>
                      <a:pt x="17945" y="31740"/>
                    </a:cubicBezTo>
                    <a:cubicBezTo>
                      <a:pt x="17955" y="31875"/>
                      <a:pt x="17967" y="32007"/>
                      <a:pt x="17977" y="32145"/>
                    </a:cubicBezTo>
                    <a:cubicBezTo>
                      <a:pt x="17995" y="32430"/>
                      <a:pt x="18000" y="32715"/>
                      <a:pt x="18000" y="33000"/>
                    </a:cubicBezTo>
                    <a:cubicBezTo>
                      <a:pt x="18108" y="32960"/>
                      <a:pt x="18215" y="32917"/>
                      <a:pt x="18328" y="32878"/>
                    </a:cubicBezTo>
                    <a:cubicBezTo>
                      <a:pt x="18753" y="32750"/>
                      <a:pt x="19080" y="32720"/>
                      <a:pt x="19523" y="32720"/>
                    </a:cubicBezTo>
                    <a:cubicBezTo>
                      <a:pt x="19600" y="32720"/>
                      <a:pt x="19600" y="32720"/>
                      <a:pt x="19985" y="32720"/>
                    </a:cubicBezTo>
                    <a:cubicBezTo>
                      <a:pt x="20150" y="32720"/>
                      <a:pt x="20318" y="32720"/>
                      <a:pt x="20487" y="32722"/>
                    </a:cubicBezTo>
                    <a:cubicBezTo>
                      <a:pt x="20578" y="32722"/>
                      <a:pt x="20578" y="32722"/>
                      <a:pt x="21027" y="32722"/>
                    </a:cubicBezTo>
                    <a:cubicBezTo>
                      <a:pt x="21605" y="32722"/>
                      <a:pt x="22182" y="32722"/>
                      <a:pt x="22760" y="32725"/>
                    </a:cubicBezTo>
                    <a:cubicBezTo>
                      <a:pt x="23118" y="32725"/>
                      <a:pt x="23475" y="32725"/>
                      <a:pt x="23830" y="32727"/>
                    </a:cubicBezTo>
                    <a:cubicBezTo>
                      <a:pt x="25152" y="32727"/>
                      <a:pt x="26475" y="32730"/>
                      <a:pt x="27797" y="32735"/>
                    </a:cubicBezTo>
                    <a:cubicBezTo>
                      <a:pt x="29275" y="32737"/>
                      <a:pt x="29275" y="32737"/>
                      <a:pt x="36750" y="32750"/>
                    </a:cubicBezTo>
                    <a:cubicBezTo>
                      <a:pt x="36832" y="21942"/>
                      <a:pt x="36915" y="11135"/>
                      <a:pt x="37000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51" name="news_presenter vector"/>
              <p:cNvSpPr/>
              <p:nvPr/>
            </p:nvSpPr>
            <p:spPr>
              <a:xfrm>
                <a:off x="12172948" y="1069264"/>
                <a:ext cx="141732" cy="48600"/>
              </a:xfrm>
              <a:custGeom>
                <a:avLst/>
                <a:gdLst/>
                <a:ahLst/>
                <a:cxnLst/>
                <a:rect l="0" t="0" r="r" b="b"/>
                <a:pathLst>
                  <a:path w="15500" h="5315" fill="norm" stroke="0">
                    <a:moveTo>
                      <a:pt x="5487" y="28"/>
                    </a:moveTo>
                    <a:cubicBezTo>
                      <a:pt x="5685" y="25"/>
                      <a:pt x="5882" y="25"/>
                      <a:pt x="6085" y="23"/>
                    </a:cubicBezTo>
                    <a:cubicBezTo>
                      <a:pt x="6295" y="23"/>
                      <a:pt x="6507" y="23"/>
                      <a:pt x="6725" y="23"/>
                    </a:cubicBezTo>
                    <a:cubicBezTo>
                      <a:pt x="6945" y="20"/>
                      <a:pt x="7162" y="20"/>
                      <a:pt x="7388" y="20"/>
                    </a:cubicBezTo>
                    <a:cubicBezTo>
                      <a:pt x="7850" y="17"/>
                      <a:pt x="8312" y="17"/>
                      <a:pt x="8775" y="17"/>
                    </a:cubicBezTo>
                    <a:cubicBezTo>
                      <a:pt x="9480" y="17"/>
                      <a:pt x="10188" y="13"/>
                      <a:pt x="10895" y="8"/>
                    </a:cubicBezTo>
                    <a:cubicBezTo>
                      <a:pt x="11342" y="8"/>
                      <a:pt x="11793" y="8"/>
                      <a:pt x="12243" y="5"/>
                    </a:cubicBezTo>
                    <a:cubicBezTo>
                      <a:pt x="12452" y="5"/>
                      <a:pt x="12665" y="2"/>
                      <a:pt x="12882" y="0"/>
                    </a:cubicBezTo>
                    <a:cubicBezTo>
                      <a:pt x="13080" y="2"/>
                      <a:pt x="13277" y="2"/>
                      <a:pt x="13480" y="2"/>
                    </a:cubicBezTo>
                    <a:cubicBezTo>
                      <a:pt x="13567" y="2"/>
                      <a:pt x="13567" y="2"/>
                      <a:pt x="14005" y="2"/>
                    </a:cubicBezTo>
                    <a:cubicBezTo>
                      <a:pt x="14587" y="75"/>
                      <a:pt x="14993" y="278"/>
                      <a:pt x="15500" y="565"/>
                    </a:cubicBezTo>
                    <a:cubicBezTo>
                      <a:pt x="15418" y="978"/>
                      <a:pt x="15335" y="1390"/>
                      <a:pt x="15250" y="1815"/>
                    </a:cubicBezTo>
                    <a:cubicBezTo>
                      <a:pt x="14580" y="2000"/>
                      <a:pt x="13980" y="2095"/>
                      <a:pt x="13285" y="2100"/>
                    </a:cubicBezTo>
                    <a:cubicBezTo>
                      <a:pt x="13097" y="2100"/>
                      <a:pt x="12912" y="2103"/>
                      <a:pt x="12720" y="2105"/>
                    </a:cubicBezTo>
                    <a:cubicBezTo>
                      <a:pt x="12523" y="2105"/>
                      <a:pt x="12322" y="2108"/>
                      <a:pt x="12118" y="2108"/>
                    </a:cubicBezTo>
                    <a:cubicBezTo>
                      <a:pt x="11695" y="2113"/>
                      <a:pt x="11270" y="2120"/>
                      <a:pt x="10847" y="2125"/>
                    </a:cubicBezTo>
                    <a:cubicBezTo>
                      <a:pt x="10180" y="2135"/>
                      <a:pt x="9515" y="2143"/>
                      <a:pt x="8847" y="2145"/>
                    </a:cubicBezTo>
                    <a:cubicBezTo>
                      <a:pt x="8205" y="2150"/>
                      <a:pt x="7560" y="2160"/>
                      <a:pt x="6915" y="2170"/>
                    </a:cubicBezTo>
                    <a:cubicBezTo>
                      <a:pt x="6815" y="2170"/>
                      <a:pt x="6815" y="2170"/>
                      <a:pt x="6315" y="2170"/>
                    </a:cubicBezTo>
                    <a:cubicBezTo>
                      <a:pt x="5023" y="2198"/>
                      <a:pt x="4418" y="2395"/>
                      <a:pt x="3500" y="3315"/>
                    </a:cubicBezTo>
                    <a:cubicBezTo>
                      <a:pt x="3378" y="3428"/>
                      <a:pt x="3257" y="3543"/>
                      <a:pt x="3130" y="3657"/>
                    </a:cubicBezTo>
                    <a:cubicBezTo>
                      <a:pt x="3037" y="3755"/>
                      <a:pt x="2942" y="3855"/>
                      <a:pt x="2845" y="3955"/>
                    </a:cubicBezTo>
                    <a:cubicBezTo>
                      <a:pt x="2740" y="4058"/>
                      <a:pt x="2638" y="4162"/>
                      <a:pt x="2530" y="4270"/>
                    </a:cubicBezTo>
                    <a:cubicBezTo>
                      <a:pt x="2250" y="4565"/>
                      <a:pt x="2250" y="4565"/>
                      <a:pt x="1875" y="5032"/>
                    </a:cubicBezTo>
                    <a:cubicBezTo>
                      <a:pt x="1500" y="5315"/>
                      <a:pt x="1500" y="5315"/>
                      <a:pt x="827" y="5235"/>
                    </a:cubicBezTo>
                    <a:cubicBezTo>
                      <a:pt x="638" y="5180"/>
                      <a:pt x="447" y="5123"/>
                      <a:pt x="250" y="5065"/>
                    </a:cubicBezTo>
                    <a:cubicBezTo>
                      <a:pt x="80" y="4748"/>
                      <a:pt x="80" y="4748"/>
                      <a:pt x="0" y="4315"/>
                    </a:cubicBezTo>
                    <a:cubicBezTo>
                      <a:pt x="287" y="3873"/>
                      <a:pt x="287" y="3873"/>
                      <a:pt x="735" y="3393"/>
                    </a:cubicBezTo>
                    <a:cubicBezTo>
                      <a:pt x="895" y="3218"/>
                      <a:pt x="1057" y="3045"/>
                      <a:pt x="1222" y="2865"/>
                    </a:cubicBezTo>
                    <a:cubicBezTo>
                      <a:pt x="1398" y="2680"/>
                      <a:pt x="1575" y="2498"/>
                      <a:pt x="1750" y="2315"/>
                    </a:cubicBezTo>
                    <a:cubicBezTo>
                      <a:pt x="1840" y="2220"/>
                      <a:pt x="1928" y="2127"/>
                      <a:pt x="2017" y="2030"/>
                    </a:cubicBezTo>
                    <a:cubicBezTo>
                      <a:pt x="3908" y="35"/>
                      <a:pt x="3908" y="35"/>
                      <a:pt x="5487" y="28"/>
                    </a:cubicBezTo>
                    <a:close/>
                  </a:path>
                </a:pathLst>
              </a:custGeom>
              <a:solidFill>
                <a:srgbClr val="050505"/>
              </a:solidFill>
              <a:ln w="0">
                <a:noFill/>
              </a:ln>
            </p:spPr>
          </p:sp>
          <p:sp>
            <p:nvSpPr>
              <p:cNvPr id="352" name="news_presenter vector"/>
              <p:cNvSpPr/>
              <p:nvPr/>
            </p:nvSpPr>
            <p:spPr>
              <a:xfrm>
                <a:off x="12200351" y="945368"/>
                <a:ext cx="111374" cy="67368"/>
              </a:xfrm>
              <a:custGeom>
                <a:avLst/>
                <a:gdLst/>
                <a:ahLst/>
                <a:cxnLst/>
                <a:rect l="0" t="0" r="r" b="b"/>
                <a:pathLst>
                  <a:path w="12180" h="7368" fill="norm" stroke="0">
                    <a:moveTo>
                      <a:pt x="6310" y="23"/>
                    </a:moveTo>
                    <a:cubicBezTo>
                      <a:pt x="6382" y="23"/>
                      <a:pt x="6382" y="23"/>
                      <a:pt x="6755" y="23"/>
                    </a:cubicBezTo>
                    <a:cubicBezTo>
                      <a:pt x="7065" y="23"/>
                      <a:pt x="7375" y="25"/>
                      <a:pt x="7685" y="30"/>
                    </a:cubicBezTo>
                    <a:cubicBezTo>
                      <a:pt x="8160" y="35"/>
                      <a:pt x="8635" y="35"/>
                      <a:pt x="9110" y="33"/>
                    </a:cubicBezTo>
                    <a:cubicBezTo>
                      <a:pt x="9410" y="35"/>
                      <a:pt x="9712" y="35"/>
                      <a:pt x="10013" y="38"/>
                    </a:cubicBezTo>
                    <a:cubicBezTo>
                      <a:pt x="10155" y="38"/>
                      <a:pt x="10297" y="38"/>
                      <a:pt x="10442" y="38"/>
                    </a:cubicBezTo>
                    <a:cubicBezTo>
                      <a:pt x="11445" y="55"/>
                      <a:pt x="11445" y="55"/>
                      <a:pt x="12003" y="613"/>
                    </a:cubicBezTo>
                    <a:cubicBezTo>
                      <a:pt x="12180" y="1945"/>
                      <a:pt x="11425" y="3045"/>
                      <a:pt x="10685" y="4078"/>
                    </a:cubicBezTo>
                    <a:cubicBezTo>
                      <a:pt x="9445" y="5613"/>
                      <a:pt x="7850" y="6873"/>
                      <a:pt x="5852" y="7175"/>
                    </a:cubicBezTo>
                    <a:cubicBezTo>
                      <a:pt x="3930" y="7368"/>
                      <a:pt x="2405" y="7135"/>
                      <a:pt x="702" y="6235"/>
                    </a:cubicBezTo>
                    <a:cubicBezTo>
                      <a:pt x="253" y="5863"/>
                      <a:pt x="253" y="5863"/>
                      <a:pt x="13" y="5383"/>
                    </a:cubicBezTo>
                    <a:cubicBezTo>
                      <a:pt x="0" y="4638"/>
                      <a:pt x="295" y="4398"/>
                      <a:pt x="800" y="3863"/>
                    </a:cubicBezTo>
                    <a:cubicBezTo>
                      <a:pt x="962" y="3690"/>
                      <a:pt x="1125" y="3518"/>
                      <a:pt x="1290" y="3340"/>
                    </a:cubicBezTo>
                    <a:cubicBezTo>
                      <a:pt x="1367" y="3260"/>
                      <a:pt x="1367" y="3260"/>
                      <a:pt x="1753" y="2863"/>
                    </a:cubicBezTo>
                    <a:cubicBezTo>
                      <a:pt x="1860" y="2748"/>
                      <a:pt x="1965" y="2633"/>
                      <a:pt x="2075" y="2513"/>
                    </a:cubicBezTo>
                    <a:cubicBezTo>
                      <a:pt x="2332" y="2238"/>
                      <a:pt x="2332" y="2238"/>
                      <a:pt x="2753" y="1863"/>
                    </a:cubicBezTo>
                    <a:cubicBezTo>
                      <a:pt x="2918" y="1863"/>
                      <a:pt x="3082" y="1863"/>
                      <a:pt x="3253" y="1863"/>
                    </a:cubicBezTo>
                    <a:cubicBezTo>
                      <a:pt x="3315" y="1715"/>
                      <a:pt x="3378" y="1565"/>
                      <a:pt x="3440" y="1410"/>
                    </a:cubicBezTo>
                    <a:cubicBezTo>
                      <a:pt x="4132" y="200"/>
                      <a:pt x="4987" y="0"/>
                      <a:pt x="6310" y="23"/>
                    </a:cubicBezTo>
                    <a:close/>
                    <a:moveTo>
                      <a:pt x="2410" y="3425"/>
                    </a:moveTo>
                    <a:cubicBezTo>
                      <a:pt x="2273" y="3565"/>
                      <a:pt x="2138" y="3703"/>
                      <a:pt x="1997" y="3845"/>
                    </a:cubicBezTo>
                    <a:cubicBezTo>
                      <a:pt x="1665" y="4185"/>
                      <a:pt x="1332" y="4523"/>
                      <a:pt x="1003" y="4863"/>
                    </a:cubicBezTo>
                    <a:cubicBezTo>
                      <a:pt x="1087" y="5220"/>
                      <a:pt x="1087" y="5220"/>
                      <a:pt x="1253" y="5613"/>
                    </a:cubicBezTo>
                    <a:cubicBezTo>
                      <a:pt x="2320" y="6085"/>
                      <a:pt x="3297" y="6210"/>
                      <a:pt x="4457" y="6208"/>
                    </a:cubicBezTo>
                    <a:cubicBezTo>
                      <a:pt x="4610" y="6208"/>
                      <a:pt x="4763" y="6208"/>
                      <a:pt x="4920" y="6205"/>
                    </a:cubicBezTo>
                    <a:cubicBezTo>
                      <a:pt x="6277" y="6170"/>
                      <a:pt x="7342" y="5830"/>
                      <a:pt x="8503" y="5113"/>
                    </a:cubicBezTo>
                    <a:cubicBezTo>
                      <a:pt x="8628" y="5038"/>
                      <a:pt x="8753" y="4963"/>
                      <a:pt x="8882" y="4885"/>
                    </a:cubicBezTo>
                    <a:cubicBezTo>
                      <a:pt x="9950" y="4143"/>
                      <a:pt x="10565" y="2978"/>
                      <a:pt x="10940" y="1755"/>
                    </a:cubicBezTo>
                    <a:cubicBezTo>
                      <a:pt x="10962" y="1625"/>
                      <a:pt x="10982" y="1495"/>
                      <a:pt x="11003" y="1363"/>
                    </a:cubicBezTo>
                    <a:cubicBezTo>
                      <a:pt x="10072" y="625"/>
                      <a:pt x="9065" y="773"/>
                      <a:pt x="7925" y="770"/>
                    </a:cubicBezTo>
                    <a:cubicBezTo>
                      <a:pt x="7715" y="763"/>
                      <a:pt x="7505" y="758"/>
                      <a:pt x="7287" y="750"/>
                    </a:cubicBezTo>
                    <a:cubicBezTo>
                      <a:pt x="4975" y="740"/>
                      <a:pt x="3952" y="1833"/>
                      <a:pt x="2410" y="3425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53" name="news_presenter vector"/>
              <p:cNvSpPr/>
              <p:nvPr/>
            </p:nvSpPr>
            <p:spPr>
              <a:xfrm>
                <a:off x="12007106" y="1033478"/>
                <a:ext cx="135103" cy="191818"/>
              </a:xfrm>
              <a:custGeom>
                <a:avLst/>
                <a:gdLst/>
                <a:ahLst/>
                <a:cxnLst/>
                <a:rect l="0" t="0" r="r" b="b"/>
                <a:pathLst>
                  <a:path w="14775" h="20977" fill="norm" stroke="0">
                    <a:moveTo>
                      <a:pt x="10902" y="1602"/>
                    </a:moveTo>
                    <a:cubicBezTo>
                      <a:pt x="12695" y="2690"/>
                      <a:pt x="13862" y="4067"/>
                      <a:pt x="14487" y="6062"/>
                    </a:cubicBezTo>
                    <a:cubicBezTo>
                      <a:pt x="14745" y="7215"/>
                      <a:pt x="14757" y="8360"/>
                      <a:pt x="14747" y="9537"/>
                    </a:cubicBezTo>
                    <a:cubicBezTo>
                      <a:pt x="14747" y="9960"/>
                      <a:pt x="14752" y="10382"/>
                      <a:pt x="14762" y="10807"/>
                    </a:cubicBezTo>
                    <a:cubicBezTo>
                      <a:pt x="14775" y="12907"/>
                      <a:pt x="14397" y="14710"/>
                      <a:pt x="13168" y="16477"/>
                    </a:cubicBezTo>
                    <a:cubicBezTo>
                      <a:pt x="12502" y="17102"/>
                      <a:pt x="12015" y="17257"/>
                      <a:pt x="11137" y="17477"/>
                    </a:cubicBezTo>
                    <a:cubicBezTo>
                      <a:pt x="10877" y="18427"/>
                      <a:pt x="10912" y="19142"/>
                      <a:pt x="11097" y="20090"/>
                    </a:cubicBezTo>
                    <a:cubicBezTo>
                      <a:pt x="11137" y="20477"/>
                      <a:pt x="11137" y="20477"/>
                      <a:pt x="10887" y="20977"/>
                    </a:cubicBezTo>
                    <a:cubicBezTo>
                      <a:pt x="8577" y="20977"/>
                      <a:pt x="6267" y="20977"/>
                      <a:pt x="3887" y="20977"/>
                    </a:cubicBezTo>
                    <a:cubicBezTo>
                      <a:pt x="3607" y="19583"/>
                      <a:pt x="3607" y="19583"/>
                      <a:pt x="3762" y="18805"/>
                    </a:cubicBezTo>
                    <a:cubicBezTo>
                      <a:pt x="3912" y="18030"/>
                      <a:pt x="3912" y="18030"/>
                      <a:pt x="3637" y="17477"/>
                    </a:cubicBezTo>
                    <a:cubicBezTo>
                      <a:pt x="3272" y="17335"/>
                      <a:pt x="3272" y="17335"/>
                      <a:pt x="2825" y="17197"/>
                    </a:cubicBezTo>
                    <a:cubicBezTo>
                      <a:pt x="1650" y="16720"/>
                      <a:pt x="1158" y="15843"/>
                      <a:pt x="637" y="14727"/>
                    </a:cubicBezTo>
                    <a:cubicBezTo>
                      <a:pt x="255" y="13712"/>
                      <a:pt x="57" y="12835"/>
                      <a:pt x="53" y="11747"/>
                    </a:cubicBezTo>
                    <a:cubicBezTo>
                      <a:pt x="50" y="11610"/>
                      <a:pt x="50" y="11475"/>
                      <a:pt x="47" y="11335"/>
                    </a:cubicBezTo>
                    <a:cubicBezTo>
                      <a:pt x="45" y="11047"/>
                      <a:pt x="45" y="10760"/>
                      <a:pt x="45" y="10475"/>
                    </a:cubicBezTo>
                    <a:cubicBezTo>
                      <a:pt x="43" y="10045"/>
                      <a:pt x="35" y="9615"/>
                      <a:pt x="25" y="9185"/>
                    </a:cubicBezTo>
                    <a:cubicBezTo>
                      <a:pt x="0" y="6810"/>
                      <a:pt x="465" y="4662"/>
                      <a:pt x="2170" y="2880"/>
                    </a:cubicBezTo>
                    <a:cubicBezTo>
                      <a:pt x="4607" y="777"/>
                      <a:pt x="7942" y="0"/>
                      <a:pt x="10902" y="1602"/>
                    </a:cubicBezTo>
                    <a:close/>
                    <a:moveTo>
                      <a:pt x="1390" y="4405"/>
                    </a:moveTo>
                    <a:cubicBezTo>
                      <a:pt x="647" y="6075"/>
                      <a:pt x="550" y="7747"/>
                      <a:pt x="557" y="9555"/>
                    </a:cubicBezTo>
                    <a:cubicBezTo>
                      <a:pt x="557" y="9945"/>
                      <a:pt x="553" y="10332"/>
                      <a:pt x="547" y="10722"/>
                    </a:cubicBezTo>
                    <a:cubicBezTo>
                      <a:pt x="535" y="12677"/>
                      <a:pt x="697" y="14982"/>
                      <a:pt x="2075" y="16505"/>
                    </a:cubicBezTo>
                    <a:cubicBezTo>
                      <a:pt x="2688" y="16942"/>
                      <a:pt x="3405" y="17090"/>
                      <a:pt x="4137" y="17227"/>
                    </a:cubicBezTo>
                    <a:cubicBezTo>
                      <a:pt x="4365" y="18273"/>
                      <a:pt x="4380" y="19072"/>
                      <a:pt x="4175" y="20122"/>
                    </a:cubicBezTo>
                    <a:cubicBezTo>
                      <a:pt x="4162" y="20240"/>
                      <a:pt x="4150" y="20357"/>
                      <a:pt x="4137" y="20477"/>
                    </a:cubicBezTo>
                    <a:cubicBezTo>
                      <a:pt x="4387" y="20727"/>
                      <a:pt x="4387" y="20727"/>
                      <a:pt x="4965" y="20755"/>
                    </a:cubicBezTo>
                    <a:cubicBezTo>
                      <a:pt x="5217" y="20755"/>
                      <a:pt x="5470" y="20755"/>
                      <a:pt x="5725" y="20752"/>
                    </a:cubicBezTo>
                    <a:cubicBezTo>
                      <a:pt x="5790" y="20752"/>
                      <a:pt x="5790" y="20752"/>
                      <a:pt x="6127" y="20750"/>
                    </a:cubicBezTo>
                    <a:cubicBezTo>
                      <a:pt x="6553" y="20750"/>
                      <a:pt x="6977" y="20747"/>
                      <a:pt x="7402" y="20742"/>
                    </a:cubicBezTo>
                    <a:cubicBezTo>
                      <a:pt x="7690" y="20742"/>
                      <a:pt x="7977" y="20740"/>
                      <a:pt x="8267" y="20740"/>
                    </a:cubicBezTo>
                    <a:cubicBezTo>
                      <a:pt x="8972" y="20737"/>
                      <a:pt x="9680" y="20732"/>
                      <a:pt x="10387" y="20727"/>
                    </a:cubicBezTo>
                    <a:cubicBezTo>
                      <a:pt x="10675" y="19375"/>
                      <a:pt x="10675" y="19375"/>
                      <a:pt x="10512" y="18697"/>
                    </a:cubicBezTo>
                    <a:cubicBezTo>
                      <a:pt x="10347" y="17752"/>
                      <a:pt x="10347" y="17752"/>
                      <a:pt x="10637" y="17227"/>
                    </a:cubicBezTo>
                    <a:cubicBezTo>
                      <a:pt x="11055" y="17070"/>
                      <a:pt x="11055" y="17070"/>
                      <a:pt x="11575" y="16947"/>
                    </a:cubicBezTo>
                    <a:cubicBezTo>
                      <a:pt x="12750" y="16550"/>
                      <a:pt x="13115" y="15890"/>
                      <a:pt x="13660" y="14815"/>
                    </a:cubicBezTo>
                    <a:cubicBezTo>
                      <a:pt x="14207" y="13395"/>
                      <a:pt x="14192" y="11955"/>
                      <a:pt x="14197" y="10457"/>
                    </a:cubicBezTo>
                    <a:cubicBezTo>
                      <a:pt x="14200" y="10060"/>
                      <a:pt x="14207" y="9665"/>
                      <a:pt x="14215" y="9270"/>
                    </a:cubicBezTo>
                    <a:cubicBezTo>
                      <a:pt x="14237" y="7112"/>
                      <a:pt x="14037" y="4925"/>
                      <a:pt x="12492" y="3285"/>
                    </a:cubicBezTo>
                    <a:cubicBezTo>
                      <a:pt x="11147" y="2122"/>
                      <a:pt x="9165" y="1150"/>
                      <a:pt x="7387" y="1007"/>
                    </a:cubicBezTo>
                    <a:cubicBezTo>
                      <a:pt x="5112" y="1197"/>
                      <a:pt x="2685" y="2540"/>
                      <a:pt x="1390" y="4405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54" name="news_presenter vector"/>
              <p:cNvSpPr/>
              <p:nvPr/>
            </p:nvSpPr>
            <p:spPr>
              <a:xfrm>
                <a:off x="12152805" y="852701"/>
                <a:ext cx="177096" cy="176388"/>
              </a:xfrm>
              <a:custGeom>
                <a:avLst/>
                <a:gdLst/>
                <a:ahLst/>
                <a:cxnLst/>
                <a:rect l="0" t="0" r="r" b="b"/>
                <a:pathLst>
                  <a:path w="19368" h="19290" fill="norm" stroke="0">
                    <a:moveTo>
                      <a:pt x="9625" y="373"/>
                    </a:moveTo>
                    <a:cubicBezTo>
                      <a:pt x="9822" y="375"/>
                      <a:pt x="10020" y="375"/>
                      <a:pt x="10223" y="377"/>
                    </a:cubicBezTo>
                    <a:cubicBezTo>
                      <a:pt x="12745" y="453"/>
                      <a:pt x="14697" y="1278"/>
                      <a:pt x="16535" y="3045"/>
                    </a:cubicBezTo>
                    <a:cubicBezTo>
                      <a:pt x="18430" y="5093"/>
                      <a:pt x="19368" y="7273"/>
                      <a:pt x="19340" y="10058"/>
                    </a:cubicBezTo>
                    <a:cubicBezTo>
                      <a:pt x="19230" y="12287"/>
                      <a:pt x="18440" y="14507"/>
                      <a:pt x="16865" y="16127"/>
                    </a:cubicBezTo>
                    <a:cubicBezTo>
                      <a:pt x="14325" y="18410"/>
                      <a:pt x="11997" y="19290"/>
                      <a:pt x="8595" y="19145"/>
                    </a:cubicBezTo>
                    <a:cubicBezTo>
                      <a:pt x="5963" y="18903"/>
                      <a:pt x="3975" y="17438"/>
                      <a:pt x="2280" y="15517"/>
                    </a:cubicBezTo>
                    <a:cubicBezTo>
                      <a:pt x="650" y="13433"/>
                      <a:pt x="0" y="11032"/>
                      <a:pt x="290" y="8398"/>
                    </a:cubicBezTo>
                    <a:cubicBezTo>
                      <a:pt x="535" y="6660"/>
                      <a:pt x="1195" y="5425"/>
                      <a:pt x="2203" y="3998"/>
                    </a:cubicBezTo>
                    <a:cubicBezTo>
                      <a:pt x="2280" y="3873"/>
                      <a:pt x="2358" y="3748"/>
                      <a:pt x="2435" y="3618"/>
                    </a:cubicBezTo>
                    <a:cubicBezTo>
                      <a:pt x="3185" y="2493"/>
                      <a:pt x="4530" y="1850"/>
                      <a:pt x="5703" y="1248"/>
                    </a:cubicBezTo>
                    <a:cubicBezTo>
                      <a:pt x="5832" y="1180"/>
                      <a:pt x="5963" y="1110"/>
                      <a:pt x="6098" y="1040"/>
                    </a:cubicBezTo>
                    <a:cubicBezTo>
                      <a:pt x="7275" y="472"/>
                      <a:pt x="8328" y="362"/>
                      <a:pt x="9625" y="373"/>
                    </a:cubicBezTo>
                    <a:close/>
                    <a:moveTo>
                      <a:pt x="2713" y="3933"/>
                    </a:moveTo>
                    <a:cubicBezTo>
                      <a:pt x="1108" y="5890"/>
                      <a:pt x="535" y="8260"/>
                      <a:pt x="703" y="10748"/>
                    </a:cubicBezTo>
                    <a:cubicBezTo>
                      <a:pt x="975" y="13215"/>
                      <a:pt x="2203" y="15252"/>
                      <a:pt x="4072" y="16840"/>
                    </a:cubicBezTo>
                    <a:cubicBezTo>
                      <a:pt x="6195" y="18530"/>
                      <a:pt x="8642" y="18965"/>
                      <a:pt x="11303" y="18685"/>
                    </a:cubicBezTo>
                    <a:cubicBezTo>
                      <a:pt x="11793" y="18578"/>
                      <a:pt x="12235" y="18435"/>
                      <a:pt x="12703" y="18248"/>
                    </a:cubicBezTo>
                    <a:cubicBezTo>
                      <a:pt x="12860" y="18190"/>
                      <a:pt x="13017" y="18130"/>
                      <a:pt x="13180" y="18070"/>
                    </a:cubicBezTo>
                    <a:cubicBezTo>
                      <a:pt x="15497" y="17067"/>
                      <a:pt x="17225" y="15323"/>
                      <a:pt x="18243" y="13037"/>
                    </a:cubicBezTo>
                    <a:cubicBezTo>
                      <a:pt x="19025" y="11025"/>
                      <a:pt x="19060" y="8448"/>
                      <a:pt x="18345" y="6403"/>
                    </a:cubicBezTo>
                    <a:cubicBezTo>
                      <a:pt x="17115" y="3812"/>
                      <a:pt x="14865" y="1957"/>
                      <a:pt x="12203" y="998"/>
                    </a:cubicBezTo>
                    <a:cubicBezTo>
                      <a:pt x="8753" y="0"/>
                      <a:pt x="5108" y="1385"/>
                      <a:pt x="2713" y="3933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55" name="news_presenter vector"/>
              <p:cNvSpPr/>
              <p:nvPr/>
            </p:nvSpPr>
            <p:spPr>
              <a:xfrm>
                <a:off x="12169064" y="873732"/>
                <a:ext cx="70340" cy="109248"/>
              </a:xfrm>
              <a:custGeom>
                <a:avLst/>
                <a:gdLst/>
                <a:ahLst/>
                <a:cxnLst/>
                <a:rect l="0" t="0" r="r" b="b"/>
                <a:pathLst>
                  <a:path w="7692" h="11948" fill="norm" stroke="0">
                    <a:moveTo>
                      <a:pt x="7175" y="198"/>
                    </a:moveTo>
                    <a:cubicBezTo>
                      <a:pt x="7650" y="1148"/>
                      <a:pt x="7523" y="2350"/>
                      <a:pt x="7540" y="3403"/>
                    </a:cubicBezTo>
                    <a:cubicBezTo>
                      <a:pt x="7547" y="3700"/>
                      <a:pt x="7557" y="4000"/>
                      <a:pt x="7570" y="4297"/>
                    </a:cubicBezTo>
                    <a:cubicBezTo>
                      <a:pt x="7645" y="5908"/>
                      <a:pt x="7692" y="7090"/>
                      <a:pt x="6580" y="8365"/>
                    </a:cubicBezTo>
                    <a:cubicBezTo>
                      <a:pt x="6285" y="8650"/>
                      <a:pt x="5985" y="8928"/>
                      <a:pt x="5675" y="9198"/>
                    </a:cubicBezTo>
                    <a:cubicBezTo>
                      <a:pt x="5465" y="9415"/>
                      <a:pt x="5255" y="9633"/>
                      <a:pt x="5050" y="9853"/>
                    </a:cubicBezTo>
                    <a:cubicBezTo>
                      <a:pt x="4295" y="10593"/>
                      <a:pt x="3485" y="11270"/>
                      <a:pt x="2675" y="11948"/>
                    </a:cubicBezTo>
                    <a:cubicBezTo>
                      <a:pt x="2165" y="11823"/>
                      <a:pt x="1850" y="11740"/>
                      <a:pt x="1425" y="11448"/>
                    </a:cubicBezTo>
                    <a:cubicBezTo>
                      <a:pt x="1087" y="10892"/>
                      <a:pt x="878" y="10313"/>
                      <a:pt x="675" y="9698"/>
                    </a:cubicBezTo>
                    <a:cubicBezTo>
                      <a:pt x="628" y="9585"/>
                      <a:pt x="582" y="9473"/>
                      <a:pt x="535" y="9355"/>
                    </a:cubicBezTo>
                    <a:cubicBezTo>
                      <a:pt x="0" y="7358"/>
                      <a:pt x="452" y="5325"/>
                      <a:pt x="1385" y="3545"/>
                    </a:cubicBezTo>
                    <a:cubicBezTo>
                      <a:pt x="2655" y="1422"/>
                      <a:pt x="4692" y="0"/>
                      <a:pt x="7175" y="198"/>
                    </a:cubicBezTo>
                    <a:close/>
                    <a:moveTo>
                      <a:pt x="4135" y="1835"/>
                    </a:moveTo>
                    <a:cubicBezTo>
                      <a:pt x="2815" y="2873"/>
                      <a:pt x="1447" y="4308"/>
                      <a:pt x="1215" y="6015"/>
                    </a:cubicBezTo>
                    <a:cubicBezTo>
                      <a:pt x="1082" y="7458"/>
                      <a:pt x="1082" y="8848"/>
                      <a:pt x="1675" y="10198"/>
                    </a:cubicBezTo>
                    <a:cubicBezTo>
                      <a:pt x="1840" y="10362"/>
                      <a:pt x="2005" y="10528"/>
                      <a:pt x="2175" y="10698"/>
                    </a:cubicBezTo>
                    <a:cubicBezTo>
                      <a:pt x="2995" y="10615"/>
                      <a:pt x="3408" y="10305"/>
                      <a:pt x="3975" y="9730"/>
                    </a:cubicBezTo>
                    <a:cubicBezTo>
                      <a:pt x="4118" y="9585"/>
                      <a:pt x="4260" y="9443"/>
                      <a:pt x="4405" y="9295"/>
                    </a:cubicBezTo>
                    <a:cubicBezTo>
                      <a:pt x="4553" y="9145"/>
                      <a:pt x="4697" y="8993"/>
                      <a:pt x="4847" y="8838"/>
                    </a:cubicBezTo>
                    <a:cubicBezTo>
                      <a:pt x="4995" y="8688"/>
                      <a:pt x="5142" y="8538"/>
                      <a:pt x="5297" y="8385"/>
                    </a:cubicBezTo>
                    <a:cubicBezTo>
                      <a:pt x="6265" y="7398"/>
                      <a:pt x="6707" y="6925"/>
                      <a:pt x="6700" y="5500"/>
                    </a:cubicBezTo>
                    <a:cubicBezTo>
                      <a:pt x="6700" y="5383"/>
                      <a:pt x="6700" y="5383"/>
                      <a:pt x="6697" y="4788"/>
                    </a:cubicBezTo>
                    <a:cubicBezTo>
                      <a:pt x="6695" y="4540"/>
                      <a:pt x="6692" y="4295"/>
                      <a:pt x="6690" y="4043"/>
                    </a:cubicBezTo>
                    <a:cubicBezTo>
                      <a:pt x="6690" y="3790"/>
                      <a:pt x="6688" y="3540"/>
                      <a:pt x="6688" y="3290"/>
                    </a:cubicBezTo>
                    <a:cubicBezTo>
                      <a:pt x="6685" y="2675"/>
                      <a:pt x="6680" y="2062"/>
                      <a:pt x="6675" y="1448"/>
                    </a:cubicBezTo>
                    <a:cubicBezTo>
                      <a:pt x="5533" y="1193"/>
                      <a:pt x="5112" y="1225"/>
                      <a:pt x="4135" y="1835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56" name="news_presenter vector"/>
              <p:cNvSpPr/>
              <p:nvPr/>
            </p:nvSpPr>
            <p:spPr>
              <a:xfrm>
                <a:off x="12148827" y="853232"/>
                <a:ext cx="186218" cy="179200"/>
              </a:xfrm>
              <a:custGeom>
                <a:avLst/>
                <a:gdLst/>
                <a:ahLst/>
                <a:cxnLst/>
                <a:rect l="0" t="0" r="r" b="b"/>
                <a:pathLst>
                  <a:path w="20365" h="19597" fill="norm" stroke="0">
                    <a:moveTo>
                      <a:pt x="10060" y="17"/>
                    </a:moveTo>
                    <a:cubicBezTo>
                      <a:pt x="10300" y="20"/>
                      <a:pt x="10540" y="20"/>
                      <a:pt x="10787" y="22"/>
                    </a:cubicBezTo>
                    <a:cubicBezTo>
                      <a:pt x="12982" y="93"/>
                      <a:pt x="14620" y="657"/>
                      <a:pt x="16388" y="1940"/>
                    </a:cubicBezTo>
                    <a:cubicBezTo>
                      <a:pt x="16477" y="2002"/>
                      <a:pt x="16477" y="2002"/>
                      <a:pt x="16928" y="2323"/>
                    </a:cubicBezTo>
                    <a:cubicBezTo>
                      <a:pt x="17418" y="2742"/>
                      <a:pt x="17765" y="3162"/>
                      <a:pt x="18138" y="3690"/>
                    </a:cubicBezTo>
                    <a:cubicBezTo>
                      <a:pt x="18217" y="3800"/>
                      <a:pt x="18295" y="3910"/>
                      <a:pt x="18378" y="4022"/>
                    </a:cubicBezTo>
                    <a:cubicBezTo>
                      <a:pt x="20122" y="6578"/>
                      <a:pt x="20365" y="9420"/>
                      <a:pt x="19888" y="12440"/>
                    </a:cubicBezTo>
                    <a:cubicBezTo>
                      <a:pt x="19600" y="13513"/>
                      <a:pt x="19082" y="14323"/>
                      <a:pt x="18388" y="15190"/>
                    </a:cubicBezTo>
                    <a:cubicBezTo>
                      <a:pt x="18240" y="15377"/>
                      <a:pt x="18095" y="15567"/>
                      <a:pt x="17942" y="15763"/>
                    </a:cubicBezTo>
                    <a:cubicBezTo>
                      <a:pt x="16660" y="17307"/>
                      <a:pt x="15495" y="18205"/>
                      <a:pt x="13638" y="18940"/>
                    </a:cubicBezTo>
                    <a:cubicBezTo>
                      <a:pt x="13555" y="18980"/>
                      <a:pt x="13555" y="18980"/>
                      <a:pt x="13138" y="19190"/>
                    </a:cubicBezTo>
                    <a:cubicBezTo>
                      <a:pt x="10055" y="19490"/>
                      <a:pt x="6970" y="19597"/>
                      <a:pt x="4388" y="17690"/>
                    </a:cubicBezTo>
                    <a:cubicBezTo>
                      <a:pt x="4335" y="17650"/>
                      <a:pt x="4335" y="17650"/>
                      <a:pt x="4072" y="17457"/>
                    </a:cubicBezTo>
                    <a:cubicBezTo>
                      <a:pt x="1800" y="15728"/>
                      <a:pt x="557" y="13275"/>
                      <a:pt x="175" y="10468"/>
                    </a:cubicBezTo>
                    <a:cubicBezTo>
                      <a:pt x="0" y="7907"/>
                      <a:pt x="832" y="5307"/>
                      <a:pt x="2435" y="3320"/>
                    </a:cubicBezTo>
                    <a:cubicBezTo>
                      <a:pt x="2735" y="2998"/>
                      <a:pt x="3045" y="2718"/>
                      <a:pt x="3388" y="2440"/>
                    </a:cubicBezTo>
                    <a:cubicBezTo>
                      <a:pt x="3517" y="2335"/>
                      <a:pt x="3645" y="2230"/>
                      <a:pt x="3777" y="2123"/>
                    </a:cubicBezTo>
                    <a:cubicBezTo>
                      <a:pt x="5730" y="632"/>
                      <a:pt x="7607" y="0"/>
                      <a:pt x="10060" y="17"/>
                    </a:cubicBezTo>
                    <a:close/>
                    <a:moveTo>
                      <a:pt x="1977" y="4897"/>
                    </a:moveTo>
                    <a:cubicBezTo>
                      <a:pt x="678" y="6972"/>
                      <a:pt x="402" y="9470"/>
                      <a:pt x="905" y="11830"/>
                    </a:cubicBezTo>
                    <a:cubicBezTo>
                      <a:pt x="1263" y="13328"/>
                      <a:pt x="1905" y="14498"/>
                      <a:pt x="2888" y="15690"/>
                    </a:cubicBezTo>
                    <a:cubicBezTo>
                      <a:pt x="2987" y="15812"/>
                      <a:pt x="3090" y="15935"/>
                      <a:pt x="3192" y="16060"/>
                    </a:cubicBezTo>
                    <a:cubicBezTo>
                      <a:pt x="4605" y="17605"/>
                      <a:pt x="6835" y="18910"/>
                      <a:pt x="8938" y="19057"/>
                    </a:cubicBezTo>
                    <a:cubicBezTo>
                      <a:pt x="9312" y="19065"/>
                      <a:pt x="9685" y="19067"/>
                      <a:pt x="10060" y="19065"/>
                    </a:cubicBezTo>
                    <a:cubicBezTo>
                      <a:pt x="10257" y="19062"/>
                      <a:pt x="10455" y="19062"/>
                      <a:pt x="10658" y="19060"/>
                    </a:cubicBezTo>
                    <a:cubicBezTo>
                      <a:pt x="13013" y="18990"/>
                      <a:pt x="15033" y="18257"/>
                      <a:pt x="16757" y="16603"/>
                    </a:cubicBezTo>
                    <a:cubicBezTo>
                      <a:pt x="18797" y="14388"/>
                      <a:pt x="19805" y="12110"/>
                      <a:pt x="19775" y="9097"/>
                    </a:cubicBezTo>
                    <a:cubicBezTo>
                      <a:pt x="19658" y="6712"/>
                      <a:pt x="18652" y="4562"/>
                      <a:pt x="16888" y="2940"/>
                    </a:cubicBezTo>
                    <a:cubicBezTo>
                      <a:pt x="14517" y="825"/>
                      <a:pt x="12155" y="160"/>
                      <a:pt x="9030" y="293"/>
                    </a:cubicBezTo>
                    <a:cubicBezTo>
                      <a:pt x="5965" y="573"/>
                      <a:pt x="3722" y="2502"/>
                      <a:pt x="1977" y="4897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57" name="news_presenter vector"/>
              <p:cNvSpPr/>
              <p:nvPr/>
            </p:nvSpPr>
            <p:spPr>
              <a:xfrm>
                <a:off x="12011965" y="1038627"/>
                <a:ext cx="125341" cy="184640"/>
              </a:xfrm>
              <a:custGeom>
                <a:avLst/>
                <a:gdLst/>
                <a:ahLst/>
                <a:cxnLst/>
                <a:rect l="0" t="0" r="r" b="b"/>
                <a:pathLst>
                  <a:path w="13707" h="20192" fill="norm" stroke="0">
                    <a:moveTo>
                      <a:pt x="9450" y="1192"/>
                    </a:moveTo>
                    <a:cubicBezTo>
                      <a:pt x="11020" y="1938"/>
                      <a:pt x="12372" y="2765"/>
                      <a:pt x="13105" y="4415"/>
                    </a:cubicBezTo>
                    <a:cubicBezTo>
                      <a:pt x="13635" y="5920"/>
                      <a:pt x="13690" y="7425"/>
                      <a:pt x="13685" y="9005"/>
                    </a:cubicBezTo>
                    <a:cubicBezTo>
                      <a:pt x="13683" y="9397"/>
                      <a:pt x="13690" y="9790"/>
                      <a:pt x="13695" y="10183"/>
                    </a:cubicBezTo>
                    <a:cubicBezTo>
                      <a:pt x="13707" y="12220"/>
                      <a:pt x="13372" y="14177"/>
                      <a:pt x="12168" y="15877"/>
                    </a:cubicBezTo>
                    <a:cubicBezTo>
                      <a:pt x="11588" y="16412"/>
                      <a:pt x="10868" y="16540"/>
                      <a:pt x="10105" y="16665"/>
                    </a:cubicBezTo>
                    <a:cubicBezTo>
                      <a:pt x="9875" y="17710"/>
                      <a:pt x="9862" y="18510"/>
                      <a:pt x="10068" y="19560"/>
                    </a:cubicBezTo>
                    <a:cubicBezTo>
                      <a:pt x="10080" y="19678"/>
                      <a:pt x="10092" y="19795"/>
                      <a:pt x="10105" y="19915"/>
                    </a:cubicBezTo>
                    <a:cubicBezTo>
                      <a:pt x="9855" y="20165"/>
                      <a:pt x="9855" y="20165"/>
                      <a:pt x="9278" y="20192"/>
                    </a:cubicBezTo>
                    <a:cubicBezTo>
                      <a:pt x="9025" y="20192"/>
                      <a:pt x="8770" y="20192"/>
                      <a:pt x="8518" y="20190"/>
                    </a:cubicBezTo>
                    <a:cubicBezTo>
                      <a:pt x="8385" y="20188"/>
                      <a:pt x="8253" y="20188"/>
                      <a:pt x="8115" y="20188"/>
                    </a:cubicBezTo>
                    <a:cubicBezTo>
                      <a:pt x="7690" y="20188"/>
                      <a:pt x="7265" y="20183"/>
                      <a:pt x="6840" y="20180"/>
                    </a:cubicBezTo>
                    <a:cubicBezTo>
                      <a:pt x="6553" y="20178"/>
                      <a:pt x="6265" y="20178"/>
                      <a:pt x="5975" y="20178"/>
                    </a:cubicBezTo>
                    <a:cubicBezTo>
                      <a:pt x="5270" y="20175"/>
                      <a:pt x="4562" y="20170"/>
                      <a:pt x="3855" y="20165"/>
                    </a:cubicBezTo>
                    <a:cubicBezTo>
                      <a:pt x="3568" y="18812"/>
                      <a:pt x="3568" y="18812"/>
                      <a:pt x="3730" y="18132"/>
                    </a:cubicBezTo>
                    <a:cubicBezTo>
                      <a:pt x="3895" y="17190"/>
                      <a:pt x="3895" y="17190"/>
                      <a:pt x="3605" y="16665"/>
                    </a:cubicBezTo>
                    <a:cubicBezTo>
                      <a:pt x="3180" y="16480"/>
                      <a:pt x="3180" y="16480"/>
                      <a:pt x="2653" y="16335"/>
                    </a:cubicBezTo>
                    <a:cubicBezTo>
                      <a:pt x="1737" y="16020"/>
                      <a:pt x="1265" y="15720"/>
                      <a:pt x="810" y="14860"/>
                    </a:cubicBezTo>
                    <a:cubicBezTo>
                      <a:pt x="75" y="13255"/>
                      <a:pt x="20" y="11575"/>
                      <a:pt x="28" y="9837"/>
                    </a:cubicBezTo>
                    <a:cubicBezTo>
                      <a:pt x="28" y="9447"/>
                      <a:pt x="23" y="9058"/>
                      <a:pt x="15" y="8670"/>
                    </a:cubicBezTo>
                    <a:cubicBezTo>
                      <a:pt x="0" y="6530"/>
                      <a:pt x="220" y="4347"/>
                      <a:pt x="1750" y="2722"/>
                    </a:cubicBezTo>
                    <a:cubicBezTo>
                      <a:pt x="4000" y="778"/>
                      <a:pt x="6697" y="0"/>
                      <a:pt x="9450" y="1192"/>
                    </a:cubicBezTo>
                    <a:close/>
                    <a:moveTo>
                      <a:pt x="3105" y="2165"/>
                    </a:moveTo>
                    <a:cubicBezTo>
                      <a:pt x="3105" y="2330"/>
                      <a:pt x="3105" y="2495"/>
                      <a:pt x="3105" y="2665"/>
                    </a:cubicBezTo>
                    <a:cubicBezTo>
                      <a:pt x="3013" y="2690"/>
                      <a:pt x="3013" y="2690"/>
                      <a:pt x="2543" y="2820"/>
                    </a:cubicBezTo>
                    <a:cubicBezTo>
                      <a:pt x="1820" y="3115"/>
                      <a:pt x="1487" y="3552"/>
                      <a:pt x="1055" y="4183"/>
                    </a:cubicBezTo>
                    <a:cubicBezTo>
                      <a:pt x="423" y="5710"/>
                      <a:pt x="560" y="7492"/>
                      <a:pt x="560" y="9120"/>
                    </a:cubicBezTo>
                    <a:cubicBezTo>
                      <a:pt x="558" y="9537"/>
                      <a:pt x="555" y="9957"/>
                      <a:pt x="550" y="10375"/>
                    </a:cubicBezTo>
                    <a:cubicBezTo>
                      <a:pt x="540" y="12262"/>
                      <a:pt x="653" y="14015"/>
                      <a:pt x="1768" y="15607"/>
                    </a:cubicBezTo>
                    <a:cubicBezTo>
                      <a:pt x="2418" y="16197"/>
                      <a:pt x="3260" y="16295"/>
                      <a:pt x="4105" y="16415"/>
                    </a:cubicBezTo>
                    <a:cubicBezTo>
                      <a:pt x="4380" y="17670"/>
                      <a:pt x="4350" y="18475"/>
                      <a:pt x="3855" y="19665"/>
                    </a:cubicBezTo>
                    <a:cubicBezTo>
                      <a:pt x="4105" y="19915"/>
                      <a:pt x="4105" y="19915"/>
                      <a:pt x="4640" y="19942"/>
                    </a:cubicBezTo>
                    <a:cubicBezTo>
                      <a:pt x="4868" y="19942"/>
                      <a:pt x="5098" y="19940"/>
                      <a:pt x="5332" y="19940"/>
                    </a:cubicBezTo>
                    <a:cubicBezTo>
                      <a:pt x="5580" y="19938"/>
                      <a:pt x="5828" y="19938"/>
                      <a:pt x="6082" y="19938"/>
                    </a:cubicBezTo>
                    <a:cubicBezTo>
                      <a:pt x="6345" y="19935"/>
                      <a:pt x="6608" y="19933"/>
                      <a:pt x="6870" y="19930"/>
                    </a:cubicBezTo>
                    <a:cubicBezTo>
                      <a:pt x="7135" y="19928"/>
                      <a:pt x="7400" y="19928"/>
                      <a:pt x="7663" y="19928"/>
                    </a:cubicBezTo>
                    <a:cubicBezTo>
                      <a:pt x="8310" y="19923"/>
                      <a:pt x="8957" y="19920"/>
                      <a:pt x="9605" y="19915"/>
                    </a:cubicBezTo>
                    <a:cubicBezTo>
                      <a:pt x="9745" y="19560"/>
                      <a:pt x="9745" y="19560"/>
                      <a:pt x="9855" y="19165"/>
                    </a:cubicBezTo>
                    <a:cubicBezTo>
                      <a:pt x="9773" y="19060"/>
                      <a:pt x="9690" y="18957"/>
                      <a:pt x="9605" y="18852"/>
                    </a:cubicBezTo>
                    <a:cubicBezTo>
                      <a:pt x="9247" y="18225"/>
                      <a:pt x="9360" y="17752"/>
                      <a:pt x="9487" y="17060"/>
                    </a:cubicBezTo>
                    <a:cubicBezTo>
                      <a:pt x="9605" y="16665"/>
                      <a:pt x="9605" y="16665"/>
                      <a:pt x="9903" y="16335"/>
                    </a:cubicBezTo>
                    <a:cubicBezTo>
                      <a:pt x="10355" y="16165"/>
                      <a:pt x="10355" y="16165"/>
                      <a:pt x="10703" y="16087"/>
                    </a:cubicBezTo>
                    <a:cubicBezTo>
                      <a:pt x="11348" y="15928"/>
                      <a:pt x="11740" y="15810"/>
                      <a:pt x="12165" y="15278"/>
                    </a:cubicBezTo>
                    <a:cubicBezTo>
                      <a:pt x="12900" y="14020"/>
                      <a:pt x="13145" y="12917"/>
                      <a:pt x="13148" y="11465"/>
                    </a:cubicBezTo>
                    <a:cubicBezTo>
                      <a:pt x="13148" y="11327"/>
                      <a:pt x="13150" y="11190"/>
                      <a:pt x="13150" y="11048"/>
                    </a:cubicBezTo>
                    <a:cubicBezTo>
                      <a:pt x="13153" y="10755"/>
                      <a:pt x="13153" y="10462"/>
                      <a:pt x="13153" y="10172"/>
                    </a:cubicBezTo>
                    <a:cubicBezTo>
                      <a:pt x="13153" y="9732"/>
                      <a:pt x="13158" y="9292"/>
                      <a:pt x="13163" y="8852"/>
                    </a:cubicBezTo>
                    <a:cubicBezTo>
                      <a:pt x="13173" y="6752"/>
                      <a:pt x="13153" y="4522"/>
                      <a:pt x="11605" y="2915"/>
                    </a:cubicBezTo>
                    <a:cubicBezTo>
                      <a:pt x="10973" y="2427"/>
                      <a:pt x="10310" y="2037"/>
                      <a:pt x="9605" y="1665"/>
                    </a:cubicBezTo>
                    <a:cubicBezTo>
                      <a:pt x="9457" y="1585"/>
                      <a:pt x="9310" y="1502"/>
                      <a:pt x="9158" y="1420"/>
                    </a:cubicBezTo>
                    <a:cubicBezTo>
                      <a:pt x="6903" y="315"/>
                      <a:pt x="5180" y="1097"/>
                      <a:pt x="3105" y="2165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58" name="news_presenter vector"/>
              <p:cNvSpPr/>
              <p:nvPr/>
            </p:nvSpPr>
            <p:spPr>
              <a:xfrm>
                <a:off x="11819694" y="855084"/>
                <a:ext cx="76650" cy="81267"/>
              </a:xfrm>
              <a:custGeom>
                <a:avLst/>
                <a:gdLst/>
                <a:ahLst/>
                <a:cxnLst/>
                <a:rect l="0" t="0" r="r" b="b"/>
                <a:pathLst>
                  <a:path w="8382" h="8888" fill="norm" stroke="0">
                    <a:moveTo>
                      <a:pt x="3007" y="127"/>
                    </a:moveTo>
                    <a:cubicBezTo>
                      <a:pt x="3200" y="123"/>
                      <a:pt x="3392" y="117"/>
                      <a:pt x="3592" y="112"/>
                    </a:cubicBezTo>
                    <a:cubicBezTo>
                      <a:pt x="5010" y="112"/>
                      <a:pt x="5010" y="112"/>
                      <a:pt x="5640" y="742"/>
                    </a:cubicBezTo>
                    <a:cubicBezTo>
                      <a:pt x="5720" y="907"/>
                      <a:pt x="5800" y="1070"/>
                      <a:pt x="5882" y="1237"/>
                    </a:cubicBezTo>
                    <a:cubicBezTo>
                      <a:pt x="6212" y="990"/>
                      <a:pt x="6543" y="742"/>
                      <a:pt x="6882" y="487"/>
                    </a:cubicBezTo>
                    <a:cubicBezTo>
                      <a:pt x="6872" y="672"/>
                      <a:pt x="6862" y="858"/>
                      <a:pt x="6852" y="1050"/>
                    </a:cubicBezTo>
                    <a:cubicBezTo>
                      <a:pt x="6885" y="1767"/>
                      <a:pt x="6997" y="2138"/>
                      <a:pt x="7382" y="2737"/>
                    </a:cubicBezTo>
                    <a:cubicBezTo>
                      <a:pt x="7547" y="2820"/>
                      <a:pt x="7712" y="2903"/>
                      <a:pt x="7882" y="2987"/>
                    </a:cubicBezTo>
                    <a:cubicBezTo>
                      <a:pt x="7805" y="3060"/>
                      <a:pt x="7727" y="3132"/>
                      <a:pt x="7645" y="3207"/>
                    </a:cubicBezTo>
                    <a:cubicBezTo>
                      <a:pt x="7330" y="3540"/>
                      <a:pt x="7092" y="3828"/>
                      <a:pt x="6882" y="4237"/>
                    </a:cubicBezTo>
                    <a:cubicBezTo>
                      <a:pt x="6908" y="4805"/>
                      <a:pt x="7053" y="5270"/>
                      <a:pt x="7382" y="5737"/>
                    </a:cubicBezTo>
                    <a:cubicBezTo>
                      <a:pt x="7630" y="5820"/>
                      <a:pt x="7877" y="5903"/>
                      <a:pt x="8132" y="5987"/>
                    </a:cubicBezTo>
                    <a:cubicBezTo>
                      <a:pt x="7720" y="6400"/>
                      <a:pt x="7307" y="6812"/>
                      <a:pt x="6882" y="7237"/>
                    </a:cubicBezTo>
                    <a:cubicBezTo>
                      <a:pt x="6965" y="7485"/>
                      <a:pt x="7047" y="7733"/>
                      <a:pt x="7132" y="7987"/>
                    </a:cubicBezTo>
                    <a:cubicBezTo>
                      <a:pt x="7773" y="8285"/>
                      <a:pt x="7773" y="8285"/>
                      <a:pt x="8382" y="8487"/>
                    </a:cubicBezTo>
                    <a:cubicBezTo>
                      <a:pt x="8382" y="8570"/>
                      <a:pt x="8382" y="8653"/>
                      <a:pt x="8382" y="8737"/>
                    </a:cubicBezTo>
                    <a:cubicBezTo>
                      <a:pt x="7412" y="8847"/>
                      <a:pt x="7412" y="8847"/>
                      <a:pt x="6882" y="8737"/>
                    </a:cubicBezTo>
                    <a:cubicBezTo>
                      <a:pt x="6445" y="8358"/>
                      <a:pt x="6202" y="7980"/>
                      <a:pt x="5882" y="7487"/>
                    </a:cubicBezTo>
                    <a:cubicBezTo>
                      <a:pt x="5803" y="7690"/>
                      <a:pt x="5722" y="7895"/>
                      <a:pt x="5640" y="8105"/>
                    </a:cubicBezTo>
                    <a:cubicBezTo>
                      <a:pt x="5357" y="8575"/>
                      <a:pt x="5222" y="8715"/>
                      <a:pt x="4685" y="8852"/>
                    </a:cubicBezTo>
                    <a:cubicBezTo>
                      <a:pt x="4120" y="8888"/>
                      <a:pt x="3572" y="8882"/>
                      <a:pt x="3007" y="8862"/>
                    </a:cubicBezTo>
                    <a:cubicBezTo>
                      <a:pt x="2815" y="8862"/>
                      <a:pt x="2622" y="8862"/>
                      <a:pt x="2422" y="8865"/>
                    </a:cubicBezTo>
                    <a:cubicBezTo>
                      <a:pt x="1037" y="8840"/>
                      <a:pt x="1037" y="8840"/>
                      <a:pt x="452" y="8452"/>
                    </a:cubicBezTo>
                    <a:cubicBezTo>
                      <a:pt x="0" y="7795"/>
                      <a:pt x="25" y="7180"/>
                      <a:pt x="33" y="6407"/>
                    </a:cubicBezTo>
                    <a:cubicBezTo>
                      <a:pt x="33" y="6255"/>
                      <a:pt x="33" y="6102"/>
                      <a:pt x="30" y="5947"/>
                    </a:cubicBezTo>
                    <a:cubicBezTo>
                      <a:pt x="30" y="5625"/>
                      <a:pt x="33" y="5302"/>
                      <a:pt x="35" y="4980"/>
                    </a:cubicBezTo>
                    <a:cubicBezTo>
                      <a:pt x="37" y="4487"/>
                      <a:pt x="35" y="3998"/>
                      <a:pt x="30" y="3505"/>
                    </a:cubicBezTo>
                    <a:cubicBezTo>
                      <a:pt x="30" y="3192"/>
                      <a:pt x="33" y="2877"/>
                      <a:pt x="33" y="2565"/>
                    </a:cubicBezTo>
                    <a:cubicBezTo>
                      <a:pt x="33" y="2418"/>
                      <a:pt x="30" y="2270"/>
                      <a:pt x="27" y="2120"/>
                    </a:cubicBezTo>
                    <a:cubicBezTo>
                      <a:pt x="40" y="1470"/>
                      <a:pt x="82" y="1062"/>
                      <a:pt x="452" y="520"/>
                    </a:cubicBezTo>
                    <a:cubicBezTo>
                      <a:pt x="1240" y="0"/>
                      <a:pt x="2090" y="120"/>
                      <a:pt x="3007" y="127"/>
                    </a:cubicBezTo>
                    <a:close/>
                    <a:moveTo>
                      <a:pt x="632" y="987"/>
                    </a:moveTo>
                    <a:cubicBezTo>
                      <a:pt x="158" y="2263"/>
                      <a:pt x="340" y="3903"/>
                      <a:pt x="382" y="5237"/>
                    </a:cubicBezTo>
                    <a:cubicBezTo>
                      <a:pt x="390" y="5465"/>
                      <a:pt x="398" y="5692"/>
                      <a:pt x="405" y="5927"/>
                    </a:cubicBezTo>
                    <a:cubicBezTo>
                      <a:pt x="418" y="6147"/>
                      <a:pt x="430" y="6367"/>
                      <a:pt x="445" y="6597"/>
                    </a:cubicBezTo>
                    <a:cubicBezTo>
                      <a:pt x="457" y="6797"/>
                      <a:pt x="467" y="6998"/>
                      <a:pt x="480" y="7205"/>
                    </a:cubicBezTo>
                    <a:cubicBezTo>
                      <a:pt x="632" y="7737"/>
                      <a:pt x="632" y="7737"/>
                      <a:pt x="1057" y="8177"/>
                    </a:cubicBezTo>
                    <a:cubicBezTo>
                      <a:pt x="1752" y="8552"/>
                      <a:pt x="2222" y="8595"/>
                      <a:pt x="3007" y="8597"/>
                    </a:cubicBezTo>
                    <a:cubicBezTo>
                      <a:pt x="3242" y="8600"/>
                      <a:pt x="3477" y="8605"/>
                      <a:pt x="3717" y="8610"/>
                    </a:cubicBezTo>
                    <a:cubicBezTo>
                      <a:pt x="4582" y="8450"/>
                      <a:pt x="4837" y="8167"/>
                      <a:pt x="5382" y="7487"/>
                    </a:cubicBezTo>
                    <a:cubicBezTo>
                      <a:pt x="5480" y="6963"/>
                      <a:pt x="5517" y="6570"/>
                      <a:pt x="5507" y="6047"/>
                    </a:cubicBezTo>
                    <a:cubicBezTo>
                      <a:pt x="5507" y="5912"/>
                      <a:pt x="5507" y="5778"/>
                      <a:pt x="5507" y="5638"/>
                    </a:cubicBezTo>
                    <a:cubicBezTo>
                      <a:pt x="5507" y="5352"/>
                      <a:pt x="5505" y="5067"/>
                      <a:pt x="5500" y="4782"/>
                    </a:cubicBezTo>
                    <a:cubicBezTo>
                      <a:pt x="5492" y="4347"/>
                      <a:pt x="5495" y="3912"/>
                      <a:pt x="5497" y="3475"/>
                    </a:cubicBezTo>
                    <a:cubicBezTo>
                      <a:pt x="5495" y="3197"/>
                      <a:pt x="5492" y="2920"/>
                      <a:pt x="5490" y="2642"/>
                    </a:cubicBezTo>
                    <a:cubicBezTo>
                      <a:pt x="5492" y="2513"/>
                      <a:pt x="5492" y="2382"/>
                      <a:pt x="5492" y="2250"/>
                    </a:cubicBezTo>
                    <a:cubicBezTo>
                      <a:pt x="5477" y="1630"/>
                      <a:pt x="5418" y="1285"/>
                      <a:pt x="5047" y="780"/>
                    </a:cubicBezTo>
                    <a:cubicBezTo>
                      <a:pt x="4602" y="468"/>
                      <a:pt x="4410" y="392"/>
                      <a:pt x="3875" y="395"/>
                    </a:cubicBezTo>
                    <a:cubicBezTo>
                      <a:pt x="3735" y="395"/>
                      <a:pt x="3592" y="397"/>
                      <a:pt x="3447" y="397"/>
                    </a:cubicBezTo>
                    <a:cubicBezTo>
                      <a:pt x="3375" y="397"/>
                      <a:pt x="3375" y="397"/>
                      <a:pt x="3007" y="407"/>
                    </a:cubicBezTo>
                    <a:cubicBezTo>
                      <a:pt x="2862" y="407"/>
                      <a:pt x="2717" y="407"/>
                      <a:pt x="2567" y="407"/>
                    </a:cubicBezTo>
                    <a:cubicBezTo>
                      <a:pt x="1180" y="425"/>
                      <a:pt x="1180" y="425"/>
                      <a:pt x="632" y="987"/>
                    </a:cubicBezTo>
                    <a:close/>
                  </a:path>
                </a:pathLst>
              </a:custGeom>
              <a:solidFill>
                <a:srgbClr val="ACACAC"/>
              </a:solidFill>
              <a:ln w="0">
                <a:noFill/>
              </a:ln>
            </p:spPr>
          </p:sp>
          <p:sp>
            <p:nvSpPr>
              <p:cNvPr id="359" name="news_presenter vector"/>
              <p:cNvSpPr/>
              <p:nvPr/>
            </p:nvSpPr>
            <p:spPr>
              <a:xfrm>
                <a:off x="11882199" y="913822"/>
                <a:ext cx="106002" cy="19500"/>
              </a:xfrm>
              <a:custGeom>
                <a:avLst/>
                <a:gdLst/>
                <a:ahLst/>
                <a:cxnLst/>
                <a:rect l="0" t="0" r="r" b="b"/>
                <a:pathLst>
                  <a:path w="11592" h="2132" fill="norm" stroke="0">
                    <a:moveTo>
                      <a:pt x="1815" y="2"/>
                    </a:moveTo>
                    <a:cubicBezTo>
                      <a:pt x="1918" y="2"/>
                      <a:pt x="1918" y="2"/>
                      <a:pt x="2433" y="0"/>
                    </a:cubicBezTo>
                    <a:cubicBezTo>
                      <a:pt x="2540" y="0"/>
                      <a:pt x="2540" y="0"/>
                      <a:pt x="3095" y="5"/>
                    </a:cubicBezTo>
                    <a:cubicBezTo>
                      <a:pt x="3207" y="5"/>
                      <a:pt x="3207" y="5"/>
                      <a:pt x="3778" y="5"/>
                    </a:cubicBezTo>
                    <a:cubicBezTo>
                      <a:pt x="4253" y="7"/>
                      <a:pt x="4730" y="7"/>
                      <a:pt x="5205" y="13"/>
                    </a:cubicBezTo>
                    <a:cubicBezTo>
                      <a:pt x="5935" y="17"/>
                      <a:pt x="6665" y="17"/>
                      <a:pt x="7395" y="17"/>
                    </a:cubicBezTo>
                    <a:cubicBezTo>
                      <a:pt x="7858" y="17"/>
                      <a:pt x="8320" y="20"/>
                      <a:pt x="8783" y="20"/>
                    </a:cubicBezTo>
                    <a:cubicBezTo>
                      <a:pt x="8893" y="22"/>
                      <a:pt x="8893" y="22"/>
                      <a:pt x="9447" y="22"/>
                    </a:cubicBezTo>
                    <a:cubicBezTo>
                      <a:pt x="9548" y="22"/>
                      <a:pt x="9548" y="22"/>
                      <a:pt x="10060" y="28"/>
                    </a:cubicBezTo>
                    <a:cubicBezTo>
                      <a:pt x="10240" y="28"/>
                      <a:pt x="10418" y="30"/>
                      <a:pt x="10602" y="30"/>
                    </a:cubicBezTo>
                    <a:cubicBezTo>
                      <a:pt x="11048" y="62"/>
                      <a:pt x="11048" y="62"/>
                      <a:pt x="11548" y="312"/>
                    </a:cubicBezTo>
                    <a:cubicBezTo>
                      <a:pt x="11592" y="907"/>
                      <a:pt x="11592" y="907"/>
                      <a:pt x="11548" y="1562"/>
                    </a:cubicBezTo>
                    <a:cubicBezTo>
                      <a:pt x="11003" y="2052"/>
                      <a:pt x="10578" y="2125"/>
                      <a:pt x="9860" y="2127"/>
                    </a:cubicBezTo>
                    <a:cubicBezTo>
                      <a:pt x="9673" y="2130"/>
                      <a:pt x="9487" y="2130"/>
                      <a:pt x="9295" y="2132"/>
                    </a:cubicBezTo>
                    <a:cubicBezTo>
                      <a:pt x="9095" y="2132"/>
                      <a:pt x="8895" y="2130"/>
                      <a:pt x="8690" y="2130"/>
                    </a:cubicBezTo>
                    <a:cubicBezTo>
                      <a:pt x="8483" y="2130"/>
                      <a:pt x="8275" y="2130"/>
                      <a:pt x="8062" y="2130"/>
                    </a:cubicBezTo>
                    <a:cubicBezTo>
                      <a:pt x="7625" y="2132"/>
                      <a:pt x="7188" y="2130"/>
                      <a:pt x="6750" y="2127"/>
                    </a:cubicBezTo>
                    <a:cubicBezTo>
                      <a:pt x="6082" y="2125"/>
                      <a:pt x="5415" y="2127"/>
                      <a:pt x="4747" y="2132"/>
                    </a:cubicBezTo>
                    <a:cubicBezTo>
                      <a:pt x="4322" y="2132"/>
                      <a:pt x="3895" y="2130"/>
                      <a:pt x="3470" y="2130"/>
                    </a:cubicBezTo>
                    <a:cubicBezTo>
                      <a:pt x="3273" y="2130"/>
                      <a:pt x="3072" y="2132"/>
                      <a:pt x="2868" y="2132"/>
                    </a:cubicBezTo>
                    <a:cubicBezTo>
                      <a:pt x="1803" y="2125"/>
                      <a:pt x="1003" y="2042"/>
                      <a:pt x="48" y="1562"/>
                    </a:cubicBezTo>
                    <a:cubicBezTo>
                      <a:pt x="0" y="1095"/>
                      <a:pt x="0" y="1095"/>
                      <a:pt x="48" y="562"/>
                    </a:cubicBezTo>
                    <a:cubicBezTo>
                      <a:pt x="618" y="55"/>
                      <a:pt x="1065" y="0"/>
                      <a:pt x="1815" y="2"/>
                    </a:cubicBezTo>
                    <a:close/>
                  </a:path>
                </a:pathLst>
              </a:custGeom>
              <a:solidFill>
                <a:srgbClr val="050505"/>
              </a:solidFill>
              <a:ln w="0">
                <a:noFill/>
              </a:ln>
            </p:spPr>
          </p:sp>
          <p:sp>
            <p:nvSpPr>
              <p:cNvPr id="360" name="news_presenter vector"/>
              <p:cNvSpPr/>
              <p:nvPr/>
            </p:nvSpPr>
            <p:spPr>
              <a:xfrm>
                <a:off x="12207251" y="1041573"/>
                <a:ext cx="107442" cy="17122"/>
              </a:xfrm>
              <a:custGeom>
                <a:avLst/>
                <a:gdLst/>
                <a:ahLst/>
                <a:cxnLst/>
                <a:rect l="0" t="0" r="r" b="b"/>
                <a:pathLst>
                  <a:path w="11750" h="1873" fill="norm" stroke="0">
                    <a:moveTo>
                      <a:pt x="1507" y="28"/>
                    </a:moveTo>
                    <a:cubicBezTo>
                      <a:pt x="1715" y="25"/>
                      <a:pt x="1922" y="25"/>
                      <a:pt x="2138" y="23"/>
                    </a:cubicBezTo>
                    <a:cubicBezTo>
                      <a:pt x="2250" y="23"/>
                      <a:pt x="2250" y="23"/>
                      <a:pt x="2817" y="25"/>
                    </a:cubicBezTo>
                    <a:cubicBezTo>
                      <a:pt x="3047" y="25"/>
                      <a:pt x="3280" y="25"/>
                      <a:pt x="3517" y="25"/>
                    </a:cubicBezTo>
                    <a:cubicBezTo>
                      <a:pt x="4130" y="25"/>
                      <a:pt x="4742" y="25"/>
                      <a:pt x="5357" y="28"/>
                    </a:cubicBezTo>
                    <a:cubicBezTo>
                      <a:pt x="5732" y="30"/>
                      <a:pt x="6107" y="28"/>
                      <a:pt x="6482" y="28"/>
                    </a:cubicBezTo>
                    <a:cubicBezTo>
                      <a:pt x="7205" y="25"/>
                      <a:pt x="7925" y="25"/>
                      <a:pt x="8645" y="25"/>
                    </a:cubicBezTo>
                    <a:cubicBezTo>
                      <a:pt x="8757" y="25"/>
                      <a:pt x="8757" y="25"/>
                      <a:pt x="9325" y="23"/>
                    </a:cubicBezTo>
                    <a:cubicBezTo>
                      <a:pt x="9535" y="25"/>
                      <a:pt x="9742" y="25"/>
                      <a:pt x="9957" y="28"/>
                    </a:cubicBezTo>
                    <a:cubicBezTo>
                      <a:pt x="10140" y="28"/>
                      <a:pt x="10325" y="28"/>
                      <a:pt x="10513" y="28"/>
                    </a:cubicBezTo>
                    <a:cubicBezTo>
                      <a:pt x="11053" y="100"/>
                      <a:pt x="11327" y="258"/>
                      <a:pt x="11750" y="593"/>
                    </a:cubicBezTo>
                    <a:cubicBezTo>
                      <a:pt x="11530" y="1560"/>
                      <a:pt x="11530" y="1560"/>
                      <a:pt x="11250" y="1843"/>
                    </a:cubicBezTo>
                    <a:cubicBezTo>
                      <a:pt x="10902" y="1865"/>
                      <a:pt x="10557" y="1873"/>
                      <a:pt x="10210" y="1870"/>
                    </a:cubicBezTo>
                    <a:cubicBezTo>
                      <a:pt x="9990" y="1870"/>
                      <a:pt x="9770" y="1870"/>
                      <a:pt x="9543" y="1870"/>
                    </a:cubicBezTo>
                    <a:cubicBezTo>
                      <a:pt x="9305" y="1870"/>
                      <a:pt x="9065" y="1868"/>
                      <a:pt x="8817" y="1868"/>
                    </a:cubicBezTo>
                    <a:cubicBezTo>
                      <a:pt x="8575" y="1868"/>
                      <a:pt x="8330" y="1865"/>
                      <a:pt x="8080" y="1865"/>
                    </a:cubicBezTo>
                    <a:cubicBezTo>
                      <a:pt x="7430" y="1865"/>
                      <a:pt x="6783" y="1863"/>
                      <a:pt x="6132" y="1860"/>
                    </a:cubicBezTo>
                    <a:cubicBezTo>
                      <a:pt x="5470" y="1858"/>
                      <a:pt x="4807" y="1855"/>
                      <a:pt x="4148" y="1855"/>
                    </a:cubicBezTo>
                    <a:cubicBezTo>
                      <a:pt x="2847" y="1853"/>
                      <a:pt x="1547" y="1847"/>
                      <a:pt x="250" y="1843"/>
                    </a:cubicBezTo>
                    <a:cubicBezTo>
                      <a:pt x="92" y="1248"/>
                      <a:pt x="92" y="1248"/>
                      <a:pt x="0" y="593"/>
                    </a:cubicBezTo>
                    <a:cubicBezTo>
                      <a:pt x="590" y="0"/>
                      <a:pt x="705" y="30"/>
                      <a:pt x="1507" y="28"/>
                    </a:cubicBezTo>
                    <a:close/>
                  </a:path>
                </a:pathLst>
              </a:custGeom>
              <a:solidFill>
                <a:srgbClr val="1B1B1B"/>
              </a:solidFill>
              <a:ln w="0">
                <a:noFill/>
              </a:ln>
            </p:spPr>
          </p:sp>
          <p:sp>
            <p:nvSpPr>
              <p:cNvPr id="361" name="news_presenter vector"/>
              <p:cNvSpPr/>
              <p:nvPr/>
            </p:nvSpPr>
            <p:spPr>
              <a:xfrm>
                <a:off x="12254995" y="884682"/>
                <a:ext cx="45971" cy="45971"/>
              </a:xfrm>
              <a:custGeom>
                <a:avLst/>
                <a:gdLst/>
                <a:ahLst/>
                <a:cxnLst/>
                <a:rect l="0" t="0" r="r" b="b"/>
                <a:pathLst>
                  <a:path w="5027" h="5028" fill="norm" stroke="0">
                    <a:moveTo>
                      <a:pt x="277" y="0"/>
                    </a:moveTo>
                    <a:cubicBezTo>
                      <a:pt x="1750" y="35"/>
                      <a:pt x="2745" y="733"/>
                      <a:pt x="3777" y="1750"/>
                    </a:cubicBezTo>
                    <a:cubicBezTo>
                      <a:pt x="4305" y="2455"/>
                      <a:pt x="4783" y="3148"/>
                      <a:pt x="5027" y="4000"/>
                    </a:cubicBezTo>
                    <a:cubicBezTo>
                      <a:pt x="4807" y="4567"/>
                      <a:pt x="4807" y="4567"/>
                      <a:pt x="4527" y="5000"/>
                    </a:cubicBezTo>
                    <a:cubicBezTo>
                      <a:pt x="3872" y="5007"/>
                      <a:pt x="3215" y="5013"/>
                      <a:pt x="2557" y="5015"/>
                    </a:cubicBezTo>
                    <a:cubicBezTo>
                      <a:pt x="2372" y="5017"/>
                      <a:pt x="2185" y="5020"/>
                      <a:pt x="1992" y="5023"/>
                    </a:cubicBezTo>
                    <a:cubicBezTo>
                      <a:pt x="1815" y="5023"/>
                      <a:pt x="1635" y="5023"/>
                      <a:pt x="1452" y="5025"/>
                    </a:cubicBezTo>
                    <a:cubicBezTo>
                      <a:pt x="1370" y="5025"/>
                      <a:pt x="1370" y="5025"/>
                      <a:pt x="952" y="5028"/>
                    </a:cubicBezTo>
                    <a:cubicBezTo>
                      <a:pt x="527" y="5000"/>
                      <a:pt x="527" y="5000"/>
                      <a:pt x="27" y="4750"/>
                    </a:cubicBezTo>
                    <a:cubicBezTo>
                      <a:pt x="20" y="4005"/>
                      <a:pt x="15" y="3260"/>
                      <a:pt x="12" y="2515"/>
                    </a:cubicBezTo>
                    <a:cubicBezTo>
                      <a:pt x="10" y="2302"/>
                      <a:pt x="7" y="2090"/>
                      <a:pt x="5" y="1873"/>
                    </a:cubicBezTo>
                    <a:cubicBezTo>
                      <a:pt x="5" y="1670"/>
                      <a:pt x="5" y="1468"/>
                      <a:pt x="2" y="1260"/>
                    </a:cubicBezTo>
                    <a:cubicBezTo>
                      <a:pt x="2" y="1073"/>
                      <a:pt x="0" y="885"/>
                      <a:pt x="0" y="692"/>
                    </a:cubicBezTo>
                    <a:cubicBezTo>
                      <a:pt x="27" y="250"/>
                      <a:pt x="27" y="250"/>
                      <a:pt x="27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62" name="news_presenter vector"/>
              <p:cNvSpPr/>
              <p:nvPr/>
            </p:nvSpPr>
            <p:spPr>
              <a:xfrm>
                <a:off x="11935206" y="1071814"/>
                <a:ext cx="57150" cy="52898"/>
              </a:xfrm>
              <a:custGeom>
                <a:avLst/>
                <a:gdLst/>
                <a:ahLst/>
                <a:cxnLst/>
                <a:rect l="0" t="0" r="r" b="b"/>
                <a:pathLst>
                  <a:path w="6250" h="5785" fill="norm" stroke="0">
                    <a:moveTo>
                      <a:pt x="6250" y="535"/>
                    </a:moveTo>
                    <a:cubicBezTo>
                      <a:pt x="6195" y="662"/>
                      <a:pt x="6142" y="790"/>
                      <a:pt x="6085" y="922"/>
                    </a:cubicBezTo>
                    <a:cubicBezTo>
                      <a:pt x="5450" y="2582"/>
                      <a:pt x="5420" y="4037"/>
                      <a:pt x="5500" y="5785"/>
                    </a:cubicBezTo>
                    <a:cubicBezTo>
                      <a:pt x="4557" y="5460"/>
                      <a:pt x="3980" y="5110"/>
                      <a:pt x="3263" y="4397"/>
                    </a:cubicBezTo>
                    <a:cubicBezTo>
                      <a:pt x="3088" y="4222"/>
                      <a:pt x="2910" y="4047"/>
                      <a:pt x="2730" y="3868"/>
                    </a:cubicBezTo>
                    <a:cubicBezTo>
                      <a:pt x="2642" y="3778"/>
                      <a:pt x="2553" y="3688"/>
                      <a:pt x="2460" y="3593"/>
                    </a:cubicBezTo>
                    <a:cubicBezTo>
                      <a:pt x="2188" y="3315"/>
                      <a:pt x="1910" y="3042"/>
                      <a:pt x="1632" y="2770"/>
                    </a:cubicBezTo>
                    <a:cubicBezTo>
                      <a:pt x="1460" y="2595"/>
                      <a:pt x="1285" y="2420"/>
                      <a:pt x="1105" y="2240"/>
                    </a:cubicBezTo>
                    <a:cubicBezTo>
                      <a:pt x="947" y="2080"/>
                      <a:pt x="790" y="1922"/>
                      <a:pt x="625" y="1757"/>
                    </a:cubicBezTo>
                    <a:cubicBezTo>
                      <a:pt x="230" y="1257"/>
                      <a:pt x="102" y="907"/>
                      <a:pt x="0" y="285"/>
                    </a:cubicBezTo>
                    <a:cubicBezTo>
                      <a:pt x="810" y="237"/>
                      <a:pt x="1620" y="192"/>
                      <a:pt x="2430" y="150"/>
                    </a:cubicBezTo>
                    <a:cubicBezTo>
                      <a:pt x="2705" y="135"/>
                      <a:pt x="2980" y="120"/>
                      <a:pt x="3255" y="105"/>
                    </a:cubicBezTo>
                    <a:cubicBezTo>
                      <a:pt x="3652" y="80"/>
                      <a:pt x="4047" y="60"/>
                      <a:pt x="4443" y="40"/>
                    </a:cubicBezTo>
                    <a:cubicBezTo>
                      <a:pt x="4682" y="28"/>
                      <a:pt x="4920" y="15"/>
                      <a:pt x="5165" y="0"/>
                    </a:cubicBezTo>
                    <a:cubicBezTo>
                      <a:pt x="5750" y="35"/>
                      <a:pt x="5750" y="35"/>
                      <a:pt x="6250" y="535"/>
                    </a:cubicBezTo>
                    <a:close/>
                  </a:path>
                </a:pathLst>
              </a:custGeom>
              <a:solidFill>
                <a:srgbClr val="FBFBFB"/>
              </a:solidFill>
              <a:ln w="0">
                <a:noFill/>
              </a:ln>
            </p:spPr>
          </p:sp>
          <p:sp>
            <p:nvSpPr>
              <p:cNvPr id="363" name="news_presenter vector"/>
              <p:cNvSpPr/>
              <p:nvPr/>
            </p:nvSpPr>
            <p:spPr>
              <a:xfrm>
                <a:off x="12245553" y="873938"/>
                <a:ext cx="65562" cy="65334"/>
              </a:xfrm>
              <a:custGeom>
                <a:avLst/>
                <a:gdLst/>
                <a:ahLst/>
                <a:cxnLst/>
                <a:rect l="0" t="0" r="r" b="b"/>
                <a:pathLst>
                  <a:path w="7170" h="7145" fill="norm" stroke="0">
                    <a:moveTo>
                      <a:pt x="310" y="175"/>
                    </a:moveTo>
                    <a:cubicBezTo>
                      <a:pt x="1950" y="0"/>
                      <a:pt x="2972" y="487"/>
                      <a:pt x="4310" y="1425"/>
                    </a:cubicBezTo>
                    <a:cubicBezTo>
                      <a:pt x="5765" y="2602"/>
                      <a:pt x="6882" y="4005"/>
                      <a:pt x="7170" y="5895"/>
                    </a:cubicBezTo>
                    <a:cubicBezTo>
                      <a:pt x="7060" y="6425"/>
                      <a:pt x="7060" y="6425"/>
                      <a:pt x="6760" y="6703"/>
                    </a:cubicBezTo>
                    <a:cubicBezTo>
                      <a:pt x="5865" y="7145"/>
                      <a:pt x="4805" y="7007"/>
                      <a:pt x="3825" y="7005"/>
                    </a:cubicBezTo>
                    <a:cubicBezTo>
                      <a:pt x="3420" y="7002"/>
                      <a:pt x="3015" y="7010"/>
                      <a:pt x="2612" y="7015"/>
                    </a:cubicBezTo>
                    <a:cubicBezTo>
                      <a:pt x="2355" y="7015"/>
                      <a:pt x="2097" y="7015"/>
                      <a:pt x="1840" y="7015"/>
                    </a:cubicBezTo>
                    <a:cubicBezTo>
                      <a:pt x="1607" y="7017"/>
                      <a:pt x="1372" y="7017"/>
                      <a:pt x="1132" y="7017"/>
                    </a:cubicBezTo>
                    <a:cubicBezTo>
                      <a:pt x="560" y="6925"/>
                      <a:pt x="560" y="6925"/>
                      <a:pt x="232" y="6623"/>
                    </a:cubicBezTo>
                    <a:cubicBezTo>
                      <a:pt x="5" y="6032"/>
                      <a:pt x="0" y="5550"/>
                      <a:pt x="3" y="4915"/>
                    </a:cubicBezTo>
                    <a:cubicBezTo>
                      <a:pt x="3" y="4672"/>
                      <a:pt x="3" y="4430"/>
                      <a:pt x="5" y="4177"/>
                    </a:cubicBezTo>
                    <a:cubicBezTo>
                      <a:pt x="5" y="4052"/>
                      <a:pt x="7" y="3925"/>
                      <a:pt x="7" y="3795"/>
                    </a:cubicBezTo>
                    <a:cubicBezTo>
                      <a:pt x="13" y="3410"/>
                      <a:pt x="13" y="3022"/>
                      <a:pt x="13" y="2638"/>
                    </a:cubicBezTo>
                    <a:cubicBezTo>
                      <a:pt x="25" y="745"/>
                      <a:pt x="25" y="745"/>
                      <a:pt x="310" y="175"/>
                    </a:cubicBezTo>
                    <a:close/>
                    <a:moveTo>
                      <a:pt x="1310" y="1175"/>
                    </a:moveTo>
                    <a:cubicBezTo>
                      <a:pt x="1060" y="1425"/>
                      <a:pt x="1060" y="1425"/>
                      <a:pt x="1033" y="1867"/>
                    </a:cubicBezTo>
                    <a:cubicBezTo>
                      <a:pt x="1033" y="2052"/>
                      <a:pt x="1035" y="2240"/>
                      <a:pt x="1035" y="2435"/>
                    </a:cubicBezTo>
                    <a:cubicBezTo>
                      <a:pt x="1037" y="2635"/>
                      <a:pt x="1037" y="2837"/>
                      <a:pt x="1037" y="3047"/>
                    </a:cubicBezTo>
                    <a:cubicBezTo>
                      <a:pt x="1040" y="3260"/>
                      <a:pt x="1043" y="3472"/>
                      <a:pt x="1045" y="3690"/>
                    </a:cubicBezTo>
                    <a:cubicBezTo>
                      <a:pt x="1045" y="3905"/>
                      <a:pt x="1047" y="4117"/>
                      <a:pt x="1047" y="4337"/>
                    </a:cubicBezTo>
                    <a:cubicBezTo>
                      <a:pt x="1050" y="4867"/>
                      <a:pt x="1055" y="5395"/>
                      <a:pt x="1060" y="5925"/>
                    </a:cubicBezTo>
                    <a:cubicBezTo>
                      <a:pt x="1607" y="6200"/>
                      <a:pt x="1880" y="6205"/>
                      <a:pt x="2485" y="6200"/>
                    </a:cubicBezTo>
                    <a:cubicBezTo>
                      <a:pt x="2662" y="6198"/>
                      <a:pt x="2842" y="6198"/>
                      <a:pt x="3025" y="6198"/>
                    </a:cubicBezTo>
                    <a:cubicBezTo>
                      <a:pt x="3212" y="6195"/>
                      <a:pt x="3400" y="6192"/>
                      <a:pt x="3590" y="6190"/>
                    </a:cubicBezTo>
                    <a:cubicBezTo>
                      <a:pt x="3685" y="6190"/>
                      <a:pt x="3685" y="6190"/>
                      <a:pt x="4162" y="6188"/>
                    </a:cubicBezTo>
                    <a:cubicBezTo>
                      <a:pt x="4628" y="6185"/>
                      <a:pt x="5095" y="6180"/>
                      <a:pt x="5560" y="6175"/>
                    </a:cubicBezTo>
                    <a:cubicBezTo>
                      <a:pt x="5847" y="5752"/>
                      <a:pt x="5847" y="5752"/>
                      <a:pt x="6060" y="5175"/>
                    </a:cubicBezTo>
                    <a:cubicBezTo>
                      <a:pt x="5480" y="3573"/>
                      <a:pt x="4360" y="2165"/>
                      <a:pt x="2810" y="1425"/>
                    </a:cubicBezTo>
                    <a:cubicBezTo>
                      <a:pt x="2280" y="1257"/>
                      <a:pt x="1872" y="1203"/>
                      <a:pt x="1310" y="1175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64" name="news_presenter vector"/>
              <p:cNvSpPr/>
              <p:nvPr/>
            </p:nvSpPr>
            <p:spPr>
              <a:xfrm>
                <a:off x="11820910" y="1080212"/>
                <a:ext cx="150876" cy="51366"/>
              </a:xfrm>
              <a:custGeom>
                <a:avLst/>
                <a:gdLst/>
                <a:ahLst/>
                <a:cxnLst/>
                <a:rect l="0" t="0" r="r" b="b"/>
                <a:pathLst>
                  <a:path w="16500" h="5617" fill="norm" stroke="0">
                    <a:moveTo>
                      <a:pt x="1523" y="302"/>
                    </a:moveTo>
                    <a:cubicBezTo>
                      <a:pt x="1735" y="295"/>
                      <a:pt x="1945" y="287"/>
                      <a:pt x="2163" y="280"/>
                    </a:cubicBezTo>
                    <a:cubicBezTo>
                      <a:pt x="3010" y="260"/>
                      <a:pt x="3855" y="240"/>
                      <a:pt x="4700" y="230"/>
                    </a:cubicBezTo>
                    <a:cubicBezTo>
                      <a:pt x="5340" y="220"/>
                      <a:pt x="5980" y="207"/>
                      <a:pt x="6620" y="182"/>
                    </a:cubicBezTo>
                    <a:cubicBezTo>
                      <a:pt x="11535" y="0"/>
                      <a:pt x="11535" y="0"/>
                      <a:pt x="13150" y="1422"/>
                    </a:cubicBezTo>
                    <a:cubicBezTo>
                      <a:pt x="13443" y="1707"/>
                      <a:pt x="13715" y="1998"/>
                      <a:pt x="13983" y="2307"/>
                    </a:cubicBezTo>
                    <a:cubicBezTo>
                      <a:pt x="14457" y="2858"/>
                      <a:pt x="14983" y="3358"/>
                      <a:pt x="15500" y="3867"/>
                    </a:cubicBezTo>
                    <a:cubicBezTo>
                      <a:pt x="15693" y="4060"/>
                      <a:pt x="15885" y="4252"/>
                      <a:pt x="16078" y="4445"/>
                    </a:cubicBezTo>
                    <a:cubicBezTo>
                      <a:pt x="16217" y="4585"/>
                      <a:pt x="16355" y="4722"/>
                      <a:pt x="16500" y="4867"/>
                    </a:cubicBezTo>
                    <a:cubicBezTo>
                      <a:pt x="16457" y="4990"/>
                      <a:pt x="16457" y="4990"/>
                      <a:pt x="16250" y="5617"/>
                    </a:cubicBezTo>
                    <a:cubicBezTo>
                      <a:pt x="14960" y="5252"/>
                      <a:pt x="14245" y="4432"/>
                      <a:pt x="13342" y="3475"/>
                    </a:cubicBezTo>
                    <a:cubicBezTo>
                      <a:pt x="13060" y="3177"/>
                      <a:pt x="12775" y="2880"/>
                      <a:pt x="12490" y="2585"/>
                    </a:cubicBezTo>
                    <a:cubicBezTo>
                      <a:pt x="12365" y="2453"/>
                      <a:pt x="12243" y="2320"/>
                      <a:pt x="12112" y="2185"/>
                    </a:cubicBezTo>
                    <a:cubicBezTo>
                      <a:pt x="11447" y="1602"/>
                      <a:pt x="10793" y="1582"/>
                      <a:pt x="9928" y="1565"/>
                    </a:cubicBezTo>
                    <a:cubicBezTo>
                      <a:pt x="9713" y="1560"/>
                      <a:pt x="9497" y="1555"/>
                      <a:pt x="9275" y="1550"/>
                    </a:cubicBezTo>
                    <a:cubicBezTo>
                      <a:pt x="9160" y="1547"/>
                      <a:pt x="9160" y="1547"/>
                      <a:pt x="8575" y="1537"/>
                    </a:cubicBezTo>
                    <a:cubicBezTo>
                      <a:pt x="8338" y="1532"/>
                      <a:pt x="8100" y="1527"/>
                      <a:pt x="7855" y="1522"/>
                    </a:cubicBezTo>
                    <a:cubicBezTo>
                      <a:pt x="7225" y="1507"/>
                      <a:pt x="6595" y="1495"/>
                      <a:pt x="5965" y="1483"/>
                    </a:cubicBezTo>
                    <a:cubicBezTo>
                      <a:pt x="5322" y="1470"/>
                      <a:pt x="4678" y="1457"/>
                      <a:pt x="4035" y="1442"/>
                    </a:cubicBezTo>
                    <a:cubicBezTo>
                      <a:pt x="2773" y="1417"/>
                      <a:pt x="1510" y="1390"/>
                      <a:pt x="250" y="1367"/>
                    </a:cubicBezTo>
                    <a:cubicBezTo>
                      <a:pt x="168" y="1120"/>
                      <a:pt x="85" y="872"/>
                      <a:pt x="0" y="617"/>
                    </a:cubicBezTo>
                    <a:cubicBezTo>
                      <a:pt x="562" y="335"/>
                      <a:pt x="898" y="322"/>
                      <a:pt x="1523" y="302"/>
                    </a:cubicBezTo>
                    <a:close/>
                  </a:path>
                </a:pathLst>
              </a:custGeom>
              <a:solidFill>
                <a:srgbClr val="050505"/>
              </a:solidFill>
              <a:ln w="0">
                <a:noFill/>
              </a:ln>
            </p:spPr>
          </p:sp>
          <p:sp>
            <p:nvSpPr>
              <p:cNvPr id="365" name="news_presenter vector"/>
              <p:cNvSpPr/>
              <p:nvPr/>
            </p:nvSpPr>
            <p:spPr>
              <a:xfrm>
                <a:off x="11880336" y="858933"/>
                <a:ext cx="210312" cy="19454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2127" fill="norm" stroke="0">
                    <a:moveTo>
                      <a:pt x="1892" y="32"/>
                    </a:moveTo>
                    <a:cubicBezTo>
                      <a:pt x="2070" y="32"/>
                      <a:pt x="2250" y="30"/>
                      <a:pt x="2435" y="30"/>
                    </a:cubicBezTo>
                    <a:cubicBezTo>
                      <a:pt x="2533" y="30"/>
                      <a:pt x="2533" y="30"/>
                      <a:pt x="3025" y="30"/>
                    </a:cubicBezTo>
                    <a:cubicBezTo>
                      <a:pt x="3230" y="30"/>
                      <a:pt x="3438" y="28"/>
                      <a:pt x="3650" y="28"/>
                    </a:cubicBezTo>
                    <a:cubicBezTo>
                      <a:pt x="4332" y="25"/>
                      <a:pt x="5012" y="25"/>
                      <a:pt x="5695" y="25"/>
                    </a:cubicBezTo>
                    <a:cubicBezTo>
                      <a:pt x="6170" y="22"/>
                      <a:pt x="6642" y="22"/>
                      <a:pt x="7117" y="22"/>
                    </a:cubicBezTo>
                    <a:cubicBezTo>
                      <a:pt x="8110" y="20"/>
                      <a:pt x="9102" y="20"/>
                      <a:pt x="10095" y="20"/>
                    </a:cubicBezTo>
                    <a:cubicBezTo>
                      <a:pt x="11242" y="20"/>
                      <a:pt x="12390" y="17"/>
                      <a:pt x="13537" y="13"/>
                    </a:cubicBezTo>
                    <a:cubicBezTo>
                      <a:pt x="14640" y="10"/>
                      <a:pt x="15745" y="7"/>
                      <a:pt x="16850" y="10"/>
                    </a:cubicBezTo>
                    <a:cubicBezTo>
                      <a:pt x="17320" y="7"/>
                      <a:pt x="17790" y="7"/>
                      <a:pt x="18260" y="5"/>
                    </a:cubicBezTo>
                    <a:cubicBezTo>
                      <a:pt x="18915" y="2"/>
                      <a:pt x="19570" y="2"/>
                      <a:pt x="20227" y="5"/>
                    </a:cubicBezTo>
                    <a:cubicBezTo>
                      <a:pt x="20325" y="5"/>
                      <a:pt x="20325" y="5"/>
                      <a:pt x="20817" y="0"/>
                    </a:cubicBezTo>
                    <a:cubicBezTo>
                      <a:pt x="20908" y="2"/>
                      <a:pt x="20908" y="2"/>
                      <a:pt x="21357" y="5"/>
                    </a:cubicBezTo>
                    <a:cubicBezTo>
                      <a:pt x="21515" y="5"/>
                      <a:pt x="21670" y="5"/>
                      <a:pt x="21827" y="2"/>
                    </a:cubicBezTo>
                    <a:cubicBezTo>
                      <a:pt x="22327" y="78"/>
                      <a:pt x="22605" y="260"/>
                      <a:pt x="23000" y="565"/>
                    </a:cubicBezTo>
                    <a:cubicBezTo>
                      <a:pt x="22970" y="1035"/>
                      <a:pt x="22970" y="1035"/>
                      <a:pt x="22750" y="1565"/>
                    </a:cubicBezTo>
                    <a:cubicBezTo>
                      <a:pt x="21547" y="2100"/>
                      <a:pt x="20477" y="2127"/>
                      <a:pt x="19175" y="2100"/>
                    </a:cubicBezTo>
                    <a:cubicBezTo>
                      <a:pt x="18972" y="2097"/>
                      <a:pt x="18770" y="2095"/>
                      <a:pt x="18562" y="2093"/>
                    </a:cubicBezTo>
                    <a:cubicBezTo>
                      <a:pt x="17895" y="2085"/>
                      <a:pt x="17230" y="2072"/>
                      <a:pt x="16565" y="2060"/>
                    </a:cubicBezTo>
                    <a:cubicBezTo>
                      <a:pt x="16102" y="2052"/>
                      <a:pt x="15640" y="2047"/>
                      <a:pt x="15175" y="2040"/>
                    </a:cubicBezTo>
                    <a:cubicBezTo>
                      <a:pt x="13960" y="2025"/>
                      <a:pt x="12745" y="2005"/>
                      <a:pt x="11527" y="1985"/>
                    </a:cubicBezTo>
                    <a:cubicBezTo>
                      <a:pt x="10287" y="1965"/>
                      <a:pt x="9045" y="1948"/>
                      <a:pt x="7803" y="1930"/>
                    </a:cubicBezTo>
                    <a:cubicBezTo>
                      <a:pt x="5370" y="1895"/>
                      <a:pt x="2935" y="1858"/>
                      <a:pt x="500" y="1815"/>
                    </a:cubicBezTo>
                    <a:cubicBezTo>
                      <a:pt x="235" y="1347"/>
                      <a:pt x="235" y="1347"/>
                      <a:pt x="0" y="815"/>
                    </a:cubicBezTo>
                    <a:cubicBezTo>
                      <a:pt x="250" y="315"/>
                      <a:pt x="250" y="315"/>
                      <a:pt x="585" y="162"/>
                    </a:cubicBezTo>
                    <a:cubicBezTo>
                      <a:pt x="1035" y="58"/>
                      <a:pt x="1432" y="32"/>
                      <a:pt x="1892" y="32"/>
                    </a:cubicBezTo>
                    <a:close/>
                    <a:moveTo>
                      <a:pt x="750" y="565"/>
                    </a:moveTo>
                    <a:cubicBezTo>
                      <a:pt x="750" y="812"/>
                      <a:pt x="750" y="1060"/>
                      <a:pt x="750" y="1315"/>
                    </a:cubicBezTo>
                    <a:cubicBezTo>
                      <a:pt x="1000" y="1565"/>
                      <a:pt x="1000" y="1565"/>
                      <a:pt x="1362" y="1597"/>
                    </a:cubicBezTo>
                    <a:cubicBezTo>
                      <a:pt x="1520" y="1597"/>
                      <a:pt x="1675" y="1595"/>
                      <a:pt x="1837" y="1595"/>
                    </a:cubicBezTo>
                    <a:cubicBezTo>
                      <a:pt x="2017" y="1597"/>
                      <a:pt x="2195" y="1597"/>
                      <a:pt x="2380" y="1597"/>
                    </a:cubicBezTo>
                    <a:cubicBezTo>
                      <a:pt x="2577" y="1595"/>
                      <a:pt x="2775" y="1595"/>
                      <a:pt x="2980" y="1595"/>
                    </a:cubicBezTo>
                    <a:cubicBezTo>
                      <a:pt x="3188" y="1595"/>
                      <a:pt x="3395" y="1595"/>
                      <a:pt x="3607" y="1595"/>
                    </a:cubicBezTo>
                    <a:cubicBezTo>
                      <a:pt x="4297" y="1595"/>
                      <a:pt x="4985" y="1593"/>
                      <a:pt x="5672" y="1590"/>
                    </a:cubicBezTo>
                    <a:cubicBezTo>
                      <a:pt x="6150" y="1590"/>
                      <a:pt x="6625" y="1590"/>
                      <a:pt x="7102" y="1590"/>
                    </a:cubicBezTo>
                    <a:cubicBezTo>
                      <a:pt x="8230" y="1588"/>
                      <a:pt x="9355" y="1588"/>
                      <a:pt x="10482" y="1585"/>
                    </a:cubicBezTo>
                    <a:cubicBezTo>
                      <a:pt x="11765" y="1580"/>
                      <a:pt x="13050" y="1580"/>
                      <a:pt x="14332" y="1578"/>
                    </a:cubicBezTo>
                    <a:cubicBezTo>
                      <a:pt x="16972" y="1575"/>
                      <a:pt x="19610" y="1573"/>
                      <a:pt x="22250" y="1565"/>
                    </a:cubicBezTo>
                    <a:cubicBezTo>
                      <a:pt x="22332" y="1235"/>
                      <a:pt x="22415" y="905"/>
                      <a:pt x="22500" y="565"/>
                    </a:cubicBezTo>
                    <a:cubicBezTo>
                      <a:pt x="15322" y="565"/>
                      <a:pt x="8145" y="565"/>
                      <a:pt x="750" y="565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66" name="news_presenter vector"/>
              <p:cNvSpPr/>
              <p:nvPr/>
            </p:nvSpPr>
            <p:spPr>
              <a:xfrm>
                <a:off x="11880346" y="886365"/>
                <a:ext cx="182880" cy="19705"/>
              </a:xfrm>
              <a:custGeom>
                <a:avLst/>
                <a:gdLst/>
                <a:ahLst/>
                <a:cxnLst/>
                <a:rect l="0" t="0" r="r" b="b"/>
                <a:pathLst>
                  <a:path w="20000" h="2155" fill="norm" stroke="0">
                    <a:moveTo>
                      <a:pt x="1777" y="32"/>
                    </a:moveTo>
                    <a:cubicBezTo>
                      <a:pt x="1855" y="32"/>
                      <a:pt x="1855" y="32"/>
                      <a:pt x="2242" y="30"/>
                    </a:cubicBezTo>
                    <a:cubicBezTo>
                      <a:pt x="2325" y="30"/>
                      <a:pt x="2325" y="30"/>
                      <a:pt x="2747" y="30"/>
                    </a:cubicBezTo>
                    <a:cubicBezTo>
                      <a:pt x="2925" y="30"/>
                      <a:pt x="3102" y="28"/>
                      <a:pt x="3285" y="28"/>
                    </a:cubicBezTo>
                    <a:cubicBezTo>
                      <a:pt x="3870" y="25"/>
                      <a:pt x="4455" y="25"/>
                      <a:pt x="5037" y="25"/>
                    </a:cubicBezTo>
                    <a:cubicBezTo>
                      <a:pt x="5445" y="22"/>
                      <a:pt x="5850" y="22"/>
                      <a:pt x="6257" y="22"/>
                    </a:cubicBezTo>
                    <a:cubicBezTo>
                      <a:pt x="7110" y="20"/>
                      <a:pt x="7960" y="20"/>
                      <a:pt x="8812" y="20"/>
                    </a:cubicBezTo>
                    <a:cubicBezTo>
                      <a:pt x="9905" y="20"/>
                      <a:pt x="10995" y="15"/>
                      <a:pt x="12087" y="13"/>
                    </a:cubicBezTo>
                    <a:cubicBezTo>
                      <a:pt x="12928" y="10"/>
                      <a:pt x="13765" y="7"/>
                      <a:pt x="14605" y="10"/>
                    </a:cubicBezTo>
                    <a:cubicBezTo>
                      <a:pt x="15007" y="7"/>
                      <a:pt x="15410" y="7"/>
                      <a:pt x="15812" y="5"/>
                    </a:cubicBezTo>
                    <a:cubicBezTo>
                      <a:pt x="16375" y="2"/>
                      <a:pt x="16938" y="2"/>
                      <a:pt x="17500" y="5"/>
                    </a:cubicBezTo>
                    <a:cubicBezTo>
                      <a:pt x="17668" y="5"/>
                      <a:pt x="17835" y="2"/>
                      <a:pt x="18007" y="0"/>
                    </a:cubicBezTo>
                    <a:cubicBezTo>
                      <a:pt x="19400" y="10"/>
                      <a:pt x="19400" y="10"/>
                      <a:pt x="20000" y="565"/>
                    </a:cubicBezTo>
                    <a:cubicBezTo>
                      <a:pt x="19952" y="1035"/>
                      <a:pt x="19952" y="1035"/>
                      <a:pt x="19750" y="1565"/>
                    </a:cubicBezTo>
                    <a:cubicBezTo>
                      <a:pt x="18678" y="2155"/>
                      <a:pt x="17682" y="2127"/>
                      <a:pt x="16480" y="2105"/>
                    </a:cubicBezTo>
                    <a:cubicBezTo>
                      <a:pt x="16275" y="2102"/>
                      <a:pt x="16070" y="2100"/>
                      <a:pt x="15860" y="2100"/>
                    </a:cubicBezTo>
                    <a:cubicBezTo>
                      <a:pt x="15158" y="2090"/>
                      <a:pt x="14452" y="2078"/>
                      <a:pt x="13750" y="2065"/>
                    </a:cubicBezTo>
                    <a:cubicBezTo>
                      <a:pt x="13485" y="2062"/>
                      <a:pt x="13217" y="2058"/>
                      <a:pt x="12952" y="2052"/>
                    </a:cubicBezTo>
                    <a:cubicBezTo>
                      <a:pt x="11062" y="2025"/>
                      <a:pt x="9172" y="1987"/>
                      <a:pt x="7280" y="1950"/>
                    </a:cubicBezTo>
                    <a:cubicBezTo>
                      <a:pt x="6512" y="1935"/>
                      <a:pt x="5745" y="1920"/>
                      <a:pt x="4977" y="1905"/>
                    </a:cubicBezTo>
                    <a:cubicBezTo>
                      <a:pt x="3485" y="1875"/>
                      <a:pt x="1992" y="1845"/>
                      <a:pt x="500" y="1815"/>
                    </a:cubicBezTo>
                    <a:cubicBezTo>
                      <a:pt x="235" y="1347"/>
                      <a:pt x="235" y="1347"/>
                      <a:pt x="0" y="815"/>
                    </a:cubicBezTo>
                    <a:cubicBezTo>
                      <a:pt x="250" y="315"/>
                      <a:pt x="250" y="315"/>
                      <a:pt x="592" y="162"/>
                    </a:cubicBezTo>
                    <a:cubicBezTo>
                      <a:pt x="1002" y="65"/>
                      <a:pt x="1357" y="35"/>
                      <a:pt x="1777" y="32"/>
                    </a:cubicBezTo>
                    <a:close/>
                    <a:moveTo>
                      <a:pt x="750" y="565"/>
                    </a:moveTo>
                    <a:cubicBezTo>
                      <a:pt x="750" y="812"/>
                      <a:pt x="750" y="1060"/>
                      <a:pt x="750" y="1315"/>
                    </a:cubicBezTo>
                    <a:cubicBezTo>
                      <a:pt x="1155" y="1722"/>
                      <a:pt x="1625" y="1597"/>
                      <a:pt x="2168" y="1600"/>
                    </a:cubicBezTo>
                    <a:cubicBezTo>
                      <a:pt x="2335" y="1600"/>
                      <a:pt x="2500" y="1600"/>
                      <a:pt x="2672" y="1597"/>
                    </a:cubicBezTo>
                    <a:cubicBezTo>
                      <a:pt x="2847" y="1597"/>
                      <a:pt x="3022" y="1600"/>
                      <a:pt x="3202" y="1600"/>
                    </a:cubicBezTo>
                    <a:cubicBezTo>
                      <a:pt x="3783" y="1600"/>
                      <a:pt x="4362" y="1600"/>
                      <a:pt x="4945" y="1600"/>
                    </a:cubicBezTo>
                    <a:cubicBezTo>
                      <a:pt x="5345" y="1600"/>
                      <a:pt x="5747" y="1600"/>
                      <a:pt x="6150" y="1600"/>
                    </a:cubicBezTo>
                    <a:cubicBezTo>
                      <a:pt x="6992" y="1600"/>
                      <a:pt x="7837" y="1600"/>
                      <a:pt x="8682" y="1597"/>
                    </a:cubicBezTo>
                    <a:cubicBezTo>
                      <a:pt x="9765" y="1597"/>
                      <a:pt x="10847" y="1597"/>
                      <a:pt x="11930" y="1600"/>
                    </a:cubicBezTo>
                    <a:cubicBezTo>
                      <a:pt x="12762" y="1600"/>
                      <a:pt x="13592" y="1600"/>
                      <a:pt x="14422" y="1600"/>
                    </a:cubicBezTo>
                    <a:cubicBezTo>
                      <a:pt x="14822" y="1600"/>
                      <a:pt x="15222" y="1600"/>
                      <a:pt x="15620" y="1600"/>
                    </a:cubicBezTo>
                    <a:cubicBezTo>
                      <a:pt x="16178" y="1600"/>
                      <a:pt x="16737" y="1600"/>
                      <a:pt x="17295" y="1597"/>
                    </a:cubicBezTo>
                    <a:cubicBezTo>
                      <a:pt x="17377" y="1597"/>
                      <a:pt x="17377" y="1597"/>
                      <a:pt x="17797" y="1600"/>
                    </a:cubicBezTo>
                    <a:cubicBezTo>
                      <a:pt x="18942" y="1595"/>
                      <a:pt x="18942" y="1595"/>
                      <a:pt x="19500" y="1315"/>
                    </a:cubicBezTo>
                    <a:cubicBezTo>
                      <a:pt x="19500" y="1067"/>
                      <a:pt x="19500" y="820"/>
                      <a:pt x="19500" y="565"/>
                    </a:cubicBezTo>
                    <a:cubicBezTo>
                      <a:pt x="13312" y="565"/>
                      <a:pt x="7125" y="565"/>
                      <a:pt x="750" y="565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67" name="news_presenter vector"/>
              <p:cNvSpPr/>
              <p:nvPr/>
            </p:nvSpPr>
            <p:spPr>
              <a:xfrm>
                <a:off x="11814048" y="1065276"/>
                <a:ext cx="164592" cy="18288"/>
              </a:xfrm>
              <a:custGeom>
                <a:avLst/>
                <a:gdLst/>
                <a:ahLst/>
                <a:cxnLst/>
                <a:rect l="0" t="0" r="r" b="b"/>
                <a:pathLst>
                  <a:path w="18000" h="2000" fill="norm" stroke="0">
                    <a:moveTo>
                      <a:pt x="0" y="0"/>
                    </a:moveTo>
                    <a:cubicBezTo>
                      <a:pt x="85" y="20"/>
                      <a:pt x="85" y="20"/>
                      <a:pt x="520" y="123"/>
                    </a:cubicBezTo>
                    <a:cubicBezTo>
                      <a:pt x="1335" y="265"/>
                      <a:pt x="2105" y="293"/>
                      <a:pt x="2930" y="302"/>
                    </a:cubicBezTo>
                    <a:cubicBezTo>
                      <a:pt x="3092" y="305"/>
                      <a:pt x="3257" y="308"/>
                      <a:pt x="3425" y="310"/>
                    </a:cubicBezTo>
                    <a:cubicBezTo>
                      <a:pt x="3963" y="317"/>
                      <a:pt x="4500" y="323"/>
                      <a:pt x="5035" y="330"/>
                    </a:cubicBezTo>
                    <a:cubicBezTo>
                      <a:pt x="5410" y="335"/>
                      <a:pt x="5783" y="340"/>
                      <a:pt x="6158" y="345"/>
                    </a:cubicBezTo>
                    <a:cubicBezTo>
                      <a:pt x="7138" y="358"/>
                      <a:pt x="8120" y="370"/>
                      <a:pt x="9100" y="382"/>
                    </a:cubicBezTo>
                    <a:cubicBezTo>
                      <a:pt x="10102" y="395"/>
                      <a:pt x="11105" y="410"/>
                      <a:pt x="12108" y="422"/>
                    </a:cubicBezTo>
                    <a:cubicBezTo>
                      <a:pt x="14072" y="450"/>
                      <a:pt x="16035" y="475"/>
                      <a:pt x="18000" y="500"/>
                    </a:cubicBezTo>
                    <a:cubicBezTo>
                      <a:pt x="18000" y="582"/>
                      <a:pt x="18000" y="665"/>
                      <a:pt x="18000" y="750"/>
                    </a:cubicBezTo>
                    <a:cubicBezTo>
                      <a:pt x="16102" y="832"/>
                      <a:pt x="14205" y="915"/>
                      <a:pt x="12250" y="1000"/>
                    </a:cubicBezTo>
                    <a:cubicBezTo>
                      <a:pt x="12580" y="1330"/>
                      <a:pt x="12910" y="1660"/>
                      <a:pt x="13250" y="2000"/>
                    </a:cubicBezTo>
                    <a:cubicBezTo>
                      <a:pt x="11188" y="1957"/>
                      <a:pt x="11188" y="1957"/>
                      <a:pt x="750" y="1750"/>
                    </a:cubicBezTo>
                    <a:cubicBezTo>
                      <a:pt x="915" y="1502"/>
                      <a:pt x="1080" y="1255"/>
                      <a:pt x="1250" y="1000"/>
                    </a:cubicBezTo>
                    <a:cubicBezTo>
                      <a:pt x="1045" y="882"/>
                      <a:pt x="838" y="763"/>
                      <a:pt x="625" y="640"/>
                    </a:cubicBezTo>
                    <a:cubicBezTo>
                      <a:pt x="420" y="513"/>
                      <a:pt x="213" y="382"/>
                      <a:pt x="0" y="250"/>
                    </a:cubicBezTo>
                    <a:cubicBezTo>
                      <a:pt x="0" y="168"/>
                      <a:pt x="0" y="85"/>
                      <a:pt x="0" y="0"/>
                    </a:cubicBezTo>
                    <a:close/>
                  </a:path>
                </a:pathLst>
              </a:custGeom>
              <a:solidFill>
                <a:srgbClr val="A1A1A1"/>
              </a:solidFill>
              <a:ln w="0">
                <a:noFill/>
              </a:ln>
            </p:spPr>
          </p:sp>
          <p:sp>
            <p:nvSpPr>
              <p:cNvPr id="368" name="news_presenter vector"/>
              <p:cNvSpPr/>
              <p:nvPr/>
            </p:nvSpPr>
            <p:spPr>
              <a:xfrm>
                <a:off x="12172948" y="1069264"/>
                <a:ext cx="141732" cy="48600"/>
              </a:xfrm>
              <a:custGeom>
                <a:avLst/>
                <a:gdLst/>
                <a:ahLst/>
                <a:cxnLst/>
                <a:rect l="0" t="0" r="r" b="b"/>
                <a:pathLst>
                  <a:path w="15500" h="5315" fill="norm" stroke="0">
                    <a:moveTo>
                      <a:pt x="5487" y="28"/>
                    </a:moveTo>
                    <a:cubicBezTo>
                      <a:pt x="5685" y="25"/>
                      <a:pt x="5882" y="25"/>
                      <a:pt x="6085" y="23"/>
                    </a:cubicBezTo>
                    <a:cubicBezTo>
                      <a:pt x="6295" y="23"/>
                      <a:pt x="6507" y="23"/>
                      <a:pt x="6725" y="23"/>
                    </a:cubicBezTo>
                    <a:cubicBezTo>
                      <a:pt x="6945" y="20"/>
                      <a:pt x="7162" y="20"/>
                      <a:pt x="7388" y="20"/>
                    </a:cubicBezTo>
                    <a:cubicBezTo>
                      <a:pt x="7850" y="17"/>
                      <a:pt x="8312" y="17"/>
                      <a:pt x="8775" y="17"/>
                    </a:cubicBezTo>
                    <a:cubicBezTo>
                      <a:pt x="9480" y="17"/>
                      <a:pt x="10188" y="13"/>
                      <a:pt x="10895" y="8"/>
                    </a:cubicBezTo>
                    <a:cubicBezTo>
                      <a:pt x="11342" y="8"/>
                      <a:pt x="11793" y="8"/>
                      <a:pt x="12243" y="5"/>
                    </a:cubicBezTo>
                    <a:cubicBezTo>
                      <a:pt x="12452" y="5"/>
                      <a:pt x="12665" y="2"/>
                      <a:pt x="12882" y="0"/>
                    </a:cubicBezTo>
                    <a:cubicBezTo>
                      <a:pt x="13080" y="2"/>
                      <a:pt x="13277" y="2"/>
                      <a:pt x="13480" y="2"/>
                    </a:cubicBezTo>
                    <a:cubicBezTo>
                      <a:pt x="13567" y="2"/>
                      <a:pt x="13567" y="2"/>
                      <a:pt x="14005" y="2"/>
                    </a:cubicBezTo>
                    <a:cubicBezTo>
                      <a:pt x="14587" y="75"/>
                      <a:pt x="14993" y="278"/>
                      <a:pt x="15500" y="565"/>
                    </a:cubicBezTo>
                    <a:cubicBezTo>
                      <a:pt x="15418" y="978"/>
                      <a:pt x="15335" y="1390"/>
                      <a:pt x="15250" y="1815"/>
                    </a:cubicBezTo>
                    <a:cubicBezTo>
                      <a:pt x="14580" y="2000"/>
                      <a:pt x="13980" y="2095"/>
                      <a:pt x="13285" y="2100"/>
                    </a:cubicBezTo>
                    <a:cubicBezTo>
                      <a:pt x="13097" y="2100"/>
                      <a:pt x="12912" y="2103"/>
                      <a:pt x="12720" y="2105"/>
                    </a:cubicBezTo>
                    <a:cubicBezTo>
                      <a:pt x="12523" y="2105"/>
                      <a:pt x="12322" y="2108"/>
                      <a:pt x="12118" y="2108"/>
                    </a:cubicBezTo>
                    <a:cubicBezTo>
                      <a:pt x="11695" y="2113"/>
                      <a:pt x="11270" y="2120"/>
                      <a:pt x="10847" y="2125"/>
                    </a:cubicBezTo>
                    <a:cubicBezTo>
                      <a:pt x="10180" y="2135"/>
                      <a:pt x="9515" y="2143"/>
                      <a:pt x="8847" y="2145"/>
                    </a:cubicBezTo>
                    <a:cubicBezTo>
                      <a:pt x="8205" y="2150"/>
                      <a:pt x="7560" y="2160"/>
                      <a:pt x="6915" y="2170"/>
                    </a:cubicBezTo>
                    <a:cubicBezTo>
                      <a:pt x="6815" y="2170"/>
                      <a:pt x="6815" y="2170"/>
                      <a:pt x="6315" y="2170"/>
                    </a:cubicBezTo>
                    <a:cubicBezTo>
                      <a:pt x="5023" y="2198"/>
                      <a:pt x="4418" y="2395"/>
                      <a:pt x="3500" y="3315"/>
                    </a:cubicBezTo>
                    <a:cubicBezTo>
                      <a:pt x="3378" y="3428"/>
                      <a:pt x="3257" y="3543"/>
                      <a:pt x="3130" y="3657"/>
                    </a:cubicBezTo>
                    <a:cubicBezTo>
                      <a:pt x="3037" y="3755"/>
                      <a:pt x="2942" y="3855"/>
                      <a:pt x="2845" y="3955"/>
                    </a:cubicBezTo>
                    <a:cubicBezTo>
                      <a:pt x="2740" y="4058"/>
                      <a:pt x="2638" y="4162"/>
                      <a:pt x="2530" y="4270"/>
                    </a:cubicBezTo>
                    <a:cubicBezTo>
                      <a:pt x="2250" y="4565"/>
                      <a:pt x="2250" y="4565"/>
                      <a:pt x="1875" y="5032"/>
                    </a:cubicBezTo>
                    <a:cubicBezTo>
                      <a:pt x="1500" y="5315"/>
                      <a:pt x="1500" y="5315"/>
                      <a:pt x="827" y="5235"/>
                    </a:cubicBezTo>
                    <a:cubicBezTo>
                      <a:pt x="638" y="5180"/>
                      <a:pt x="447" y="5123"/>
                      <a:pt x="250" y="5065"/>
                    </a:cubicBezTo>
                    <a:cubicBezTo>
                      <a:pt x="80" y="4748"/>
                      <a:pt x="80" y="4748"/>
                      <a:pt x="0" y="4315"/>
                    </a:cubicBezTo>
                    <a:cubicBezTo>
                      <a:pt x="287" y="3873"/>
                      <a:pt x="287" y="3873"/>
                      <a:pt x="735" y="3393"/>
                    </a:cubicBezTo>
                    <a:cubicBezTo>
                      <a:pt x="895" y="3218"/>
                      <a:pt x="1057" y="3045"/>
                      <a:pt x="1222" y="2865"/>
                    </a:cubicBezTo>
                    <a:cubicBezTo>
                      <a:pt x="1398" y="2680"/>
                      <a:pt x="1575" y="2498"/>
                      <a:pt x="1750" y="2315"/>
                    </a:cubicBezTo>
                    <a:cubicBezTo>
                      <a:pt x="1840" y="2220"/>
                      <a:pt x="1928" y="2127"/>
                      <a:pt x="2017" y="2030"/>
                    </a:cubicBezTo>
                    <a:cubicBezTo>
                      <a:pt x="3908" y="35"/>
                      <a:pt x="3908" y="35"/>
                      <a:pt x="5487" y="28"/>
                    </a:cubicBezTo>
                    <a:close/>
                    <a:moveTo>
                      <a:pt x="3375" y="1165"/>
                    </a:moveTo>
                    <a:cubicBezTo>
                      <a:pt x="3253" y="1380"/>
                      <a:pt x="3128" y="1593"/>
                      <a:pt x="3000" y="1815"/>
                    </a:cubicBezTo>
                    <a:cubicBezTo>
                      <a:pt x="2665" y="2130"/>
                      <a:pt x="2320" y="2438"/>
                      <a:pt x="1970" y="2735"/>
                    </a:cubicBezTo>
                    <a:cubicBezTo>
                      <a:pt x="1462" y="3168"/>
                      <a:pt x="972" y="3593"/>
                      <a:pt x="500" y="4065"/>
                    </a:cubicBezTo>
                    <a:cubicBezTo>
                      <a:pt x="500" y="4312"/>
                      <a:pt x="500" y="4560"/>
                      <a:pt x="500" y="4815"/>
                    </a:cubicBezTo>
                    <a:cubicBezTo>
                      <a:pt x="1737" y="4708"/>
                      <a:pt x="2247" y="4183"/>
                      <a:pt x="3047" y="3315"/>
                    </a:cubicBezTo>
                    <a:cubicBezTo>
                      <a:pt x="3263" y="3085"/>
                      <a:pt x="3480" y="2855"/>
                      <a:pt x="3697" y="2627"/>
                    </a:cubicBezTo>
                    <a:cubicBezTo>
                      <a:pt x="3793" y="2525"/>
                      <a:pt x="3888" y="2422"/>
                      <a:pt x="3985" y="2317"/>
                    </a:cubicBezTo>
                    <a:cubicBezTo>
                      <a:pt x="4530" y="1797"/>
                      <a:pt x="5003" y="1778"/>
                      <a:pt x="5725" y="1763"/>
                    </a:cubicBezTo>
                    <a:cubicBezTo>
                      <a:pt x="5825" y="1760"/>
                      <a:pt x="5825" y="1760"/>
                      <a:pt x="6332" y="1748"/>
                    </a:cubicBezTo>
                    <a:cubicBezTo>
                      <a:pt x="6547" y="1743"/>
                      <a:pt x="6765" y="1740"/>
                      <a:pt x="6987" y="1735"/>
                    </a:cubicBezTo>
                    <a:cubicBezTo>
                      <a:pt x="7097" y="1733"/>
                      <a:pt x="7097" y="1733"/>
                      <a:pt x="7658" y="1720"/>
                    </a:cubicBezTo>
                    <a:cubicBezTo>
                      <a:pt x="8365" y="1703"/>
                      <a:pt x="9072" y="1688"/>
                      <a:pt x="9783" y="1672"/>
                    </a:cubicBezTo>
                    <a:cubicBezTo>
                      <a:pt x="10260" y="1663"/>
                      <a:pt x="10740" y="1653"/>
                      <a:pt x="11220" y="1640"/>
                    </a:cubicBezTo>
                    <a:cubicBezTo>
                      <a:pt x="12398" y="1613"/>
                      <a:pt x="13572" y="1588"/>
                      <a:pt x="14750" y="1565"/>
                    </a:cubicBezTo>
                    <a:cubicBezTo>
                      <a:pt x="14832" y="1235"/>
                      <a:pt x="14915" y="905"/>
                      <a:pt x="15000" y="565"/>
                    </a:cubicBezTo>
                    <a:cubicBezTo>
                      <a:pt x="13582" y="535"/>
                      <a:pt x="12168" y="513"/>
                      <a:pt x="10750" y="500"/>
                    </a:cubicBezTo>
                    <a:cubicBezTo>
                      <a:pt x="10092" y="493"/>
                      <a:pt x="9432" y="483"/>
                      <a:pt x="8775" y="470"/>
                    </a:cubicBezTo>
                    <a:cubicBezTo>
                      <a:pt x="8017" y="453"/>
                      <a:pt x="7263" y="448"/>
                      <a:pt x="6505" y="442"/>
                    </a:cubicBezTo>
                    <a:cubicBezTo>
                      <a:pt x="6267" y="435"/>
                      <a:pt x="6033" y="430"/>
                      <a:pt x="5790" y="422"/>
                    </a:cubicBezTo>
                    <a:cubicBezTo>
                      <a:pt x="3970" y="422"/>
                      <a:pt x="3970" y="422"/>
                      <a:pt x="3375" y="1165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69" name="news_presenter vector"/>
              <p:cNvSpPr/>
              <p:nvPr/>
            </p:nvSpPr>
            <p:spPr>
              <a:xfrm>
                <a:off x="11816334" y="1079106"/>
                <a:ext cx="160020" cy="57036"/>
              </a:xfrm>
              <a:custGeom>
                <a:avLst/>
                <a:gdLst/>
                <a:ahLst/>
                <a:cxnLst/>
                <a:rect l="0" t="0" r="r" b="b"/>
                <a:pathLst>
                  <a:path w="17500" h="6237" fill="norm" stroke="0">
                    <a:moveTo>
                      <a:pt x="500" y="237"/>
                    </a:moveTo>
                    <a:cubicBezTo>
                      <a:pt x="2030" y="198"/>
                      <a:pt x="3560" y="165"/>
                      <a:pt x="5090" y="147"/>
                    </a:cubicBezTo>
                    <a:cubicBezTo>
                      <a:pt x="5800" y="138"/>
                      <a:pt x="6513" y="125"/>
                      <a:pt x="7223" y="105"/>
                    </a:cubicBezTo>
                    <a:cubicBezTo>
                      <a:pt x="7910" y="87"/>
                      <a:pt x="8598" y="75"/>
                      <a:pt x="9285" y="73"/>
                    </a:cubicBezTo>
                    <a:cubicBezTo>
                      <a:pt x="9545" y="67"/>
                      <a:pt x="9805" y="62"/>
                      <a:pt x="10065" y="52"/>
                    </a:cubicBezTo>
                    <a:cubicBezTo>
                      <a:pt x="11540" y="0"/>
                      <a:pt x="12487" y="90"/>
                      <a:pt x="13628" y="1078"/>
                    </a:cubicBezTo>
                    <a:cubicBezTo>
                      <a:pt x="13922" y="1375"/>
                      <a:pt x="14215" y="1677"/>
                      <a:pt x="14500" y="1987"/>
                    </a:cubicBezTo>
                    <a:cubicBezTo>
                      <a:pt x="14763" y="2237"/>
                      <a:pt x="15025" y="2487"/>
                      <a:pt x="15287" y="2733"/>
                    </a:cubicBezTo>
                    <a:cubicBezTo>
                      <a:pt x="15520" y="2962"/>
                      <a:pt x="15753" y="3195"/>
                      <a:pt x="15985" y="3425"/>
                    </a:cubicBezTo>
                    <a:cubicBezTo>
                      <a:pt x="16045" y="3483"/>
                      <a:pt x="16045" y="3483"/>
                      <a:pt x="16348" y="3780"/>
                    </a:cubicBezTo>
                    <a:cubicBezTo>
                      <a:pt x="16463" y="3892"/>
                      <a:pt x="16578" y="4008"/>
                      <a:pt x="16695" y="4125"/>
                    </a:cubicBezTo>
                    <a:cubicBezTo>
                      <a:pt x="16795" y="4225"/>
                      <a:pt x="16898" y="4325"/>
                      <a:pt x="17000" y="4427"/>
                    </a:cubicBezTo>
                    <a:cubicBezTo>
                      <a:pt x="17283" y="4777"/>
                      <a:pt x="17408" y="5050"/>
                      <a:pt x="17500" y="5487"/>
                    </a:cubicBezTo>
                    <a:cubicBezTo>
                      <a:pt x="17265" y="5910"/>
                      <a:pt x="17265" y="5910"/>
                      <a:pt x="17000" y="6237"/>
                    </a:cubicBezTo>
                    <a:cubicBezTo>
                      <a:pt x="15705" y="6160"/>
                      <a:pt x="14862" y="5425"/>
                      <a:pt x="14000" y="4487"/>
                    </a:cubicBezTo>
                    <a:cubicBezTo>
                      <a:pt x="14000" y="4323"/>
                      <a:pt x="14000" y="4157"/>
                      <a:pt x="14000" y="3987"/>
                    </a:cubicBezTo>
                    <a:cubicBezTo>
                      <a:pt x="13860" y="3930"/>
                      <a:pt x="13723" y="3875"/>
                      <a:pt x="13578" y="3815"/>
                    </a:cubicBezTo>
                    <a:cubicBezTo>
                      <a:pt x="13025" y="3502"/>
                      <a:pt x="12868" y="3328"/>
                      <a:pt x="12495" y="2853"/>
                    </a:cubicBezTo>
                    <a:cubicBezTo>
                      <a:pt x="11730" y="2075"/>
                      <a:pt x="11003" y="2090"/>
                      <a:pt x="9950" y="2078"/>
                    </a:cubicBezTo>
                    <a:cubicBezTo>
                      <a:pt x="9835" y="2078"/>
                      <a:pt x="9835" y="2078"/>
                      <a:pt x="9247" y="2087"/>
                    </a:cubicBezTo>
                    <a:cubicBezTo>
                      <a:pt x="8880" y="2085"/>
                      <a:pt x="8513" y="2080"/>
                      <a:pt x="8145" y="2078"/>
                    </a:cubicBezTo>
                    <a:cubicBezTo>
                      <a:pt x="7632" y="2075"/>
                      <a:pt x="7120" y="2078"/>
                      <a:pt x="6608" y="2080"/>
                    </a:cubicBezTo>
                    <a:cubicBezTo>
                      <a:pt x="5710" y="2082"/>
                      <a:pt x="4812" y="2082"/>
                      <a:pt x="3912" y="2075"/>
                    </a:cubicBezTo>
                    <a:cubicBezTo>
                      <a:pt x="3435" y="2073"/>
                      <a:pt x="2957" y="2075"/>
                      <a:pt x="2480" y="2078"/>
                    </a:cubicBezTo>
                    <a:cubicBezTo>
                      <a:pt x="2265" y="2078"/>
                      <a:pt x="2047" y="2078"/>
                      <a:pt x="1825" y="2075"/>
                    </a:cubicBezTo>
                    <a:cubicBezTo>
                      <a:pt x="1730" y="2078"/>
                      <a:pt x="1730" y="2078"/>
                      <a:pt x="1250" y="2080"/>
                    </a:cubicBezTo>
                    <a:cubicBezTo>
                      <a:pt x="622" y="1965"/>
                      <a:pt x="400" y="1718"/>
                      <a:pt x="0" y="1237"/>
                    </a:cubicBezTo>
                    <a:cubicBezTo>
                      <a:pt x="165" y="907"/>
                      <a:pt x="330" y="578"/>
                      <a:pt x="500" y="237"/>
                    </a:cubicBezTo>
                    <a:close/>
                    <a:moveTo>
                      <a:pt x="500" y="737"/>
                    </a:moveTo>
                    <a:cubicBezTo>
                      <a:pt x="582" y="985"/>
                      <a:pt x="665" y="1233"/>
                      <a:pt x="750" y="1487"/>
                    </a:cubicBezTo>
                    <a:cubicBezTo>
                      <a:pt x="882" y="1490"/>
                      <a:pt x="1015" y="1490"/>
                      <a:pt x="1150" y="1492"/>
                    </a:cubicBezTo>
                    <a:cubicBezTo>
                      <a:pt x="2398" y="1507"/>
                      <a:pt x="3642" y="1525"/>
                      <a:pt x="4890" y="1547"/>
                    </a:cubicBezTo>
                    <a:cubicBezTo>
                      <a:pt x="5530" y="1557"/>
                      <a:pt x="6172" y="1567"/>
                      <a:pt x="6812" y="1575"/>
                    </a:cubicBezTo>
                    <a:cubicBezTo>
                      <a:pt x="7550" y="1582"/>
                      <a:pt x="8287" y="1595"/>
                      <a:pt x="9027" y="1610"/>
                    </a:cubicBezTo>
                    <a:cubicBezTo>
                      <a:pt x="9255" y="1610"/>
                      <a:pt x="9485" y="1612"/>
                      <a:pt x="9720" y="1615"/>
                    </a:cubicBezTo>
                    <a:cubicBezTo>
                      <a:pt x="11235" y="1650"/>
                      <a:pt x="12010" y="1830"/>
                      <a:pt x="13152" y="2845"/>
                    </a:cubicBezTo>
                    <a:cubicBezTo>
                      <a:pt x="13265" y="2965"/>
                      <a:pt x="13378" y="3085"/>
                      <a:pt x="13493" y="3207"/>
                    </a:cubicBezTo>
                    <a:cubicBezTo>
                      <a:pt x="13557" y="3275"/>
                      <a:pt x="13557" y="3275"/>
                      <a:pt x="13878" y="3608"/>
                    </a:cubicBezTo>
                    <a:cubicBezTo>
                      <a:pt x="14138" y="3883"/>
                      <a:pt x="14398" y="4160"/>
                      <a:pt x="14658" y="4435"/>
                    </a:cubicBezTo>
                    <a:cubicBezTo>
                      <a:pt x="14783" y="4567"/>
                      <a:pt x="14910" y="4698"/>
                      <a:pt x="15040" y="4832"/>
                    </a:cubicBezTo>
                    <a:cubicBezTo>
                      <a:pt x="15152" y="4953"/>
                      <a:pt x="15265" y="5073"/>
                      <a:pt x="15380" y="5195"/>
                    </a:cubicBezTo>
                    <a:cubicBezTo>
                      <a:pt x="15822" y="5545"/>
                      <a:pt x="16200" y="5635"/>
                      <a:pt x="16750" y="5737"/>
                    </a:cubicBezTo>
                    <a:cubicBezTo>
                      <a:pt x="16845" y="5315"/>
                      <a:pt x="16845" y="5315"/>
                      <a:pt x="16750" y="4737"/>
                    </a:cubicBezTo>
                    <a:cubicBezTo>
                      <a:pt x="16405" y="4390"/>
                      <a:pt x="16033" y="4105"/>
                      <a:pt x="15642" y="3807"/>
                    </a:cubicBezTo>
                    <a:cubicBezTo>
                      <a:pt x="15250" y="3487"/>
                      <a:pt x="15250" y="3487"/>
                      <a:pt x="14797" y="2892"/>
                    </a:cubicBezTo>
                    <a:cubicBezTo>
                      <a:pt x="14618" y="2672"/>
                      <a:pt x="14435" y="2455"/>
                      <a:pt x="14250" y="2237"/>
                    </a:cubicBezTo>
                    <a:cubicBezTo>
                      <a:pt x="14135" y="2092"/>
                      <a:pt x="14020" y="1945"/>
                      <a:pt x="13902" y="1795"/>
                    </a:cubicBezTo>
                    <a:cubicBezTo>
                      <a:pt x="12557" y="435"/>
                      <a:pt x="11265" y="325"/>
                      <a:pt x="9392" y="307"/>
                    </a:cubicBezTo>
                    <a:cubicBezTo>
                      <a:pt x="8520" y="310"/>
                      <a:pt x="7648" y="328"/>
                      <a:pt x="6775" y="352"/>
                    </a:cubicBezTo>
                    <a:cubicBezTo>
                      <a:pt x="6260" y="365"/>
                      <a:pt x="5743" y="370"/>
                      <a:pt x="5227" y="377"/>
                    </a:cubicBezTo>
                    <a:cubicBezTo>
                      <a:pt x="4162" y="388"/>
                      <a:pt x="3095" y="402"/>
                      <a:pt x="2030" y="432"/>
                    </a:cubicBezTo>
                    <a:cubicBezTo>
                      <a:pt x="1842" y="435"/>
                      <a:pt x="1655" y="440"/>
                      <a:pt x="1463" y="445"/>
                    </a:cubicBezTo>
                    <a:cubicBezTo>
                      <a:pt x="1000" y="487"/>
                      <a:pt x="1000" y="487"/>
                      <a:pt x="500" y="737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70" name="news_presenter vector"/>
              <p:cNvSpPr/>
              <p:nvPr/>
            </p:nvSpPr>
            <p:spPr>
              <a:xfrm>
                <a:off x="12170253" y="1066449"/>
                <a:ext cx="149001" cy="55984"/>
              </a:xfrm>
              <a:custGeom>
                <a:avLst/>
                <a:gdLst/>
                <a:ahLst/>
                <a:cxnLst/>
                <a:rect l="0" t="0" r="r" b="b"/>
                <a:pathLst>
                  <a:path w="16295" h="6123" fill="norm" stroke="0">
                    <a:moveTo>
                      <a:pt x="5372" y="78"/>
                    </a:moveTo>
                    <a:cubicBezTo>
                      <a:pt x="5595" y="75"/>
                      <a:pt x="5817" y="70"/>
                      <a:pt x="6047" y="67"/>
                    </a:cubicBezTo>
                    <a:cubicBezTo>
                      <a:pt x="6287" y="65"/>
                      <a:pt x="6530" y="65"/>
                      <a:pt x="6777" y="62"/>
                    </a:cubicBezTo>
                    <a:cubicBezTo>
                      <a:pt x="7025" y="60"/>
                      <a:pt x="7273" y="58"/>
                      <a:pt x="7527" y="55"/>
                    </a:cubicBezTo>
                    <a:cubicBezTo>
                      <a:pt x="8050" y="52"/>
                      <a:pt x="8575" y="50"/>
                      <a:pt x="9097" y="47"/>
                    </a:cubicBezTo>
                    <a:cubicBezTo>
                      <a:pt x="9767" y="45"/>
                      <a:pt x="10438" y="38"/>
                      <a:pt x="11110" y="28"/>
                    </a:cubicBezTo>
                    <a:cubicBezTo>
                      <a:pt x="11747" y="17"/>
                      <a:pt x="12388" y="17"/>
                      <a:pt x="13027" y="15"/>
                    </a:cubicBezTo>
                    <a:cubicBezTo>
                      <a:pt x="13270" y="10"/>
                      <a:pt x="13510" y="8"/>
                      <a:pt x="13757" y="2"/>
                    </a:cubicBezTo>
                    <a:cubicBezTo>
                      <a:pt x="13870" y="2"/>
                      <a:pt x="13870" y="2"/>
                      <a:pt x="14435" y="5"/>
                    </a:cubicBezTo>
                    <a:cubicBezTo>
                      <a:pt x="14533" y="2"/>
                      <a:pt x="14533" y="2"/>
                      <a:pt x="15030" y="0"/>
                    </a:cubicBezTo>
                    <a:cubicBezTo>
                      <a:pt x="15545" y="123"/>
                      <a:pt x="15545" y="123"/>
                      <a:pt x="15992" y="588"/>
                    </a:cubicBezTo>
                    <a:cubicBezTo>
                      <a:pt x="16295" y="1123"/>
                      <a:pt x="16295" y="1123"/>
                      <a:pt x="16247" y="1793"/>
                    </a:cubicBezTo>
                    <a:cubicBezTo>
                      <a:pt x="16045" y="2373"/>
                      <a:pt x="16045" y="2373"/>
                      <a:pt x="15545" y="2623"/>
                    </a:cubicBezTo>
                    <a:cubicBezTo>
                      <a:pt x="15115" y="2640"/>
                      <a:pt x="15115" y="2640"/>
                      <a:pt x="14595" y="2625"/>
                    </a:cubicBezTo>
                    <a:cubicBezTo>
                      <a:pt x="14400" y="2620"/>
                      <a:pt x="14205" y="2615"/>
                      <a:pt x="14003" y="2610"/>
                    </a:cubicBezTo>
                    <a:cubicBezTo>
                      <a:pt x="13898" y="2608"/>
                      <a:pt x="13898" y="2608"/>
                      <a:pt x="13360" y="2595"/>
                    </a:cubicBezTo>
                    <a:cubicBezTo>
                      <a:pt x="12670" y="2590"/>
                      <a:pt x="11982" y="2585"/>
                      <a:pt x="11293" y="2582"/>
                    </a:cubicBezTo>
                    <a:cubicBezTo>
                      <a:pt x="10820" y="2578"/>
                      <a:pt x="10345" y="2568"/>
                      <a:pt x="9872" y="2552"/>
                    </a:cubicBezTo>
                    <a:cubicBezTo>
                      <a:pt x="5692" y="2427"/>
                      <a:pt x="5692" y="2427"/>
                      <a:pt x="4347" y="3550"/>
                    </a:cubicBezTo>
                    <a:cubicBezTo>
                      <a:pt x="3817" y="4068"/>
                      <a:pt x="3365" y="4617"/>
                      <a:pt x="2912" y="5203"/>
                    </a:cubicBezTo>
                    <a:cubicBezTo>
                      <a:pt x="2475" y="5745"/>
                      <a:pt x="2185" y="5978"/>
                      <a:pt x="1495" y="6108"/>
                    </a:cubicBezTo>
                    <a:cubicBezTo>
                      <a:pt x="795" y="6123"/>
                      <a:pt x="795" y="6123"/>
                      <a:pt x="310" y="5855"/>
                    </a:cubicBezTo>
                    <a:cubicBezTo>
                      <a:pt x="0" y="5290"/>
                      <a:pt x="3" y="4933"/>
                      <a:pt x="122" y="4302"/>
                    </a:cubicBezTo>
                    <a:cubicBezTo>
                      <a:pt x="497" y="3367"/>
                      <a:pt x="1310" y="2722"/>
                      <a:pt x="2030" y="2043"/>
                    </a:cubicBezTo>
                    <a:cubicBezTo>
                      <a:pt x="2190" y="1885"/>
                      <a:pt x="2352" y="1728"/>
                      <a:pt x="2520" y="1565"/>
                    </a:cubicBezTo>
                    <a:cubicBezTo>
                      <a:pt x="4037" y="95"/>
                      <a:pt x="4037" y="95"/>
                      <a:pt x="5372" y="78"/>
                    </a:cubicBezTo>
                    <a:close/>
                    <a:moveTo>
                      <a:pt x="2775" y="1825"/>
                    </a:moveTo>
                    <a:cubicBezTo>
                      <a:pt x="2645" y="1955"/>
                      <a:pt x="2515" y="2085"/>
                      <a:pt x="2380" y="2218"/>
                    </a:cubicBezTo>
                    <a:cubicBezTo>
                      <a:pt x="2315" y="2285"/>
                      <a:pt x="2315" y="2285"/>
                      <a:pt x="1982" y="2623"/>
                    </a:cubicBezTo>
                    <a:cubicBezTo>
                      <a:pt x="1847" y="2755"/>
                      <a:pt x="1712" y="2888"/>
                      <a:pt x="1572" y="3025"/>
                    </a:cubicBezTo>
                    <a:cubicBezTo>
                      <a:pt x="1442" y="3155"/>
                      <a:pt x="1315" y="3285"/>
                      <a:pt x="1182" y="3418"/>
                    </a:cubicBezTo>
                    <a:cubicBezTo>
                      <a:pt x="1122" y="3478"/>
                      <a:pt x="1122" y="3478"/>
                      <a:pt x="830" y="3772"/>
                    </a:cubicBezTo>
                    <a:cubicBezTo>
                      <a:pt x="530" y="4142"/>
                      <a:pt x="388" y="4407"/>
                      <a:pt x="295" y="4873"/>
                    </a:cubicBezTo>
                    <a:cubicBezTo>
                      <a:pt x="530" y="5293"/>
                      <a:pt x="530" y="5293"/>
                      <a:pt x="795" y="5623"/>
                    </a:cubicBezTo>
                    <a:cubicBezTo>
                      <a:pt x="2543" y="5468"/>
                      <a:pt x="3638" y="4070"/>
                      <a:pt x="4795" y="2873"/>
                    </a:cubicBezTo>
                    <a:cubicBezTo>
                      <a:pt x="5155" y="2510"/>
                      <a:pt x="5420" y="2585"/>
                      <a:pt x="5925" y="2578"/>
                    </a:cubicBezTo>
                    <a:cubicBezTo>
                      <a:pt x="6112" y="2575"/>
                      <a:pt x="6297" y="2573"/>
                      <a:pt x="6490" y="2568"/>
                    </a:cubicBezTo>
                    <a:cubicBezTo>
                      <a:pt x="6692" y="2565"/>
                      <a:pt x="6895" y="2562"/>
                      <a:pt x="7102" y="2560"/>
                    </a:cubicBezTo>
                    <a:cubicBezTo>
                      <a:pt x="7530" y="2552"/>
                      <a:pt x="7957" y="2543"/>
                      <a:pt x="8382" y="2535"/>
                    </a:cubicBezTo>
                    <a:cubicBezTo>
                      <a:pt x="9057" y="2522"/>
                      <a:pt x="9732" y="2513"/>
                      <a:pt x="10405" y="2502"/>
                    </a:cubicBezTo>
                    <a:cubicBezTo>
                      <a:pt x="11055" y="2492"/>
                      <a:pt x="11705" y="2480"/>
                      <a:pt x="12352" y="2468"/>
                    </a:cubicBezTo>
                    <a:cubicBezTo>
                      <a:pt x="12555" y="2465"/>
                      <a:pt x="12755" y="2462"/>
                      <a:pt x="12962" y="2460"/>
                    </a:cubicBezTo>
                    <a:cubicBezTo>
                      <a:pt x="14025" y="2438"/>
                      <a:pt x="14837" y="2350"/>
                      <a:pt x="15795" y="1873"/>
                    </a:cubicBezTo>
                    <a:cubicBezTo>
                      <a:pt x="15753" y="1665"/>
                      <a:pt x="15753" y="1665"/>
                      <a:pt x="15545" y="623"/>
                    </a:cubicBezTo>
                    <a:cubicBezTo>
                      <a:pt x="14950" y="390"/>
                      <a:pt x="14447" y="338"/>
                      <a:pt x="13812" y="332"/>
                    </a:cubicBezTo>
                    <a:cubicBezTo>
                      <a:pt x="13712" y="330"/>
                      <a:pt x="13712" y="330"/>
                      <a:pt x="13217" y="325"/>
                    </a:cubicBezTo>
                    <a:cubicBezTo>
                      <a:pt x="13007" y="323"/>
                      <a:pt x="12795" y="323"/>
                      <a:pt x="12577" y="320"/>
                    </a:cubicBezTo>
                    <a:cubicBezTo>
                      <a:pt x="12470" y="320"/>
                      <a:pt x="12470" y="320"/>
                      <a:pt x="11918" y="317"/>
                    </a:cubicBezTo>
                    <a:cubicBezTo>
                      <a:pt x="11457" y="315"/>
                      <a:pt x="10995" y="312"/>
                      <a:pt x="10535" y="312"/>
                    </a:cubicBezTo>
                    <a:cubicBezTo>
                      <a:pt x="9830" y="310"/>
                      <a:pt x="9128" y="302"/>
                      <a:pt x="8422" y="293"/>
                    </a:cubicBezTo>
                    <a:cubicBezTo>
                      <a:pt x="7975" y="293"/>
                      <a:pt x="7527" y="290"/>
                      <a:pt x="7077" y="290"/>
                    </a:cubicBezTo>
                    <a:cubicBezTo>
                      <a:pt x="6867" y="288"/>
                      <a:pt x="6658" y="282"/>
                      <a:pt x="6442" y="280"/>
                    </a:cubicBezTo>
                    <a:cubicBezTo>
                      <a:pt x="4795" y="288"/>
                      <a:pt x="3955" y="650"/>
                      <a:pt x="2775" y="1825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71" name="news_presenter vector"/>
              <p:cNvSpPr/>
              <p:nvPr/>
            </p:nvSpPr>
            <p:spPr>
              <a:xfrm>
                <a:off x="11890560" y="1001177"/>
                <a:ext cx="24986" cy="54955"/>
              </a:xfrm>
              <a:custGeom>
                <a:avLst/>
                <a:gdLst/>
                <a:ahLst/>
                <a:cxnLst/>
                <a:rect l="0" t="0" r="r" b="b"/>
                <a:pathLst>
                  <a:path w="2732" h="6010" fill="norm" stroke="0">
                    <a:moveTo>
                      <a:pt x="632" y="10"/>
                    </a:moveTo>
                    <a:cubicBezTo>
                      <a:pt x="1050" y="0"/>
                      <a:pt x="1465" y="0"/>
                      <a:pt x="1882" y="10"/>
                    </a:cubicBezTo>
                    <a:cubicBezTo>
                      <a:pt x="2732" y="860"/>
                      <a:pt x="2412" y="3375"/>
                      <a:pt x="2415" y="4533"/>
                    </a:cubicBezTo>
                    <a:cubicBezTo>
                      <a:pt x="2385" y="4987"/>
                      <a:pt x="2300" y="5338"/>
                      <a:pt x="2132" y="5760"/>
                    </a:cubicBezTo>
                    <a:cubicBezTo>
                      <a:pt x="1638" y="5843"/>
                      <a:pt x="1142" y="5925"/>
                      <a:pt x="632" y="6010"/>
                    </a:cubicBezTo>
                    <a:cubicBezTo>
                      <a:pt x="0" y="5047"/>
                      <a:pt x="57" y="4120"/>
                      <a:pt x="70" y="3010"/>
                    </a:cubicBezTo>
                    <a:cubicBezTo>
                      <a:pt x="67" y="2832"/>
                      <a:pt x="65" y="2655"/>
                      <a:pt x="65" y="2470"/>
                    </a:cubicBezTo>
                    <a:cubicBezTo>
                      <a:pt x="67" y="1528"/>
                      <a:pt x="97" y="825"/>
                      <a:pt x="632" y="10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72" name="news_presenter vector"/>
              <p:cNvSpPr/>
              <p:nvPr/>
            </p:nvSpPr>
            <p:spPr>
              <a:xfrm>
                <a:off x="12174962" y="878213"/>
                <a:ext cx="63985" cy="97909"/>
              </a:xfrm>
              <a:custGeom>
                <a:avLst/>
                <a:gdLst/>
                <a:ahLst/>
                <a:cxnLst/>
                <a:rect l="0" t="0" r="r" b="b"/>
                <a:pathLst>
                  <a:path w="6997" h="10707" fill="norm" stroke="0">
                    <a:moveTo>
                      <a:pt x="6030" y="207"/>
                    </a:moveTo>
                    <a:cubicBezTo>
                      <a:pt x="6997" y="1918"/>
                      <a:pt x="6803" y="4307"/>
                      <a:pt x="6530" y="6207"/>
                    </a:cubicBezTo>
                    <a:cubicBezTo>
                      <a:pt x="6118" y="7135"/>
                      <a:pt x="5565" y="7585"/>
                      <a:pt x="4780" y="8207"/>
                    </a:cubicBezTo>
                    <a:cubicBezTo>
                      <a:pt x="4567" y="8430"/>
                      <a:pt x="4358" y="8657"/>
                      <a:pt x="4150" y="8885"/>
                    </a:cubicBezTo>
                    <a:cubicBezTo>
                      <a:pt x="3932" y="9122"/>
                      <a:pt x="3715" y="9360"/>
                      <a:pt x="3500" y="9597"/>
                    </a:cubicBezTo>
                    <a:cubicBezTo>
                      <a:pt x="3398" y="9712"/>
                      <a:pt x="3295" y="9825"/>
                      <a:pt x="3190" y="9942"/>
                    </a:cubicBezTo>
                    <a:cubicBezTo>
                      <a:pt x="2898" y="10245"/>
                      <a:pt x="2640" y="10492"/>
                      <a:pt x="2280" y="10707"/>
                    </a:cubicBezTo>
                    <a:cubicBezTo>
                      <a:pt x="1605" y="10690"/>
                      <a:pt x="1605" y="10690"/>
                      <a:pt x="1030" y="10457"/>
                    </a:cubicBezTo>
                    <a:cubicBezTo>
                      <a:pt x="110" y="9207"/>
                      <a:pt x="0" y="7730"/>
                      <a:pt x="30" y="6207"/>
                    </a:cubicBezTo>
                    <a:cubicBezTo>
                      <a:pt x="340" y="4170"/>
                      <a:pt x="1250" y="2572"/>
                      <a:pt x="2825" y="1250"/>
                    </a:cubicBezTo>
                    <a:cubicBezTo>
                      <a:pt x="3915" y="465"/>
                      <a:pt x="4680" y="0"/>
                      <a:pt x="6030" y="207"/>
                    </a:cubicBezTo>
                    <a:close/>
                    <a:moveTo>
                      <a:pt x="3490" y="1345"/>
                    </a:moveTo>
                    <a:cubicBezTo>
                      <a:pt x="2170" y="2382"/>
                      <a:pt x="803" y="3817"/>
                      <a:pt x="570" y="5525"/>
                    </a:cubicBezTo>
                    <a:cubicBezTo>
                      <a:pt x="438" y="6968"/>
                      <a:pt x="438" y="8358"/>
                      <a:pt x="1030" y="9707"/>
                    </a:cubicBezTo>
                    <a:cubicBezTo>
                      <a:pt x="1195" y="9872"/>
                      <a:pt x="1360" y="10037"/>
                      <a:pt x="1530" y="10207"/>
                    </a:cubicBezTo>
                    <a:cubicBezTo>
                      <a:pt x="2350" y="10125"/>
                      <a:pt x="2763" y="9815"/>
                      <a:pt x="3330" y="9240"/>
                    </a:cubicBezTo>
                    <a:cubicBezTo>
                      <a:pt x="3473" y="9095"/>
                      <a:pt x="3615" y="8952"/>
                      <a:pt x="3760" y="8805"/>
                    </a:cubicBezTo>
                    <a:cubicBezTo>
                      <a:pt x="3908" y="8655"/>
                      <a:pt x="4053" y="8502"/>
                      <a:pt x="4202" y="8347"/>
                    </a:cubicBezTo>
                    <a:cubicBezTo>
                      <a:pt x="4350" y="8198"/>
                      <a:pt x="4497" y="8047"/>
                      <a:pt x="4652" y="7895"/>
                    </a:cubicBezTo>
                    <a:cubicBezTo>
                      <a:pt x="5620" y="6907"/>
                      <a:pt x="6062" y="6435"/>
                      <a:pt x="6055" y="5010"/>
                    </a:cubicBezTo>
                    <a:cubicBezTo>
                      <a:pt x="6055" y="4892"/>
                      <a:pt x="6055" y="4892"/>
                      <a:pt x="6053" y="4297"/>
                    </a:cubicBezTo>
                    <a:cubicBezTo>
                      <a:pt x="6050" y="4050"/>
                      <a:pt x="6047" y="3805"/>
                      <a:pt x="6045" y="3552"/>
                    </a:cubicBezTo>
                    <a:cubicBezTo>
                      <a:pt x="6045" y="3300"/>
                      <a:pt x="6043" y="3050"/>
                      <a:pt x="6043" y="2800"/>
                    </a:cubicBezTo>
                    <a:cubicBezTo>
                      <a:pt x="6040" y="2185"/>
                      <a:pt x="6035" y="1572"/>
                      <a:pt x="6030" y="957"/>
                    </a:cubicBezTo>
                    <a:cubicBezTo>
                      <a:pt x="4888" y="703"/>
                      <a:pt x="4467" y="735"/>
                      <a:pt x="3490" y="1345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73" name="news_presenter vector"/>
              <p:cNvSpPr/>
              <p:nvPr/>
            </p:nvSpPr>
            <p:spPr>
              <a:xfrm>
                <a:off x="12204954" y="948050"/>
                <a:ext cx="101018" cy="61356"/>
              </a:xfrm>
              <a:custGeom>
                <a:avLst/>
                <a:gdLst/>
                <a:ahLst/>
                <a:cxnLst/>
                <a:rect l="0" t="0" r="r" b="b"/>
                <a:pathLst>
                  <a:path w="11047" h="6710" fill="norm" stroke="0">
                    <a:moveTo>
                      <a:pt x="10750" y="320"/>
                    </a:moveTo>
                    <a:cubicBezTo>
                      <a:pt x="10977" y="1072"/>
                      <a:pt x="11047" y="1452"/>
                      <a:pt x="10750" y="2195"/>
                    </a:cubicBezTo>
                    <a:cubicBezTo>
                      <a:pt x="9977" y="3432"/>
                      <a:pt x="9265" y="4540"/>
                      <a:pt x="8000" y="5320"/>
                    </a:cubicBezTo>
                    <a:cubicBezTo>
                      <a:pt x="7845" y="5417"/>
                      <a:pt x="7688" y="5515"/>
                      <a:pt x="7527" y="5615"/>
                    </a:cubicBezTo>
                    <a:cubicBezTo>
                      <a:pt x="5730" y="6575"/>
                      <a:pt x="3537" y="6710"/>
                      <a:pt x="1590" y="6120"/>
                    </a:cubicBezTo>
                    <a:cubicBezTo>
                      <a:pt x="402" y="5567"/>
                      <a:pt x="402" y="5567"/>
                      <a:pt x="30" y="4968"/>
                    </a:cubicBezTo>
                    <a:cubicBezTo>
                      <a:pt x="0" y="4570"/>
                      <a:pt x="0" y="4570"/>
                      <a:pt x="270" y="4137"/>
                    </a:cubicBezTo>
                    <a:cubicBezTo>
                      <a:pt x="665" y="3705"/>
                      <a:pt x="1065" y="3277"/>
                      <a:pt x="1477" y="2860"/>
                    </a:cubicBezTo>
                    <a:cubicBezTo>
                      <a:pt x="1753" y="2567"/>
                      <a:pt x="2003" y="2260"/>
                      <a:pt x="2257" y="1947"/>
                    </a:cubicBezTo>
                    <a:cubicBezTo>
                      <a:pt x="3375" y="665"/>
                      <a:pt x="4322" y="197"/>
                      <a:pt x="6035" y="65"/>
                    </a:cubicBezTo>
                    <a:cubicBezTo>
                      <a:pt x="7640" y="0"/>
                      <a:pt x="9168" y="52"/>
                      <a:pt x="10750" y="320"/>
                    </a:cubicBezTo>
                    <a:close/>
                    <a:moveTo>
                      <a:pt x="1905" y="3132"/>
                    </a:moveTo>
                    <a:cubicBezTo>
                      <a:pt x="1770" y="3270"/>
                      <a:pt x="1632" y="3410"/>
                      <a:pt x="1493" y="3552"/>
                    </a:cubicBezTo>
                    <a:cubicBezTo>
                      <a:pt x="1160" y="3890"/>
                      <a:pt x="830" y="4230"/>
                      <a:pt x="500" y="4570"/>
                    </a:cubicBezTo>
                    <a:cubicBezTo>
                      <a:pt x="585" y="4927"/>
                      <a:pt x="585" y="4927"/>
                      <a:pt x="750" y="5320"/>
                    </a:cubicBezTo>
                    <a:cubicBezTo>
                      <a:pt x="1818" y="5790"/>
                      <a:pt x="2795" y="5917"/>
                      <a:pt x="3953" y="5915"/>
                    </a:cubicBezTo>
                    <a:cubicBezTo>
                      <a:pt x="4105" y="5912"/>
                      <a:pt x="4257" y="5912"/>
                      <a:pt x="4415" y="5912"/>
                    </a:cubicBezTo>
                    <a:cubicBezTo>
                      <a:pt x="5775" y="5875"/>
                      <a:pt x="6838" y="5537"/>
                      <a:pt x="8000" y="4820"/>
                    </a:cubicBezTo>
                    <a:cubicBezTo>
                      <a:pt x="8125" y="4745"/>
                      <a:pt x="8250" y="4670"/>
                      <a:pt x="8380" y="4593"/>
                    </a:cubicBezTo>
                    <a:cubicBezTo>
                      <a:pt x="9447" y="3847"/>
                      <a:pt x="10060" y="2685"/>
                      <a:pt x="10438" y="1460"/>
                    </a:cubicBezTo>
                    <a:cubicBezTo>
                      <a:pt x="10457" y="1332"/>
                      <a:pt x="10477" y="1202"/>
                      <a:pt x="10500" y="1070"/>
                    </a:cubicBezTo>
                    <a:cubicBezTo>
                      <a:pt x="9570" y="332"/>
                      <a:pt x="8562" y="477"/>
                      <a:pt x="7422" y="475"/>
                    </a:cubicBezTo>
                    <a:cubicBezTo>
                      <a:pt x="7213" y="470"/>
                      <a:pt x="7000" y="465"/>
                      <a:pt x="6783" y="457"/>
                    </a:cubicBezTo>
                    <a:cubicBezTo>
                      <a:pt x="4470" y="447"/>
                      <a:pt x="3450" y="1540"/>
                      <a:pt x="1905" y="3132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74" name="news_presenter vector"/>
              <p:cNvSpPr/>
              <p:nvPr/>
            </p:nvSpPr>
            <p:spPr>
              <a:xfrm>
                <a:off x="11841480" y="971550"/>
                <a:ext cx="11704" cy="77724"/>
              </a:xfrm>
              <a:custGeom>
                <a:avLst/>
                <a:gdLst/>
                <a:ahLst/>
                <a:cxnLst/>
                <a:rect l="0" t="0" r="r" b="b"/>
                <a:pathLst>
                  <a:path w="1280" h="8500" fill="norm" stroke="0">
                    <a:moveTo>
                      <a:pt x="0" y="0"/>
                    </a:moveTo>
                    <a:cubicBezTo>
                      <a:pt x="207" y="43"/>
                      <a:pt x="207" y="43"/>
                      <a:pt x="1250" y="250"/>
                    </a:cubicBezTo>
                    <a:cubicBezTo>
                      <a:pt x="1255" y="1345"/>
                      <a:pt x="1260" y="2440"/>
                      <a:pt x="1263" y="3532"/>
                    </a:cubicBezTo>
                    <a:cubicBezTo>
                      <a:pt x="1265" y="3905"/>
                      <a:pt x="1267" y="4278"/>
                      <a:pt x="1270" y="4650"/>
                    </a:cubicBezTo>
                    <a:cubicBezTo>
                      <a:pt x="1273" y="5185"/>
                      <a:pt x="1273" y="5720"/>
                      <a:pt x="1275" y="6255"/>
                    </a:cubicBezTo>
                    <a:cubicBezTo>
                      <a:pt x="1275" y="6422"/>
                      <a:pt x="1277" y="6590"/>
                      <a:pt x="1277" y="6763"/>
                    </a:cubicBezTo>
                    <a:cubicBezTo>
                      <a:pt x="1277" y="6918"/>
                      <a:pt x="1277" y="7072"/>
                      <a:pt x="1277" y="7233"/>
                    </a:cubicBezTo>
                    <a:cubicBezTo>
                      <a:pt x="1280" y="7368"/>
                      <a:pt x="1280" y="7505"/>
                      <a:pt x="1280" y="7645"/>
                    </a:cubicBezTo>
                    <a:cubicBezTo>
                      <a:pt x="1250" y="8000"/>
                      <a:pt x="1250" y="8000"/>
                      <a:pt x="1000" y="8500"/>
                    </a:cubicBezTo>
                    <a:cubicBezTo>
                      <a:pt x="670" y="8418"/>
                      <a:pt x="340" y="8335"/>
                      <a:pt x="0" y="8250"/>
                    </a:cubicBezTo>
                    <a:cubicBezTo>
                      <a:pt x="0" y="5528"/>
                      <a:pt x="0" y="2805"/>
                      <a:pt x="0" y="0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75" name="news_presenter vector"/>
              <p:cNvSpPr/>
              <p:nvPr/>
            </p:nvSpPr>
            <p:spPr>
              <a:xfrm>
                <a:off x="12202202" y="1039743"/>
                <a:ext cx="115443" cy="24140"/>
              </a:xfrm>
              <a:custGeom>
                <a:avLst/>
                <a:gdLst/>
                <a:ahLst/>
                <a:cxnLst/>
                <a:rect l="0" t="0" r="r" b="b"/>
                <a:pathLst>
                  <a:path w="12625" h="2640" fill="norm" stroke="0">
                    <a:moveTo>
                      <a:pt x="1882" y="10"/>
                    </a:moveTo>
                    <a:cubicBezTo>
                      <a:pt x="1995" y="10"/>
                      <a:pt x="1995" y="10"/>
                      <a:pt x="2560" y="8"/>
                    </a:cubicBezTo>
                    <a:cubicBezTo>
                      <a:pt x="2803" y="8"/>
                      <a:pt x="3045" y="8"/>
                      <a:pt x="3293" y="10"/>
                    </a:cubicBezTo>
                    <a:cubicBezTo>
                      <a:pt x="3543" y="10"/>
                      <a:pt x="3795" y="8"/>
                      <a:pt x="4045" y="8"/>
                    </a:cubicBezTo>
                    <a:cubicBezTo>
                      <a:pt x="4567" y="8"/>
                      <a:pt x="5092" y="8"/>
                      <a:pt x="5617" y="10"/>
                    </a:cubicBezTo>
                    <a:cubicBezTo>
                      <a:pt x="6290" y="10"/>
                      <a:pt x="6962" y="10"/>
                      <a:pt x="7635" y="10"/>
                    </a:cubicBezTo>
                    <a:cubicBezTo>
                      <a:pt x="8152" y="8"/>
                      <a:pt x="8670" y="8"/>
                      <a:pt x="9185" y="10"/>
                    </a:cubicBezTo>
                    <a:cubicBezTo>
                      <a:pt x="9555" y="10"/>
                      <a:pt x="9922" y="8"/>
                      <a:pt x="10293" y="8"/>
                    </a:cubicBezTo>
                    <a:cubicBezTo>
                      <a:pt x="10515" y="8"/>
                      <a:pt x="10740" y="10"/>
                      <a:pt x="10970" y="10"/>
                    </a:cubicBezTo>
                    <a:cubicBezTo>
                      <a:pt x="11168" y="10"/>
                      <a:pt x="11365" y="10"/>
                      <a:pt x="11567" y="10"/>
                    </a:cubicBezTo>
                    <a:cubicBezTo>
                      <a:pt x="12050" y="43"/>
                      <a:pt x="12050" y="43"/>
                      <a:pt x="12550" y="293"/>
                    </a:cubicBezTo>
                    <a:cubicBezTo>
                      <a:pt x="12570" y="573"/>
                      <a:pt x="12585" y="855"/>
                      <a:pt x="12597" y="1135"/>
                    </a:cubicBezTo>
                    <a:cubicBezTo>
                      <a:pt x="12602" y="1215"/>
                      <a:pt x="12602" y="1215"/>
                      <a:pt x="12625" y="1610"/>
                    </a:cubicBezTo>
                    <a:cubicBezTo>
                      <a:pt x="12550" y="2043"/>
                      <a:pt x="12550" y="2043"/>
                      <a:pt x="12240" y="2315"/>
                    </a:cubicBezTo>
                    <a:cubicBezTo>
                      <a:pt x="11697" y="2595"/>
                      <a:pt x="11325" y="2608"/>
                      <a:pt x="10717" y="2610"/>
                    </a:cubicBezTo>
                    <a:cubicBezTo>
                      <a:pt x="10500" y="2612"/>
                      <a:pt x="10283" y="2615"/>
                      <a:pt x="10057" y="2618"/>
                    </a:cubicBezTo>
                    <a:cubicBezTo>
                      <a:pt x="9822" y="2618"/>
                      <a:pt x="9590" y="2618"/>
                      <a:pt x="9347" y="2618"/>
                    </a:cubicBezTo>
                    <a:cubicBezTo>
                      <a:pt x="9107" y="2618"/>
                      <a:pt x="8865" y="2620"/>
                      <a:pt x="8617" y="2620"/>
                    </a:cubicBezTo>
                    <a:cubicBezTo>
                      <a:pt x="8107" y="2623"/>
                      <a:pt x="7595" y="2623"/>
                      <a:pt x="7085" y="2623"/>
                    </a:cubicBezTo>
                    <a:cubicBezTo>
                      <a:pt x="6432" y="2620"/>
                      <a:pt x="5780" y="2625"/>
                      <a:pt x="5127" y="2630"/>
                    </a:cubicBezTo>
                    <a:cubicBezTo>
                      <a:pt x="4502" y="2635"/>
                      <a:pt x="3877" y="2633"/>
                      <a:pt x="3255" y="2633"/>
                    </a:cubicBezTo>
                    <a:cubicBezTo>
                      <a:pt x="3138" y="2635"/>
                      <a:pt x="3138" y="2635"/>
                      <a:pt x="2545" y="2640"/>
                    </a:cubicBezTo>
                    <a:cubicBezTo>
                      <a:pt x="2325" y="2638"/>
                      <a:pt x="2107" y="2638"/>
                      <a:pt x="1885" y="2635"/>
                    </a:cubicBezTo>
                    <a:cubicBezTo>
                      <a:pt x="1692" y="2635"/>
                      <a:pt x="1500" y="2635"/>
                      <a:pt x="1303" y="2635"/>
                    </a:cubicBezTo>
                    <a:cubicBezTo>
                      <a:pt x="670" y="2517"/>
                      <a:pt x="445" y="2293"/>
                      <a:pt x="50" y="1793"/>
                    </a:cubicBezTo>
                    <a:cubicBezTo>
                      <a:pt x="0" y="1228"/>
                      <a:pt x="142" y="850"/>
                      <a:pt x="300" y="293"/>
                    </a:cubicBezTo>
                    <a:cubicBezTo>
                      <a:pt x="885" y="0"/>
                      <a:pt x="1230" y="10"/>
                      <a:pt x="1882" y="10"/>
                    </a:cubicBezTo>
                    <a:close/>
                    <a:moveTo>
                      <a:pt x="550" y="793"/>
                    </a:moveTo>
                    <a:cubicBezTo>
                      <a:pt x="645" y="1448"/>
                      <a:pt x="645" y="1448"/>
                      <a:pt x="800" y="2043"/>
                    </a:cubicBezTo>
                    <a:cubicBezTo>
                      <a:pt x="2227" y="2055"/>
                      <a:pt x="3652" y="2063"/>
                      <a:pt x="5077" y="2068"/>
                    </a:cubicBezTo>
                    <a:cubicBezTo>
                      <a:pt x="5740" y="2070"/>
                      <a:pt x="6402" y="2075"/>
                      <a:pt x="7062" y="2080"/>
                    </a:cubicBezTo>
                    <a:cubicBezTo>
                      <a:pt x="7825" y="2088"/>
                      <a:pt x="8585" y="2090"/>
                      <a:pt x="9345" y="2090"/>
                    </a:cubicBezTo>
                    <a:cubicBezTo>
                      <a:pt x="9465" y="2093"/>
                      <a:pt x="9465" y="2093"/>
                      <a:pt x="10067" y="2100"/>
                    </a:cubicBezTo>
                    <a:cubicBezTo>
                      <a:pt x="10287" y="2100"/>
                      <a:pt x="10507" y="2100"/>
                      <a:pt x="10735" y="2100"/>
                    </a:cubicBezTo>
                    <a:cubicBezTo>
                      <a:pt x="10832" y="2100"/>
                      <a:pt x="10832" y="2100"/>
                      <a:pt x="11322" y="2103"/>
                    </a:cubicBezTo>
                    <a:cubicBezTo>
                      <a:pt x="11800" y="2043"/>
                      <a:pt x="11800" y="2043"/>
                      <a:pt x="12300" y="1543"/>
                    </a:cubicBezTo>
                    <a:cubicBezTo>
                      <a:pt x="12237" y="1028"/>
                      <a:pt x="12237" y="1028"/>
                      <a:pt x="12050" y="543"/>
                    </a:cubicBezTo>
                    <a:cubicBezTo>
                      <a:pt x="11482" y="258"/>
                      <a:pt x="11168" y="260"/>
                      <a:pt x="10537" y="255"/>
                    </a:cubicBezTo>
                    <a:cubicBezTo>
                      <a:pt x="10330" y="255"/>
                      <a:pt x="10120" y="253"/>
                      <a:pt x="9905" y="250"/>
                    </a:cubicBezTo>
                    <a:cubicBezTo>
                      <a:pt x="9680" y="250"/>
                      <a:pt x="9455" y="250"/>
                      <a:pt x="9222" y="250"/>
                    </a:cubicBezTo>
                    <a:cubicBezTo>
                      <a:pt x="8992" y="250"/>
                      <a:pt x="8760" y="248"/>
                      <a:pt x="8523" y="248"/>
                    </a:cubicBezTo>
                    <a:cubicBezTo>
                      <a:pt x="8033" y="248"/>
                      <a:pt x="7545" y="245"/>
                      <a:pt x="7055" y="245"/>
                    </a:cubicBezTo>
                    <a:cubicBezTo>
                      <a:pt x="6553" y="245"/>
                      <a:pt x="6050" y="245"/>
                      <a:pt x="5547" y="240"/>
                    </a:cubicBezTo>
                    <a:cubicBezTo>
                      <a:pt x="4825" y="237"/>
                      <a:pt x="4102" y="235"/>
                      <a:pt x="3380" y="235"/>
                    </a:cubicBezTo>
                    <a:cubicBezTo>
                      <a:pt x="3152" y="233"/>
                      <a:pt x="2928" y="230"/>
                      <a:pt x="2695" y="230"/>
                    </a:cubicBezTo>
                    <a:cubicBezTo>
                      <a:pt x="2487" y="230"/>
                      <a:pt x="2277" y="230"/>
                      <a:pt x="2062" y="233"/>
                    </a:cubicBezTo>
                    <a:cubicBezTo>
                      <a:pt x="1972" y="233"/>
                      <a:pt x="1972" y="233"/>
                      <a:pt x="1507" y="230"/>
                    </a:cubicBezTo>
                    <a:cubicBezTo>
                      <a:pt x="1050" y="293"/>
                      <a:pt x="1050" y="293"/>
                      <a:pt x="550" y="793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76" name="news_presenter vector"/>
              <p:cNvSpPr/>
              <p:nvPr/>
            </p:nvSpPr>
            <p:spPr>
              <a:xfrm>
                <a:off x="11818340" y="942632"/>
                <a:ext cx="103144" cy="104356"/>
              </a:xfrm>
              <a:custGeom>
                <a:avLst/>
                <a:gdLst/>
                <a:ahLst/>
                <a:cxnLst/>
                <a:rect l="0" t="0" r="r" b="b"/>
                <a:pathLst>
                  <a:path w="11280" h="11412" fill="norm" stroke="0">
                    <a:moveTo>
                      <a:pt x="3140" y="100"/>
                    </a:moveTo>
                    <a:cubicBezTo>
                      <a:pt x="3330" y="95"/>
                      <a:pt x="3523" y="90"/>
                      <a:pt x="3718" y="85"/>
                    </a:cubicBezTo>
                    <a:cubicBezTo>
                      <a:pt x="4560" y="77"/>
                      <a:pt x="5133" y="87"/>
                      <a:pt x="5895" y="472"/>
                    </a:cubicBezTo>
                    <a:cubicBezTo>
                      <a:pt x="6628" y="1307"/>
                      <a:pt x="6822" y="2492"/>
                      <a:pt x="6755" y="3587"/>
                    </a:cubicBezTo>
                    <a:cubicBezTo>
                      <a:pt x="6688" y="3927"/>
                      <a:pt x="6688" y="3927"/>
                      <a:pt x="6530" y="4412"/>
                    </a:cubicBezTo>
                    <a:cubicBezTo>
                      <a:pt x="6588" y="4403"/>
                      <a:pt x="6588" y="4403"/>
                      <a:pt x="6873" y="4350"/>
                    </a:cubicBezTo>
                    <a:cubicBezTo>
                      <a:pt x="8375" y="4110"/>
                      <a:pt x="9778" y="4232"/>
                      <a:pt x="11280" y="4412"/>
                    </a:cubicBezTo>
                    <a:cubicBezTo>
                      <a:pt x="11280" y="4495"/>
                      <a:pt x="11280" y="4577"/>
                      <a:pt x="11280" y="4662"/>
                    </a:cubicBezTo>
                    <a:cubicBezTo>
                      <a:pt x="11165" y="4670"/>
                      <a:pt x="11053" y="4675"/>
                      <a:pt x="10933" y="4682"/>
                    </a:cubicBezTo>
                    <a:cubicBezTo>
                      <a:pt x="10408" y="4710"/>
                      <a:pt x="9883" y="4742"/>
                      <a:pt x="9360" y="4772"/>
                    </a:cubicBezTo>
                    <a:cubicBezTo>
                      <a:pt x="9178" y="4782"/>
                      <a:pt x="8998" y="4792"/>
                      <a:pt x="8812" y="4802"/>
                    </a:cubicBezTo>
                    <a:cubicBezTo>
                      <a:pt x="7863" y="4857"/>
                      <a:pt x="6958" y="4945"/>
                      <a:pt x="6030" y="5162"/>
                    </a:cubicBezTo>
                    <a:cubicBezTo>
                      <a:pt x="6018" y="4917"/>
                      <a:pt x="6005" y="4675"/>
                      <a:pt x="5993" y="4422"/>
                    </a:cubicBezTo>
                    <a:cubicBezTo>
                      <a:pt x="5975" y="4102"/>
                      <a:pt x="5955" y="3780"/>
                      <a:pt x="5938" y="3460"/>
                    </a:cubicBezTo>
                    <a:cubicBezTo>
                      <a:pt x="5930" y="3297"/>
                      <a:pt x="5923" y="3137"/>
                      <a:pt x="5913" y="2972"/>
                    </a:cubicBezTo>
                    <a:cubicBezTo>
                      <a:pt x="5905" y="2817"/>
                      <a:pt x="5895" y="2662"/>
                      <a:pt x="5885" y="2502"/>
                    </a:cubicBezTo>
                    <a:cubicBezTo>
                      <a:pt x="5880" y="2430"/>
                      <a:pt x="5880" y="2430"/>
                      <a:pt x="5860" y="2070"/>
                    </a:cubicBezTo>
                    <a:cubicBezTo>
                      <a:pt x="5780" y="1662"/>
                      <a:pt x="5780" y="1662"/>
                      <a:pt x="5280" y="912"/>
                    </a:cubicBezTo>
                    <a:cubicBezTo>
                      <a:pt x="3713" y="912"/>
                      <a:pt x="2145" y="912"/>
                      <a:pt x="530" y="912"/>
                    </a:cubicBezTo>
                    <a:cubicBezTo>
                      <a:pt x="447" y="4377"/>
                      <a:pt x="365" y="7843"/>
                      <a:pt x="280" y="11412"/>
                    </a:cubicBezTo>
                    <a:cubicBezTo>
                      <a:pt x="197" y="11412"/>
                      <a:pt x="115" y="11412"/>
                      <a:pt x="30" y="11412"/>
                    </a:cubicBezTo>
                    <a:cubicBezTo>
                      <a:pt x="25" y="10052"/>
                      <a:pt x="20" y="8692"/>
                      <a:pt x="18" y="7332"/>
                    </a:cubicBezTo>
                    <a:cubicBezTo>
                      <a:pt x="18" y="6700"/>
                      <a:pt x="15" y="6067"/>
                      <a:pt x="13" y="5438"/>
                    </a:cubicBezTo>
                    <a:cubicBezTo>
                      <a:pt x="8" y="4710"/>
                      <a:pt x="8" y="3985"/>
                      <a:pt x="5" y="3257"/>
                    </a:cubicBezTo>
                    <a:cubicBezTo>
                      <a:pt x="5" y="3030"/>
                      <a:pt x="3" y="2805"/>
                      <a:pt x="3" y="2570"/>
                    </a:cubicBezTo>
                    <a:cubicBezTo>
                      <a:pt x="3" y="2360"/>
                      <a:pt x="3" y="2150"/>
                      <a:pt x="3" y="1932"/>
                    </a:cubicBezTo>
                    <a:cubicBezTo>
                      <a:pt x="3" y="1748"/>
                      <a:pt x="0" y="1562"/>
                      <a:pt x="0" y="1370"/>
                    </a:cubicBezTo>
                    <a:cubicBezTo>
                      <a:pt x="30" y="912"/>
                      <a:pt x="30" y="912"/>
                      <a:pt x="280" y="412"/>
                    </a:cubicBezTo>
                    <a:cubicBezTo>
                      <a:pt x="1168" y="0"/>
                      <a:pt x="2183" y="107"/>
                      <a:pt x="3140" y="100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77" name="news_presenter vector"/>
              <p:cNvSpPr/>
              <p:nvPr/>
            </p:nvSpPr>
            <p:spPr>
              <a:xfrm>
                <a:off x="12209529" y="952632"/>
                <a:ext cx="91440" cy="49469"/>
              </a:xfrm>
              <a:custGeom>
                <a:avLst/>
                <a:gdLst/>
                <a:ahLst/>
                <a:cxnLst/>
                <a:rect l="0" t="0" r="r" b="b"/>
                <a:pathLst>
                  <a:path w="10000" h="5410" fill="norm" stroke="0">
                    <a:moveTo>
                      <a:pt x="5610" y="2"/>
                    </a:moveTo>
                    <a:cubicBezTo>
                      <a:pt x="5817" y="2"/>
                      <a:pt x="6025" y="0"/>
                      <a:pt x="6240" y="0"/>
                    </a:cubicBezTo>
                    <a:cubicBezTo>
                      <a:pt x="6455" y="2"/>
                      <a:pt x="6670" y="5"/>
                      <a:pt x="6890" y="7"/>
                    </a:cubicBezTo>
                    <a:cubicBezTo>
                      <a:pt x="7105" y="5"/>
                      <a:pt x="7322" y="2"/>
                      <a:pt x="7545" y="0"/>
                    </a:cubicBezTo>
                    <a:cubicBezTo>
                      <a:pt x="7752" y="0"/>
                      <a:pt x="7960" y="2"/>
                      <a:pt x="8172" y="2"/>
                    </a:cubicBezTo>
                    <a:cubicBezTo>
                      <a:pt x="8360" y="2"/>
                      <a:pt x="8550" y="2"/>
                      <a:pt x="8745" y="5"/>
                    </a:cubicBezTo>
                    <a:cubicBezTo>
                      <a:pt x="9295" y="75"/>
                      <a:pt x="9570" y="225"/>
                      <a:pt x="10000" y="570"/>
                    </a:cubicBezTo>
                    <a:cubicBezTo>
                      <a:pt x="9665" y="2262"/>
                      <a:pt x="8925" y="3377"/>
                      <a:pt x="7515" y="4382"/>
                    </a:cubicBezTo>
                    <a:cubicBezTo>
                      <a:pt x="6272" y="5207"/>
                      <a:pt x="4972" y="5410"/>
                      <a:pt x="3515" y="5397"/>
                    </a:cubicBezTo>
                    <a:cubicBezTo>
                      <a:pt x="3362" y="5397"/>
                      <a:pt x="3210" y="5397"/>
                      <a:pt x="3053" y="5395"/>
                    </a:cubicBezTo>
                    <a:cubicBezTo>
                      <a:pt x="1915" y="5373"/>
                      <a:pt x="975" y="5185"/>
                      <a:pt x="0" y="4570"/>
                    </a:cubicBezTo>
                    <a:cubicBezTo>
                      <a:pt x="415" y="3510"/>
                      <a:pt x="1175" y="2820"/>
                      <a:pt x="1967" y="2037"/>
                    </a:cubicBezTo>
                    <a:cubicBezTo>
                      <a:pt x="2100" y="1903"/>
                      <a:pt x="2232" y="1770"/>
                      <a:pt x="2370" y="1630"/>
                    </a:cubicBezTo>
                    <a:cubicBezTo>
                      <a:pt x="2500" y="1500"/>
                      <a:pt x="2630" y="1373"/>
                      <a:pt x="2762" y="1240"/>
                    </a:cubicBezTo>
                    <a:cubicBezTo>
                      <a:pt x="2822" y="1180"/>
                      <a:pt x="2822" y="1180"/>
                      <a:pt x="3117" y="885"/>
                    </a:cubicBezTo>
                    <a:cubicBezTo>
                      <a:pt x="3912" y="225"/>
                      <a:pt x="4582" y="5"/>
                      <a:pt x="5610" y="2"/>
                    </a:cubicBezTo>
                    <a:close/>
                    <a:moveTo>
                      <a:pt x="3000" y="1570"/>
                    </a:moveTo>
                    <a:cubicBezTo>
                      <a:pt x="2885" y="1670"/>
                      <a:pt x="2770" y="1772"/>
                      <a:pt x="2650" y="1877"/>
                    </a:cubicBezTo>
                    <a:cubicBezTo>
                      <a:pt x="2310" y="2192"/>
                      <a:pt x="1982" y="2517"/>
                      <a:pt x="1655" y="2850"/>
                    </a:cubicBezTo>
                    <a:cubicBezTo>
                      <a:pt x="1542" y="2960"/>
                      <a:pt x="1430" y="3070"/>
                      <a:pt x="1315" y="3185"/>
                    </a:cubicBezTo>
                    <a:cubicBezTo>
                      <a:pt x="500" y="4005"/>
                      <a:pt x="500" y="4005"/>
                      <a:pt x="500" y="4570"/>
                    </a:cubicBezTo>
                    <a:cubicBezTo>
                      <a:pt x="2990" y="5080"/>
                      <a:pt x="5167" y="5300"/>
                      <a:pt x="7485" y="4060"/>
                    </a:cubicBezTo>
                    <a:cubicBezTo>
                      <a:pt x="8482" y="3325"/>
                      <a:pt x="9125" y="2243"/>
                      <a:pt x="9500" y="1070"/>
                    </a:cubicBezTo>
                    <a:cubicBezTo>
                      <a:pt x="9457" y="987"/>
                      <a:pt x="9457" y="987"/>
                      <a:pt x="9250" y="570"/>
                    </a:cubicBezTo>
                    <a:cubicBezTo>
                      <a:pt x="8490" y="540"/>
                      <a:pt x="7730" y="522"/>
                      <a:pt x="6967" y="507"/>
                    </a:cubicBezTo>
                    <a:cubicBezTo>
                      <a:pt x="6862" y="502"/>
                      <a:pt x="6862" y="502"/>
                      <a:pt x="6320" y="480"/>
                    </a:cubicBezTo>
                    <a:cubicBezTo>
                      <a:pt x="4905" y="460"/>
                      <a:pt x="4055" y="612"/>
                      <a:pt x="3000" y="1570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78" name="news_presenter vector"/>
              <p:cNvSpPr/>
              <p:nvPr/>
            </p:nvSpPr>
            <p:spPr>
              <a:xfrm>
                <a:off x="12177636" y="884431"/>
                <a:ext cx="55230" cy="87119"/>
              </a:xfrm>
              <a:custGeom>
                <a:avLst/>
                <a:gdLst/>
                <a:ahLst/>
                <a:cxnLst/>
                <a:rect l="0" t="0" r="r" b="b"/>
                <a:pathLst>
                  <a:path w="6040" h="9528" fill="norm" stroke="0">
                    <a:moveTo>
                      <a:pt x="5737" y="278"/>
                    </a:moveTo>
                    <a:cubicBezTo>
                      <a:pt x="6040" y="5178"/>
                      <a:pt x="6040" y="5178"/>
                      <a:pt x="5418" y="6250"/>
                    </a:cubicBezTo>
                    <a:cubicBezTo>
                      <a:pt x="4975" y="6745"/>
                      <a:pt x="4515" y="7125"/>
                      <a:pt x="3987" y="7528"/>
                    </a:cubicBezTo>
                    <a:cubicBezTo>
                      <a:pt x="3807" y="7713"/>
                      <a:pt x="3632" y="7903"/>
                      <a:pt x="3460" y="8095"/>
                    </a:cubicBezTo>
                    <a:cubicBezTo>
                      <a:pt x="3418" y="8143"/>
                      <a:pt x="3418" y="8143"/>
                      <a:pt x="3197" y="8385"/>
                    </a:cubicBezTo>
                    <a:cubicBezTo>
                      <a:pt x="3112" y="8478"/>
                      <a:pt x="3027" y="8573"/>
                      <a:pt x="2940" y="8668"/>
                    </a:cubicBezTo>
                    <a:cubicBezTo>
                      <a:pt x="2460" y="9185"/>
                      <a:pt x="2460" y="9185"/>
                      <a:pt x="1987" y="9528"/>
                    </a:cubicBezTo>
                    <a:cubicBezTo>
                      <a:pt x="1237" y="9470"/>
                      <a:pt x="1027" y="9317"/>
                      <a:pt x="487" y="8778"/>
                    </a:cubicBezTo>
                    <a:cubicBezTo>
                      <a:pt x="0" y="6733"/>
                      <a:pt x="45" y="4615"/>
                      <a:pt x="1142" y="2778"/>
                    </a:cubicBezTo>
                    <a:cubicBezTo>
                      <a:pt x="1892" y="1728"/>
                      <a:pt x="2952" y="695"/>
                      <a:pt x="4095" y="88"/>
                    </a:cubicBezTo>
                    <a:cubicBezTo>
                      <a:pt x="4675" y="0"/>
                      <a:pt x="5175" y="140"/>
                      <a:pt x="5737" y="278"/>
                    </a:cubicBezTo>
                    <a:close/>
                    <a:moveTo>
                      <a:pt x="2737" y="1528"/>
                    </a:moveTo>
                    <a:cubicBezTo>
                      <a:pt x="2202" y="2085"/>
                      <a:pt x="1710" y="2665"/>
                      <a:pt x="1237" y="3278"/>
                    </a:cubicBezTo>
                    <a:cubicBezTo>
                      <a:pt x="1150" y="3388"/>
                      <a:pt x="1062" y="3500"/>
                      <a:pt x="970" y="3615"/>
                    </a:cubicBezTo>
                    <a:cubicBezTo>
                      <a:pt x="680" y="4130"/>
                      <a:pt x="678" y="4475"/>
                      <a:pt x="680" y="5067"/>
                    </a:cubicBezTo>
                    <a:cubicBezTo>
                      <a:pt x="680" y="5265"/>
                      <a:pt x="680" y="5465"/>
                      <a:pt x="682" y="5668"/>
                    </a:cubicBezTo>
                    <a:cubicBezTo>
                      <a:pt x="685" y="5875"/>
                      <a:pt x="688" y="6080"/>
                      <a:pt x="690" y="6293"/>
                    </a:cubicBezTo>
                    <a:cubicBezTo>
                      <a:pt x="690" y="6500"/>
                      <a:pt x="690" y="6708"/>
                      <a:pt x="690" y="6920"/>
                    </a:cubicBezTo>
                    <a:cubicBezTo>
                      <a:pt x="702" y="8458"/>
                      <a:pt x="702" y="8458"/>
                      <a:pt x="987" y="9028"/>
                    </a:cubicBezTo>
                    <a:cubicBezTo>
                      <a:pt x="1925" y="8933"/>
                      <a:pt x="2395" y="8728"/>
                      <a:pt x="3010" y="8005"/>
                    </a:cubicBezTo>
                    <a:cubicBezTo>
                      <a:pt x="3050" y="7955"/>
                      <a:pt x="3050" y="7955"/>
                      <a:pt x="3253" y="7700"/>
                    </a:cubicBezTo>
                    <a:cubicBezTo>
                      <a:pt x="3418" y="7502"/>
                      <a:pt x="3582" y="7305"/>
                      <a:pt x="3747" y="7108"/>
                    </a:cubicBezTo>
                    <a:cubicBezTo>
                      <a:pt x="3825" y="7010"/>
                      <a:pt x="3905" y="6910"/>
                      <a:pt x="3987" y="6808"/>
                    </a:cubicBezTo>
                    <a:cubicBezTo>
                      <a:pt x="4237" y="6528"/>
                      <a:pt x="4237" y="6528"/>
                      <a:pt x="4795" y="6115"/>
                    </a:cubicBezTo>
                    <a:cubicBezTo>
                      <a:pt x="5517" y="5155"/>
                      <a:pt x="5342" y="4127"/>
                      <a:pt x="5300" y="2965"/>
                    </a:cubicBezTo>
                    <a:cubicBezTo>
                      <a:pt x="5295" y="2730"/>
                      <a:pt x="5290" y="2498"/>
                      <a:pt x="5287" y="2255"/>
                    </a:cubicBezTo>
                    <a:cubicBezTo>
                      <a:pt x="5275" y="1680"/>
                      <a:pt x="5257" y="1103"/>
                      <a:pt x="5237" y="528"/>
                    </a:cubicBezTo>
                    <a:cubicBezTo>
                      <a:pt x="4112" y="505"/>
                      <a:pt x="3590" y="805"/>
                      <a:pt x="2737" y="1528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79" name="news_presenter vector"/>
              <p:cNvSpPr/>
              <p:nvPr/>
            </p:nvSpPr>
            <p:spPr>
              <a:xfrm>
                <a:off x="11882199" y="913822"/>
                <a:ext cx="106002" cy="19500"/>
              </a:xfrm>
              <a:custGeom>
                <a:avLst/>
                <a:gdLst/>
                <a:ahLst/>
                <a:cxnLst/>
                <a:rect l="0" t="0" r="r" b="b"/>
                <a:pathLst>
                  <a:path w="11592" h="2132" fill="norm" stroke="0">
                    <a:moveTo>
                      <a:pt x="1815" y="2"/>
                    </a:moveTo>
                    <a:cubicBezTo>
                      <a:pt x="1918" y="2"/>
                      <a:pt x="1918" y="2"/>
                      <a:pt x="2433" y="0"/>
                    </a:cubicBezTo>
                    <a:cubicBezTo>
                      <a:pt x="2540" y="0"/>
                      <a:pt x="2540" y="0"/>
                      <a:pt x="3095" y="5"/>
                    </a:cubicBezTo>
                    <a:cubicBezTo>
                      <a:pt x="3207" y="5"/>
                      <a:pt x="3207" y="5"/>
                      <a:pt x="3778" y="5"/>
                    </a:cubicBezTo>
                    <a:cubicBezTo>
                      <a:pt x="4253" y="7"/>
                      <a:pt x="4730" y="7"/>
                      <a:pt x="5205" y="13"/>
                    </a:cubicBezTo>
                    <a:cubicBezTo>
                      <a:pt x="5935" y="17"/>
                      <a:pt x="6665" y="17"/>
                      <a:pt x="7395" y="17"/>
                    </a:cubicBezTo>
                    <a:cubicBezTo>
                      <a:pt x="7858" y="17"/>
                      <a:pt x="8320" y="20"/>
                      <a:pt x="8783" y="20"/>
                    </a:cubicBezTo>
                    <a:cubicBezTo>
                      <a:pt x="8893" y="22"/>
                      <a:pt x="8893" y="22"/>
                      <a:pt x="9447" y="22"/>
                    </a:cubicBezTo>
                    <a:cubicBezTo>
                      <a:pt x="9548" y="22"/>
                      <a:pt x="9548" y="22"/>
                      <a:pt x="10060" y="28"/>
                    </a:cubicBezTo>
                    <a:cubicBezTo>
                      <a:pt x="10240" y="28"/>
                      <a:pt x="10418" y="30"/>
                      <a:pt x="10602" y="30"/>
                    </a:cubicBezTo>
                    <a:cubicBezTo>
                      <a:pt x="11048" y="62"/>
                      <a:pt x="11048" y="62"/>
                      <a:pt x="11548" y="312"/>
                    </a:cubicBezTo>
                    <a:cubicBezTo>
                      <a:pt x="11592" y="907"/>
                      <a:pt x="11592" y="907"/>
                      <a:pt x="11548" y="1562"/>
                    </a:cubicBezTo>
                    <a:cubicBezTo>
                      <a:pt x="11003" y="2052"/>
                      <a:pt x="10578" y="2125"/>
                      <a:pt x="9860" y="2127"/>
                    </a:cubicBezTo>
                    <a:cubicBezTo>
                      <a:pt x="9673" y="2130"/>
                      <a:pt x="9487" y="2130"/>
                      <a:pt x="9295" y="2132"/>
                    </a:cubicBezTo>
                    <a:cubicBezTo>
                      <a:pt x="9095" y="2132"/>
                      <a:pt x="8895" y="2130"/>
                      <a:pt x="8690" y="2130"/>
                    </a:cubicBezTo>
                    <a:cubicBezTo>
                      <a:pt x="8483" y="2130"/>
                      <a:pt x="8275" y="2130"/>
                      <a:pt x="8062" y="2130"/>
                    </a:cubicBezTo>
                    <a:cubicBezTo>
                      <a:pt x="7625" y="2132"/>
                      <a:pt x="7188" y="2130"/>
                      <a:pt x="6750" y="2127"/>
                    </a:cubicBezTo>
                    <a:cubicBezTo>
                      <a:pt x="6082" y="2125"/>
                      <a:pt x="5415" y="2127"/>
                      <a:pt x="4747" y="2132"/>
                    </a:cubicBezTo>
                    <a:cubicBezTo>
                      <a:pt x="4322" y="2132"/>
                      <a:pt x="3895" y="2130"/>
                      <a:pt x="3470" y="2130"/>
                    </a:cubicBezTo>
                    <a:cubicBezTo>
                      <a:pt x="3273" y="2130"/>
                      <a:pt x="3072" y="2132"/>
                      <a:pt x="2868" y="2132"/>
                    </a:cubicBezTo>
                    <a:cubicBezTo>
                      <a:pt x="1803" y="2125"/>
                      <a:pt x="1003" y="2042"/>
                      <a:pt x="48" y="1562"/>
                    </a:cubicBezTo>
                    <a:cubicBezTo>
                      <a:pt x="0" y="1095"/>
                      <a:pt x="0" y="1095"/>
                      <a:pt x="48" y="562"/>
                    </a:cubicBezTo>
                    <a:cubicBezTo>
                      <a:pt x="618" y="55"/>
                      <a:pt x="1065" y="0"/>
                      <a:pt x="1815" y="2"/>
                    </a:cubicBezTo>
                    <a:close/>
                    <a:moveTo>
                      <a:pt x="543" y="692"/>
                    </a:moveTo>
                    <a:cubicBezTo>
                      <a:pt x="503" y="755"/>
                      <a:pt x="503" y="755"/>
                      <a:pt x="298" y="1062"/>
                    </a:cubicBezTo>
                    <a:cubicBezTo>
                      <a:pt x="798" y="1562"/>
                      <a:pt x="798" y="1562"/>
                      <a:pt x="1245" y="1623"/>
                    </a:cubicBezTo>
                    <a:cubicBezTo>
                      <a:pt x="1428" y="1623"/>
                      <a:pt x="1608" y="1620"/>
                      <a:pt x="1795" y="1620"/>
                    </a:cubicBezTo>
                    <a:cubicBezTo>
                      <a:pt x="2000" y="1620"/>
                      <a:pt x="2205" y="1620"/>
                      <a:pt x="2418" y="1620"/>
                    </a:cubicBezTo>
                    <a:cubicBezTo>
                      <a:pt x="2638" y="1617"/>
                      <a:pt x="2860" y="1615"/>
                      <a:pt x="3088" y="1612"/>
                    </a:cubicBezTo>
                    <a:cubicBezTo>
                      <a:pt x="3315" y="1612"/>
                      <a:pt x="3543" y="1610"/>
                      <a:pt x="3775" y="1610"/>
                    </a:cubicBezTo>
                    <a:cubicBezTo>
                      <a:pt x="4500" y="1608"/>
                      <a:pt x="5227" y="1600"/>
                      <a:pt x="5953" y="1595"/>
                    </a:cubicBezTo>
                    <a:cubicBezTo>
                      <a:pt x="6445" y="1593"/>
                      <a:pt x="6935" y="1590"/>
                      <a:pt x="7428" y="1588"/>
                    </a:cubicBezTo>
                    <a:cubicBezTo>
                      <a:pt x="8635" y="1582"/>
                      <a:pt x="9840" y="1575"/>
                      <a:pt x="11048" y="1562"/>
                    </a:cubicBezTo>
                    <a:cubicBezTo>
                      <a:pt x="11130" y="1233"/>
                      <a:pt x="11213" y="903"/>
                      <a:pt x="11298" y="562"/>
                    </a:cubicBezTo>
                    <a:cubicBezTo>
                      <a:pt x="10633" y="377"/>
                      <a:pt x="10035" y="280"/>
                      <a:pt x="9345" y="272"/>
                    </a:cubicBezTo>
                    <a:cubicBezTo>
                      <a:pt x="9163" y="270"/>
                      <a:pt x="8980" y="267"/>
                      <a:pt x="8793" y="265"/>
                    </a:cubicBezTo>
                    <a:cubicBezTo>
                      <a:pt x="8598" y="265"/>
                      <a:pt x="8403" y="263"/>
                      <a:pt x="8203" y="263"/>
                    </a:cubicBezTo>
                    <a:cubicBezTo>
                      <a:pt x="8000" y="260"/>
                      <a:pt x="7798" y="260"/>
                      <a:pt x="7590" y="257"/>
                    </a:cubicBezTo>
                    <a:cubicBezTo>
                      <a:pt x="7163" y="255"/>
                      <a:pt x="6737" y="255"/>
                      <a:pt x="6310" y="252"/>
                    </a:cubicBezTo>
                    <a:cubicBezTo>
                      <a:pt x="5658" y="250"/>
                      <a:pt x="5005" y="242"/>
                      <a:pt x="4352" y="235"/>
                    </a:cubicBezTo>
                    <a:cubicBezTo>
                      <a:pt x="3938" y="233"/>
                      <a:pt x="3523" y="233"/>
                      <a:pt x="3108" y="230"/>
                    </a:cubicBezTo>
                    <a:cubicBezTo>
                      <a:pt x="2913" y="227"/>
                      <a:pt x="2717" y="225"/>
                      <a:pt x="2518" y="222"/>
                    </a:cubicBezTo>
                    <a:cubicBezTo>
                      <a:pt x="1160" y="227"/>
                      <a:pt x="1160" y="227"/>
                      <a:pt x="543" y="692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80" name="news_presenter vector"/>
              <p:cNvSpPr/>
              <p:nvPr/>
            </p:nvSpPr>
            <p:spPr>
              <a:xfrm>
                <a:off x="11950522" y="980694"/>
                <a:ext cx="12116" cy="68580"/>
              </a:xfrm>
              <a:custGeom>
                <a:avLst/>
                <a:gdLst/>
                <a:ahLst/>
                <a:cxnLst/>
                <a:rect l="0" t="0" r="r" b="b"/>
                <a:pathLst>
                  <a:path w="1325" h="7500" fill="norm" stroke="0">
                    <a:moveTo>
                      <a:pt x="325" y="0"/>
                    </a:moveTo>
                    <a:cubicBezTo>
                      <a:pt x="490" y="43"/>
                      <a:pt x="490" y="43"/>
                      <a:pt x="1325" y="250"/>
                    </a:cubicBezTo>
                    <a:cubicBezTo>
                      <a:pt x="1325" y="2560"/>
                      <a:pt x="1325" y="4870"/>
                      <a:pt x="1325" y="7250"/>
                    </a:cubicBezTo>
                    <a:cubicBezTo>
                      <a:pt x="995" y="7332"/>
                      <a:pt x="665" y="7415"/>
                      <a:pt x="325" y="7500"/>
                    </a:cubicBezTo>
                    <a:cubicBezTo>
                      <a:pt x="0" y="6847"/>
                      <a:pt x="40" y="6260"/>
                      <a:pt x="43" y="5547"/>
                    </a:cubicBezTo>
                    <a:cubicBezTo>
                      <a:pt x="43" y="5405"/>
                      <a:pt x="43" y="5263"/>
                      <a:pt x="40" y="5115"/>
                    </a:cubicBezTo>
                    <a:cubicBezTo>
                      <a:pt x="40" y="4815"/>
                      <a:pt x="43" y="4513"/>
                      <a:pt x="43" y="4213"/>
                    </a:cubicBezTo>
                    <a:cubicBezTo>
                      <a:pt x="43" y="3752"/>
                      <a:pt x="43" y="3290"/>
                      <a:pt x="40" y="2830"/>
                    </a:cubicBezTo>
                    <a:cubicBezTo>
                      <a:pt x="40" y="2537"/>
                      <a:pt x="43" y="2245"/>
                      <a:pt x="43" y="1953"/>
                    </a:cubicBezTo>
                    <a:cubicBezTo>
                      <a:pt x="43" y="1815"/>
                      <a:pt x="40" y="1677"/>
                      <a:pt x="40" y="1535"/>
                    </a:cubicBezTo>
                    <a:cubicBezTo>
                      <a:pt x="45" y="935"/>
                      <a:pt x="53" y="543"/>
                      <a:pt x="325" y="0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81" name="news_presenter vector"/>
              <p:cNvSpPr/>
              <p:nvPr/>
            </p:nvSpPr>
            <p:spPr>
              <a:xfrm>
                <a:off x="11822638" y="858667"/>
                <a:ext cx="47480" cy="75187"/>
              </a:xfrm>
              <a:custGeom>
                <a:avLst/>
                <a:gdLst/>
                <a:ahLst/>
                <a:cxnLst/>
                <a:rect l="0" t="0" r="r" b="b"/>
                <a:pathLst>
                  <a:path w="5193" h="8222" fill="norm" stroke="0">
                    <a:moveTo>
                      <a:pt x="2670" y="32"/>
                    </a:moveTo>
                    <a:cubicBezTo>
                      <a:pt x="2743" y="30"/>
                      <a:pt x="2743" y="30"/>
                      <a:pt x="3115" y="17"/>
                    </a:cubicBezTo>
                    <a:cubicBezTo>
                      <a:pt x="3255" y="15"/>
                      <a:pt x="3398" y="15"/>
                      <a:pt x="3545" y="13"/>
                    </a:cubicBezTo>
                    <a:cubicBezTo>
                      <a:pt x="3673" y="10"/>
                      <a:pt x="3803" y="7"/>
                      <a:pt x="3935" y="5"/>
                    </a:cubicBezTo>
                    <a:cubicBezTo>
                      <a:pt x="4508" y="142"/>
                      <a:pt x="4715" y="370"/>
                      <a:pt x="5060" y="845"/>
                    </a:cubicBezTo>
                    <a:cubicBezTo>
                      <a:pt x="5138" y="1340"/>
                      <a:pt x="5173" y="1755"/>
                      <a:pt x="5170" y="2250"/>
                    </a:cubicBezTo>
                    <a:cubicBezTo>
                      <a:pt x="5170" y="2385"/>
                      <a:pt x="5173" y="2520"/>
                      <a:pt x="5173" y="2660"/>
                    </a:cubicBezTo>
                    <a:cubicBezTo>
                      <a:pt x="5175" y="2945"/>
                      <a:pt x="5175" y="3233"/>
                      <a:pt x="5173" y="3517"/>
                    </a:cubicBezTo>
                    <a:cubicBezTo>
                      <a:pt x="5170" y="3953"/>
                      <a:pt x="5178" y="4388"/>
                      <a:pt x="5185" y="4822"/>
                    </a:cubicBezTo>
                    <a:cubicBezTo>
                      <a:pt x="5185" y="5100"/>
                      <a:pt x="5185" y="5377"/>
                      <a:pt x="5185" y="5657"/>
                    </a:cubicBezTo>
                    <a:cubicBezTo>
                      <a:pt x="5185" y="5720"/>
                      <a:pt x="5185" y="5720"/>
                      <a:pt x="5193" y="6047"/>
                    </a:cubicBezTo>
                    <a:cubicBezTo>
                      <a:pt x="5180" y="6793"/>
                      <a:pt x="5065" y="7090"/>
                      <a:pt x="4595" y="7677"/>
                    </a:cubicBezTo>
                    <a:cubicBezTo>
                      <a:pt x="3918" y="8207"/>
                      <a:pt x="3538" y="8222"/>
                      <a:pt x="2685" y="8205"/>
                    </a:cubicBezTo>
                    <a:cubicBezTo>
                      <a:pt x="2568" y="8205"/>
                      <a:pt x="2568" y="8205"/>
                      <a:pt x="1975" y="8202"/>
                    </a:cubicBezTo>
                    <a:cubicBezTo>
                      <a:pt x="1193" y="8075"/>
                      <a:pt x="852" y="7922"/>
                      <a:pt x="310" y="7345"/>
                    </a:cubicBezTo>
                    <a:cubicBezTo>
                      <a:pt x="158" y="6703"/>
                      <a:pt x="158" y="6703"/>
                      <a:pt x="123" y="5955"/>
                    </a:cubicBezTo>
                    <a:cubicBezTo>
                      <a:pt x="118" y="5822"/>
                      <a:pt x="110" y="5690"/>
                      <a:pt x="102" y="5555"/>
                    </a:cubicBezTo>
                    <a:cubicBezTo>
                      <a:pt x="82" y="5150"/>
                      <a:pt x="72" y="4748"/>
                      <a:pt x="60" y="4345"/>
                    </a:cubicBezTo>
                    <a:cubicBezTo>
                      <a:pt x="50" y="4115"/>
                      <a:pt x="40" y="3882"/>
                      <a:pt x="30" y="3645"/>
                    </a:cubicBezTo>
                    <a:cubicBezTo>
                      <a:pt x="0" y="2435"/>
                      <a:pt x="50" y="1450"/>
                      <a:pt x="560" y="345"/>
                    </a:cubicBezTo>
                    <a:cubicBezTo>
                      <a:pt x="1250" y="0"/>
                      <a:pt x="1915" y="40"/>
                      <a:pt x="2670" y="32"/>
                    </a:cubicBezTo>
                    <a:close/>
                    <a:moveTo>
                      <a:pt x="560" y="1095"/>
                    </a:moveTo>
                    <a:cubicBezTo>
                      <a:pt x="463" y="1910"/>
                      <a:pt x="477" y="2727"/>
                      <a:pt x="483" y="3547"/>
                    </a:cubicBezTo>
                    <a:cubicBezTo>
                      <a:pt x="483" y="3953"/>
                      <a:pt x="477" y="4355"/>
                      <a:pt x="470" y="4760"/>
                    </a:cubicBezTo>
                    <a:cubicBezTo>
                      <a:pt x="470" y="5017"/>
                      <a:pt x="470" y="5275"/>
                      <a:pt x="470" y="5532"/>
                    </a:cubicBezTo>
                    <a:cubicBezTo>
                      <a:pt x="470" y="5765"/>
                      <a:pt x="467" y="6000"/>
                      <a:pt x="467" y="6240"/>
                    </a:cubicBezTo>
                    <a:cubicBezTo>
                      <a:pt x="560" y="6845"/>
                      <a:pt x="560" y="6845"/>
                      <a:pt x="898" y="7297"/>
                    </a:cubicBezTo>
                    <a:cubicBezTo>
                      <a:pt x="1513" y="7740"/>
                      <a:pt x="2115" y="7685"/>
                      <a:pt x="2842" y="7657"/>
                    </a:cubicBezTo>
                    <a:cubicBezTo>
                      <a:pt x="2980" y="7655"/>
                      <a:pt x="3118" y="7655"/>
                      <a:pt x="3260" y="7653"/>
                    </a:cubicBezTo>
                    <a:cubicBezTo>
                      <a:pt x="4273" y="7632"/>
                      <a:pt x="4273" y="7632"/>
                      <a:pt x="4560" y="7345"/>
                    </a:cubicBezTo>
                    <a:cubicBezTo>
                      <a:pt x="4585" y="6862"/>
                      <a:pt x="4595" y="6390"/>
                      <a:pt x="4595" y="5907"/>
                    </a:cubicBezTo>
                    <a:cubicBezTo>
                      <a:pt x="4595" y="5765"/>
                      <a:pt x="4595" y="5620"/>
                      <a:pt x="4595" y="5472"/>
                    </a:cubicBezTo>
                    <a:cubicBezTo>
                      <a:pt x="4595" y="5170"/>
                      <a:pt x="4595" y="4865"/>
                      <a:pt x="4592" y="4562"/>
                    </a:cubicBezTo>
                    <a:cubicBezTo>
                      <a:pt x="4592" y="4097"/>
                      <a:pt x="4592" y="3630"/>
                      <a:pt x="4595" y="3165"/>
                    </a:cubicBezTo>
                    <a:cubicBezTo>
                      <a:pt x="4595" y="2870"/>
                      <a:pt x="4595" y="2578"/>
                      <a:pt x="4595" y="2282"/>
                    </a:cubicBezTo>
                    <a:cubicBezTo>
                      <a:pt x="4595" y="2142"/>
                      <a:pt x="4595" y="2002"/>
                      <a:pt x="4595" y="1858"/>
                    </a:cubicBezTo>
                    <a:cubicBezTo>
                      <a:pt x="4590" y="873"/>
                      <a:pt x="4590" y="873"/>
                      <a:pt x="4310" y="595"/>
                    </a:cubicBezTo>
                    <a:cubicBezTo>
                      <a:pt x="3770" y="562"/>
                      <a:pt x="3243" y="547"/>
                      <a:pt x="2700" y="547"/>
                    </a:cubicBezTo>
                    <a:cubicBezTo>
                      <a:pt x="2553" y="545"/>
                      <a:pt x="2403" y="543"/>
                      <a:pt x="2248" y="540"/>
                    </a:cubicBezTo>
                    <a:cubicBezTo>
                      <a:pt x="2175" y="537"/>
                      <a:pt x="2175" y="537"/>
                      <a:pt x="1812" y="537"/>
                    </a:cubicBezTo>
                    <a:cubicBezTo>
                      <a:pt x="1680" y="537"/>
                      <a:pt x="1548" y="535"/>
                      <a:pt x="1413" y="535"/>
                    </a:cubicBezTo>
                    <a:cubicBezTo>
                      <a:pt x="1060" y="595"/>
                      <a:pt x="1060" y="595"/>
                      <a:pt x="560" y="1095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82" name="news_presenter vector"/>
              <p:cNvSpPr/>
              <p:nvPr/>
            </p:nvSpPr>
            <p:spPr>
              <a:xfrm>
                <a:off x="11816337" y="1108191"/>
                <a:ext cx="52578" cy="16825"/>
              </a:xfrm>
              <a:custGeom>
                <a:avLst/>
                <a:gdLst/>
                <a:ahLst/>
                <a:cxnLst/>
                <a:rect l="0" t="0" r="r" b="b"/>
                <a:pathLst>
                  <a:path w="5750" h="1840" fill="norm" stroke="0">
                    <a:moveTo>
                      <a:pt x="993" y="0"/>
                    </a:moveTo>
                    <a:cubicBezTo>
                      <a:pt x="1190" y="2"/>
                      <a:pt x="1385" y="5"/>
                      <a:pt x="1588" y="7"/>
                    </a:cubicBezTo>
                    <a:cubicBezTo>
                      <a:pt x="1800" y="10"/>
                      <a:pt x="2013" y="10"/>
                      <a:pt x="2233" y="13"/>
                    </a:cubicBezTo>
                    <a:cubicBezTo>
                      <a:pt x="2342" y="15"/>
                      <a:pt x="2342" y="15"/>
                      <a:pt x="2905" y="25"/>
                    </a:cubicBezTo>
                    <a:cubicBezTo>
                      <a:pt x="3018" y="28"/>
                      <a:pt x="3018" y="28"/>
                      <a:pt x="3585" y="32"/>
                    </a:cubicBezTo>
                    <a:cubicBezTo>
                      <a:pt x="4140" y="37"/>
                      <a:pt x="4695" y="47"/>
                      <a:pt x="5250" y="58"/>
                    </a:cubicBezTo>
                    <a:cubicBezTo>
                      <a:pt x="5515" y="525"/>
                      <a:pt x="5515" y="525"/>
                      <a:pt x="5750" y="1058"/>
                    </a:cubicBezTo>
                    <a:cubicBezTo>
                      <a:pt x="5500" y="1558"/>
                      <a:pt x="5500" y="1558"/>
                      <a:pt x="5163" y="1710"/>
                    </a:cubicBezTo>
                    <a:cubicBezTo>
                      <a:pt x="4723" y="1812"/>
                      <a:pt x="4335" y="1840"/>
                      <a:pt x="3883" y="1840"/>
                    </a:cubicBezTo>
                    <a:cubicBezTo>
                      <a:pt x="3720" y="1840"/>
                      <a:pt x="3555" y="1840"/>
                      <a:pt x="3388" y="1840"/>
                    </a:cubicBezTo>
                    <a:cubicBezTo>
                      <a:pt x="3303" y="1840"/>
                      <a:pt x="3303" y="1840"/>
                      <a:pt x="2875" y="1838"/>
                    </a:cubicBezTo>
                    <a:cubicBezTo>
                      <a:pt x="2705" y="1840"/>
                      <a:pt x="2538" y="1840"/>
                      <a:pt x="2362" y="1840"/>
                    </a:cubicBezTo>
                    <a:cubicBezTo>
                      <a:pt x="2197" y="1840"/>
                      <a:pt x="2035" y="1840"/>
                      <a:pt x="1868" y="1840"/>
                    </a:cubicBezTo>
                    <a:cubicBezTo>
                      <a:pt x="1717" y="1840"/>
                      <a:pt x="1570" y="1840"/>
                      <a:pt x="1418" y="1840"/>
                    </a:cubicBezTo>
                    <a:cubicBezTo>
                      <a:pt x="980" y="1805"/>
                      <a:pt x="648" y="1740"/>
                      <a:pt x="250" y="1558"/>
                    </a:cubicBezTo>
                    <a:cubicBezTo>
                      <a:pt x="48" y="1072"/>
                      <a:pt x="48" y="1072"/>
                      <a:pt x="0" y="558"/>
                    </a:cubicBezTo>
                    <a:cubicBezTo>
                      <a:pt x="500" y="58"/>
                      <a:pt x="500" y="58"/>
                      <a:pt x="993" y="0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83" name="news_presenter vector"/>
              <p:cNvSpPr/>
              <p:nvPr/>
            </p:nvSpPr>
            <p:spPr>
              <a:xfrm>
                <a:off x="11836336" y="873252"/>
                <a:ext cx="19180" cy="43731"/>
              </a:xfrm>
              <a:custGeom>
                <a:avLst/>
                <a:gdLst/>
                <a:ahLst/>
                <a:cxnLst/>
                <a:rect l="0" t="0" r="r" b="b"/>
                <a:pathLst>
                  <a:path w="2098" h="4782" fill="norm" stroke="0">
                    <a:moveTo>
                      <a:pt x="562" y="0"/>
                    </a:moveTo>
                    <a:cubicBezTo>
                      <a:pt x="1783" y="220"/>
                      <a:pt x="1783" y="220"/>
                      <a:pt x="2062" y="500"/>
                    </a:cubicBezTo>
                    <a:cubicBezTo>
                      <a:pt x="2095" y="892"/>
                      <a:pt x="2095" y="892"/>
                      <a:pt x="2095" y="1390"/>
                    </a:cubicBezTo>
                    <a:cubicBezTo>
                      <a:pt x="2095" y="1480"/>
                      <a:pt x="2095" y="1480"/>
                      <a:pt x="2098" y="1933"/>
                    </a:cubicBezTo>
                    <a:cubicBezTo>
                      <a:pt x="2095" y="2120"/>
                      <a:pt x="2095" y="2308"/>
                      <a:pt x="2092" y="2500"/>
                    </a:cubicBezTo>
                    <a:cubicBezTo>
                      <a:pt x="2095" y="2688"/>
                      <a:pt x="2095" y="2875"/>
                      <a:pt x="2098" y="3067"/>
                    </a:cubicBezTo>
                    <a:cubicBezTo>
                      <a:pt x="2098" y="3248"/>
                      <a:pt x="2095" y="3425"/>
                      <a:pt x="2095" y="3610"/>
                    </a:cubicBezTo>
                    <a:cubicBezTo>
                      <a:pt x="2095" y="3775"/>
                      <a:pt x="2095" y="3938"/>
                      <a:pt x="2095" y="4108"/>
                    </a:cubicBezTo>
                    <a:cubicBezTo>
                      <a:pt x="2062" y="4500"/>
                      <a:pt x="2062" y="4500"/>
                      <a:pt x="1812" y="4750"/>
                    </a:cubicBezTo>
                    <a:cubicBezTo>
                      <a:pt x="1467" y="4782"/>
                      <a:pt x="1467" y="4782"/>
                      <a:pt x="1062" y="4780"/>
                    </a:cubicBezTo>
                    <a:cubicBezTo>
                      <a:pt x="995" y="4782"/>
                      <a:pt x="995" y="4782"/>
                      <a:pt x="658" y="4782"/>
                    </a:cubicBezTo>
                    <a:cubicBezTo>
                      <a:pt x="312" y="4750"/>
                      <a:pt x="312" y="4750"/>
                      <a:pt x="62" y="4500"/>
                    </a:cubicBezTo>
                    <a:cubicBezTo>
                      <a:pt x="0" y="3888"/>
                      <a:pt x="15" y="3273"/>
                      <a:pt x="15" y="2655"/>
                    </a:cubicBezTo>
                    <a:cubicBezTo>
                      <a:pt x="13" y="2485"/>
                      <a:pt x="10" y="2312"/>
                      <a:pt x="7" y="2138"/>
                    </a:cubicBezTo>
                    <a:cubicBezTo>
                      <a:pt x="5" y="1970"/>
                      <a:pt x="5" y="1805"/>
                      <a:pt x="5" y="1635"/>
                    </a:cubicBezTo>
                    <a:cubicBezTo>
                      <a:pt x="5" y="1483"/>
                      <a:pt x="3" y="1332"/>
                      <a:pt x="3" y="1175"/>
                    </a:cubicBezTo>
                    <a:cubicBezTo>
                      <a:pt x="72" y="672"/>
                      <a:pt x="255" y="397"/>
                      <a:pt x="562" y="0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84" name="news_presenter vector"/>
              <p:cNvSpPr/>
              <p:nvPr/>
            </p:nvSpPr>
            <p:spPr>
              <a:xfrm>
                <a:off x="11836588" y="966749"/>
                <a:ext cx="19568" cy="89383"/>
              </a:xfrm>
              <a:custGeom>
                <a:avLst/>
                <a:gdLst/>
                <a:ahLst/>
                <a:cxnLst/>
                <a:rect l="0" t="0" r="r" b="b"/>
                <a:pathLst>
                  <a:path w="2140" h="9775" fill="norm" stroke="0">
                    <a:moveTo>
                      <a:pt x="285" y="25"/>
                    </a:moveTo>
                    <a:cubicBezTo>
                      <a:pt x="1433" y="0"/>
                      <a:pt x="1433" y="0"/>
                      <a:pt x="1785" y="25"/>
                    </a:cubicBezTo>
                    <a:cubicBezTo>
                      <a:pt x="2140" y="380"/>
                      <a:pt x="2068" y="623"/>
                      <a:pt x="2072" y="1123"/>
                    </a:cubicBezTo>
                    <a:cubicBezTo>
                      <a:pt x="2072" y="1210"/>
                      <a:pt x="2072" y="1210"/>
                      <a:pt x="2075" y="1663"/>
                    </a:cubicBezTo>
                    <a:cubicBezTo>
                      <a:pt x="2078" y="1858"/>
                      <a:pt x="2078" y="2050"/>
                      <a:pt x="2078" y="2250"/>
                    </a:cubicBezTo>
                    <a:cubicBezTo>
                      <a:pt x="2078" y="2450"/>
                      <a:pt x="2078" y="2648"/>
                      <a:pt x="2080" y="2853"/>
                    </a:cubicBezTo>
                    <a:cubicBezTo>
                      <a:pt x="2080" y="3273"/>
                      <a:pt x="2082" y="3693"/>
                      <a:pt x="2082" y="4113"/>
                    </a:cubicBezTo>
                    <a:cubicBezTo>
                      <a:pt x="2082" y="4755"/>
                      <a:pt x="2088" y="5400"/>
                      <a:pt x="2090" y="6045"/>
                    </a:cubicBezTo>
                    <a:cubicBezTo>
                      <a:pt x="2092" y="6453"/>
                      <a:pt x="2092" y="6860"/>
                      <a:pt x="2092" y="7265"/>
                    </a:cubicBezTo>
                    <a:cubicBezTo>
                      <a:pt x="2095" y="7460"/>
                      <a:pt x="2095" y="7653"/>
                      <a:pt x="2098" y="7853"/>
                    </a:cubicBezTo>
                    <a:cubicBezTo>
                      <a:pt x="2098" y="8032"/>
                      <a:pt x="2098" y="8213"/>
                      <a:pt x="2095" y="8395"/>
                    </a:cubicBezTo>
                    <a:cubicBezTo>
                      <a:pt x="2095" y="8555"/>
                      <a:pt x="2098" y="8713"/>
                      <a:pt x="2098" y="8875"/>
                    </a:cubicBezTo>
                    <a:cubicBezTo>
                      <a:pt x="2035" y="9275"/>
                      <a:pt x="2035" y="9275"/>
                      <a:pt x="1535" y="9775"/>
                    </a:cubicBezTo>
                    <a:cubicBezTo>
                      <a:pt x="895" y="9713"/>
                      <a:pt x="895" y="9713"/>
                      <a:pt x="285" y="9525"/>
                    </a:cubicBezTo>
                    <a:cubicBezTo>
                      <a:pt x="23" y="9000"/>
                      <a:pt x="3" y="8770"/>
                      <a:pt x="3" y="8195"/>
                    </a:cubicBezTo>
                    <a:cubicBezTo>
                      <a:pt x="3" y="8028"/>
                      <a:pt x="0" y="7860"/>
                      <a:pt x="0" y="7685"/>
                    </a:cubicBezTo>
                    <a:cubicBezTo>
                      <a:pt x="0" y="7502"/>
                      <a:pt x="3" y="7323"/>
                      <a:pt x="3" y="7135"/>
                    </a:cubicBezTo>
                    <a:cubicBezTo>
                      <a:pt x="3" y="6948"/>
                      <a:pt x="3" y="6760"/>
                      <a:pt x="0" y="6568"/>
                    </a:cubicBezTo>
                    <a:cubicBezTo>
                      <a:pt x="0" y="6173"/>
                      <a:pt x="3" y="5778"/>
                      <a:pt x="3" y="5383"/>
                    </a:cubicBezTo>
                    <a:cubicBezTo>
                      <a:pt x="3" y="4778"/>
                      <a:pt x="3" y="4173"/>
                      <a:pt x="0" y="3565"/>
                    </a:cubicBezTo>
                    <a:cubicBezTo>
                      <a:pt x="0" y="3183"/>
                      <a:pt x="3" y="2800"/>
                      <a:pt x="3" y="2415"/>
                    </a:cubicBezTo>
                    <a:cubicBezTo>
                      <a:pt x="3" y="2235"/>
                      <a:pt x="0" y="2053"/>
                      <a:pt x="0" y="1865"/>
                    </a:cubicBezTo>
                    <a:cubicBezTo>
                      <a:pt x="0" y="1698"/>
                      <a:pt x="3" y="1528"/>
                      <a:pt x="3" y="1355"/>
                    </a:cubicBezTo>
                    <a:cubicBezTo>
                      <a:pt x="3" y="1205"/>
                      <a:pt x="3" y="1058"/>
                      <a:pt x="3" y="905"/>
                    </a:cubicBezTo>
                    <a:cubicBezTo>
                      <a:pt x="35" y="525"/>
                      <a:pt x="35" y="525"/>
                      <a:pt x="285" y="25"/>
                    </a:cubicBezTo>
                    <a:close/>
                    <a:moveTo>
                      <a:pt x="535" y="525"/>
                    </a:moveTo>
                    <a:cubicBezTo>
                      <a:pt x="535" y="3248"/>
                      <a:pt x="535" y="5970"/>
                      <a:pt x="535" y="8775"/>
                    </a:cubicBezTo>
                    <a:cubicBezTo>
                      <a:pt x="865" y="8858"/>
                      <a:pt x="1195" y="8940"/>
                      <a:pt x="1535" y="9025"/>
                    </a:cubicBezTo>
                    <a:cubicBezTo>
                      <a:pt x="1790" y="8515"/>
                      <a:pt x="1815" y="8310"/>
                      <a:pt x="1812" y="7758"/>
                    </a:cubicBezTo>
                    <a:cubicBezTo>
                      <a:pt x="1812" y="7603"/>
                      <a:pt x="1812" y="7448"/>
                      <a:pt x="1812" y="7288"/>
                    </a:cubicBezTo>
                    <a:cubicBezTo>
                      <a:pt x="1812" y="7120"/>
                      <a:pt x="1810" y="6953"/>
                      <a:pt x="1810" y="6780"/>
                    </a:cubicBezTo>
                    <a:cubicBezTo>
                      <a:pt x="1810" y="6610"/>
                      <a:pt x="1808" y="6438"/>
                      <a:pt x="1808" y="6263"/>
                    </a:cubicBezTo>
                    <a:cubicBezTo>
                      <a:pt x="1808" y="5715"/>
                      <a:pt x="1805" y="5168"/>
                      <a:pt x="1800" y="4620"/>
                    </a:cubicBezTo>
                    <a:cubicBezTo>
                      <a:pt x="1800" y="4248"/>
                      <a:pt x="1798" y="3877"/>
                      <a:pt x="1798" y="3505"/>
                    </a:cubicBezTo>
                    <a:cubicBezTo>
                      <a:pt x="1795" y="2595"/>
                      <a:pt x="1790" y="1685"/>
                      <a:pt x="1785" y="775"/>
                    </a:cubicBezTo>
                    <a:cubicBezTo>
                      <a:pt x="1373" y="693"/>
                      <a:pt x="960" y="610"/>
                      <a:pt x="535" y="525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85" name="news_presenter vector"/>
              <p:cNvSpPr/>
              <p:nvPr/>
            </p:nvSpPr>
            <p:spPr>
              <a:xfrm>
                <a:off x="12177522" y="1239012"/>
                <a:ext cx="89520" cy="128016"/>
              </a:xfrm>
              <a:custGeom>
                <a:avLst/>
                <a:gdLst/>
                <a:ahLst/>
                <a:cxnLst/>
                <a:rect l="0" t="0" r="r" b="b"/>
                <a:pathLst>
                  <a:path w="9790" h="14000" fill="norm" stroke="0">
                    <a:moveTo>
                      <a:pt x="0" y="0"/>
                    </a:moveTo>
                    <a:cubicBezTo>
                      <a:pt x="1450" y="77"/>
                      <a:pt x="2830" y="352"/>
                      <a:pt x="4235" y="702"/>
                    </a:cubicBezTo>
                    <a:cubicBezTo>
                      <a:pt x="4400" y="743"/>
                      <a:pt x="4565" y="780"/>
                      <a:pt x="4737" y="820"/>
                    </a:cubicBezTo>
                    <a:cubicBezTo>
                      <a:pt x="5928" y="1130"/>
                      <a:pt x="5928" y="1130"/>
                      <a:pt x="6297" y="1752"/>
                    </a:cubicBezTo>
                    <a:cubicBezTo>
                      <a:pt x="6365" y="1917"/>
                      <a:pt x="6432" y="2080"/>
                      <a:pt x="6500" y="2250"/>
                    </a:cubicBezTo>
                    <a:cubicBezTo>
                      <a:pt x="6655" y="2327"/>
                      <a:pt x="6812" y="2405"/>
                      <a:pt x="6973" y="2483"/>
                    </a:cubicBezTo>
                    <a:cubicBezTo>
                      <a:pt x="7947" y="2977"/>
                      <a:pt x="8345" y="3757"/>
                      <a:pt x="8750" y="4750"/>
                    </a:cubicBezTo>
                    <a:cubicBezTo>
                      <a:pt x="9045" y="5938"/>
                      <a:pt x="9170" y="7155"/>
                      <a:pt x="9300" y="8370"/>
                    </a:cubicBezTo>
                    <a:cubicBezTo>
                      <a:pt x="9360" y="8940"/>
                      <a:pt x="9430" y="9507"/>
                      <a:pt x="9500" y="10077"/>
                    </a:cubicBezTo>
                    <a:cubicBezTo>
                      <a:pt x="9543" y="10440"/>
                      <a:pt x="9582" y="10805"/>
                      <a:pt x="9625" y="11168"/>
                    </a:cubicBezTo>
                    <a:cubicBezTo>
                      <a:pt x="9635" y="11252"/>
                      <a:pt x="9635" y="11252"/>
                      <a:pt x="9685" y="11680"/>
                    </a:cubicBezTo>
                    <a:cubicBezTo>
                      <a:pt x="9780" y="12605"/>
                      <a:pt x="9790" y="13195"/>
                      <a:pt x="9250" y="14000"/>
                    </a:cubicBezTo>
                    <a:cubicBezTo>
                      <a:pt x="8803" y="12000"/>
                      <a:pt x="8598" y="10028"/>
                      <a:pt x="8447" y="7988"/>
                    </a:cubicBezTo>
                    <a:cubicBezTo>
                      <a:pt x="8293" y="6072"/>
                      <a:pt x="8155" y="4480"/>
                      <a:pt x="6797" y="3048"/>
                    </a:cubicBezTo>
                    <a:cubicBezTo>
                      <a:pt x="6715" y="2952"/>
                      <a:pt x="6632" y="2858"/>
                      <a:pt x="6547" y="2757"/>
                    </a:cubicBezTo>
                    <a:cubicBezTo>
                      <a:pt x="5578" y="1697"/>
                      <a:pt x="4358" y="1440"/>
                      <a:pt x="3015" y="1125"/>
                    </a:cubicBezTo>
                    <a:cubicBezTo>
                      <a:pt x="1993" y="877"/>
                      <a:pt x="990" y="608"/>
                      <a:pt x="0" y="250"/>
                    </a:cubicBezTo>
                    <a:cubicBezTo>
                      <a:pt x="0" y="167"/>
                      <a:pt x="0" y="85"/>
                      <a:pt x="0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86" name="news_presenter vector"/>
              <p:cNvSpPr/>
              <p:nvPr/>
            </p:nvSpPr>
            <p:spPr>
              <a:xfrm>
                <a:off x="11948373" y="973836"/>
                <a:ext cx="19408" cy="82296"/>
              </a:xfrm>
              <a:custGeom>
                <a:avLst/>
                <a:gdLst/>
                <a:ahLst/>
                <a:cxnLst/>
                <a:rect l="0" t="0" r="r" b="b"/>
                <a:pathLst>
                  <a:path w="2122" h="9000" fill="norm" stroke="0">
                    <a:moveTo>
                      <a:pt x="560" y="0"/>
                    </a:moveTo>
                    <a:cubicBezTo>
                      <a:pt x="1700" y="140"/>
                      <a:pt x="1700" y="140"/>
                      <a:pt x="2060" y="500"/>
                    </a:cubicBezTo>
                    <a:cubicBezTo>
                      <a:pt x="2092" y="830"/>
                      <a:pt x="2092" y="830"/>
                      <a:pt x="2097" y="1255"/>
                    </a:cubicBezTo>
                    <a:cubicBezTo>
                      <a:pt x="2097" y="1335"/>
                      <a:pt x="2097" y="1335"/>
                      <a:pt x="2100" y="1735"/>
                    </a:cubicBezTo>
                    <a:cubicBezTo>
                      <a:pt x="2102" y="1907"/>
                      <a:pt x="2102" y="2080"/>
                      <a:pt x="2102" y="2257"/>
                    </a:cubicBezTo>
                    <a:cubicBezTo>
                      <a:pt x="2102" y="2433"/>
                      <a:pt x="2102" y="2610"/>
                      <a:pt x="2105" y="2790"/>
                    </a:cubicBezTo>
                    <a:cubicBezTo>
                      <a:pt x="2105" y="3162"/>
                      <a:pt x="2107" y="3537"/>
                      <a:pt x="2107" y="3910"/>
                    </a:cubicBezTo>
                    <a:cubicBezTo>
                      <a:pt x="2107" y="4480"/>
                      <a:pt x="2112" y="5053"/>
                      <a:pt x="2115" y="5625"/>
                    </a:cubicBezTo>
                    <a:cubicBezTo>
                      <a:pt x="2117" y="5987"/>
                      <a:pt x="2117" y="6347"/>
                      <a:pt x="2117" y="6710"/>
                    </a:cubicBezTo>
                    <a:cubicBezTo>
                      <a:pt x="2120" y="6882"/>
                      <a:pt x="2120" y="7053"/>
                      <a:pt x="2122" y="7230"/>
                    </a:cubicBezTo>
                    <a:cubicBezTo>
                      <a:pt x="2122" y="7390"/>
                      <a:pt x="2122" y="7547"/>
                      <a:pt x="2120" y="7713"/>
                    </a:cubicBezTo>
                    <a:cubicBezTo>
                      <a:pt x="2120" y="7852"/>
                      <a:pt x="2122" y="7993"/>
                      <a:pt x="2122" y="8138"/>
                    </a:cubicBezTo>
                    <a:cubicBezTo>
                      <a:pt x="2060" y="8500"/>
                      <a:pt x="2060" y="8500"/>
                      <a:pt x="1560" y="9000"/>
                    </a:cubicBezTo>
                    <a:cubicBezTo>
                      <a:pt x="1037" y="8993"/>
                      <a:pt x="572" y="8862"/>
                      <a:pt x="60" y="8750"/>
                    </a:cubicBezTo>
                    <a:cubicBezTo>
                      <a:pt x="47" y="7585"/>
                      <a:pt x="37" y="6418"/>
                      <a:pt x="33" y="5252"/>
                    </a:cubicBezTo>
                    <a:cubicBezTo>
                      <a:pt x="30" y="4855"/>
                      <a:pt x="27" y="4460"/>
                      <a:pt x="23" y="4062"/>
                    </a:cubicBezTo>
                    <a:cubicBezTo>
                      <a:pt x="15" y="3493"/>
                      <a:pt x="13" y="2922"/>
                      <a:pt x="10" y="2352"/>
                    </a:cubicBezTo>
                    <a:cubicBezTo>
                      <a:pt x="7" y="2175"/>
                      <a:pt x="5" y="1998"/>
                      <a:pt x="3" y="1815"/>
                    </a:cubicBezTo>
                    <a:cubicBezTo>
                      <a:pt x="3" y="1650"/>
                      <a:pt x="3" y="1485"/>
                      <a:pt x="3" y="1315"/>
                    </a:cubicBezTo>
                    <a:cubicBezTo>
                      <a:pt x="3" y="1168"/>
                      <a:pt x="0" y="1023"/>
                      <a:pt x="0" y="873"/>
                    </a:cubicBezTo>
                    <a:cubicBezTo>
                      <a:pt x="60" y="500"/>
                      <a:pt x="60" y="500"/>
                      <a:pt x="560" y="0"/>
                    </a:cubicBezTo>
                    <a:close/>
                    <a:moveTo>
                      <a:pt x="560" y="750"/>
                    </a:moveTo>
                    <a:cubicBezTo>
                      <a:pt x="235" y="1403"/>
                      <a:pt x="275" y="1990"/>
                      <a:pt x="277" y="2703"/>
                    </a:cubicBezTo>
                    <a:cubicBezTo>
                      <a:pt x="277" y="2845"/>
                      <a:pt x="277" y="2987"/>
                      <a:pt x="275" y="3135"/>
                    </a:cubicBezTo>
                    <a:cubicBezTo>
                      <a:pt x="275" y="3435"/>
                      <a:pt x="277" y="3737"/>
                      <a:pt x="277" y="4037"/>
                    </a:cubicBezTo>
                    <a:cubicBezTo>
                      <a:pt x="277" y="4498"/>
                      <a:pt x="277" y="4960"/>
                      <a:pt x="275" y="5420"/>
                    </a:cubicBezTo>
                    <a:cubicBezTo>
                      <a:pt x="275" y="5713"/>
                      <a:pt x="277" y="6005"/>
                      <a:pt x="277" y="6297"/>
                    </a:cubicBezTo>
                    <a:cubicBezTo>
                      <a:pt x="277" y="6435"/>
                      <a:pt x="275" y="6572"/>
                      <a:pt x="275" y="6715"/>
                    </a:cubicBezTo>
                    <a:cubicBezTo>
                      <a:pt x="280" y="7315"/>
                      <a:pt x="287" y="7707"/>
                      <a:pt x="560" y="8250"/>
                    </a:cubicBezTo>
                    <a:cubicBezTo>
                      <a:pt x="890" y="8168"/>
                      <a:pt x="1220" y="8085"/>
                      <a:pt x="1560" y="8000"/>
                    </a:cubicBezTo>
                    <a:cubicBezTo>
                      <a:pt x="1560" y="5690"/>
                      <a:pt x="1560" y="3380"/>
                      <a:pt x="1560" y="1000"/>
                    </a:cubicBezTo>
                    <a:cubicBezTo>
                      <a:pt x="1230" y="918"/>
                      <a:pt x="900" y="835"/>
                      <a:pt x="560" y="750"/>
                    </a:cubicBezTo>
                    <a:close/>
                  </a:path>
                </a:pathLst>
              </a:custGeom>
              <a:solidFill>
                <a:srgbClr val="3D3D3D"/>
              </a:solidFill>
              <a:ln w="0">
                <a:noFill/>
              </a:ln>
            </p:spPr>
          </p:sp>
          <p:sp>
            <p:nvSpPr>
              <p:cNvPr id="387" name="news_presenter vector"/>
              <p:cNvSpPr/>
              <p:nvPr/>
            </p:nvSpPr>
            <p:spPr>
              <a:xfrm>
                <a:off x="12250354" y="879110"/>
                <a:ext cx="55710" cy="53835"/>
              </a:xfrm>
              <a:custGeom>
                <a:avLst/>
                <a:gdLst/>
                <a:ahLst/>
                <a:cxnLst/>
                <a:rect l="0" t="0" r="r" b="b"/>
                <a:pathLst>
                  <a:path w="6092" h="5888" fill="norm" stroke="0">
                    <a:moveTo>
                      <a:pt x="910" y="0"/>
                    </a:moveTo>
                    <a:cubicBezTo>
                      <a:pt x="2158" y="28"/>
                      <a:pt x="3120" y="832"/>
                      <a:pt x="4035" y="1610"/>
                    </a:cubicBezTo>
                    <a:cubicBezTo>
                      <a:pt x="4603" y="2237"/>
                      <a:pt x="5090" y="2890"/>
                      <a:pt x="5535" y="3610"/>
                    </a:cubicBezTo>
                    <a:cubicBezTo>
                      <a:pt x="5585" y="3690"/>
                      <a:pt x="5585" y="3690"/>
                      <a:pt x="5840" y="4093"/>
                    </a:cubicBezTo>
                    <a:cubicBezTo>
                      <a:pt x="6092" y="4763"/>
                      <a:pt x="5943" y="5175"/>
                      <a:pt x="5785" y="5860"/>
                    </a:cubicBezTo>
                    <a:cubicBezTo>
                      <a:pt x="5008" y="5865"/>
                      <a:pt x="4228" y="5870"/>
                      <a:pt x="3450" y="5873"/>
                    </a:cubicBezTo>
                    <a:cubicBezTo>
                      <a:pt x="3185" y="5875"/>
                      <a:pt x="2920" y="5875"/>
                      <a:pt x="2653" y="5877"/>
                    </a:cubicBezTo>
                    <a:cubicBezTo>
                      <a:pt x="2273" y="5882"/>
                      <a:pt x="1893" y="5882"/>
                      <a:pt x="1513" y="5885"/>
                    </a:cubicBezTo>
                    <a:cubicBezTo>
                      <a:pt x="1398" y="5885"/>
                      <a:pt x="1398" y="5885"/>
                      <a:pt x="818" y="5888"/>
                    </a:cubicBezTo>
                    <a:cubicBezTo>
                      <a:pt x="285" y="5860"/>
                      <a:pt x="285" y="5860"/>
                      <a:pt x="35" y="5610"/>
                    </a:cubicBezTo>
                    <a:cubicBezTo>
                      <a:pt x="10" y="5222"/>
                      <a:pt x="3" y="4832"/>
                      <a:pt x="3" y="4445"/>
                    </a:cubicBezTo>
                    <a:cubicBezTo>
                      <a:pt x="3" y="4210"/>
                      <a:pt x="0" y="3975"/>
                      <a:pt x="0" y="3733"/>
                    </a:cubicBezTo>
                    <a:cubicBezTo>
                      <a:pt x="3" y="3485"/>
                      <a:pt x="3" y="3240"/>
                      <a:pt x="5" y="2985"/>
                    </a:cubicBezTo>
                    <a:cubicBezTo>
                      <a:pt x="3" y="2737"/>
                      <a:pt x="3" y="2490"/>
                      <a:pt x="0" y="2235"/>
                    </a:cubicBezTo>
                    <a:cubicBezTo>
                      <a:pt x="0" y="2000"/>
                      <a:pt x="3" y="1765"/>
                      <a:pt x="3" y="1523"/>
                    </a:cubicBezTo>
                    <a:cubicBezTo>
                      <a:pt x="3" y="1308"/>
                      <a:pt x="3" y="1090"/>
                      <a:pt x="3" y="865"/>
                    </a:cubicBezTo>
                    <a:cubicBezTo>
                      <a:pt x="50" y="112"/>
                      <a:pt x="160" y="130"/>
                      <a:pt x="910" y="0"/>
                    </a:cubicBezTo>
                    <a:close/>
                    <a:moveTo>
                      <a:pt x="785" y="610"/>
                    </a:moveTo>
                    <a:cubicBezTo>
                      <a:pt x="535" y="860"/>
                      <a:pt x="535" y="860"/>
                      <a:pt x="508" y="1300"/>
                    </a:cubicBezTo>
                    <a:cubicBezTo>
                      <a:pt x="508" y="1487"/>
                      <a:pt x="510" y="1675"/>
                      <a:pt x="510" y="1868"/>
                    </a:cubicBezTo>
                    <a:cubicBezTo>
                      <a:pt x="513" y="2070"/>
                      <a:pt x="513" y="2273"/>
                      <a:pt x="513" y="2480"/>
                    </a:cubicBezTo>
                    <a:cubicBezTo>
                      <a:pt x="515" y="2692"/>
                      <a:pt x="518" y="2905"/>
                      <a:pt x="520" y="3125"/>
                    </a:cubicBezTo>
                    <a:cubicBezTo>
                      <a:pt x="520" y="3338"/>
                      <a:pt x="523" y="3552"/>
                      <a:pt x="523" y="3773"/>
                    </a:cubicBezTo>
                    <a:cubicBezTo>
                      <a:pt x="525" y="4300"/>
                      <a:pt x="530" y="4830"/>
                      <a:pt x="535" y="5360"/>
                    </a:cubicBezTo>
                    <a:cubicBezTo>
                      <a:pt x="1082" y="5632"/>
                      <a:pt x="1355" y="5638"/>
                      <a:pt x="1960" y="5635"/>
                    </a:cubicBezTo>
                    <a:cubicBezTo>
                      <a:pt x="2138" y="5632"/>
                      <a:pt x="2318" y="5632"/>
                      <a:pt x="2500" y="5632"/>
                    </a:cubicBezTo>
                    <a:cubicBezTo>
                      <a:pt x="2688" y="5630"/>
                      <a:pt x="2875" y="5627"/>
                      <a:pt x="3065" y="5625"/>
                    </a:cubicBezTo>
                    <a:cubicBezTo>
                      <a:pt x="3160" y="5625"/>
                      <a:pt x="3160" y="5625"/>
                      <a:pt x="3638" y="5623"/>
                    </a:cubicBezTo>
                    <a:cubicBezTo>
                      <a:pt x="4103" y="5618"/>
                      <a:pt x="4570" y="5615"/>
                      <a:pt x="5035" y="5610"/>
                    </a:cubicBezTo>
                    <a:cubicBezTo>
                      <a:pt x="5322" y="5188"/>
                      <a:pt x="5322" y="5188"/>
                      <a:pt x="5535" y="4610"/>
                    </a:cubicBezTo>
                    <a:cubicBezTo>
                      <a:pt x="4955" y="3007"/>
                      <a:pt x="3835" y="1600"/>
                      <a:pt x="2285" y="860"/>
                    </a:cubicBezTo>
                    <a:cubicBezTo>
                      <a:pt x="1755" y="692"/>
                      <a:pt x="1348" y="635"/>
                      <a:pt x="785" y="610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88" name="news_presenter vector"/>
              <p:cNvSpPr/>
              <p:nvPr/>
            </p:nvSpPr>
            <p:spPr>
              <a:xfrm>
                <a:off x="12254995" y="884682"/>
                <a:ext cx="45971" cy="45971"/>
              </a:xfrm>
              <a:custGeom>
                <a:avLst/>
                <a:gdLst/>
                <a:ahLst/>
                <a:cxnLst/>
                <a:rect l="0" t="0" r="r" b="b"/>
                <a:pathLst>
                  <a:path w="5027" h="5028" fill="norm" stroke="0">
                    <a:moveTo>
                      <a:pt x="277" y="0"/>
                    </a:moveTo>
                    <a:cubicBezTo>
                      <a:pt x="1750" y="35"/>
                      <a:pt x="2745" y="733"/>
                      <a:pt x="3777" y="1750"/>
                    </a:cubicBezTo>
                    <a:cubicBezTo>
                      <a:pt x="4305" y="2455"/>
                      <a:pt x="4783" y="3148"/>
                      <a:pt x="5027" y="4000"/>
                    </a:cubicBezTo>
                    <a:cubicBezTo>
                      <a:pt x="4807" y="4567"/>
                      <a:pt x="4807" y="4567"/>
                      <a:pt x="4527" y="5000"/>
                    </a:cubicBezTo>
                    <a:cubicBezTo>
                      <a:pt x="3872" y="5007"/>
                      <a:pt x="3215" y="5013"/>
                      <a:pt x="2557" y="5015"/>
                    </a:cubicBezTo>
                    <a:cubicBezTo>
                      <a:pt x="2372" y="5017"/>
                      <a:pt x="2185" y="5020"/>
                      <a:pt x="1992" y="5023"/>
                    </a:cubicBezTo>
                    <a:cubicBezTo>
                      <a:pt x="1815" y="5023"/>
                      <a:pt x="1635" y="5023"/>
                      <a:pt x="1452" y="5025"/>
                    </a:cubicBezTo>
                    <a:cubicBezTo>
                      <a:pt x="1370" y="5025"/>
                      <a:pt x="1370" y="5025"/>
                      <a:pt x="952" y="5028"/>
                    </a:cubicBezTo>
                    <a:cubicBezTo>
                      <a:pt x="527" y="5000"/>
                      <a:pt x="527" y="5000"/>
                      <a:pt x="27" y="4750"/>
                    </a:cubicBezTo>
                    <a:cubicBezTo>
                      <a:pt x="20" y="4005"/>
                      <a:pt x="15" y="3260"/>
                      <a:pt x="12" y="2515"/>
                    </a:cubicBezTo>
                    <a:cubicBezTo>
                      <a:pt x="10" y="2302"/>
                      <a:pt x="7" y="2090"/>
                      <a:pt x="5" y="1873"/>
                    </a:cubicBezTo>
                    <a:cubicBezTo>
                      <a:pt x="5" y="1670"/>
                      <a:pt x="5" y="1468"/>
                      <a:pt x="2" y="1260"/>
                    </a:cubicBezTo>
                    <a:cubicBezTo>
                      <a:pt x="2" y="1073"/>
                      <a:pt x="0" y="885"/>
                      <a:pt x="0" y="692"/>
                    </a:cubicBezTo>
                    <a:cubicBezTo>
                      <a:pt x="27" y="250"/>
                      <a:pt x="27" y="250"/>
                      <a:pt x="277" y="0"/>
                    </a:cubicBezTo>
                    <a:close/>
                    <a:moveTo>
                      <a:pt x="527" y="500"/>
                    </a:moveTo>
                    <a:cubicBezTo>
                      <a:pt x="200" y="1727"/>
                      <a:pt x="197" y="2987"/>
                      <a:pt x="277" y="4250"/>
                    </a:cubicBezTo>
                    <a:cubicBezTo>
                      <a:pt x="527" y="4500"/>
                      <a:pt x="527" y="4500"/>
                      <a:pt x="922" y="4528"/>
                    </a:cubicBezTo>
                    <a:cubicBezTo>
                      <a:pt x="1090" y="4528"/>
                      <a:pt x="1255" y="4525"/>
                      <a:pt x="1428" y="4525"/>
                    </a:cubicBezTo>
                    <a:cubicBezTo>
                      <a:pt x="1607" y="4523"/>
                      <a:pt x="1785" y="4523"/>
                      <a:pt x="1972" y="4523"/>
                    </a:cubicBezTo>
                    <a:cubicBezTo>
                      <a:pt x="2160" y="4520"/>
                      <a:pt x="2347" y="4517"/>
                      <a:pt x="2543" y="4515"/>
                    </a:cubicBezTo>
                    <a:cubicBezTo>
                      <a:pt x="2732" y="4515"/>
                      <a:pt x="2922" y="4513"/>
                      <a:pt x="3117" y="4513"/>
                    </a:cubicBezTo>
                    <a:cubicBezTo>
                      <a:pt x="3587" y="4510"/>
                      <a:pt x="4057" y="4505"/>
                      <a:pt x="4527" y="4500"/>
                    </a:cubicBezTo>
                    <a:cubicBezTo>
                      <a:pt x="4455" y="4222"/>
                      <a:pt x="4380" y="3945"/>
                      <a:pt x="4305" y="3668"/>
                    </a:cubicBezTo>
                    <a:cubicBezTo>
                      <a:pt x="4262" y="3513"/>
                      <a:pt x="4220" y="3358"/>
                      <a:pt x="4178" y="3198"/>
                    </a:cubicBezTo>
                    <a:cubicBezTo>
                      <a:pt x="3750" y="1925"/>
                      <a:pt x="2830" y="1312"/>
                      <a:pt x="1697" y="675"/>
                    </a:cubicBezTo>
                    <a:cubicBezTo>
                      <a:pt x="1277" y="500"/>
                      <a:pt x="1277" y="500"/>
                      <a:pt x="527" y="500"/>
                    </a:cubicBezTo>
                    <a:close/>
                  </a:path>
                </a:pathLst>
              </a:custGeom>
              <a:solidFill>
                <a:srgbClr val="E6E6E6"/>
              </a:solidFill>
              <a:ln w="0">
                <a:noFill/>
              </a:ln>
            </p:spPr>
          </p:sp>
          <p:sp>
            <p:nvSpPr>
              <p:cNvPr id="389" name="news_presenter vector"/>
              <p:cNvSpPr/>
              <p:nvPr/>
            </p:nvSpPr>
            <p:spPr>
              <a:xfrm>
                <a:off x="11819933" y="856443"/>
                <a:ext cx="42131" cy="79210"/>
              </a:xfrm>
              <a:custGeom>
                <a:avLst/>
                <a:gdLst/>
                <a:ahLst/>
                <a:cxnLst/>
                <a:rect l="0" t="0" r="r" b="b"/>
                <a:pathLst>
                  <a:path w="4608" h="8663" fill="norm" stroke="0">
                    <a:moveTo>
                      <a:pt x="1750" y="15"/>
                    </a:moveTo>
                    <a:cubicBezTo>
                      <a:pt x="1832" y="15"/>
                      <a:pt x="1832" y="15"/>
                      <a:pt x="2255" y="22"/>
                    </a:cubicBezTo>
                    <a:cubicBezTo>
                      <a:pt x="2428" y="28"/>
                      <a:pt x="2600" y="35"/>
                      <a:pt x="2777" y="43"/>
                    </a:cubicBezTo>
                    <a:cubicBezTo>
                      <a:pt x="2955" y="45"/>
                      <a:pt x="3130" y="47"/>
                      <a:pt x="3310" y="52"/>
                    </a:cubicBezTo>
                    <a:cubicBezTo>
                      <a:pt x="3743" y="60"/>
                      <a:pt x="4175" y="73"/>
                      <a:pt x="4608" y="88"/>
                    </a:cubicBezTo>
                    <a:cubicBezTo>
                      <a:pt x="4608" y="170"/>
                      <a:pt x="4608" y="252"/>
                      <a:pt x="4608" y="338"/>
                    </a:cubicBezTo>
                    <a:cubicBezTo>
                      <a:pt x="4378" y="353"/>
                      <a:pt x="4150" y="368"/>
                      <a:pt x="3912" y="385"/>
                    </a:cubicBezTo>
                    <a:cubicBezTo>
                      <a:pt x="3612" y="405"/>
                      <a:pt x="3312" y="427"/>
                      <a:pt x="3013" y="448"/>
                    </a:cubicBezTo>
                    <a:cubicBezTo>
                      <a:pt x="2862" y="457"/>
                      <a:pt x="2710" y="468"/>
                      <a:pt x="2555" y="478"/>
                    </a:cubicBezTo>
                    <a:cubicBezTo>
                      <a:pt x="2410" y="487"/>
                      <a:pt x="2265" y="498"/>
                      <a:pt x="2115" y="510"/>
                    </a:cubicBezTo>
                    <a:cubicBezTo>
                      <a:pt x="1983" y="517"/>
                      <a:pt x="1850" y="528"/>
                      <a:pt x="1713" y="537"/>
                    </a:cubicBezTo>
                    <a:cubicBezTo>
                      <a:pt x="1358" y="588"/>
                      <a:pt x="1358" y="588"/>
                      <a:pt x="858" y="838"/>
                    </a:cubicBezTo>
                    <a:cubicBezTo>
                      <a:pt x="185" y="2907"/>
                      <a:pt x="605" y="5483"/>
                      <a:pt x="858" y="7588"/>
                    </a:cubicBezTo>
                    <a:cubicBezTo>
                      <a:pt x="1435" y="7835"/>
                      <a:pt x="2013" y="8082"/>
                      <a:pt x="2608" y="8338"/>
                    </a:cubicBezTo>
                    <a:cubicBezTo>
                      <a:pt x="2608" y="8420"/>
                      <a:pt x="2608" y="8502"/>
                      <a:pt x="2608" y="8588"/>
                    </a:cubicBezTo>
                    <a:cubicBezTo>
                      <a:pt x="2330" y="8608"/>
                      <a:pt x="2055" y="8623"/>
                      <a:pt x="1777" y="8635"/>
                    </a:cubicBezTo>
                    <a:cubicBezTo>
                      <a:pt x="1703" y="8640"/>
                      <a:pt x="1703" y="8640"/>
                      <a:pt x="1312" y="8663"/>
                    </a:cubicBezTo>
                    <a:cubicBezTo>
                      <a:pt x="670" y="8558"/>
                      <a:pt x="497" y="8358"/>
                      <a:pt x="108" y="7838"/>
                    </a:cubicBezTo>
                    <a:cubicBezTo>
                      <a:pt x="33" y="7288"/>
                      <a:pt x="0" y="6810"/>
                      <a:pt x="7" y="6260"/>
                    </a:cubicBezTo>
                    <a:cubicBezTo>
                      <a:pt x="5" y="6108"/>
                      <a:pt x="5" y="5955"/>
                      <a:pt x="5" y="5797"/>
                    </a:cubicBezTo>
                    <a:cubicBezTo>
                      <a:pt x="5" y="5475"/>
                      <a:pt x="5" y="5155"/>
                      <a:pt x="7" y="4832"/>
                    </a:cubicBezTo>
                    <a:cubicBezTo>
                      <a:pt x="13" y="4340"/>
                      <a:pt x="7" y="3847"/>
                      <a:pt x="5" y="3355"/>
                    </a:cubicBezTo>
                    <a:cubicBezTo>
                      <a:pt x="5" y="3043"/>
                      <a:pt x="5" y="2730"/>
                      <a:pt x="7" y="2418"/>
                    </a:cubicBezTo>
                    <a:cubicBezTo>
                      <a:pt x="5" y="2270"/>
                      <a:pt x="5" y="2123"/>
                      <a:pt x="3" y="1970"/>
                    </a:cubicBezTo>
                    <a:cubicBezTo>
                      <a:pt x="13" y="1317"/>
                      <a:pt x="55" y="912"/>
                      <a:pt x="432" y="370"/>
                    </a:cubicBezTo>
                    <a:cubicBezTo>
                      <a:pt x="922" y="45"/>
                      <a:pt x="1168" y="0"/>
                      <a:pt x="1750" y="15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90" name="news_presenter vector"/>
              <p:cNvSpPr/>
              <p:nvPr/>
            </p:nvSpPr>
            <p:spPr>
              <a:xfrm>
                <a:off x="11895315" y="1008126"/>
                <a:ext cx="12733" cy="41148"/>
              </a:xfrm>
              <a:custGeom>
                <a:avLst/>
                <a:gdLst/>
                <a:ahLst/>
                <a:cxnLst/>
                <a:rect l="0" t="0" r="r" b="b"/>
                <a:pathLst>
                  <a:path w="1392" h="4500" fill="norm" stroke="0">
                    <a:moveTo>
                      <a:pt x="362" y="0"/>
                    </a:moveTo>
                    <a:cubicBezTo>
                      <a:pt x="610" y="0"/>
                      <a:pt x="857" y="0"/>
                      <a:pt x="1112" y="0"/>
                    </a:cubicBezTo>
                    <a:cubicBezTo>
                      <a:pt x="1380" y="535"/>
                      <a:pt x="1392" y="782"/>
                      <a:pt x="1388" y="1370"/>
                    </a:cubicBezTo>
                    <a:cubicBezTo>
                      <a:pt x="1388" y="1453"/>
                      <a:pt x="1388" y="1453"/>
                      <a:pt x="1385" y="1877"/>
                    </a:cubicBezTo>
                    <a:cubicBezTo>
                      <a:pt x="1382" y="2053"/>
                      <a:pt x="1380" y="2227"/>
                      <a:pt x="1378" y="2405"/>
                    </a:cubicBezTo>
                    <a:cubicBezTo>
                      <a:pt x="1378" y="2582"/>
                      <a:pt x="1375" y="2760"/>
                      <a:pt x="1375" y="2942"/>
                    </a:cubicBezTo>
                    <a:cubicBezTo>
                      <a:pt x="1372" y="3377"/>
                      <a:pt x="1368" y="3815"/>
                      <a:pt x="1362" y="4250"/>
                    </a:cubicBezTo>
                    <a:cubicBezTo>
                      <a:pt x="878" y="4390"/>
                      <a:pt x="878" y="4390"/>
                      <a:pt x="362" y="4500"/>
                    </a:cubicBezTo>
                    <a:cubicBezTo>
                      <a:pt x="0" y="4138"/>
                      <a:pt x="80" y="3868"/>
                      <a:pt x="80" y="3360"/>
                    </a:cubicBezTo>
                    <a:cubicBezTo>
                      <a:pt x="80" y="3180"/>
                      <a:pt x="77" y="3002"/>
                      <a:pt x="77" y="2817"/>
                    </a:cubicBezTo>
                    <a:cubicBezTo>
                      <a:pt x="80" y="2630"/>
                      <a:pt x="80" y="2442"/>
                      <a:pt x="82" y="2250"/>
                    </a:cubicBezTo>
                    <a:cubicBezTo>
                      <a:pt x="80" y="2062"/>
                      <a:pt x="80" y="1875"/>
                      <a:pt x="77" y="1683"/>
                    </a:cubicBezTo>
                    <a:cubicBezTo>
                      <a:pt x="77" y="1502"/>
                      <a:pt x="80" y="1325"/>
                      <a:pt x="80" y="1140"/>
                    </a:cubicBezTo>
                    <a:cubicBezTo>
                      <a:pt x="80" y="975"/>
                      <a:pt x="80" y="812"/>
                      <a:pt x="80" y="642"/>
                    </a:cubicBezTo>
                    <a:cubicBezTo>
                      <a:pt x="112" y="250"/>
                      <a:pt x="112" y="250"/>
                      <a:pt x="362" y="0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  <p:sp>
            <p:nvSpPr>
              <p:cNvPr id="391" name="news_presenter vector"/>
              <p:cNvSpPr/>
              <p:nvPr/>
            </p:nvSpPr>
            <p:spPr>
              <a:xfrm>
                <a:off x="11820897" y="1110692"/>
                <a:ext cx="43434" cy="9441"/>
              </a:xfrm>
              <a:custGeom>
                <a:avLst/>
                <a:gdLst/>
                <a:ahLst/>
                <a:cxnLst/>
                <a:rect l="0" t="0" r="r" b="b"/>
                <a:pathLst>
                  <a:path w="4750" h="1032" fill="norm" stroke="0">
                    <a:moveTo>
                      <a:pt x="1352" y="0"/>
                    </a:moveTo>
                    <a:cubicBezTo>
                      <a:pt x="1435" y="0"/>
                      <a:pt x="1435" y="0"/>
                      <a:pt x="1852" y="0"/>
                    </a:cubicBezTo>
                    <a:cubicBezTo>
                      <a:pt x="2025" y="0"/>
                      <a:pt x="2197" y="0"/>
                      <a:pt x="2375" y="2"/>
                    </a:cubicBezTo>
                    <a:cubicBezTo>
                      <a:pt x="2547" y="0"/>
                      <a:pt x="2720" y="0"/>
                      <a:pt x="2898" y="0"/>
                    </a:cubicBezTo>
                    <a:cubicBezTo>
                      <a:pt x="3062" y="0"/>
                      <a:pt x="3230" y="0"/>
                      <a:pt x="3400" y="0"/>
                    </a:cubicBezTo>
                    <a:cubicBezTo>
                      <a:pt x="3550" y="0"/>
                      <a:pt x="3702" y="0"/>
                      <a:pt x="3858" y="0"/>
                    </a:cubicBezTo>
                    <a:cubicBezTo>
                      <a:pt x="4250" y="32"/>
                      <a:pt x="4250" y="32"/>
                      <a:pt x="4750" y="282"/>
                    </a:cubicBezTo>
                    <a:cubicBezTo>
                      <a:pt x="4668" y="530"/>
                      <a:pt x="4585" y="778"/>
                      <a:pt x="4500" y="1032"/>
                    </a:cubicBezTo>
                    <a:cubicBezTo>
                      <a:pt x="3097" y="1032"/>
                      <a:pt x="1695" y="1032"/>
                      <a:pt x="250" y="1032"/>
                    </a:cubicBezTo>
                    <a:cubicBezTo>
                      <a:pt x="168" y="785"/>
                      <a:pt x="85" y="537"/>
                      <a:pt x="0" y="282"/>
                    </a:cubicBezTo>
                    <a:cubicBezTo>
                      <a:pt x="530" y="20"/>
                      <a:pt x="775" y="0"/>
                      <a:pt x="1352" y="0"/>
                    </a:cubicBezTo>
                    <a:close/>
                  </a:path>
                </a:pathLst>
              </a:custGeom>
              <a:solidFill>
                <a:srgbClr val="050505"/>
              </a:solidFill>
              <a:ln w="0">
                <a:noFill/>
              </a:ln>
            </p:spPr>
          </p:sp>
          <p:sp>
            <p:nvSpPr>
              <p:cNvPr id="392" name="news_presenter vector"/>
              <p:cNvSpPr/>
              <p:nvPr/>
            </p:nvSpPr>
            <p:spPr>
              <a:xfrm>
                <a:off x="11841251" y="880110"/>
                <a:ext cx="12024" cy="32004"/>
              </a:xfrm>
              <a:custGeom>
                <a:avLst/>
                <a:gdLst/>
                <a:ahLst/>
                <a:cxnLst/>
                <a:rect l="0" t="0" r="r" b="b"/>
                <a:pathLst>
                  <a:path w="1315" h="3500" fill="norm" stroke="0">
                    <a:moveTo>
                      <a:pt x="275" y="0"/>
                    </a:moveTo>
                    <a:cubicBezTo>
                      <a:pt x="523" y="0"/>
                      <a:pt x="770" y="0"/>
                      <a:pt x="1025" y="0"/>
                    </a:cubicBezTo>
                    <a:cubicBezTo>
                      <a:pt x="1315" y="685"/>
                      <a:pt x="1300" y="1308"/>
                      <a:pt x="1290" y="2047"/>
                    </a:cubicBezTo>
                    <a:cubicBezTo>
                      <a:pt x="1288" y="2273"/>
                      <a:pt x="1285" y="2498"/>
                      <a:pt x="1285" y="2730"/>
                    </a:cubicBezTo>
                    <a:cubicBezTo>
                      <a:pt x="1280" y="2903"/>
                      <a:pt x="1278" y="3073"/>
                      <a:pt x="1275" y="3250"/>
                    </a:cubicBezTo>
                    <a:cubicBezTo>
                      <a:pt x="863" y="3332"/>
                      <a:pt x="450" y="3415"/>
                      <a:pt x="25" y="3500"/>
                    </a:cubicBezTo>
                    <a:cubicBezTo>
                      <a:pt x="18" y="2963"/>
                      <a:pt x="13" y="2427"/>
                      <a:pt x="10" y="1890"/>
                    </a:cubicBezTo>
                    <a:cubicBezTo>
                      <a:pt x="8" y="1737"/>
                      <a:pt x="5" y="1585"/>
                      <a:pt x="3" y="1427"/>
                    </a:cubicBezTo>
                    <a:cubicBezTo>
                      <a:pt x="0" y="1035"/>
                      <a:pt x="13" y="642"/>
                      <a:pt x="25" y="250"/>
                    </a:cubicBezTo>
                    <a:cubicBezTo>
                      <a:pt x="108" y="168"/>
                      <a:pt x="190" y="85"/>
                      <a:pt x="275" y="0"/>
                    </a:cubicBezTo>
                    <a:close/>
                  </a:path>
                </a:pathLst>
              </a:custGeom>
              <a:solidFill>
                <a:srgbClr val="989898"/>
              </a:solidFill>
              <a:ln w="0">
                <a:noFill/>
              </a:ln>
            </p:spPr>
          </p:sp>
        </p:grpSp>
        <p:sp>
          <p:nvSpPr>
            <p:cNvPr id="394" name="Misinformation Data Construction"/>
            <p:cNvSpPr txBox="1"/>
            <p:nvPr/>
          </p:nvSpPr>
          <p:spPr>
            <a:xfrm>
              <a:off x="12691872" y="900684"/>
              <a:ext cx="4297680" cy="35661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0">
                  <a:solidFill>
                    <a:srgbClr val="000000"/>
                  </a:solidFill>
                  <a:latin typeface="Times New Roman"/>
                </a:rPr>
                <a:t>Misinformation Data Construction</a:t>
              </a:r>
            </a:p>
          </p:txBody>
        </p:sp>
        <p:sp>
          <p:nvSpPr>
            <p:cNvPr id="395" name="Video news"/>
            <p:cNvSpPr txBox="1"/>
            <p:nvPr/>
          </p:nvSpPr>
          <p:spPr>
            <a:xfrm>
              <a:off x="11686032" y="1412748"/>
              <a:ext cx="1280160" cy="28346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Times New Roman"/>
                </a:rPr>
                <a:t>Video news</a:t>
              </a:r>
            </a:p>
          </p:txBody>
        </p:sp>
        <p:sp>
          <p:nvSpPr>
            <p:cNvPr id="396" name="Vector path"/>
            <p:cNvSpPr/>
            <p:nvPr/>
          </p:nvSpPr>
          <p:spPr>
            <a:xfrm>
              <a:off x="11759184" y="1600200"/>
              <a:ext cx="530352" cy="438912"/>
            </a:xfrm>
            <a:custGeom>
              <a:avLst/>
              <a:gdLst/>
              <a:ahLst/>
              <a:cxnLst/>
              <a:rect l="0" t="0" r="r" b="b"/>
              <a:pathLst>
                <a:path w="58000" h="48000" fill="norm" stroke="0">
                  <a:moveTo>
                    <a:pt x="8000" y="3000"/>
                  </a:moveTo>
                  <a:cubicBezTo>
                    <a:pt x="23000" y="0"/>
                    <a:pt x="45000" y="1000"/>
                    <a:pt x="58000" y="5000"/>
                  </a:cubicBezTo>
                  <a:lnTo>
                    <a:pt x="58000" y="36000"/>
                  </a:lnTo>
                  <a:cubicBezTo>
                    <a:pt x="58000" y="43000"/>
                    <a:pt x="54000" y="48000"/>
                    <a:pt x="45000" y="48000"/>
                  </a:cubicBezTo>
                  <a:lnTo>
                    <a:pt x="9000" y="47000"/>
                  </a:lnTo>
                  <a:cubicBezTo>
                    <a:pt x="0" y="47000"/>
                    <a:pt x="1000" y="14000"/>
                    <a:pt x="4000" y="6000"/>
                  </a:cubicBezTo>
                  <a:lnTo>
                    <a:pt x="8000" y="3000"/>
                  </a:lnTo>
                  <a:close/>
                </a:path>
              </a:pathLst>
            </a:custGeom>
            <a:solidFill>
              <a:srgbClr val="948BDA"/>
            </a:solidFill>
            <a:ln w="18288">
              <a:noFill/>
            </a:ln>
          </p:spPr>
        </p:sp>
        <p:sp>
          <p:nvSpPr>
            <p:cNvPr id="397" name="Vector path"/>
            <p:cNvSpPr/>
            <p:nvPr/>
          </p:nvSpPr>
          <p:spPr>
            <a:xfrm>
              <a:off x="12271248" y="1664208"/>
              <a:ext cx="137160" cy="320040"/>
            </a:xfrm>
            <a:custGeom>
              <a:avLst/>
              <a:gdLst/>
              <a:ahLst/>
              <a:cxnLst/>
              <a:rect l="0" t="0" r="r" b="b"/>
              <a:pathLst>
                <a:path w="15000" h="35000" fill="norm" stroke="0">
                  <a:moveTo>
                    <a:pt x="0" y="8000"/>
                  </a:moveTo>
                  <a:lnTo>
                    <a:pt x="15000" y="0"/>
                  </a:lnTo>
                  <a:lnTo>
                    <a:pt x="15000" y="35000"/>
                  </a:lnTo>
                  <a:lnTo>
                    <a:pt x="0" y="28000"/>
                  </a:lnTo>
                  <a:lnTo>
                    <a:pt x="0" y="8000"/>
                  </a:lnTo>
                  <a:close/>
                </a:path>
              </a:pathLst>
            </a:custGeom>
            <a:solidFill>
              <a:srgbClr val="948BDA"/>
            </a:solidFill>
            <a:ln w="18288">
              <a:noFill/>
            </a:ln>
          </p:spPr>
        </p:sp>
        <p:sp>
          <p:nvSpPr>
            <p:cNvPr id="398" name="Vector path"/>
            <p:cNvSpPr/>
            <p:nvPr/>
          </p:nvSpPr>
          <p:spPr>
            <a:xfrm>
              <a:off x="11969496" y="1691640"/>
              <a:ext cx="173736" cy="246888"/>
            </a:xfrm>
            <a:custGeom>
              <a:avLst/>
              <a:gdLst/>
              <a:ahLst/>
              <a:cxnLst/>
              <a:rect l="0" t="0" r="r" b="b"/>
              <a:pathLst>
                <a:path w="19000" h="27000" fill="norm" stroke="0">
                  <a:moveTo>
                    <a:pt x="0" y="0"/>
                  </a:moveTo>
                  <a:lnTo>
                    <a:pt x="0" y="27000"/>
                  </a:lnTo>
                  <a:lnTo>
                    <a:pt x="1900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CCEF"/>
            </a:solidFill>
            <a:ln w="18288">
              <a:noFill/>
            </a:ln>
          </p:spPr>
        </p:sp>
        <p:sp>
          <p:nvSpPr>
            <p:cNvPr id="399" name="Arrow"/>
            <p:cNvSpPr/>
            <p:nvPr/>
          </p:nvSpPr>
          <p:spPr>
            <a:xfrm>
              <a:off x="12463272" y="1751076"/>
              <a:ext cx="402336" cy="137160"/>
            </a:xfrm>
            <a:custGeom>
              <a:avLst/>
              <a:gdLst/>
              <a:ahLst/>
              <a:cxnLst/>
              <a:rect l="0" t="0" r="r" b="b"/>
              <a:pathLst>
                <a:path w="44000" h="15000" fill="norm" stroke="1">
                  <a:moveTo>
                    <a:pt x="0" y="6000"/>
                  </a:moveTo>
                  <a:lnTo>
                    <a:pt x="34000" y="6000"/>
                  </a:lnTo>
                  <a:lnTo>
                    <a:pt x="34000" y="0"/>
                  </a:lnTo>
                  <a:lnTo>
                    <a:pt x="44000" y="7500"/>
                  </a:lnTo>
                  <a:lnTo>
                    <a:pt x="34000" y="15000"/>
                  </a:lnTo>
                  <a:lnTo>
                    <a:pt x="34000" y="9000"/>
                  </a:lnTo>
                  <a:lnTo>
                    <a:pt x="0" y="9000"/>
                  </a:lnTo>
                  <a:lnTo>
                    <a:pt x="0" y="60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</p:sp>
        <p:sp>
          <p:nvSpPr>
            <p:cNvPr id="400" name="Arrow"/>
            <p:cNvSpPr/>
            <p:nvPr/>
          </p:nvSpPr>
          <p:spPr>
            <a:xfrm>
              <a:off x="12010644" y="2048256"/>
              <a:ext cx="137160" cy="228600"/>
            </a:xfrm>
            <a:custGeom>
              <a:avLst/>
              <a:gdLst/>
              <a:ahLst/>
              <a:cxnLst/>
              <a:rect l="0" t="0" r="r" b="b"/>
              <a:pathLst>
                <a:path w="15000" h="25000" fill="norm" stroke="1">
                  <a:moveTo>
                    <a:pt x="9500" y="0"/>
                  </a:moveTo>
                  <a:lnTo>
                    <a:pt x="9500" y="15000"/>
                  </a:lnTo>
                  <a:lnTo>
                    <a:pt x="15000" y="15000"/>
                  </a:lnTo>
                  <a:lnTo>
                    <a:pt x="7500" y="25000"/>
                  </a:lnTo>
                  <a:lnTo>
                    <a:pt x="0" y="15000"/>
                  </a:lnTo>
                  <a:lnTo>
                    <a:pt x="5500" y="15000"/>
                  </a:lnTo>
                  <a:lnTo>
                    <a:pt x="5500" y="0"/>
                  </a:lnTo>
                  <a:lnTo>
                    <a:pt x="950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</p:sp>
        <p:sp>
          <p:nvSpPr>
            <p:cNvPr id="401" name="Retrieve"/>
            <p:cNvSpPr txBox="1"/>
            <p:nvPr/>
          </p:nvSpPr>
          <p:spPr>
            <a:xfrm>
              <a:off x="12161520" y="2052828"/>
              <a:ext cx="758952" cy="28346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Arial Narrow"/>
                </a:rPr>
                <a:t>Retrieve</a:t>
              </a:r>
            </a:p>
          </p:txBody>
        </p:sp>
        <p:grpSp>
          <p:nvGrpSpPr>
            <p:cNvPr id="407" name="News database"/>
            <p:cNvGrpSpPr/>
            <p:nvPr/>
          </p:nvGrpSpPr>
          <p:grpSpPr>
            <a:xfrm>
              <a:off x="11832336" y="2295144"/>
              <a:ext cx="548640" cy="566928"/>
              <a:chOff x="11832336" y="2295144"/>
              <a:chExt cx="548640" cy="566928"/>
            </a:xfrm>
          </p:grpSpPr>
          <p:sp>
            <p:nvSpPr>
              <p:cNvPr id="402" name="Vector path"/>
              <p:cNvSpPr/>
              <p:nvPr/>
            </p:nvSpPr>
            <p:spPr>
              <a:xfrm>
                <a:off x="11832336" y="2395728"/>
                <a:ext cx="475488" cy="393192"/>
              </a:xfrm>
              <a:custGeom>
                <a:avLst/>
                <a:gdLst/>
                <a:ahLst/>
                <a:cxnLst/>
                <a:rect l="0" t="0" r="r" b="b"/>
                <a:pathLst>
                  <a:path w="52000" h="43000" fill="norm" stroke="1">
                    <a:moveTo>
                      <a:pt x="0" y="0"/>
                    </a:moveTo>
                    <a:lnTo>
                      <a:pt x="0" y="26000"/>
                    </a:lnTo>
                    <a:cubicBezTo>
                      <a:pt x="0" y="42000"/>
                      <a:pt x="52000" y="43000"/>
                      <a:pt x="52000" y="27000"/>
                    </a:cubicBezTo>
                    <a:lnTo>
                      <a:pt x="52000" y="0"/>
                    </a:lnTo>
                  </a:path>
                </a:pathLst>
              </a:custGeom>
              <a:solidFill>
                <a:srgbClr val="FFFFFF"/>
              </a:solidFill>
              <a:ln w="36576">
                <a:solidFill>
                  <a:srgbClr val="3C3C3C"/>
                </a:solidFill>
                <a:round/>
              </a:ln>
            </p:spPr>
          </p:sp>
          <p:sp>
            <p:nvSpPr>
              <p:cNvPr id="403" name="Ellipse"/>
              <p:cNvSpPr/>
              <p:nvPr/>
            </p:nvSpPr>
            <p:spPr>
              <a:xfrm>
                <a:off x="11832336" y="2295144"/>
                <a:ext cx="475488" cy="201168"/>
              </a:xfrm>
              <a:prstGeom prst="ellipse">
                <a:avLst/>
              </a:prstGeom>
              <a:solidFill>
                <a:srgbClr val="FFFFFF"/>
              </a:solidFill>
              <a:ln w="36576">
                <a:solidFill>
                  <a:srgbClr val="3C3C3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Vector path"/>
              <p:cNvSpPr/>
              <p:nvPr/>
            </p:nvSpPr>
            <p:spPr>
              <a:xfrm>
                <a:off x="11832336" y="2496312"/>
                <a:ext cx="475488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52000" h="24000" fill="none" stroke="1">
                    <a:moveTo>
                      <a:pt x="0" y="0"/>
                    </a:moveTo>
                    <a:cubicBezTo>
                      <a:pt x="8000" y="12000"/>
                      <a:pt x="42000" y="12000"/>
                      <a:pt x="52000" y="0"/>
                    </a:cubicBezTo>
                    <a:moveTo>
                      <a:pt x="0" y="12000"/>
                    </a:moveTo>
                    <a:cubicBezTo>
                      <a:pt x="8000" y="24000"/>
                      <a:pt x="36000" y="24000"/>
                      <a:pt x="47000" y="15000"/>
                    </a:cubicBezTo>
                  </a:path>
                </a:pathLst>
              </a:custGeom>
              <a:noFill/>
              <a:ln w="36576">
                <a:solidFill>
                  <a:srgbClr val="3C3C3C"/>
                </a:solidFill>
                <a:round/>
              </a:ln>
            </p:spPr>
          </p:sp>
          <p:sp>
            <p:nvSpPr>
              <p:cNvPr id="405" name="Ellipse"/>
              <p:cNvSpPr/>
              <p:nvPr/>
            </p:nvSpPr>
            <p:spPr>
              <a:xfrm>
                <a:off x="12134088" y="2587752"/>
                <a:ext cx="210312" cy="210312"/>
              </a:xfrm>
              <a:prstGeom prst="ellipse">
                <a:avLst/>
              </a:prstGeom>
              <a:solidFill>
                <a:srgbClr val="FFFFFF"/>
              </a:solidFill>
              <a:ln w="32004">
                <a:solidFill>
                  <a:srgbClr val="3C3C3C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Line"/>
              <p:cNvSpPr/>
              <p:nvPr/>
            </p:nvSpPr>
            <p:spPr>
              <a:xfrm>
                <a:off x="12307824" y="2770632"/>
                <a:ext cx="73152" cy="91440"/>
              </a:xfrm>
              <a:custGeom>
                <a:avLst/>
                <a:gdLst/>
                <a:ahLst/>
                <a:cxnLst/>
                <a:rect l="0" t="0" r="r" b="b"/>
                <a:pathLst>
                  <a:path w="8000" h="10000" fill="none" stroke="1">
                    <a:moveTo>
                      <a:pt x="0" y="0"/>
                    </a:moveTo>
                    <a:lnTo>
                      <a:pt x="8000" y="10000"/>
                    </a:lnTo>
                  </a:path>
                </a:pathLst>
              </a:custGeom>
              <a:noFill/>
              <a:ln w="36576">
                <a:solidFill>
                  <a:srgbClr val="3C3C3C"/>
                </a:solidFill>
                <a:round/>
              </a:ln>
            </p:spPr>
          </p:sp>
        </p:grpSp>
        <p:sp>
          <p:nvSpPr>
            <p:cNvPr id="408" name="News Database"/>
            <p:cNvSpPr txBox="1"/>
            <p:nvPr/>
          </p:nvSpPr>
          <p:spPr>
            <a:xfrm>
              <a:off x="11676888" y="2784348"/>
              <a:ext cx="1271016" cy="28346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 i="0">
                  <a:solidFill>
                    <a:srgbClr val="000000"/>
                  </a:solidFill>
                  <a:latin typeface="Arial Narrow"/>
                </a:rPr>
                <a:t>News Database</a:t>
              </a:r>
            </a:p>
          </p:txBody>
        </p:sp>
        <p:sp>
          <p:nvSpPr>
            <p:cNvPr id="409" name="Arrow"/>
            <p:cNvSpPr/>
            <p:nvPr/>
          </p:nvSpPr>
          <p:spPr>
            <a:xfrm>
              <a:off x="12463272" y="2500884"/>
              <a:ext cx="402336" cy="137160"/>
            </a:xfrm>
            <a:custGeom>
              <a:avLst/>
              <a:gdLst/>
              <a:ahLst/>
              <a:cxnLst/>
              <a:rect l="0" t="0" r="r" b="b"/>
              <a:pathLst>
                <a:path w="44000" h="15000" fill="norm" stroke="1">
                  <a:moveTo>
                    <a:pt x="0" y="6000"/>
                  </a:moveTo>
                  <a:lnTo>
                    <a:pt x="34000" y="6000"/>
                  </a:lnTo>
                  <a:lnTo>
                    <a:pt x="34000" y="0"/>
                  </a:lnTo>
                  <a:lnTo>
                    <a:pt x="44000" y="7500"/>
                  </a:lnTo>
                  <a:lnTo>
                    <a:pt x="34000" y="15000"/>
                  </a:lnTo>
                  <a:lnTo>
                    <a:pt x="34000" y="9000"/>
                  </a:lnTo>
                  <a:lnTo>
                    <a:pt x="0" y="9000"/>
                  </a:lnTo>
                  <a:lnTo>
                    <a:pt x="0" y="60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</a:ln>
          </p:spPr>
        </p:sp>
        <p:sp>
          <p:nvSpPr>
            <p:cNvPr id="410" name="Rectangle"/>
            <p:cNvSpPr/>
            <p:nvPr/>
          </p:nvSpPr>
          <p:spPr>
            <a:xfrm>
              <a:off x="12929616" y="1545336"/>
              <a:ext cx="1188720" cy="1325880"/>
            </a:xfrm>
            <a:prstGeom prst="roundRect">
              <a:avLst>
                <a:gd name="adj" fmla="val 10769"/>
              </a:avLst>
            </a:prstGeom>
            <a:noFill/>
            <a:ln w="27432">
              <a:solidFill>
                <a:srgbClr val="5B5B5B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1" name="Rectangle"/>
            <p:cNvSpPr/>
            <p:nvPr/>
          </p:nvSpPr>
          <p:spPr>
            <a:xfrm>
              <a:off x="12984480" y="1609344"/>
              <a:ext cx="1078992" cy="384048"/>
            </a:xfrm>
            <a:prstGeom prst="roundRect">
              <a:avLst>
                <a:gd name="adj" fmla="val 23809"/>
              </a:avLst>
            </a:prstGeom>
            <a:solidFill>
              <a:srgbClr val="DEEBF7"/>
            </a:solidFill>
            <a:ln w="27432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News Title"/>
            <p:cNvSpPr txBox="1"/>
            <p:nvPr/>
          </p:nvSpPr>
          <p:spPr>
            <a:xfrm>
              <a:off x="13039344" y="1677924"/>
              <a:ext cx="969264" cy="292608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7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 i="0">
                  <a:solidFill>
                    <a:srgbClr val="000000"/>
                  </a:solidFill>
                  <a:latin typeface="Arial Narrow"/>
                </a:rPr>
                <a:t>News Title</a:t>
              </a:r>
            </a:p>
          </p:txBody>
        </p:sp>
        <p:sp>
          <p:nvSpPr>
            <p:cNvPr id="413" name="+"/>
            <p:cNvSpPr txBox="1"/>
            <p:nvPr/>
          </p:nvSpPr>
          <p:spPr>
            <a:xfrm>
              <a:off x="13322808" y="1970532"/>
              <a:ext cx="384048" cy="52578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34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311" b="1" i="0">
                  <a:solidFill>
                    <a:srgbClr val="000000"/>
                  </a:solidFill>
                  <a:latin typeface="Arial"/>
                </a:rPr>
                <a:t>+</a:t>
              </a:r>
            </a:p>
          </p:txBody>
        </p:sp>
        <p:sp>
          <p:nvSpPr>
            <p:cNvPr id="414" name="Rectangle"/>
            <p:cNvSpPr/>
            <p:nvPr/>
          </p:nvSpPr>
          <p:spPr>
            <a:xfrm>
              <a:off x="12984480" y="2340864"/>
              <a:ext cx="1078992" cy="484632"/>
            </a:xfrm>
            <a:prstGeom prst="roundRect">
              <a:avLst>
                <a:gd name="adj" fmla="val 16981"/>
              </a:avLst>
            </a:prstGeom>
            <a:solidFill>
              <a:srgbClr val="E0F2D8"/>
            </a:solidFill>
            <a:ln w="27432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5" name="Top k Similar News Titles"/>
            <p:cNvSpPr txBox="1"/>
            <p:nvPr/>
          </p:nvSpPr>
          <p:spPr>
            <a:xfrm>
              <a:off x="13011912" y="2382012"/>
              <a:ext cx="1014984" cy="498531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7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0" b="1" i="0">
                  <a:solidFill>
                    <a:srgbClr val="000000"/>
                  </a:solidFill>
                  <a:latin typeface="Arial Narrow"/>
                </a:rPr>
                <a:t>Top k Similar</a:t>
              </a:r>
            </a:p>
            <a:p>
              <a:pPr algn="ctr">
                <a:lnSpc>
                  <a:spcPts val="17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0" b="1" i="0">
                  <a:solidFill>
                    <a:srgbClr val="000000"/>
                  </a:solidFill>
                  <a:latin typeface="Arial Narrow"/>
                </a:rPr>
                <a:t>News Titles</a:t>
              </a:r>
            </a:p>
          </p:txBody>
        </p:sp>
        <p:sp>
          <p:nvSpPr>
            <p:cNvPr id="416" name="Arrow"/>
            <p:cNvSpPr/>
            <p:nvPr/>
          </p:nvSpPr>
          <p:spPr>
            <a:xfrm>
              <a:off x="14191488" y="2084832"/>
              <a:ext cx="292608" cy="164592"/>
            </a:xfrm>
            <a:custGeom>
              <a:avLst/>
              <a:gdLst/>
              <a:ahLst/>
              <a:cxnLst/>
              <a:rect l="0" t="0" r="r" b="b"/>
              <a:pathLst>
                <a:path w="32000" h="18000" fill="norm" stroke="1">
                  <a:moveTo>
                    <a:pt x="0" y="5000"/>
                  </a:moveTo>
                  <a:lnTo>
                    <a:pt x="20000" y="5000"/>
                  </a:lnTo>
                  <a:lnTo>
                    <a:pt x="20000" y="0"/>
                  </a:lnTo>
                  <a:lnTo>
                    <a:pt x="32000" y="9000"/>
                  </a:lnTo>
                  <a:lnTo>
                    <a:pt x="20000" y="18000"/>
                  </a:lnTo>
                  <a:lnTo>
                    <a:pt x="20000" y="13000"/>
                  </a:lnTo>
                  <a:lnTo>
                    <a:pt x="0" y="13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grpSp>
          <p:nvGrpSpPr>
            <p:cNvPr id="428" name="Designed prompt lightbulb"/>
            <p:cNvGrpSpPr/>
            <p:nvPr/>
          </p:nvGrpSpPr>
          <p:grpSpPr>
            <a:xfrm>
              <a:off x="14086332" y="1216152"/>
              <a:ext cx="347472" cy="365851"/>
              <a:chOff x="14086332" y="1216152"/>
              <a:chExt cx="347472" cy="365851"/>
            </a:xfrm>
          </p:grpSpPr>
          <p:sp>
            <p:nvSpPr>
              <p:cNvPr id="417" name="Ellipse"/>
              <p:cNvSpPr/>
              <p:nvPr/>
            </p:nvSpPr>
            <p:spPr>
              <a:xfrm>
                <a:off x="14154912" y="1271016"/>
                <a:ext cx="210312" cy="237744"/>
              </a:xfrm>
              <a:prstGeom prst="ellipse">
                <a:avLst/>
              </a:prstGeom>
              <a:noFill/>
              <a:ln w="24688">
                <a:solidFill>
                  <a:srgbClr val="74747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Line"/>
              <p:cNvSpPr/>
              <p:nvPr/>
            </p:nvSpPr>
            <p:spPr>
              <a:xfrm>
                <a:off x="14209776" y="1545336"/>
                <a:ext cx="10972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0" fill="none" stroke="1">
                    <a:moveTo>
                      <a:pt x="0" y="0"/>
                    </a:moveTo>
                    <a:lnTo>
                      <a:pt x="12000" y="0"/>
                    </a:lnTo>
                  </a:path>
                </a:pathLst>
              </a:custGeom>
              <a:noFill/>
              <a:ln w="21946">
                <a:solidFill>
                  <a:srgbClr val="747474"/>
                </a:solidFill>
                <a:round/>
              </a:ln>
            </p:spPr>
          </p:sp>
          <p:sp>
            <p:nvSpPr>
              <p:cNvPr id="419" name="Line"/>
              <p:cNvSpPr/>
              <p:nvPr/>
            </p:nvSpPr>
            <p:spPr>
              <a:xfrm>
                <a:off x="14237208" y="1581912"/>
                <a:ext cx="54864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000" h="10" fill="none" stroke="1">
                    <a:moveTo>
                      <a:pt x="0" y="0"/>
                    </a:moveTo>
                    <a:lnTo>
                      <a:pt x="6000" y="0"/>
                    </a:lnTo>
                  </a:path>
                </a:pathLst>
              </a:custGeom>
              <a:noFill/>
              <a:ln w="21946">
                <a:solidFill>
                  <a:srgbClr val="747474"/>
                </a:solidFill>
                <a:round/>
              </a:ln>
            </p:spPr>
          </p:sp>
          <p:sp>
            <p:nvSpPr>
              <p:cNvPr id="420" name="Line"/>
              <p:cNvSpPr/>
              <p:nvPr/>
            </p:nvSpPr>
            <p:spPr>
              <a:xfrm>
                <a:off x="14415516" y="1389888"/>
                <a:ext cx="1828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0" fill="none" stroke="1">
                    <a:moveTo>
                      <a:pt x="0" y="0"/>
                    </a:moveTo>
                    <a:lnTo>
                      <a:pt x="200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21" name="Line"/>
              <p:cNvSpPr/>
              <p:nvPr/>
            </p:nvSpPr>
            <p:spPr>
              <a:xfrm>
                <a:off x="14369986" y="1499806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0" y="0"/>
                    </a:moveTo>
                    <a:lnTo>
                      <a:pt x="1414" y="1414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22" name="Line"/>
              <p:cNvSpPr/>
              <p:nvPr/>
            </p:nvSpPr>
            <p:spPr>
              <a:xfrm>
                <a:off x="14260068" y="1545336"/>
                <a:ext cx="91" cy="18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000" fill="none" stroke="1">
                    <a:moveTo>
                      <a:pt x="0" y="0"/>
                    </a:moveTo>
                    <a:lnTo>
                      <a:pt x="0" y="200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23" name="Line"/>
              <p:cNvSpPr/>
              <p:nvPr/>
            </p:nvSpPr>
            <p:spPr>
              <a:xfrm>
                <a:off x="14137218" y="1499806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1414" y="0"/>
                    </a:moveTo>
                    <a:lnTo>
                      <a:pt x="0" y="1414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24" name="Line"/>
              <p:cNvSpPr/>
              <p:nvPr/>
            </p:nvSpPr>
            <p:spPr>
              <a:xfrm>
                <a:off x="14086332" y="1389888"/>
                <a:ext cx="1828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0" fill="none" stroke="1">
                    <a:moveTo>
                      <a:pt x="20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25" name="Line"/>
              <p:cNvSpPr/>
              <p:nvPr/>
            </p:nvSpPr>
            <p:spPr>
              <a:xfrm>
                <a:off x="14137218" y="1267038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1414" y="1414"/>
                    </a:moveTo>
                    <a:lnTo>
                      <a:pt x="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26" name="Line"/>
              <p:cNvSpPr/>
              <p:nvPr/>
            </p:nvSpPr>
            <p:spPr>
              <a:xfrm>
                <a:off x="14260068" y="1216152"/>
                <a:ext cx="91" cy="18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000" fill="none" stroke="1">
                    <a:moveTo>
                      <a:pt x="0" y="2000"/>
                    </a:moveTo>
                    <a:lnTo>
                      <a:pt x="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27" name="Line"/>
              <p:cNvSpPr/>
              <p:nvPr/>
            </p:nvSpPr>
            <p:spPr>
              <a:xfrm>
                <a:off x="14369986" y="1267038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0" y="1414"/>
                    </a:moveTo>
                    <a:lnTo>
                      <a:pt x="1414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</p:grpSp>
        <p:sp>
          <p:nvSpPr>
            <p:cNvPr id="429" name="Designed Prompt"/>
            <p:cNvSpPr txBox="1"/>
            <p:nvPr/>
          </p:nvSpPr>
          <p:spPr>
            <a:xfrm>
              <a:off x="14447520" y="1202436"/>
              <a:ext cx="969264" cy="57150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Designed</a:t>
              </a:r>
            </a:p>
            <a:p>
              <a:pPr algn="l">
                <a:lnSpc>
                  <a:spcPts val="17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Prompt</a:t>
              </a:r>
            </a:p>
          </p:txBody>
        </p:sp>
        <p:sp>
          <p:nvSpPr>
            <p:cNvPr id="430" name="Arrow"/>
            <p:cNvSpPr/>
            <p:nvPr/>
          </p:nvSpPr>
          <p:spPr>
            <a:xfrm>
              <a:off x="14708124" y="1627632"/>
              <a:ext cx="137160" cy="182880"/>
            </a:xfrm>
            <a:custGeom>
              <a:avLst/>
              <a:gdLst/>
              <a:ahLst/>
              <a:cxnLst/>
              <a:rect l="0" t="0" r="r" b="b"/>
              <a:pathLst>
                <a:path w="15000" h="20000" fill="norm" stroke="1">
                  <a:moveTo>
                    <a:pt x="10500" y="0"/>
                  </a:moveTo>
                  <a:lnTo>
                    <a:pt x="10500" y="10000"/>
                  </a:lnTo>
                  <a:lnTo>
                    <a:pt x="15000" y="10000"/>
                  </a:lnTo>
                  <a:lnTo>
                    <a:pt x="7500" y="20000"/>
                  </a:lnTo>
                  <a:lnTo>
                    <a:pt x="0" y="10000"/>
                  </a:lnTo>
                  <a:lnTo>
                    <a:pt x="4500" y="10000"/>
                  </a:lnTo>
                  <a:lnTo>
                    <a:pt x="4500" y="0"/>
                  </a:lnTo>
                  <a:lnTo>
                    <a:pt x="10500" y="0"/>
                  </a:lnTo>
                  <a:close/>
                </a:path>
              </a:pathLst>
            </a:custGeom>
            <a:solidFill>
              <a:srgbClr val="FFFFFF"/>
            </a:solidFill>
            <a:ln w="23774">
              <a:solidFill>
                <a:srgbClr val="000000"/>
              </a:solidFill>
              <a:round/>
            </a:ln>
          </p:spPr>
        </p:sp>
        <p:grpSp>
          <p:nvGrpSpPr>
            <p:cNvPr id="450" name="Vector icon - gpt4o"/>
            <p:cNvGrpSpPr/>
            <p:nvPr/>
          </p:nvGrpSpPr>
          <p:grpSpPr>
            <a:xfrm>
              <a:off x="14484096" y="1837944"/>
              <a:ext cx="621792" cy="594360"/>
              <a:chOff x="14484096" y="1837944"/>
              <a:chExt cx="621792" cy="594360"/>
            </a:xfrm>
          </p:grpSpPr>
          <p:sp>
            <p:nvSpPr>
              <p:cNvPr id="431" name="gpt4o vector"/>
              <p:cNvSpPr/>
              <p:nvPr/>
            </p:nvSpPr>
            <p:spPr>
              <a:xfrm>
                <a:off x="14484096" y="1837944"/>
                <a:ext cx="621792" cy="594360"/>
              </a:xfrm>
              <a:custGeom>
                <a:avLst/>
                <a:gdLst/>
                <a:ahLst/>
                <a:cxnLst/>
                <a:rect l="0" t="0" r="r" b="b"/>
                <a:pathLst>
                  <a:path w="68000" h="65000" fill="norm" stroke="0">
                    <a:moveTo>
                      <a:pt x="0" y="0"/>
                    </a:moveTo>
                    <a:cubicBezTo>
                      <a:pt x="22440" y="0"/>
                      <a:pt x="44880" y="0"/>
                      <a:pt x="68000" y="0"/>
                    </a:cubicBezTo>
                    <a:cubicBezTo>
                      <a:pt x="68000" y="21450"/>
                      <a:pt x="68000" y="42900"/>
                      <a:pt x="68000" y="65000"/>
                    </a:cubicBezTo>
                    <a:cubicBezTo>
                      <a:pt x="45560" y="65000"/>
                      <a:pt x="23120" y="65000"/>
                      <a:pt x="0" y="65000"/>
                    </a:cubicBezTo>
                    <a:cubicBezTo>
                      <a:pt x="0" y="43550"/>
                      <a:pt x="0" y="22100"/>
                      <a:pt x="0" y="0"/>
                    </a:cubicBezTo>
                    <a:close/>
                  </a:path>
                </a:pathLst>
              </a:custGeom>
              <a:solidFill>
                <a:srgbClr val="73AA9C"/>
              </a:solidFill>
              <a:ln w="0">
                <a:noFill/>
              </a:ln>
            </p:spPr>
          </p:sp>
          <p:sp>
            <p:nvSpPr>
              <p:cNvPr id="432" name="gpt4o vector"/>
              <p:cNvSpPr/>
              <p:nvPr/>
            </p:nvSpPr>
            <p:spPr>
              <a:xfrm>
                <a:off x="14572233" y="1923580"/>
                <a:ext cx="449702" cy="428682"/>
              </a:xfrm>
              <a:custGeom>
                <a:avLst/>
                <a:gdLst/>
                <a:ahLst/>
                <a:cxnLst/>
                <a:rect l="0" t="0" r="r" b="b"/>
                <a:pathLst>
                  <a:path w="49180" h="46881" fill="norm" stroke="0">
                    <a:moveTo>
                      <a:pt x="21507" y="110"/>
                    </a:moveTo>
                    <a:cubicBezTo>
                      <a:pt x="21822" y="105"/>
                      <a:pt x="22140" y="100"/>
                      <a:pt x="22455" y="91"/>
                    </a:cubicBezTo>
                    <a:cubicBezTo>
                      <a:pt x="25567" y="0"/>
                      <a:pt x="27817" y="805"/>
                      <a:pt x="30362" y="2583"/>
                    </a:cubicBezTo>
                    <a:cubicBezTo>
                      <a:pt x="30612" y="2822"/>
                      <a:pt x="30862" y="3061"/>
                      <a:pt x="31112" y="3300"/>
                    </a:cubicBezTo>
                    <a:cubicBezTo>
                      <a:pt x="31700" y="3582"/>
                      <a:pt x="32075" y="3575"/>
                      <a:pt x="32730" y="3589"/>
                    </a:cubicBezTo>
                    <a:cubicBezTo>
                      <a:pt x="32955" y="3597"/>
                      <a:pt x="33180" y="3604"/>
                      <a:pt x="33412" y="3611"/>
                    </a:cubicBezTo>
                    <a:cubicBezTo>
                      <a:pt x="33882" y="3623"/>
                      <a:pt x="34352" y="3632"/>
                      <a:pt x="34822" y="3642"/>
                    </a:cubicBezTo>
                    <a:cubicBezTo>
                      <a:pt x="37043" y="3714"/>
                      <a:pt x="38855" y="4251"/>
                      <a:pt x="40752" y="5346"/>
                    </a:cubicBezTo>
                    <a:cubicBezTo>
                      <a:pt x="40817" y="5382"/>
                      <a:pt x="40817" y="5382"/>
                      <a:pt x="41155" y="5566"/>
                    </a:cubicBezTo>
                    <a:cubicBezTo>
                      <a:pt x="41482" y="5752"/>
                      <a:pt x="41800" y="5958"/>
                      <a:pt x="42112" y="6168"/>
                    </a:cubicBezTo>
                    <a:cubicBezTo>
                      <a:pt x="42112" y="6326"/>
                      <a:pt x="42112" y="6483"/>
                      <a:pt x="42112" y="6646"/>
                    </a:cubicBezTo>
                    <a:cubicBezTo>
                      <a:pt x="42260" y="6706"/>
                      <a:pt x="42410" y="6763"/>
                      <a:pt x="42565" y="6825"/>
                    </a:cubicBezTo>
                    <a:cubicBezTo>
                      <a:pt x="44035" y="7630"/>
                      <a:pt x="44780" y="9516"/>
                      <a:pt x="45398" y="10959"/>
                    </a:cubicBezTo>
                    <a:cubicBezTo>
                      <a:pt x="45612" y="11425"/>
                      <a:pt x="45612" y="11425"/>
                      <a:pt x="45865" y="11753"/>
                    </a:cubicBezTo>
                    <a:cubicBezTo>
                      <a:pt x="46648" y="12988"/>
                      <a:pt x="46352" y="14802"/>
                      <a:pt x="46283" y="16181"/>
                    </a:cubicBezTo>
                    <a:cubicBezTo>
                      <a:pt x="46172" y="18609"/>
                      <a:pt x="46398" y="20188"/>
                      <a:pt x="47900" y="22162"/>
                    </a:cubicBezTo>
                    <a:cubicBezTo>
                      <a:pt x="48420" y="22872"/>
                      <a:pt x="48497" y="23515"/>
                      <a:pt x="48543" y="24370"/>
                    </a:cubicBezTo>
                    <a:cubicBezTo>
                      <a:pt x="48620" y="24872"/>
                      <a:pt x="48815" y="25111"/>
                      <a:pt x="49112" y="25524"/>
                    </a:cubicBezTo>
                    <a:cubicBezTo>
                      <a:pt x="49175" y="25881"/>
                      <a:pt x="49175" y="25881"/>
                      <a:pt x="49178" y="26249"/>
                    </a:cubicBezTo>
                    <a:cubicBezTo>
                      <a:pt x="49178" y="26382"/>
                      <a:pt x="49180" y="26519"/>
                      <a:pt x="49180" y="26657"/>
                    </a:cubicBezTo>
                    <a:cubicBezTo>
                      <a:pt x="49178" y="26796"/>
                      <a:pt x="49175" y="26934"/>
                      <a:pt x="49175" y="27078"/>
                    </a:cubicBezTo>
                    <a:cubicBezTo>
                      <a:pt x="49175" y="27216"/>
                      <a:pt x="49178" y="27355"/>
                      <a:pt x="49180" y="27498"/>
                    </a:cubicBezTo>
                    <a:cubicBezTo>
                      <a:pt x="49175" y="28287"/>
                      <a:pt x="49115" y="28705"/>
                      <a:pt x="48612" y="29348"/>
                    </a:cubicBezTo>
                    <a:cubicBezTo>
                      <a:pt x="48535" y="29704"/>
                      <a:pt x="48475" y="30063"/>
                      <a:pt x="48425" y="30423"/>
                    </a:cubicBezTo>
                    <a:cubicBezTo>
                      <a:pt x="47900" y="33052"/>
                      <a:pt x="46263" y="35222"/>
                      <a:pt x="44000" y="36763"/>
                    </a:cubicBezTo>
                    <a:cubicBezTo>
                      <a:pt x="42812" y="37521"/>
                      <a:pt x="41682" y="38192"/>
                      <a:pt x="40252" y="38383"/>
                    </a:cubicBezTo>
                    <a:cubicBezTo>
                      <a:pt x="39587" y="38505"/>
                      <a:pt x="39418" y="38589"/>
                      <a:pt x="39033" y="39134"/>
                    </a:cubicBezTo>
                    <a:cubicBezTo>
                      <a:pt x="38827" y="39542"/>
                      <a:pt x="38632" y="39956"/>
                      <a:pt x="38445" y="40374"/>
                    </a:cubicBezTo>
                    <a:cubicBezTo>
                      <a:pt x="37527" y="42358"/>
                      <a:pt x="36027" y="43978"/>
                      <a:pt x="34112" y="45120"/>
                    </a:cubicBezTo>
                    <a:cubicBezTo>
                      <a:pt x="33962" y="45213"/>
                      <a:pt x="33812" y="45306"/>
                      <a:pt x="33658" y="45402"/>
                    </a:cubicBezTo>
                    <a:cubicBezTo>
                      <a:pt x="32787" y="45911"/>
                      <a:pt x="31950" y="46231"/>
                      <a:pt x="30957" y="46461"/>
                    </a:cubicBezTo>
                    <a:cubicBezTo>
                      <a:pt x="30612" y="46554"/>
                      <a:pt x="30612" y="46554"/>
                      <a:pt x="30362" y="46793"/>
                    </a:cubicBezTo>
                    <a:cubicBezTo>
                      <a:pt x="29915" y="46824"/>
                      <a:pt x="29477" y="46838"/>
                      <a:pt x="29030" y="46841"/>
                    </a:cubicBezTo>
                    <a:cubicBezTo>
                      <a:pt x="28898" y="46843"/>
                      <a:pt x="28763" y="46843"/>
                      <a:pt x="28625" y="46845"/>
                    </a:cubicBezTo>
                    <a:cubicBezTo>
                      <a:pt x="28340" y="46848"/>
                      <a:pt x="28053" y="46850"/>
                      <a:pt x="27767" y="46850"/>
                    </a:cubicBezTo>
                    <a:cubicBezTo>
                      <a:pt x="27337" y="46853"/>
                      <a:pt x="26905" y="46860"/>
                      <a:pt x="26475" y="46867"/>
                    </a:cubicBezTo>
                    <a:cubicBezTo>
                      <a:pt x="24960" y="46881"/>
                      <a:pt x="23702" y="46814"/>
                      <a:pt x="22362" y="46076"/>
                    </a:cubicBezTo>
                    <a:cubicBezTo>
                      <a:pt x="22122" y="45961"/>
                      <a:pt x="21882" y="45849"/>
                      <a:pt x="21642" y="45734"/>
                    </a:cubicBezTo>
                    <a:cubicBezTo>
                      <a:pt x="21418" y="45619"/>
                      <a:pt x="21195" y="45505"/>
                      <a:pt x="20970" y="45390"/>
                    </a:cubicBezTo>
                    <a:cubicBezTo>
                      <a:pt x="20860" y="45333"/>
                      <a:pt x="20750" y="45278"/>
                      <a:pt x="20635" y="45223"/>
                    </a:cubicBezTo>
                    <a:cubicBezTo>
                      <a:pt x="19967" y="44876"/>
                      <a:pt x="19472" y="44515"/>
                      <a:pt x="18932" y="44006"/>
                    </a:cubicBezTo>
                    <a:cubicBezTo>
                      <a:pt x="17935" y="43187"/>
                      <a:pt x="16855" y="43311"/>
                      <a:pt x="15595" y="43328"/>
                    </a:cubicBezTo>
                    <a:cubicBezTo>
                      <a:pt x="13352" y="43290"/>
                      <a:pt x="11587" y="43036"/>
                      <a:pt x="9612" y="42013"/>
                    </a:cubicBezTo>
                    <a:cubicBezTo>
                      <a:pt x="9487" y="41949"/>
                      <a:pt x="9362" y="41887"/>
                      <a:pt x="9235" y="41820"/>
                    </a:cubicBezTo>
                    <a:cubicBezTo>
                      <a:pt x="6273" y="40259"/>
                      <a:pt x="4435" y="37915"/>
                      <a:pt x="3362" y="34844"/>
                    </a:cubicBezTo>
                    <a:cubicBezTo>
                      <a:pt x="3005" y="33203"/>
                      <a:pt x="3072" y="31515"/>
                      <a:pt x="3155" y="29850"/>
                    </a:cubicBezTo>
                    <a:cubicBezTo>
                      <a:pt x="3227" y="28199"/>
                      <a:pt x="3225" y="27338"/>
                      <a:pt x="2027" y="26053"/>
                    </a:cubicBezTo>
                    <a:cubicBezTo>
                      <a:pt x="188" y="23718"/>
                      <a:pt x="0" y="20437"/>
                      <a:pt x="362" y="17638"/>
                    </a:cubicBezTo>
                    <a:cubicBezTo>
                      <a:pt x="938" y="14271"/>
                      <a:pt x="3095" y="11798"/>
                      <a:pt x="5862" y="9752"/>
                    </a:cubicBezTo>
                    <a:cubicBezTo>
                      <a:pt x="6585" y="9270"/>
                      <a:pt x="7290" y="8861"/>
                      <a:pt x="8160" y="8687"/>
                    </a:cubicBezTo>
                    <a:cubicBezTo>
                      <a:pt x="9617" y="8397"/>
                      <a:pt x="9617" y="8397"/>
                      <a:pt x="10080" y="7795"/>
                    </a:cubicBezTo>
                    <a:cubicBezTo>
                      <a:pt x="10295" y="7427"/>
                      <a:pt x="10487" y="7057"/>
                      <a:pt x="10675" y="6677"/>
                    </a:cubicBezTo>
                    <a:cubicBezTo>
                      <a:pt x="12142" y="3709"/>
                      <a:pt x="14682" y="1608"/>
                      <a:pt x="17862" y="433"/>
                    </a:cubicBezTo>
                    <a:cubicBezTo>
                      <a:pt x="17967" y="390"/>
                      <a:pt x="18072" y="347"/>
                      <a:pt x="18180" y="303"/>
                    </a:cubicBezTo>
                    <a:cubicBezTo>
                      <a:pt x="19237" y="33"/>
                      <a:pt x="20418" y="119"/>
                      <a:pt x="21507" y="1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433" name="gpt4o vector"/>
              <p:cNvSpPr/>
              <p:nvPr/>
            </p:nvSpPr>
            <p:spPr>
              <a:xfrm>
                <a:off x="14484096" y="1837944"/>
                <a:ext cx="621792" cy="594360"/>
              </a:xfrm>
              <a:custGeom>
                <a:avLst/>
                <a:gdLst/>
                <a:ahLst/>
                <a:cxnLst/>
                <a:rect l="0" t="0" r="r" b="b"/>
                <a:pathLst>
                  <a:path w="68000" h="65000" fill="norm" stroke="0">
                    <a:moveTo>
                      <a:pt x="0" y="0"/>
                    </a:moveTo>
                    <a:cubicBezTo>
                      <a:pt x="10807" y="0"/>
                      <a:pt x="21615" y="0"/>
                      <a:pt x="32750" y="0"/>
                    </a:cubicBezTo>
                    <a:cubicBezTo>
                      <a:pt x="32668" y="315"/>
                      <a:pt x="32585" y="631"/>
                      <a:pt x="32500" y="956"/>
                    </a:cubicBezTo>
                    <a:cubicBezTo>
                      <a:pt x="32305" y="958"/>
                      <a:pt x="32108" y="961"/>
                      <a:pt x="31908" y="963"/>
                    </a:cubicBezTo>
                    <a:cubicBezTo>
                      <a:pt x="30045" y="987"/>
                      <a:pt x="28185" y="1011"/>
                      <a:pt x="26325" y="1037"/>
                    </a:cubicBezTo>
                    <a:cubicBezTo>
                      <a:pt x="25370" y="1049"/>
                      <a:pt x="24412" y="1063"/>
                      <a:pt x="23457" y="1075"/>
                    </a:cubicBezTo>
                    <a:cubicBezTo>
                      <a:pt x="22530" y="1087"/>
                      <a:pt x="21605" y="1099"/>
                      <a:pt x="20680" y="1111"/>
                    </a:cubicBezTo>
                    <a:cubicBezTo>
                      <a:pt x="20330" y="1116"/>
                      <a:pt x="19980" y="1121"/>
                      <a:pt x="19630" y="1126"/>
                    </a:cubicBezTo>
                    <a:cubicBezTo>
                      <a:pt x="17862" y="1147"/>
                      <a:pt x="16098" y="1185"/>
                      <a:pt x="14335" y="1290"/>
                    </a:cubicBezTo>
                    <a:cubicBezTo>
                      <a:pt x="14265" y="1295"/>
                      <a:pt x="14265" y="1295"/>
                      <a:pt x="13905" y="1314"/>
                    </a:cubicBezTo>
                    <a:cubicBezTo>
                      <a:pt x="12635" y="1398"/>
                      <a:pt x="11615" y="1804"/>
                      <a:pt x="10500" y="2390"/>
                    </a:cubicBezTo>
                    <a:cubicBezTo>
                      <a:pt x="10220" y="2514"/>
                      <a:pt x="9938" y="2638"/>
                      <a:pt x="9655" y="2762"/>
                    </a:cubicBezTo>
                    <a:cubicBezTo>
                      <a:pt x="9000" y="3107"/>
                      <a:pt x="9000" y="3107"/>
                      <a:pt x="8610" y="3479"/>
                    </a:cubicBezTo>
                    <a:cubicBezTo>
                      <a:pt x="8250" y="3824"/>
                      <a:pt x="8250" y="3824"/>
                      <a:pt x="7672" y="4017"/>
                    </a:cubicBezTo>
                    <a:cubicBezTo>
                      <a:pt x="6862" y="4359"/>
                      <a:pt x="6422" y="4818"/>
                      <a:pt x="5832" y="5439"/>
                    </a:cubicBezTo>
                    <a:cubicBezTo>
                      <a:pt x="5500" y="5735"/>
                      <a:pt x="5500" y="5735"/>
                      <a:pt x="5000" y="5735"/>
                    </a:cubicBezTo>
                    <a:cubicBezTo>
                      <a:pt x="4605" y="6462"/>
                      <a:pt x="4280" y="7200"/>
                      <a:pt x="3970" y="7963"/>
                    </a:cubicBezTo>
                    <a:cubicBezTo>
                      <a:pt x="3750" y="8364"/>
                      <a:pt x="3750" y="8364"/>
                      <a:pt x="3400" y="8687"/>
                    </a:cubicBezTo>
                    <a:cubicBezTo>
                      <a:pt x="2855" y="9224"/>
                      <a:pt x="2555" y="9812"/>
                      <a:pt x="2220" y="10486"/>
                    </a:cubicBezTo>
                    <a:cubicBezTo>
                      <a:pt x="2152" y="10603"/>
                      <a:pt x="2088" y="10723"/>
                      <a:pt x="2017" y="10844"/>
                    </a:cubicBezTo>
                    <a:cubicBezTo>
                      <a:pt x="1572" y="11738"/>
                      <a:pt x="1428" y="12601"/>
                      <a:pt x="1358" y="13581"/>
                    </a:cubicBezTo>
                    <a:cubicBezTo>
                      <a:pt x="1348" y="13715"/>
                      <a:pt x="1338" y="13851"/>
                      <a:pt x="1325" y="13992"/>
                    </a:cubicBezTo>
                    <a:cubicBezTo>
                      <a:pt x="1215" y="15602"/>
                      <a:pt x="1215" y="17213"/>
                      <a:pt x="1217" y="18826"/>
                    </a:cubicBezTo>
                    <a:cubicBezTo>
                      <a:pt x="1217" y="19168"/>
                      <a:pt x="1217" y="19510"/>
                      <a:pt x="1217" y="19851"/>
                    </a:cubicBezTo>
                    <a:cubicBezTo>
                      <a:pt x="1215" y="20771"/>
                      <a:pt x="1215" y="21689"/>
                      <a:pt x="1217" y="22607"/>
                    </a:cubicBezTo>
                    <a:cubicBezTo>
                      <a:pt x="1217" y="23572"/>
                      <a:pt x="1217" y="24537"/>
                      <a:pt x="1215" y="25503"/>
                    </a:cubicBezTo>
                    <a:cubicBezTo>
                      <a:pt x="1215" y="27121"/>
                      <a:pt x="1215" y="28739"/>
                      <a:pt x="1217" y="30356"/>
                    </a:cubicBezTo>
                    <a:cubicBezTo>
                      <a:pt x="1220" y="32225"/>
                      <a:pt x="1217" y="34094"/>
                      <a:pt x="1217" y="35960"/>
                    </a:cubicBezTo>
                    <a:cubicBezTo>
                      <a:pt x="1215" y="37571"/>
                      <a:pt x="1215" y="39179"/>
                      <a:pt x="1217" y="40790"/>
                    </a:cubicBezTo>
                    <a:cubicBezTo>
                      <a:pt x="1217" y="41748"/>
                      <a:pt x="1217" y="42706"/>
                      <a:pt x="1215" y="43665"/>
                    </a:cubicBezTo>
                    <a:cubicBezTo>
                      <a:pt x="1215" y="44566"/>
                      <a:pt x="1215" y="45467"/>
                      <a:pt x="1217" y="46365"/>
                    </a:cubicBezTo>
                    <a:cubicBezTo>
                      <a:pt x="1217" y="46695"/>
                      <a:pt x="1217" y="47025"/>
                      <a:pt x="1217" y="47354"/>
                    </a:cubicBezTo>
                    <a:cubicBezTo>
                      <a:pt x="1215" y="47806"/>
                      <a:pt x="1217" y="48258"/>
                      <a:pt x="1217" y="48707"/>
                    </a:cubicBezTo>
                    <a:cubicBezTo>
                      <a:pt x="1217" y="48836"/>
                      <a:pt x="1217" y="48967"/>
                      <a:pt x="1217" y="49099"/>
                    </a:cubicBezTo>
                    <a:cubicBezTo>
                      <a:pt x="1220" y="49969"/>
                      <a:pt x="1340" y="50767"/>
                      <a:pt x="1500" y="51618"/>
                    </a:cubicBezTo>
                    <a:cubicBezTo>
                      <a:pt x="1490" y="52041"/>
                      <a:pt x="1490" y="52041"/>
                      <a:pt x="1453" y="52394"/>
                    </a:cubicBezTo>
                    <a:cubicBezTo>
                      <a:pt x="1425" y="53740"/>
                      <a:pt x="2130" y="55023"/>
                      <a:pt x="2783" y="56184"/>
                    </a:cubicBezTo>
                    <a:cubicBezTo>
                      <a:pt x="3000" y="56636"/>
                      <a:pt x="3000" y="56636"/>
                      <a:pt x="3000" y="57353"/>
                    </a:cubicBezTo>
                    <a:cubicBezTo>
                      <a:pt x="3150" y="57403"/>
                      <a:pt x="3300" y="57451"/>
                      <a:pt x="3453" y="57501"/>
                    </a:cubicBezTo>
                    <a:cubicBezTo>
                      <a:pt x="4082" y="57881"/>
                      <a:pt x="4210" y="58223"/>
                      <a:pt x="4507" y="58854"/>
                    </a:cubicBezTo>
                    <a:cubicBezTo>
                      <a:pt x="5217" y="60056"/>
                      <a:pt x="6340" y="60942"/>
                      <a:pt x="7652" y="61478"/>
                    </a:cubicBezTo>
                    <a:cubicBezTo>
                      <a:pt x="8057" y="61683"/>
                      <a:pt x="8290" y="61924"/>
                      <a:pt x="8595" y="62252"/>
                    </a:cubicBezTo>
                    <a:cubicBezTo>
                      <a:pt x="9755" y="63437"/>
                      <a:pt x="11605" y="63750"/>
                      <a:pt x="13245" y="63829"/>
                    </a:cubicBezTo>
                    <a:cubicBezTo>
                      <a:pt x="13825" y="63839"/>
                      <a:pt x="14408" y="63843"/>
                      <a:pt x="14990" y="63843"/>
                    </a:cubicBezTo>
                    <a:cubicBezTo>
                      <a:pt x="15102" y="63843"/>
                      <a:pt x="15102" y="63843"/>
                      <a:pt x="15665" y="63846"/>
                    </a:cubicBezTo>
                    <a:cubicBezTo>
                      <a:pt x="16280" y="63851"/>
                      <a:pt x="16895" y="63851"/>
                      <a:pt x="17510" y="63853"/>
                    </a:cubicBezTo>
                    <a:cubicBezTo>
                      <a:pt x="18175" y="63855"/>
                      <a:pt x="18840" y="63858"/>
                      <a:pt x="19505" y="63863"/>
                    </a:cubicBezTo>
                    <a:cubicBezTo>
                      <a:pt x="20655" y="63867"/>
                      <a:pt x="21805" y="63872"/>
                      <a:pt x="22955" y="63874"/>
                    </a:cubicBezTo>
                    <a:cubicBezTo>
                      <a:pt x="24618" y="63879"/>
                      <a:pt x="26283" y="63886"/>
                      <a:pt x="27945" y="63894"/>
                    </a:cubicBezTo>
                    <a:cubicBezTo>
                      <a:pt x="30645" y="63906"/>
                      <a:pt x="33342" y="63915"/>
                      <a:pt x="36043" y="63925"/>
                    </a:cubicBezTo>
                    <a:cubicBezTo>
                      <a:pt x="38662" y="63934"/>
                      <a:pt x="41283" y="63944"/>
                      <a:pt x="43905" y="63956"/>
                    </a:cubicBezTo>
                    <a:cubicBezTo>
                      <a:pt x="43985" y="63956"/>
                      <a:pt x="43985" y="63956"/>
                      <a:pt x="44395" y="63958"/>
                    </a:cubicBezTo>
                    <a:cubicBezTo>
                      <a:pt x="45205" y="63960"/>
                      <a:pt x="46015" y="63963"/>
                      <a:pt x="46828" y="63968"/>
                    </a:cubicBezTo>
                    <a:cubicBezTo>
                      <a:pt x="53553" y="63994"/>
                      <a:pt x="60275" y="64020"/>
                      <a:pt x="67000" y="64044"/>
                    </a:cubicBezTo>
                    <a:cubicBezTo>
                      <a:pt x="66980" y="57506"/>
                      <a:pt x="66957" y="50965"/>
                      <a:pt x="66930" y="44427"/>
                    </a:cubicBezTo>
                    <a:cubicBezTo>
                      <a:pt x="66928" y="43655"/>
                      <a:pt x="66922" y="42881"/>
                      <a:pt x="66920" y="42109"/>
                    </a:cubicBezTo>
                    <a:cubicBezTo>
                      <a:pt x="66920" y="42033"/>
                      <a:pt x="66920" y="42033"/>
                      <a:pt x="66920" y="41643"/>
                    </a:cubicBezTo>
                    <a:cubicBezTo>
                      <a:pt x="66910" y="39155"/>
                      <a:pt x="66900" y="36668"/>
                      <a:pt x="66892" y="34178"/>
                    </a:cubicBezTo>
                    <a:cubicBezTo>
                      <a:pt x="66885" y="31625"/>
                      <a:pt x="66875" y="29071"/>
                      <a:pt x="66865" y="26516"/>
                    </a:cubicBezTo>
                    <a:cubicBezTo>
                      <a:pt x="66858" y="24941"/>
                      <a:pt x="66852" y="23364"/>
                      <a:pt x="66848" y="21789"/>
                    </a:cubicBezTo>
                    <a:cubicBezTo>
                      <a:pt x="66845" y="20709"/>
                      <a:pt x="66840" y="19627"/>
                      <a:pt x="66835" y="18547"/>
                    </a:cubicBezTo>
                    <a:cubicBezTo>
                      <a:pt x="66832" y="17923"/>
                      <a:pt x="66830" y="17299"/>
                      <a:pt x="66830" y="16678"/>
                    </a:cubicBezTo>
                    <a:cubicBezTo>
                      <a:pt x="66828" y="15999"/>
                      <a:pt x="66825" y="15323"/>
                      <a:pt x="66820" y="14644"/>
                    </a:cubicBezTo>
                    <a:cubicBezTo>
                      <a:pt x="66820" y="14549"/>
                      <a:pt x="66820" y="14549"/>
                      <a:pt x="66820" y="14056"/>
                    </a:cubicBezTo>
                    <a:cubicBezTo>
                      <a:pt x="66810" y="12907"/>
                      <a:pt x="66660" y="11863"/>
                      <a:pt x="66365" y="10749"/>
                    </a:cubicBezTo>
                    <a:cubicBezTo>
                      <a:pt x="66260" y="10314"/>
                      <a:pt x="66203" y="9898"/>
                      <a:pt x="66155" y="9454"/>
                    </a:cubicBezTo>
                    <a:cubicBezTo>
                      <a:pt x="66105" y="9253"/>
                      <a:pt x="66053" y="9050"/>
                      <a:pt x="66000" y="8842"/>
                    </a:cubicBezTo>
                    <a:cubicBezTo>
                      <a:pt x="65547" y="8589"/>
                      <a:pt x="65547" y="8589"/>
                      <a:pt x="65000" y="8364"/>
                    </a:cubicBezTo>
                    <a:cubicBezTo>
                      <a:pt x="64430" y="7838"/>
                      <a:pt x="64053" y="7324"/>
                      <a:pt x="63812" y="6600"/>
                    </a:cubicBezTo>
                    <a:cubicBezTo>
                      <a:pt x="63130" y="5231"/>
                      <a:pt x="61602" y="4297"/>
                      <a:pt x="60257" y="3542"/>
                    </a:cubicBezTo>
                    <a:cubicBezTo>
                      <a:pt x="60172" y="3477"/>
                      <a:pt x="60088" y="3412"/>
                      <a:pt x="60000" y="3346"/>
                    </a:cubicBezTo>
                    <a:cubicBezTo>
                      <a:pt x="60000" y="3188"/>
                      <a:pt x="60000" y="3030"/>
                      <a:pt x="60000" y="2868"/>
                    </a:cubicBezTo>
                    <a:cubicBezTo>
                      <a:pt x="59938" y="2863"/>
                      <a:pt x="59938" y="2863"/>
                      <a:pt x="59625" y="2832"/>
                    </a:cubicBezTo>
                    <a:cubicBezTo>
                      <a:pt x="59465" y="2815"/>
                      <a:pt x="59305" y="2796"/>
                      <a:pt x="59140" y="2777"/>
                    </a:cubicBezTo>
                    <a:cubicBezTo>
                      <a:pt x="58980" y="2762"/>
                      <a:pt x="58822" y="2746"/>
                      <a:pt x="58658" y="2727"/>
                    </a:cubicBezTo>
                    <a:cubicBezTo>
                      <a:pt x="58523" y="2696"/>
                      <a:pt x="58388" y="2662"/>
                      <a:pt x="58250" y="2629"/>
                    </a:cubicBezTo>
                    <a:cubicBezTo>
                      <a:pt x="58168" y="2471"/>
                      <a:pt x="58085" y="2313"/>
                      <a:pt x="58000" y="2151"/>
                    </a:cubicBezTo>
                    <a:cubicBezTo>
                      <a:pt x="56700" y="1546"/>
                      <a:pt x="55443" y="1357"/>
                      <a:pt x="54010" y="1431"/>
                    </a:cubicBezTo>
                    <a:cubicBezTo>
                      <a:pt x="53500" y="1434"/>
                      <a:pt x="53500" y="1434"/>
                      <a:pt x="53072" y="1317"/>
                    </a:cubicBezTo>
                    <a:cubicBezTo>
                      <a:pt x="52320" y="1157"/>
                      <a:pt x="51595" y="1152"/>
                      <a:pt x="50825" y="1145"/>
                    </a:cubicBezTo>
                    <a:cubicBezTo>
                      <a:pt x="50660" y="1142"/>
                      <a:pt x="50495" y="1140"/>
                      <a:pt x="50322" y="1137"/>
                    </a:cubicBezTo>
                    <a:cubicBezTo>
                      <a:pt x="49777" y="1130"/>
                      <a:pt x="49230" y="1126"/>
                      <a:pt x="48682" y="1118"/>
                    </a:cubicBezTo>
                    <a:cubicBezTo>
                      <a:pt x="48305" y="1114"/>
                      <a:pt x="47925" y="1109"/>
                      <a:pt x="47545" y="1104"/>
                    </a:cubicBezTo>
                    <a:cubicBezTo>
                      <a:pt x="46547" y="1092"/>
                      <a:pt x="45547" y="1080"/>
                      <a:pt x="44550" y="1068"/>
                    </a:cubicBezTo>
                    <a:cubicBezTo>
                      <a:pt x="43533" y="1056"/>
                      <a:pt x="42513" y="1042"/>
                      <a:pt x="41495" y="1030"/>
                    </a:cubicBezTo>
                    <a:cubicBezTo>
                      <a:pt x="39495" y="1004"/>
                      <a:pt x="37497" y="980"/>
                      <a:pt x="35500" y="956"/>
                    </a:cubicBezTo>
                    <a:cubicBezTo>
                      <a:pt x="35418" y="640"/>
                      <a:pt x="35335" y="325"/>
                      <a:pt x="35250" y="0"/>
                    </a:cubicBezTo>
                    <a:cubicBezTo>
                      <a:pt x="46057" y="0"/>
                      <a:pt x="56865" y="0"/>
                      <a:pt x="68000" y="0"/>
                    </a:cubicBezTo>
                    <a:cubicBezTo>
                      <a:pt x="68000" y="21450"/>
                      <a:pt x="68000" y="42900"/>
                      <a:pt x="68000" y="65000"/>
                    </a:cubicBezTo>
                    <a:cubicBezTo>
                      <a:pt x="45560" y="65000"/>
                      <a:pt x="23120" y="65000"/>
                      <a:pt x="0" y="65000"/>
                    </a:cubicBezTo>
                    <a:cubicBezTo>
                      <a:pt x="0" y="43550"/>
                      <a:pt x="0" y="2210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434" name="gpt4o vector"/>
              <p:cNvSpPr/>
              <p:nvPr/>
            </p:nvSpPr>
            <p:spPr>
              <a:xfrm>
                <a:off x="14683618" y="1946316"/>
                <a:ext cx="140246" cy="199722"/>
              </a:xfrm>
              <a:custGeom>
                <a:avLst/>
                <a:gdLst/>
                <a:ahLst/>
                <a:cxnLst/>
                <a:rect l="0" t="0" r="r" b="b"/>
                <a:pathLst>
                  <a:path w="15338" h="21842" fill="norm" stroke="0">
                    <a:moveTo>
                      <a:pt x="14743" y="1262"/>
                    </a:moveTo>
                    <a:cubicBezTo>
                      <a:pt x="15180" y="1768"/>
                      <a:pt x="15180" y="1768"/>
                      <a:pt x="15338" y="2383"/>
                    </a:cubicBezTo>
                    <a:cubicBezTo>
                      <a:pt x="15180" y="2963"/>
                      <a:pt x="15180" y="2963"/>
                      <a:pt x="14695" y="3322"/>
                    </a:cubicBezTo>
                    <a:cubicBezTo>
                      <a:pt x="14443" y="3446"/>
                      <a:pt x="14188" y="3565"/>
                      <a:pt x="13930" y="3680"/>
                    </a:cubicBezTo>
                    <a:cubicBezTo>
                      <a:pt x="12330" y="4505"/>
                      <a:pt x="10765" y="5382"/>
                      <a:pt x="9203" y="6268"/>
                    </a:cubicBezTo>
                    <a:cubicBezTo>
                      <a:pt x="8832" y="6476"/>
                      <a:pt x="8463" y="6686"/>
                      <a:pt x="8090" y="6894"/>
                    </a:cubicBezTo>
                    <a:cubicBezTo>
                      <a:pt x="6765" y="7645"/>
                      <a:pt x="6765" y="7645"/>
                      <a:pt x="6180" y="7982"/>
                    </a:cubicBezTo>
                    <a:cubicBezTo>
                      <a:pt x="6048" y="8041"/>
                      <a:pt x="5915" y="8101"/>
                      <a:pt x="5778" y="8163"/>
                    </a:cubicBezTo>
                    <a:cubicBezTo>
                      <a:pt x="5430" y="8460"/>
                      <a:pt x="5430" y="8460"/>
                      <a:pt x="5330" y="9016"/>
                    </a:cubicBezTo>
                    <a:cubicBezTo>
                      <a:pt x="5328" y="9251"/>
                      <a:pt x="5325" y="9482"/>
                      <a:pt x="5322" y="9721"/>
                    </a:cubicBezTo>
                    <a:cubicBezTo>
                      <a:pt x="5320" y="9850"/>
                      <a:pt x="5318" y="9977"/>
                      <a:pt x="5315" y="10111"/>
                    </a:cubicBezTo>
                    <a:cubicBezTo>
                      <a:pt x="5308" y="10534"/>
                      <a:pt x="5305" y="10959"/>
                      <a:pt x="5303" y="11382"/>
                    </a:cubicBezTo>
                    <a:cubicBezTo>
                      <a:pt x="5298" y="11676"/>
                      <a:pt x="5293" y="11970"/>
                      <a:pt x="5288" y="12264"/>
                    </a:cubicBezTo>
                    <a:cubicBezTo>
                      <a:pt x="5278" y="13038"/>
                      <a:pt x="5270" y="13812"/>
                      <a:pt x="5263" y="14587"/>
                    </a:cubicBezTo>
                    <a:cubicBezTo>
                      <a:pt x="5255" y="15375"/>
                      <a:pt x="5243" y="16166"/>
                      <a:pt x="5233" y="16955"/>
                    </a:cubicBezTo>
                    <a:cubicBezTo>
                      <a:pt x="5210" y="18506"/>
                      <a:pt x="5195" y="20054"/>
                      <a:pt x="5180" y="21603"/>
                    </a:cubicBezTo>
                    <a:cubicBezTo>
                      <a:pt x="4123" y="21842"/>
                      <a:pt x="3655" y="21823"/>
                      <a:pt x="2680" y="21335"/>
                    </a:cubicBezTo>
                    <a:cubicBezTo>
                      <a:pt x="2473" y="21235"/>
                      <a:pt x="2268" y="21137"/>
                      <a:pt x="2055" y="21034"/>
                    </a:cubicBezTo>
                    <a:cubicBezTo>
                      <a:pt x="625" y="20150"/>
                      <a:pt x="625" y="20150"/>
                      <a:pt x="180" y="19452"/>
                    </a:cubicBezTo>
                    <a:cubicBezTo>
                      <a:pt x="0" y="18570"/>
                      <a:pt x="23" y="17696"/>
                      <a:pt x="40" y="16800"/>
                    </a:cubicBezTo>
                    <a:cubicBezTo>
                      <a:pt x="43" y="16542"/>
                      <a:pt x="43" y="16281"/>
                      <a:pt x="43" y="16023"/>
                    </a:cubicBezTo>
                    <a:cubicBezTo>
                      <a:pt x="43" y="15483"/>
                      <a:pt x="50" y="14940"/>
                      <a:pt x="58" y="14400"/>
                    </a:cubicBezTo>
                    <a:cubicBezTo>
                      <a:pt x="70" y="13707"/>
                      <a:pt x="72" y="13014"/>
                      <a:pt x="75" y="12321"/>
                    </a:cubicBezTo>
                    <a:cubicBezTo>
                      <a:pt x="75" y="11786"/>
                      <a:pt x="80" y="11253"/>
                      <a:pt x="85" y="10718"/>
                    </a:cubicBezTo>
                    <a:cubicBezTo>
                      <a:pt x="85" y="10462"/>
                      <a:pt x="88" y="10206"/>
                      <a:pt x="90" y="9951"/>
                    </a:cubicBezTo>
                    <a:cubicBezTo>
                      <a:pt x="90" y="9595"/>
                      <a:pt x="98" y="9239"/>
                      <a:pt x="102" y="8880"/>
                    </a:cubicBezTo>
                    <a:cubicBezTo>
                      <a:pt x="105" y="8679"/>
                      <a:pt x="108" y="8476"/>
                      <a:pt x="112" y="8266"/>
                    </a:cubicBezTo>
                    <a:cubicBezTo>
                      <a:pt x="185" y="7709"/>
                      <a:pt x="328" y="7465"/>
                      <a:pt x="680" y="7026"/>
                    </a:cubicBezTo>
                    <a:cubicBezTo>
                      <a:pt x="753" y="6737"/>
                      <a:pt x="815" y="6440"/>
                      <a:pt x="868" y="6146"/>
                    </a:cubicBezTo>
                    <a:cubicBezTo>
                      <a:pt x="1168" y="4935"/>
                      <a:pt x="1840" y="4129"/>
                      <a:pt x="2680" y="3202"/>
                    </a:cubicBezTo>
                    <a:cubicBezTo>
                      <a:pt x="2810" y="3054"/>
                      <a:pt x="2938" y="2906"/>
                      <a:pt x="3070" y="2753"/>
                    </a:cubicBezTo>
                    <a:cubicBezTo>
                      <a:pt x="4697" y="1028"/>
                      <a:pt x="6665" y="277"/>
                      <a:pt x="9040" y="96"/>
                    </a:cubicBezTo>
                    <a:cubicBezTo>
                      <a:pt x="10973" y="0"/>
                      <a:pt x="13100" y="189"/>
                      <a:pt x="14743" y="1262"/>
                    </a:cubicBezTo>
                    <a:close/>
                  </a:path>
                </a:pathLst>
              </a:custGeom>
              <a:solidFill>
                <a:srgbClr val="74AA9C"/>
              </a:solidFill>
              <a:ln w="0">
                <a:noFill/>
              </a:ln>
            </p:spPr>
          </p:sp>
          <p:sp>
            <p:nvSpPr>
              <p:cNvPr id="435" name="gpt4o vector"/>
              <p:cNvSpPr/>
              <p:nvPr/>
            </p:nvSpPr>
            <p:spPr>
              <a:xfrm>
                <a:off x="14600682" y="2026653"/>
                <a:ext cx="166878" cy="197362"/>
              </a:xfrm>
              <a:custGeom>
                <a:avLst/>
                <a:gdLst/>
                <a:ahLst/>
                <a:cxnLst/>
                <a:rect l="0" t="0" r="r" b="b"/>
                <a:pathLst>
                  <a:path w="18250" h="21584" fill="norm" stroke="0">
                    <a:moveTo>
                      <a:pt x="6500" y="392"/>
                    </a:moveTo>
                    <a:cubicBezTo>
                      <a:pt x="6750" y="631"/>
                      <a:pt x="6750" y="631"/>
                      <a:pt x="6775" y="1085"/>
                    </a:cubicBezTo>
                    <a:cubicBezTo>
                      <a:pt x="6773" y="1283"/>
                      <a:pt x="6767" y="1484"/>
                      <a:pt x="6765" y="1687"/>
                    </a:cubicBezTo>
                    <a:cubicBezTo>
                      <a:pt x="6763" y="1914"/>
                      <a:pt x="6760" y="2139"/>
                      <a:pt x="6757" y="2371"/>
                    </a:cubicBezTo>
                    <a:cubicBezTo>
                      <a:pt x="6757" y="2490"/>
                      <a:pt x="6755" y="2612"/>
                      <a:pt x="6755" y="2736"/>
                    </a:cubicBezTo>
                    <a:cubicBezTo>
                      <a:pt x="6747" y="3377"/>
                      <a:pt x="6750" y="4019"/>
                      <a:pt x="6750" y="4660"/>
                    </a:cubicBezTo>
                    <a:cubicBezTo>
                      <a:pt x="6753" y="5475"/>
                      <a:pt x="6750" y="6290"/>
                      <a:pt x="6737" y="7105"/>
                    </a:cubicBezTo>
                    <a:cubicBezTo>
                      <a:pt x="6725" y="7764"/>
                      <a:pt x="6725" y="8424"/>
                      <a:pt x="6733" y="9081"/>
                    </a:cubicBezTo>
                    <a:cubicBezTo>
                      <a:pt x="6735" y="9332"/>
                      <a:pt x="6730" y="9583"/>
                      <a:pt x="6723" y="9834"/>
                    </a:cubicBezTo>
                    <a:cubicBezTo>
                      <a:pt x="6700" y="10634"/>
                      <a:pt x="6725" y="11342"/>
                      <a:pt x="7000" y="12101"/>
                    </a:cubicBezTo>
                    <a:cubicBezTo>
                      <a:pt x="7675" y="12740"/>
                      <a:pt x="8405" y="13134"/>
                      <a:pt x="9250" y="13535"/>
                    </a:cubicBezTo>
                    <a:cubicBezTo>
                      <a:pt x="9475" y="13667"/>
                      <a:pt x="9700" y="13801"/>
                      <a:pt x="9922" y="13939"/>
                    </a:cubicBezTo>
                    <a:cubicBezTo>
                      <a:pt x="10455" y="14228"/>
                      <a:pt x="10997" y="14484"/>
                      <a:pt x="11547" y="14742"/>
                    </a:cubicBezTo>
                    <a:cubicBezTo>
                      <a:pt x="12355" y="15148"/>
                      <a:pt x="13130" y="15612"/>
                      <a:pt x="13908" y="16068"/>
                    </a:cubicBezTo>
                    <a:cubicBezTo>
                      <a:pt x="14430" y="16362"/>
                      <a:pt x="14955" y="16630"/>
                      <a:pt x="15500" y="16881"/>
                    </a:cubicBezTo>
                    <a:cubicBezTo>
                      <a:pt x="15500" y="17039"/>
                      <a:pt x="15500" y="17196"/>
                      <a:pt x="15500" y="17359"/>
                    </a:cubicBezTo>
                    <a:cubicBezTo>
                      <a:pt x="15723" y="17423"/>
                      <a:pt x="15943" y="17488"/>
                      <a:pt x="16172" y="17552"/>
                    </a:cubicBezTo>
                    <a:cubicBezTo>
                      <a:pt x="16943" y="17796"/>
                      <a:pt x="17570" y="18133"/>
                      <a:pt x="18250" y="18554"/>
                    </a:cubicBezTo>
                    <a:cubicBezTo>
                      <a:pt x="18170" y="19285"/>
                      <a:pt x="18105" y="19651"/>
                      <a:pt x="17545" y="20172"/>
                    </a:cubicBezTo>
                    <a:cubicBezTo>
                      <a:pt x="17355" y="20289"/>
                      <a:pt x="17165" y="20406"/>
                      <a:pt x="16970" y="20525"/>
                    </a:cubicBezTo>
                    <a:cubicBezTo>
                      <a:pt x="16783" y="20645"/>
                      <a:pt x="16595" y="20764"/>
                      <a:pt x="16405" y="20888"/>
                    </a:cubicBezTo>
                    <a:cubicBezTo>
                      <a:pt x="15525" y="21285"/>
                      <a:pt x="14580" y="21584"/>
                      <a:pt x="13612" y="21311"/>
                    </a:cubicBezTo>
                    <a:cubicBezTo>
                      <a:pt x="13225" y="21132"/>
                      <a:pt x="12868" y="20931"/>
                      <a:pt x="12505" y="20712"/>
                    </a:cubicBezTo>
                    <a:cubicBezTo>
                      <a:pt x="12368" y="20635"/>
                      <a:pt x="12233" y="20559"/>
                      <a:pt x="12095" y="20480"/>
                    </a:cubicBezTo>
                    <a:cubicBezTo>
                      <a:pt x="11665" y="20234"/>
                      <a:pt x="11237" y="19985"/>
                      <a:pt x="10812" y="19734"/>
                    </a:cubicBezTo>
                    <a:cubicBezTo>
                      <a:pt x="10530" y="19572"/>
                      <a:pt x="10250" y="19409"/>
                      <a:pt x="9967" y="19249"/>
                    </a:cubicBezTo>
                    <a:cubicBezTo>
                      <a:pt x="9547" y="19010"/>
                      <a:pt x="9130" y="18771"/>
                      <a:pt x="8715" y="18530"/>
                    </a:cubicBezTo>
                    <a:cubicBezTo>
                      <a:pt x="7822" y="18014"/>
                      <a:pt x="6920" y="17531"/>
                      <a:pt x="6000" y="17065"/>
                    </a:cubicBezTo>
                    <a:cubicBezTo>
                      <a:pt x="5068" y="16587"/>
                      <a:pt x="4210" y="16097"/>
                      <a:pt x="3438" y="15402"/>
                    </a:cubicBezTo>
                    <a:cubicBezTo>
                      <a:pt x="3338" y="15313"/>
                      <a:pt x="3235" y="15222"/>
                      <a:pt x="3132" y="15132"/>
                    </a:cubicBezTo>
                    <a:cubicBezTo>
                      <a:pt x="1385" y="13511"/>
                      <a:pt x="140" y="11600"/>
                      <a:pt x="0" y="9234"/>
                    </a:cubicBezTo>
                    <a:cubicBezTo>
                      <a:pt x="47" y="6713"/>
                      <a:pt x="628" y="4168"/>
                      <a:pt x="2500" y="2304"/>
                    </a:cubicBezTo>
                    <a:cubicBezTo>
                      <a:pt x="5088" y="0"/>
                      <a:pt x="5088" y="0"/>
                      <a:pt x="6500" y="392"/>
                    </a:cubicBezTo>
                    <a:close/>
                  </a:path>
                </a:pathLst>
              </a:custGeom>
              <a:solidFill>
                <a:srgbClr val="73AA9C"/>
              </a:solidFill>
              <a:ln w="0">
                <a:noFill/>
              </a:ln>
            </p:spPr>
          </p:sp>
          <p:sp>
            <p:nvSpPr>
              <p:cNvPr id="436" name="gpt4o vector"/>
              <p:cNvSpPr/>
              <p:nvPr/>
            </p:nvSpPr>
            <p:spPr>
              <a:xfrm>
                <a:off x="14769846" y="2128569"/>
                <a:ext cx="142669" cy="202082"/>
              </a:xfrm>
              <a:custGeom>
                <a:avLst/>
                <a:gdLst/>
                <a:ahLst/>
                <a:cxnLst/>
                <a:rect l="0" t="0" r="r" b="b"/>
                <a:pathLst>
                  <a:path w="15602" h="22100" fill="norm" stroke="0">
                    <a:moveTo>
                      <a:pt x="10750" y="0"/>
                    </a:moveTo>
                    <a:cubicBezTo>
                      <a:pt x="11747" y="184"/>
                      <a:pt x="12517" y="428"/>
                      <a:pt x="13405" y="882"/>
                    </a:cubicBezTo>
                    <a:cubicBezTo>
                      <a:pt x="13525" y="937"/>
                      <a:pt x="13645" y="992"/>
                      <a:pt x="13767" y="1049"/>
                    </a:cubicBezTo>
                    <a:cubicBezTo>
                      <a:pt x="14730" y="1539"/>
                      <a:pt x="15162" y="2120"/>
                      <a:pt x="15500" y="3107"/>
                    </a:cubicBezTo>
                    <a:cubicBezTo>
                      <a:pt x="15602" y="3855"/>
                      <a:pt x="15600" y="4593"/>
                      <a:pt x="15590" y="5348"/>
                    </a:cubicBezTo>
                    <a:cubicBezTo>
                      <a:pt x="15590" y="5453"/>
                      <a:pt x="15590" y="5453"/>
                      <a:pt x="15590" y="5991"/>
                    </a:cubicBezTo>
                    <a:cubicBezTo>
                      <a:pt x="15590" y="6440"/>
                      <a:pt x="15588" y="6887"/>
                      <a:pt x="15585" y="7336"/>
                    </a:cubicBezTo>
                    <a:cubicBezTo>
                      <a:pt x="15578" y="8020"/>
                      <a:pt x="15580" y="8703"/>
                      <a:pt x="15580" y="9387"/>
                    </a:cubicBezTo>
                    <a:cubicBezTo>
                      <a:pt x="15580" y="9822"/>
                      <a:pt x="15578" y="10259"/>
                      <a:pt x="15575" y="10694"/>
                    </a:cubicBezTo>
                    <a:cubicBezTo>
                      <a:pt x="15575" y="10797"/>
                      <a:pt x="15575" y="10797"/>
                      <a:pt x="15575" y="11313"/>
                    </a:cubicBezTo>
                    <a:cubicBezTo>
                      <a:pt x="15562" y="12367"/>
                      <a:pt x="15487" y="13151"/>
                      <a:pt x="15000" y="14099"/>
                    </a:cubicBezTo>
                    <a:cubicBezTo>
                      <a:pt x="14925" y="14441"/>
                      <a:pt x="14858" y="14785"/>
                      <a:pt x="14797" y="15129"/>
                    </a:cubicBezTo>
                    <a:cubicBezTo>
                      <a:pt x="14412" y="16857"/>
                      <a:pt x="13385" y="18217"/>
                      <a:pt x="12000" y="19357"/>
                    </a:cubicBezTo>
                    <a:cubicBezTo>
                      <a:pt x="11842" y="19493"/>
                      <a:pt x="11688" y="19627"/>
                      <a:pt x="11527" y="19768"/>
                    </a:cubicBezTo>
                    <a:cubicBezTo>
                      <a:pt x="9680" y="21268"/>
                      <a:pt x="7697" y="22100"/>
                      <a:pt x="5250" y="22000"/>
                    </a:cubicBezTo>
                    <a:cubicBezTo>
                      <a:pt x="4145" y="21863"/>
                      <a:pt x="3145" y="21596"/>
                      <a:pt x="2110" y="21209"/>
                    </a:cubicBezTo>
                    <a:cubicBezTo>
                      <a:pt x="1985" y="21163"/>
                      <a:pt x="1860" y="21118"/>
                      <a:pt x="1730" y="21070"/>
                    </a:cubicBezTo>
                    <a:cubicBezTo>
                      <a:pt x="773" y="20671"/>
                      <a:pt x="447" y="20217"/>
                      <a:pt x="0" y="19357"/>
                    </a:cubicBezTo>
                    <a:cubicBezTo>
                      <a:pt x="570" y="18759"/>
                      <a:pt x="1158" y="18382"/>
                      <a:pt x="1892" y="17985"/>
                    </a:cubicBezTo>
                    <a:cubicBezTo>
                      <a:pt x="1947" y="17954"/>
                      <a:pt x="1947" y="17954"/>
                      <a:pt x="2227" y="17803"/>
                    </a:cubicBezTo>
                    <a:cubicBezTo>
                      <a:pt x="2578" y="17612"/>
                      <a:pt x="2930" y="17423"/>
                      <a:pt x="3280" y="17235"/>
                    </a:cubicBezTo>
                    <a:cubicBezTo>
                      <a:pt x="3513" y="17110"/>
                      <a:pt x="3743" y="16986"/>
                      <a:pt x="3973" y="16862"/>
                    </a:cubicBezTo>
                    <a:cubicBezTo>
                      <a:pt x="4858" y="16384"/>
                      <a:pt x="5743" y="15908"/>
                      <a:pt x="6632" y="15440"/>
                    </a:cubicBezTo>
                    <a:cubicBezTo>
                      <a:pt x="7588" y="14940"/>
                      <a:pt x="8510" y="14448"/>
                      <a:pt x="9375" y="13815"/>
                    </a:cubicBezTo>
                    <a:cubicBezTo>
                      <a:pt x="9455" y="13758"/>
                      <a:pt x="9455" y="13758"/>
                      <a:pt x="9868" y="13461"/>
                    </a:cubicBezTo>
                    <a:cubicBezTo>
                      <a:pt x="10380" y="13036"/>
                      <a:pt x="10493" y="12775"/>
                      <a:pt x="10540" y="12128"/>
                    </a:cubicBezTo>
                    <a:cubicBezTo>
                      <a:pt x="10543" y="11903"/>
                      <a:pt x="10547" y="11678"/>
                      <a:pt x="10553" y="11449"/>
                    </a:cubicBezTo>
                    <a:cubicBezTo>
                      <a:pt x="10555" y="11325"/>
                      <a:pt x="10557" y="11201"/>
                      <a:pt x="10560" y="11074"/>
                    </a:cubicBezTo>
                    <a:cubicBezTo>
                      <a:pt x="10568" y="10665"/>
                      <a:pt x="10572" y="10257"/>
                      <a:pt x="10580" y="9848"/>
                    </a:cubicBezTo>
                    <a:cubicBezTo>
                      <a:pt x="10585" y="9566"/>
                      <a:pt x="10590" y="9282"/>
                      <a:pt x="10595" y="8997"/>
                    </a:cubicBezTo>
                    <a:cubicBezTo>
                      <a:pt x="10608" y="8252"/>
                      <a:pt x="10620" y="7506"/>
                      <a:pt x="10632" y="6760"/>
                    </a:cubicBezTo>
                    <a:cubicBezTo>
                      <a:pt x="10645" y="6001"/>
                      <a:pt x="10660" y="5241"/>
                      <a:pt x="10672" y="4478"/>
                    </a:cubicBezTo>
                    <a:cubicBezTo>
                      <a:pt x="10700" y="2985"/>
                      <a:pt x="10725" y="1494"/>
                      <a:pt x="10750" y="0"/>
                    </a:cubicBezTo>
                    <a:close/>
                  </a:path>
                </a:pathLst>
              </a:custGeom>
              <a:solidFill>
                <a:srgbClr val="74AA9C"/>
              </a:solidFill>
              <a:ln w="0">
                <a:noFill/>
              </a:ln>
            </p:spPr>
          </p:sp>
          <p:sp>
            <p:nvSpPr>
              <p:cNvPr id="437" name="gpt4o vector"/>
              <p:cNvSpPr/>
              <p:nvPr/>
            </p:nvSpPr>
            <p:spPr>
              <a:xfrm>
                <a:off x="14826996" y="2050537"/>
                <a:ext cx="165164" cy="196030"/>
              </a:xfrm>
              <a:custGeom>
                <a:avLst/>
                <a:gdLst/>
                <a:ahLst/>
                <a:cxnLst/>
                <a:rect l="0" t="0" r="r" b="b"/>
                <a:pathLst>
                  <a:path w="18062" h="21438" fill="norm" stroke="0">
                    <a:moveTo>
                      <a:pt x="4750" y="409"/>
                    </a:moveTo>
                    <a:cubicBezTo>
                      <a:pt x="5517" y="765"/>
                      <a:pt x="6223" y="1188"/>
                      <a:pt x="6930" y="1639"/>
                    </a:cubicBezTo>
                    <a:cubicBezTo>
                      <a:pt x="7440" y="1962"/>
                      <a:pt x="7963" y="2261"/>
                      <a:pt x="8485" y="2559"/>
                    </a:cubicBezTo>
                    <a:cubicBezTo>
                      <a:pt x="8690" y="2679"/>
                      <a:pt x="8898" y="2798"/>
                      <a:pt x="9110" y="2920"/>
                    </a:cubicBezTo>
                    <a:cubicBezTo>
                      <a:pt x="9650" y="3221"/>
                      <a:pt x="10197" y="3503"/>
                      <a:pt x="10753" y="3778"/>
                    </a:cubicBezTo>
                    <a:cubicBezTo>
                      <a:pt x="13445" y="5124"/>
                      <a:pt x="16497" y="6944"/>
                      <a:pt x="17620" y="9774"/>
                    </a:cubicBezTo>
                    <a:cubicBezTo>
                      <a:pt x="18062" y="11236"/>
                      <a:pt x="18055" y="12759"/>
                      <a:pt x="18000" y="14269"/>
                    </a:cubicBezTo>
                    <a:cubicBezTo>
                      <a:pt x="17997" y="14443"/>
                      <a:pt x="17997" y="14618"/>
                      <a:pt x="17995" y="14799"/>
                    </a:cubicBezTo>
                    <a:cubicBezTo>
                      <a:pt x="17912" y="16408"/>
                      <a:pt x="17178" y="17524"/>
                      <a:pt x="16250" y="18809"/>
                    </a:cubicBezTo>
                    <a:cubicBezTo>
                      <a:pt x="16170" y="18931"/>
                      <a:pt x="16090" y="19051"/>
                      <a:pt x="16007" y="19175"/>
                    </a:cubicBezTo>
                    <a:cubicBezTo>
                      <a:pt x="15290" y="20167"/>
                      <a:pt x="14138" y="20951"/>
                      <a:pt x="13000" y="21438"/>
                    </a:cubicBezTo>
                    <a:cubicBezTo>
                      <a:pt x="12340" y="21333"/>
                      <a:pt x="12340" y="21333"/>
                      <a:pt x="11750" y="21199"/>
                    </a:cubicBezTo>
                    <a:cubicBezTo>
                      <a:pt x="11713" y="20181"/>
                      <a:pt x="11678" y="19161"/>
                      <a:pt x="11642" y="18143"/>
                    </a:cubicBezTo>
                    <a:cubicBezTo>
                      <a:pt x="11632" y="17796"/>
                      <a:pt x="11620" y="17452"/>
                      <a:pt x="11608" y="17108"/>
                    </a:cubicBezTo>
                    <a:cubicBezTo>
                      <a:pt x="11590" y="16604"/>
                      <a:pt x="11572" y="16102"/>
                      <a:pt x="11555" y="15598"/>
                    </a:cubicBezTo>
                    <a:cubicBezTo>
                      <a:pt x="11547" y="15430"/>
                      <a:pt x="11543" y="15263"/>
                      <a:pt x="11535" y="15091"/>
                    </a:cubicBezTo>
                    <a:cubicBezTo>
                      <a:pt x="11507" y="14216"/>
                      <a:pt x="11503" y="13351"/>
                      <a:pt x="11535" y="12479"/>
                    </a:cubicBezTo>
                    <a:cubicBezTo>
                      <a:pt x="11543" y="12305"/>
                      <a:pt x="11547" y="12133"/>
                      <a:pt x="11553" y="11953"/>
                    </a:cubicBezTo>
                    <a:cubicBezTo>
                      <a:pt x="11565" y="11624"/>
                      <a:pt x="11580" y="11294"/>
                      <a:pt x="11602" y="10966"/>
                    </a:cubicBezTo>
                    <a:cubicBezTo>
                      <a:pt x="11638" y="9889"/>
                      <a:pt x="11638" y="9889"/>
                      <a:pt x="11240" y="9425"/>
                    </a:cubicBezTo>
                    <a:cubicBezTo>
                      <a:pt x="10922" y="9176"/>
                      <a:pt x="10605" y="8971"/>
                      <a:pt x="10250" y="8773"/>
                    </a:cubicBezTo>
                    <a:cubicBezTo>
                      <a:pt x="10128" y="8694"/>
                      <a:pt x="10003" y="8615"/>
                      <a:pt x="9878" y="8534"/>
                    </a:cubicBezTo>
                    <a:cubicBezTo>
                      <a:pt x="9775" y="8476"/>
                      <a:pt x="9672" y="8421"/>
                      <a:pt x="9568" y="8364"/>
                    </a:cubicBezTo>
                    <a:cubicBezTo>
                      <a:pt x="9450" y="8299"/>
                      <a:pt x="9335" y="8235"/>
                      <a:pt x="9213" y="8168"/>
                    </a:cubicBezTo>
                    <a:cubicBezTo>
                      <a:pt x="9092" y="8101"/>
                      <a:pt x="8970" y="8034"/>
                      <a:pt x="8845" y="7965"/>
                    </a:cubicBezTo>
                    <a:cubicBezTo>
                      <a:pt x="8777" y="7929"/>
                      <a:pt x="8777" y="7929"/>
                      <a:pt x="8447" y="7747"/>
                    </a:cubicBezTo>
                    <a:cubicBezTo>
                      <a:pt x="7493" y="7224"/>
                      <a:pt x="6527" y="6725"/>
                      <a:pt x="5557" y="6228"/>
                    </a:cubicBezTo>
                    <a:cubicBezTo>
                      <a:pt x="4210" y="5527"/>
                      <a:pt x="2915" y="4746"/>
                      <a:pt x="1612" y="3969"/>
                    </a:cubicBezTo>
                    <a:cubicBezTo>
                      <a:pt x="1080" y="3654"/>
                      <a:pt x="540" y="3346"/>
                      <a:pt x="0" y="3037"/>
                    </a:cubicBezTo>
                    <a:cubicBezTo>
                      <a:pt x="75" y="2273"/>
                      <a:pt x="142" y="1936"/>
                      <a:pt x="750" y="1412"/>
                    </a:cubicBezTo>
                    <a:cubicBezTo>
                      <a:pt x="3250" y="0"/>
                      <a:pt x="3250" y="0"/>
                      <a:pt x="4750" y="409"/>
                    </a:cubicBezTo>
                    <a:close/>
                  </a:path>
                </a:pathLst>
              </a:custGeom>
              <a:solidFill>
                <a:srgbClr val="74AA9C"/>
              </a:solidFill>
              <a:ln w="0">
                <a:noFill/>
              </a:ln>
            </p:spPr>
          </p:sp>
          <p:sp>
            <p:nvSpPr>
              <p:cNvPr id="438" name="gpt4o vector"/>
              <p:cNvSpPr/>
              <p:nvPr/>
            </p:nvSpPr>
            <p:spPr>
              <a:xfrm>
                <a:off x="14750893" y="1974943"/>
                <a:ext cx="221856" cy="107728"/>
              </a:xfrm>
              <a:custGeom>
                <a:avLst/>
                <a:gdLst/>
                <a:ahLst/>
                <a:cxnLst/>
                <a:rect l="0" t="0" r="r" b="b"/>
                <a:pathLst>
                  <a:path w="24263" h="11781" fill="norm" stroke="0">
                    <a:moveTo>
                      <a:pt x="18670" y="1446"/>
                    </a:moveTo>
                    <a:cubicBezTo>
                      <a:pt x="21322" y="2963"/>
                      <a:pt x="23095" y="5176"/>
                      <a:pt x="23918" y="8022"/>
                    </a:cubicBezTo>
                    <a:cubicBezTo>
                      <a:pt x="24173" y="9098"/>
                      <a:pt x="24263" y="9905"/>
                      <a:pt x="23822" y="10931"/>
                    </a:cubicBezTo>
                    <a:cubicBezTo>
                      <a:pt x="23740" y="11055"/>
                      <a:pt x="23658" y="11177"/>
                      <a:pt x="23572" y="11303"/>
                    </a:cubicBezTo>
                    <a:cubicBezTo>
                      <a:pt x="22385" y="10856"/>
                      <a:pt x="22385" y="10856"/>
                      <a:pt x="21822" y="10586"/>
                    </a:cubicBezTo>
                    <a:cubicBezTo>
                      <a:pt x="21822" y="10429"/>
                      <a:pt x="21822" y="10271"/>
                      <a:pt x="21822" y="10108"/>
                    </a:cubicBezTo>
                    <a:cubicBezTo>
                      <a:pt x="21710" y="10087"/>
                      <a:pt x="21710" y="10087"/>
                      <a:pt x="21135" y="9975"/>
                    </a:cubicBezTo>
                    <a:cubicBezTo>
                      <a:pt x="19780" y="9611"/>
                      <a:pt x="18615" y="8861"/>
                      <a:pt x="17425" y="8166"/>
                    </a:cubicBezTo>
                    <a:cubicBezTo>
                      <a:pt x="17092" y="7970"/>
                      <a:pt x="16758" y="7778"/>
                      <a:pt x="16425" y="7587"/>
                    </a:cubicBezTo>
                    <a:cubicBezTo>
                      <a:pt x="16038" y="7365"/>
                      <a:pt x="15653" y="7140"/>
                      <a:pt x="15270" y="6911"/>
                    </a:cubicBezTo>
                    <a:cubicBezTo>
                      <a:pt x="13393" y="5833"/>
                      <a:pt x="13393" y="5833"/>
                      <a:pt x="12322" y="5915"/>
                    </a:cubicBezTo>
                    <a:cubicBezTo>
                      <a:pt x="10405" y="6419"/>
                      <a:pt x="8678" y="7532"/>
                      <a:pt x="7058" y="8603"/>
                    </a:cubicBezTo>
                    <a:cubicBezTo>
                      <a:pt x="6550" y="8930"/>
                      <a:pt x="6040" y="9181"/>
                      <a:pt x="5488" y="9430"/>
                    </a:cubicBezTo>
                    <a:cubicBezTo>
                      <a:pt x="4380" y="9967"/>
                      <a:pt x="3270" y="10601"/>
                      <a:pt x="2253" y="11279"/>
                    </a:cubicBezTo>
                    <a:cubicBezTo>
                      <a:pt x="1933" y="11483"/>
                      <a:pt x="1933" y="11483"/>
                      <a:pt x="1322" y="11781"/>
                    </a:cubicBezTo>
                    <a:cubicBezTo>
                      <a:pt x="785" y="11681"/>
                      <a:pt x="785" y="11681"/>
                      <a:pt x="322" y="11542"/>
                    </a:cubicBezTo>
                    <a:cubicBezTo>
                      <a:pt x="0" y="7755"/>
                      <a:pt x="0" y="7755"/>
                      <a:pt x="673" y="6686"/>
                    </a:cubicBezTo>
                    <a:cubicBezTo>
                      <a:pt x="1203" y="6309"/>
                      <a:pt x="1715" y="6060"/>
                      <a:pt x="2322" y="5807"/>
                    </a:cubicBezTo>
                    <a:cubicBezTo>
                      <a:pt x="2648" y="5635"/>
                      <a:pt x="2973" y="5463"/>
                      <a:pt x="3295" y="5288"/>
                    </a:cubicBezTo>
                    <a:cubicBezTo>
                      <a:pt x="3640" y="5102"/>
                      <a:pt x="3990" y="4925"/>
                      <a:pt x="4342" y="4748"/>
                    </a:cubicBezTo>
                    <a:cubicBezTo>
                      <a:pt x="5098" y="4366"/>
                      <a:pt x="5835" y="3953"/>
                      <a:pt x="6572" y="3537"/>
                    </a:cubicBezTo>
                    <a:cubicBezTo>
                      <a:pt x="7072" y="3257"/>
                      <a:pt x="7572" y="2980"/>
                      <a:pt x="8072" y="2700"/>
                    </a:cubicBezTo>
                    <a:cubicBezTo>
                      <a:pt x="8193" y="2636"/>
                      <a:pt x="8312" y="2569"/>
                      <a:pt x="8438" y="2500"/>
                    </a:cubicBezTo>
                    <a:cubicBezTo>
                      <a:pt x="9935" y="1673"/>
                      <a:pt x="11403" y="1013"/>
                      <a:pt x="13072" y="550"/>
                    </a:cubicBezTo>
                    <a:cubicBezTo>
                      <a:pt x="13197" y="504"/>
                      <a:pt x="13325" y="459"/>
                      <a:pt x="13455" y="409"/>
                    </a:cubicBezTo>
                    <a:cubicBezTo>
                      <a:pt x="14993" y="0"/>
                      <a:pt x="17325" y="755"/>
                      <a:pt x="18670" y="1446"/>
                    </a:cubicBezTo>
                    <a:close/>
                  </a:path>
                </a:pathLst>
              </a:custGeom>
              <a:solidFill>
                <a:srgbClr val="74AA9C"/>
              </a:solidFill>
              <a:ln w="0">
                <a:noFill/>
              </a:ln>
            </p:spPr>
          </p:sp>
          <p:sp>
            <p:nvSpPr>
              <p:cNvPr id="439" name="gpt4o vector"/>
              <p:cNvSpPr/>
              <p:nvPr/>
            </p:nvSpPr>
            <p:spPr>
              <a:xfrm>
                <a:off x="14624761" y="2191928"/>
                <a:ext cx="219502" cy="104953"/>
              </a:xfrm>
              <a:custGeom>
                <a:avLst/>
                <a:gdLst/>
                <a:ahLst/>
                <a:cxnLst/>
                <a:rect l="0" t="0" r="r" b="b"/>
                <a:pathLst>
                  <a:path w="24005" h="11478" fill="norm" stroke="0">
                    <a:moveTo>
                      <a:pt x="23270" y="65"/>
                    </a:moveTo>
                    <a:cubicBezTo>
                      <a:pt x="23618" y="239"/>
                      <a:pt x="23618" y="239"/>
                      <a:pt x="23868" y="717"/>
                    </a:cubicBezTo>
                    <a:cubicBezTo>
                      <a:pt x="23942" y="1298"/>
                      <a:pt x="23947" y="1881"/>
                      <a:pt x="23960" y="2466"/>
                    </a:cubicBezTo>
                    <a:cubicBezTo>
                      <a:pt x="23965" y="2545"/>
                      <a:pt x="23965" y="2545"/>
                      <a:pt x="23990" y="2947"/>
                    </a:cubicBezTo>
                    <a:cubicBezTo>
                      <a:pt x="24005" y="3795"/>
                      <a:pt x="23955" y="4330"/>
                      <a:pt x="23330" y="4961"/>
                    </a:cubicBezTo>
                    <a:cubicBezTo>
                      <a:pt x="22648" y="5518"/>
                      <a:pt x="21902" y="5953"/>
                      <a:pt x="21118" y="6364"/>
                    </a:cubicBezTo>
                    <a:cubicBezTo>
                      <a:pt x="20862" y="6500"/>
                      <a:pt x="20605" y="6639"/>
                      <a:pt x="20350" y="6777"/>
                    </a:cubicBezTo>
                    <a:cubicBezTo>
                      <a:pt x="20227" y="6842"/>
                      <a:pt x="20102" y="6909"/>
                      <a:pt x="19973" y="6978"/>
                    </a:cubicBezTo>
                    <a:cubicBezTo>
                      <a:pt x="19650" y="7152"/>
                      <a:pt x="19330" y="7336"/>
                      <a:pt x="19013" y="7520"/>
                    </a:cubicBezTo>
                    <a:cubicBezTo>
                      <a:pt x="18202" y="7989"/>
                      <a:pt x="17362" y="8405"/>
                      <a:pt x="16523" y="8828"/>
                    </a:cubicBezTo>
                    <a:cubicBezTo>
                      <a:pt x="16202" y="8990"/>
                      <a:pt x="15882" y="9150"/>
                      <a:pt x="15565" y="9313"/>
                    </a:cubicBezTo>
                    <a:cubicBezTo>
                      <a:pt x="15408" y="9392"/>
                      <a:pt x="15250" y="9470"/>
                      <a:pt x="15088" y="9554"/>
                    </a:cubicBezTo>
                    <a:cubicBezTo>
                      <a:pt x="14618" y="9798"/>
                      <a:pt x="14162" y="10056"/>
                      <a:pt x="13702" y="10319"/>
                    </a:cubicBezTo>
                    <a:cubicBezTo>
                      <a:pt x="11715" y="11408"/>
                      <a:pt x="9077" y="11478"/>
                      <a:pt x="6868" y="10993"/>
                    </a:cubicBezTo>
                    <a:cubicBezTo>
                      <a:pt x="6035" y="10689"/>
                      <a:pt x="5345" y="10285"/>
                      <a:pt x="4618" y="9798"/>
                    </a:cubicBezTo>
                    <a:cubicBezTo>
                      <a:pt x="4445" y="9695"/>
                      <a:pt x="4273" y="9592"/>
                      <a:pt x="4095" y="9485"/>
                    </a:cubicBezTo>
                    <a:cubicBezTo>
                      <a:pt x="2307" y="8333"/>
                      <a:pt x="915" y="6557"/>
                      <a:pt x="223" y="4595"/>
                    </a:cubicBezTo>
                    <a:cubicBezTo>
                      <a:pt x="0" y="3475"/>
                      <a:pt x="62" y="2332"/>
                      <a:pt x="118" y="1195"/>
                    </a:cubicBezTo>
                    <a:cubicBezTo>
                      <a:pt x="497" y="896"/>
                      <a:pt x="497" y="896"/>
                      <a:pt x="1118" y="717"/>
                    </a:cubicBezTo>
                    <a:cubicBezTo>
                      <a:pt x="1805" y="946"/>
                      <a:pt x="2402" y="1312"/>
                      <a:pt x="3023" y="1673"/>
                    </a:cubicBezTo>
                    <a:cubicBezTo>
                      <a:pt x="3112" y="1725"/>
                      <a:pt x="3112" y="1725"/>
                      <a:pt x="3565" y="1979"/>
                    </a:cubicBezTo>
                    <a:cubicBezTo>
                      <a:pt x="4085" y="2273"/>
                      <a:pt x="4602" y="2569"/>
                      <a:pt x="5118" y="2868"/>
                    </a:cubicBezTo>
                    <a:cubicBezTo>
                      <a:pt x="5352" y="3004"/>
                      <a:pt x="5585" y="3140"/>
                      <a:pt x="5820" y="3274"/>
                    </a:cubicBezTo>
                    <a:cubicBezTo>
                      <a:pt x="6017" y="3386"/>
                      <a:pt x="6213" y="3499"/>
                      <a:pt x="6412" y="3616"/>
                    </a:cubicBezTo>
                    <a:cubicBezTo>
                      <a:pt x="6815" y="3845"/>
                      <a:pt x="7215" y="4074"/>
                      <a:pt x="7618" y="4301"/>
                    </a:cubicBezTo>
                    <a:cubicBezTo>
                      <a:pt x="7745" y="4378"/>
                      <a:pt x="7875" y="4452"/>
                      <a:pt x="8007" y="4528"/>
                    </a:cubicBezTo>
                    <a:cubicBezTo>
                      <a:pt x="8432" y="4772"/>
                      <a:pt x="8860" y="5009"/>
                      <a:pt x="9287" y="5243"/>
                    </a:cubicBezTo>
                    <a:cubicBezTo>
                      <a:pt x="9420" y="5319"/>
                      <a:pt x="9550" y="5396"/>
                      <a:pt x="9685" y="5475"/>
                    </a:cubicBezTo>
                    <a:cubicBezTo>
                      <a:pt x="10577" y="5955"/>
                      <a:pt x="11210" y="6053"/>
                      <a:pt x="12217" y="5855"/>
                    </a:cubicBezTo>
                    <a:cubicBezTo>
                      <a:pt x="12783" y="5688"/>
                      <a:pt x="13195" y="5434"/>
                      <a:pt x="13662" y="5095"/>
                    </a:cubicBezTo>
                    <a:cubicBezTo>
                      <a:pt x="14540" y="4497"/>
                      <a:pt x="15412" y="4017"/>
                      <a:pt x="16382" y="3570"/>
                    </a:cubicBezTo>
                    <a:cubicBezTo>
                      <a:pt x="17445" y="3080"/>
                      <a:pt x="18442" y="2547"/>
                      <a:pt x="19432" y="1933"/>
                    </a:cubicBezTo>
                    <a:cubicBezTo>
                      <a:pt x="19942" y="1630"/>
                      <a:pt x="20465" y="1384"/>
                      <a:pt x="21007" y="1140"/>
                    </a:cubicBezTo>
                    <a:cubicBezTo>
                      <a:pt x="21547" y="865"/>
                      <a:pt x="22030" y="516"/>
                      <a:pt x="22517" y="163"/>
                    </a:cubicBezTo>
                    <a:cubicBezTo>
                      <a:pt x="22868" y="0"/>
                      <a:pt x="22868" y="0"/>
                      <a:pt x="23270" y="65"/>
                    </a:cubicBezTo>
                    <a:close/>
                  </a:path>
                </a:pathLst>
              </a:custGeom>
              <a:solidFill>
                <a:srgbClr val="73AA9C"/>
              </a:solidFill>
              <a:ln w="0">
                <a:noFill/>
              </a:ln>
            </p:spPr>
          </p:sp>
          <p:sp>
            <p:nvSpPr>
              <p:cNvPr id="440" name="gpt4o vector"/>
              <p:cNvSpPr/>
              <p:nvPr/>
            </p:nvSpPr>
            <p:spPr>
              <a:xfrm>
                <a:off x="14492714" y="1837944"/>
                <a:ext cx="606590" cy="588110"/>
              </a:xfrm>
              <a:custGeom>
                <a:avLst/>
                <a:gdLst/>
                <a:ahLst/>
                <a:cxnLst/>
                <a:rect l="0" t="0" r="r" b="b"/>
                <a:pathLst>
                  <a:path w="66337" h="64317" fill="norm" stroke="0">
                    <a:moveTo>
                      <a:pt x="31807" y="0"/>
                    </a:moveTo>
                    <a:cubicBezTo>
                      <a:pt x="31962" y="447"/>
                      <a:pt x="31962" y="447"/>
                      <a:pt x="32057" y="956"/>
                    </a:cubicBezTo>
                    <a:cubicBezTo>
                      <a:pt x="31557" y="1434"/>
                      <a:pt x="31557" y="1434"/>
                      <a:pt x="30952" y="1489"/>
                    </a:cubicBezTo>
                    <a:cubicBezTo>
                      <a:pt x="30695" y="1489"/>
                      <a:pt x="30440" y="1486"/>
                      <a:pt x="30182" y="1482"/>
                    </a:cubicBezTo>
                    <a:cubicBezTo>
                      <a:pt x="30042" y="1479"/>
                      <a:pt x="29902" y="1479"/>
                      <a:pt x="29757" y="1479"/>
                    </a:cubicBezTo>
                    <a:cubicBezTo>
                      <a:pt x="29452" y="1477"/>
                      <a:pt x="29147" y="1474"/>
                      <a:pt x="28842" y="1470"/>
                    </a:cubicBezTo>
                    <a:cubicBezTo>
                      <a:pt x="28357" y="1463"/>
                      <a:pt x="27872" y="1460"/>
                      <a:pt x="27387" y="1458"/>
                    </a:cubicBezTo>
                    <a:cubicBezTo>
                      <a:pt x="26182" y="1453"/>
                      <a:pt x="24975" y="1441"/>
                      <a:pt x="23770" y="1429"/>
                    </a:cubicBezTo>
                    <a:cubicBezTo>
                      <a:pt x="22755" y="1419"/>
                      <a:pt x="21737" y="1412"/>
                      <a:pt x="20720" y="1408"/>
                    </a:cubicBezTo>
                    <a:cubicBezTo>
                      <a:pt x="20247" y="1405"/>
                      <a:pt x="19772" y="1398"/>
                      <a:pt x="19297" y="1391"/>
                    </a:cubicBezTo>
                    <a:cubicBezTo>
                      <a:pt x="17810" y="1379"/>
                      <a:pt x="16450" y="1431"/>
                      <a:pt x="14997" y="1802"/>
                    </a:cubicBezTo>
                    <a:cubicBezTo>
                      <a:pt x="14415" y="1948"/>
                      <a:pt x="13847" y="1969"/>
                      <a:pt x="13245" y="1986"/>
                    </a:cubicBezTo>
                    <a:cubicBezTo>
                      <a:pt x="12102" y="2072"/>
                      <a:pt x="11127" y="2328"/>
                      <a:pt x="10057" y="2719"/>
                    </a:cubicBezTo>
                    <a:cubicBezTo>
                      <a:pt x="9920" y="2767"/>
                      <a:pt x="9782" y="2817"/>
                      <a:pt x="9640" y="2870"/>
                    </a:cubicBezTo>
                    <a:cubicBezTo>
                      <a:pt x="8862" y="3171"/>
                      <a:pt x="8392" y="3479"/>
                      <a:pt x="7807" y="4062"/>
                    </a:cubicBezTo>
                    <a:cubicBezTo>
                      <a:pt x="7405" y="4184"/>
                      <a:pt x="7405" y="4184"/>
                      <a:pt x="7010" y="4227"/>
                    </a:cubicBezTo>
                    <a:cubicBezTo>
                      <a:pt x="6777" y="4251"/>
                      <a:pt x="6547" y="4275"/>
                      <a:pt x="6307" y="4301"/>
                    </a:cubicBezTo>
                    <a:cubicBezTo>
                      <a:pt x="6307" y="4459"/>
                      <a:pt x="6307" y="4617"/>
                      <a:pt x="6307" y="4779"/>
                    </a:cubicBezTo>
                    <a:cubicBezTo>
                      <a:pt x="5880" y="5176"/>
                      <a:pt x="5880" y="5176"/>
                      <a:pt x="5322" y="5616"/>
                    </a:cubicBezTo>
                    <a:cubicBezTo>
                      <a:pt x="4332" y="6404"/>
                      <a:pt x="4332" y="6404"/>
                      <a:pt x="4057" y="6930"/>
                    </a:cubicBezTo>
                    <a:cubicBezTo>
                      <a:pt x="3892" y="6930"/>
                      <a:pt x="3727" y="6930"/>
                      <a:pt x="3557" y="6930"/>
                    </a:cubicBezTo>
                    <a:cubicBezTo>
                      <a:pt x="3527" y="7045"/>
                      <a:pt x="3497" y="7160"/>
                      <a:pt x="3465" y="7279"/>
                    </a:cubicBezTo>
                    <a:cubicBezTo>
                      <a:pt x="3445" y="7356"/>
                      <a:pt x="3445" y="7356"/>
                      <a:pt x="3337" y="7738"/>
                    </a:cubicBezTo>
                    <a:cubicBezTo>
                      <a:pt x="3297" y="7886"/>
                      <a:pt x="3257" y="8037"/>
                      <a:pt x="3215" y="8190"/>
                    </a:cubicBezTo>
                    <a:cubicBezTo>
                      <a:pt x="3057" y="8603"/>
                      <a:pt x="3057" y="8603"/>
                      <a:pt x="2557" y="9081"/>
                    </a:cubicBezTo>
                    <a:cubicBezTo>
                      <a:pt x="2417" y="9425"/>
                      <a:pt x="2295" y="9774"/>
                      <a:pt x="2182" y="10128"/>
                    </a:cubicBezTo>
                    <a:cubicBezTo>
                      <a:pt x="2002" y="10684"/>
                      <a:pt x="1832" y="11186"/>
                      <a:pt x="1542" y="11700"/>
                    </a:cubicBezTo>
                    <a:cubicBezTo>
                      <a:pt x="1257" y="12293"/>
                      <a:pt x="1222" y="12778"/>
                      <a:pt x="1182" y="13428"/>
                    </a:cubicBezTo>
                    <a:cubicBezTo>
                      <a:pt x="1132" y="14240"/>
                      <a:pt x="1022" y="14955"/>
                      <a:pt x="805" y="15741"/>
                    </a:cubicBezTo>
                    <a:cubicBezTo>
                      <a:pt x="465" y="17199"/>
                      <a:pt x="487" y="18640"/>
                      <a:pt x="492" y="20124"/>
                    </a:cubicBezTo>
                    <a:cubicBezTo>
                      <a:pt x="492" y="20437"/>
                      <a:pt x="490" y="20750"/>
                      <a:pt x="490" y="21063"/>
                    </a:cubicBezTo>
                    <a:cubicBezTo>
                      <a:pt x="487" y="21906"/>
                      <a:pt x="487" y="22752"/>
                      <a:pt x="490" y="23596"/>
                    </a:cubicBezTo>
                    <a:cubicBezTo>
                      <a:pt x="492" y="24483"/>
                      <a:pt x="490" y="25369"/>
                      <a:pt x="490" y="26256"/>
                    </a:cubicBezTo>
                    <a:cubicBezTo>
                      <a:pt x="487" y="27742"/>
                      <a:pt x="490" y="29231"/>
                      <a:pt x="492" y="30720"/>
                    </a:cubicBezTo>
                    <a:cubicBezTo>
                      <a:pt x="495" y="32435"/>
                      <a:pt x="495" y="34154"/>
                      <a:pt x="492" y="35869"/>
                    </a:cubicBezTo>
                    <a:cubicBezTo>
                      <a:pt x="490" y="37349"/>
                      <a:pt x="490" y="38826"/>
                      <a:pt x="490" y="40305"/>
                    </a:cubicBezTo>
                    <a:cubicBezTo>
                      <a:pt x="490" y="41184"/>
                      <a:pt x="490" y="42066"/>
                      <a:pt x="490" y="42948"/>
                    </a:cubicBezTo>
                    <a:cubicBezTo>
                      <a:pt x="487" y="43775"/>
                      <a:pt x="490" y="44604"/>
                      <a:pt x="492" y="45433"/>
                    </a:cubicBezTo>
                    <a:cubicBezTo>
                      <a:pt x="492" y="45734"/>
                      <a:pt x="492" y="46038"/>
                      <a:pt x="490" y="46341"/>
                    </a:cubicBezTo>
                    <a:cubicBezTo>
                      <a:pt x="485" y="47859"/>
                      <a:pt x="525" y="49214"/>
                      <a:pt x="1057" y="50662"/>
                    </a:cubicBezTo>
                    <a:cubicBezTo>
                      <a:pt x="1087" y="51185"/>
                      <a:pt x="1087" y="51185"/>
                      <a:pt x="1057" y="51618"/>
                    </a:cubicBezTo>
                    <a:cubicBezTo>
                      <a:pt x="1017" y="53001"/>
                      <a:pt x="1497" y="54179"/>
                      <a:pt x="2057" y="55441"/>
                    </a:cubicBezTo>
                    <a:cubicBezTo>
                      <a:pt x="2112" y="55580"/>
                      <a:pt x="2165" y="55718"/>
                      <a:pt x="2220" y="55862"/>
                    </a:cubicBezTo>
                    <a:cubicBezTo>
                      <a:pt x="2607" y="56815"/>
                      <a:pt x="2927" y="57226"/>
                      <a:pt x="3807" y="57831"/>
                    </a:cubicBezTo>
                    <a:cubicBezTo>
                      <a:pt x="3977" y="58142"/>
                      <a:pt x="3977" y="58142"/>
                      <a:pt x="4135" y="58502"/>
                    </a:cubicBezTo>
                    <a:cubicBezTo>
                      <a:pt x="4612" y="59492"/>
                      <a:pt x="5425" y="60041"/>
                      <a:pt x="6307" y="60699"/>
                    </a:cubicBezTo>
                    <a:cubicBezTo>
                      <a:pt x="6492" y="60844"/>
                      <a:pt x="6677" y="60992"/>
                      <a:pt x="6870" y="61143"/>
                    </a:cubicBezTo>
                    <a:cubicBezTo>
                      <a:pt x="8637" y="62522"/>
                      <a:pt x="8637" y="62522"/>
                      <a:pt x="9640" y="62744"/>
                    </a:cubicBezTo>
                    <a:cubicBezTo>
                      <a:pt x="10137" y="62868"/>
                      <a:pt x="10605" y="63043"/>
                      <a:pt x="11085" y="63212"/>
                    </a:cubicBezTo>
                    <a:cubicBezTo>
                      <a:pt x="12282" y="63595"/>
                      <a:pt x="13347" y="63667"/>
                      <a:pt x="14600" y="63652"/>
                    </a:cubicBezTo>
                    <a:cubicBezTo>
                      <a:pt x="14820" y="63652"/>
                      <a:pt x="15037" y="63655"/>
                      <a:pt x="15265" y="63655"/>
                    </a:cubicBezTo>
                    <a:cubicBezTo>
                      <a:pt x="15867" y="63655"/>
                      <a:pt x="16467" y="63652"/>
                      <a:pt x="17070" y="63650"/>
                    </a:cubicBezTo>
                    <a:cubicBezTo>
                      <a:pt x="17722" y="63647"/>
                      <a:pt x="18375" y="63647"/>
                      <a:pt x="19025" y="63647"/>
                    </a:cubicBezTo>
                    <a:cubicBezTo>
                      <a:pt x="20152" y="63647"/>
                      <a:pt x="21280" y="63645"/>
                      <a:pt x="22407" y="63643"/>
                    </a:cubicBezTo>
                    <a:cubicBezTo>
                      <a:pt x="24037" y="63635"/>
                      <a:pt x="25665" y="63633"/>
                      <a:pt x="27295" y="63633"/>
                    </a:cubicBezTo>
                    <a:cubicBezTo>
                      <a:pt x="29940" y="63631"/>
                      <a:pt x="32585" y="63626"/>
                      <a:pt x="35227" y="63621"/>
                    </a:cubicBezTo>
                    <a:cubicBezTo>
                      <a:pt x="37795" y="63614"/>
                      <a:pt x="40362" y="63609"/>
                      <a:pt x="42930" y="63604"/>
                    </a:cubicBezTo>
                    <a:cubicBezTo>
                      <a:pt x="43010" y="63604"/>
                      <a:pt x="43010" y="63604"/>
                      <a:pt x="43410" y="63604"/>
                    </a:cubicBezTo>
                    <a:cubicBezTo>
                      <a:pt x="44205" y="63604"/>
                      <a:pt x="45000" y="63602"/>
                      <a:pt x="45795" y="63602"/>
                    </a:cubicBezTo>
                    <a:cubicBezTo>
                      <a:pt x="52382" y="63595"/>
                      <a:pt x="58970" y="63583"/>
                      <a:pt x="65557" y="63566"/>
                    </a:cubicBezTo>
                    <a:cubicBezTo>
                      <a:pt x="65570" y="57124"/>
                      <a:pt x="65577" y="50683"/>
                      <a:pt x="65582" y="44241"/>
                    </a:cubicBezTo>
                    <a:cubicBezTo>
                      <a:pt x="65582" y="43481"/>
                      <a:pt x="65585" y="42721"/>
                      <a:pt x="65585" y="41961"/>
                    </a:cubicBezTo>
                    <a:cubicBezTo>
                      <a:pt x="65585" y="41810"/>
                      <a:pt x="65585" y="41657"/>
                      <a:pt x="65585" y="41502"/>
                    </a:cubicBezTo>
                    <a:cubicBezTo>
                      <a:pt x="65587" y="39050"/>
                      <a:pt x="65592" y="36598"/>
                      <a:pt x="65595" y="34147"/>
                    </a:cubicBezTo>
                    <a:cubicBezTo>
                      <a:pt x="65600" y="31630"/>
                      <a:pt x="65602" y="29116"/>
                      <a:pt x="65605" y="26602"/>
                    </a:cubicBezTo>
                    <a:cubicBezTo>
                      <a:pt x="65605" y="25049"/>
                      <a:pt x="65607" y="23496"/>
                      <a:pt x="65612" y="21945"/>
                    </a:cubicBezTo>
                    <a:cubicBezTo>
                      <a:pt x="65615" y="20881"/>
                      <a:pt x="65615" y="19815"/>
                      <a:pt x="65615" y="18752"/>
                    </a:cubicBezTo>
                    <a:cubicBezTo>
                      <a:pt x="65615" y="18138"/>
                      <a:pt x="65615" y="17524"/>
                      <a:pt x="65617" y="16910"/>
                    </a:cubicBezTo>
                    <a:cubicBezTo>
                      <a:pt x="65620" y="16245"/>
                      <a:pt x="65620" y="15578"/>
                      <a:pt x="65617" y="14914"/>
                    </a:cubicBezTo>
                    <a:cubicBezTo>
                      <a:pt x="65620" y="14718"/>
                      <a:pt x="65620" y="14525"/>
                      <a:pt x="65622" y="14324"/>
                    </a:cubicBezTo>
                    <a:cubicBezTo>
                      <a:pt x="65620" y="14145"/>
                      <a:pt x="65620" y="13968"/>
                      <a:pt x="65620" y="13784"/>
                    </a:cubicBezTo>
                    <a:cubicBezTo>
                      <a:pt x="65620" y="13707"/>
                      <a:pt x="65620" y="13707"/>
                      <a:pt x="65620" y="13318"/>
                    </a:cubicBezTo>
                    <a:cubicBezTo>
                      <a:pt x="65547" y="12830"/>
                      <a:pt x="65352" y="12584"/>
                      <a:pt x="65057" y="12188"/>
                    </a:cubicBezTo>
                    <a:cubicBezTo>
                      <a:pt x="64995" y="11786"/>
                      <a:pt x="64945" y="11382"/>
                      <a:pt x="64902" y="10978"/>
                    </a:cubicBezTo>
                    <a:cubicBezTo>
                      <a:pt x="64637" y="9437"/>
                      <a:pt x="63867" y="8579"/>
                      <a:pt x="62797" y="7446"/>
                    </a:cubicBezTo>
                    <a:cubicBezTo>
                      <a:pt x="62547" y="7157"/>
                      <a:pt x="62352" y="6861"/>
                      <a:pt x="62155" y="6533"/>
                    </a:cubicBezTo>
                    <a:cubicBezTo>
                      <a:pt x="61567" y="5587"/>
                      <a:pt x="60795" y="5109"/>
                      <a:pt x="59760" y="4660"/>
                    </a:cubicBezTo>
                    <a:cubicBezTo>
                      <a:pt x="59087" y="4361"/>
                      <a:pt x="59087" y="4361"/>
                      <a:pt x="58807" y="3809"/>
                    </a:cubicBezTo>
                    <a:cubicBezTo>
                      <a:pt x="58517" y="3272"/>
                      <a:pt x="58430" y="3255"/>
                      <a:pt x="57855" y="3078"/>
                    </a:cubicBezTo>
                    <a:cubicBezTo>
                      <a:pt x="57787" y="3059"/>
                      <a:pt x="57787" y="3059"/>
                      <a:pt x="57447" y="2970"/>
                    </a:cubicBezTo>
                    <a:cubicBezTo>
                      <a:pt x="57057" y="2868"/>
                      <a:pt x="57057" y="2868"/>
                      <a:pt x="56480" y="2629"/>
                    </a:cubicBezTo>
                    <a:cubicBezTo>
                      <a:pt x="55172" y="2165"/>
                      <a:pt x="53860" y="1869"/>
                      <a:pt x="52462" y="1926"/>
                    </a:cubicBezTo>
                    <a:cubicBezTo>
                      <a:pt x="51945" y="1907"/>
                      <a:pt x="51482" y="1790"/>
                      <a:pt x="50980" y="1675"/>
                    </a:cubicBezTo>
                    <a:cubicBezTo>
                      <a:pt x="49335" y="1353"/>
                      <a:pt x="47722" y="1379"/>
                      <a:pt x="46050" y="1396"/>
                    </a:cubicBezTo>
                    <a:cubicBezTo>
                      <a:pt x="45717" y="1398"/>
                      <a:pt x="45387" y="1398"/>
                      <a:pt x="45055" y="1400"/>
                    </a:cubicBezTo>
                    <a:cubicBezTo>
                      <a:pt x="44190" y="1403"/>
                      <a:pt x="43325" y="1408"/>
                      <a:pt x="42462" y="1415"/>
                    </a:cubicBezTo>
                    <a:cubicBezTo>
                      <a:pt x="41070" y="1424"/>
                      <a:pt x="39680" y="1431"/>
                      <a:pt x="38290" y="1439"/>
                    </a:cubicBezTo>
                    <a:cubicBezTo>
                      <a:pt x="37805" y="1441"/>
                      <a:pt x="37322" y="1443"/>
                      <a:pt x="36837" y="1448"/>
                    </a:cubicBezTo>
                    <a:cubicBezTo>
                      <a:pt x="36542" y="1451"/>
                      <a:pt x="36247" y="1453"/>
                      <a:pt x="35952" y="1453"/>
                    </a:cubicBezTo>
                    <a:cubicBezTo>
                      <a:pt x="35885" y="1455"/>
                      <a:pt x="35885" y="1455"/>
                      <a:pt x="35545" y="1458"/>
                    </a:cubicBezTo>
                    <a:cubicBezTo>
                      <a:pt x="34957" y="1460"/>
                      <a:pt x="34590" y="1451"/>
                      <a:pt x="34057" y="1195"/>
                    </a:cubicBezTo>
                    <a:cubicBezTo>
                      <a:pt x="34057" y="801"/>
                      <a:pt x="34057" y="406"/>
                      <a:pt x="34057" y="0"/>
                    </a:cubicBezTo>
                    <a:cubicBezTo>
                      <a:pt x="34107" y="117"/>
                      <a:pt x="34157" y="232"/>
                      <a:pt x="34207" y="351"/>
                    </a:cubicBezTo>
                    <a:cubicBezTo>
                      <a:pt x="34557" y="717"/>
                      <a:pt x="34557" y="717"/>
                      <a:pt x="35252" y="810"/>
                    </a:cubicBezTo>
                    <a:cubicBezTo>
                      <a:pt x="35552" y="817"/>
                      <a:pt x="35852" y="817"/>
                      <a:pt x="36150" y="817"/>
                    </a:cubicBezTo>
                    <a:cubicBezTo>
                      <a:pt x="36315" y="820"/>
                      <a:pt x="36477" y="820"/>
                      <a:pt x="36647" y="822"/>
                    </a:cubicBezTo>
                    <a:cubicBezTo>
                      <a:pt x="37188" y="829"/>
                      <a:pt x="37730" y="829"/>
                      <a:pt x="38272" y="832"/>
                    </a:cubicBezTo>
                    <a:cubicBezTo>
                      <a:pt x="38650" y="834"/>
                      <a:pt x="39025" y="839"/>
                      <a:pt x="39402" y="841"/>
                    </a:cubicBezTo>
                    <a:cubicBezTo>
                      <a:pt x="40397" y="853"/>
                      <a:pt x="41390" y="858"/>
                      <a:pt x="42385" y="863"/>
                    </a:cubicBezTo>
                    <a:cubicBezTo>
                      <a:pt x="43972" y="872"/>
                      <a:pt x="45560" y="887"/>
                      <a:pt x="47147" y="901"/>
                    </a:cubicBezTo>
                    <a:cubicBezTo>
                      <a:pt x="47700" y="906"/>
                      <a:pt x="48255" y="908"/>
                      <a:pt x="48807" y="910"/>
                    </a:cubicBezTo>
                    <a:cubicBezTo>
                      <a:pt x="49150" y="913"/>
                      <a:pt x="49492" y="915"/>
                      <a:pt x="49835" y="918"/>
                    </a:cubicBezTo>
                    <a:cubicBezTo>
                      <a:pt x="49987" y="918"/>
                      <a:pt x="50140" y="918"/>
                      <a:pt x="50297" y="920"/>
                    </a:cubicBezTo>
                    <a:cubicBezTo>
                      <a:pt x="51245" y="927"/>
                      <a:pt x="52125" y="1032"/>
                      <a:pt x="53057" y="1195"/>
                    </a:cubicBezTo>
                    <a:cubicBezTo>
                      <a:pt x="53500" y="1185"/>
                      <a:pt x="53500" y="1185"/>
                      <a:pt x="53870" y="1149"/>
                    </a:cubicBezTo>
                    <a:cubicBezTo>
                      <a:pt x="55110" y="1121"/>
                      <a:pt x="56200" y="1673"/>
                      <a:pt x="57307" y="2151"/>
                    </a:cubicBezTo>
                    <a:cubicBezTo>
                      <a:pt x="57307" y="2308"/>
                      <a:pt x="57307" y="2466"/>
                      <a:pt x="57307" y="2629"/>
                    </a:cubicBezTo>
                    <a:cubicBezTo>
                      <a:pt x="57422" y="2636"/>
                      <a:pt x="57537" y="2641"/>
                      <a:pt x="57655" y="2648"/>
                    </a:cubicBezTo>
                    <a:cubicBezTo>
                      <a:pt x="58815" y="2751"/>
                      <a:pt x="59267" y="2970"/>
                      <a:pt x="60057" y="3824"/>
                    </a:cubicBezTo>
                    <a:cubicBezTo>
                      <a:pt x="60292" y="3979"/>
                      <a:pt x="60532" y="4127"/>
                      <a:pt x="60777" y="4273"/>
                    </a:cubicBezTo>
                    <a:cubicBezTo>
                      <a:pt x="62107" y="5095"/>
                      <a:pt x="63017" y="5972"/>
                      <a:pt x="63557" y="7408"/>
                    </a:cubicBezTo>
                    <a:cubicBezTo>
                      <a:pt x="63987" y="8020"/>
                      <a:pt x="64362" y="8510"/>
                      <a:pt x="65057" y="8842"/>
                    </a:cubicBezTo>
                    <a:cubicBezTo>
                      <a:pt x="65262" y="9224"/>
                      <a:pt x="65262" y="9224"/>
                      <a:pt x="65447" y="9707"/>
                    </a:cubicBezTo>
                    <a:cubicBezTo>
                      <a:pt x="65510" y="9865"/>
                      <a:pt x="65572" y="10020"/>
                      <a:pt x="65637" y="10180"/>
                    </a:cubicBezTo>
                    <a:cubicBezTo>
                      <a:pt x="66065" y="11619"/>
                      <a:pt x="66095" y="13067"/>
                      <a:pt x="66097" y="14556"/>
                    </a:cubicBezTo>
                    <a:cubicBezTo>
                      <a:pt x="66100" y="14764"/>
                      <a:pt x="66102" y="14974"/>
                      <a:pt x="66102" y="15189"/>
                    </a:cubicBezTo>
                    <a:cubicBezTo>
                      <a:pt x="66107" y="15762"/>
                      <a:pt x="66110" y="16338"/>
                      <a:pt x="66112" y="16914"/>
                    </a:cubicBezTo>
                    <a:cubicBezTo>
                      <a:pt x="66115" y="17536"/>
                      <a:pt x="66117" y="18157"/>
                      <a:pt x="66122" y="18778"/>
                    </a:cubicBezTo>
                    <a:cubicBezTo>
                      <a:pt x="66127" y="19995"/>
                      <a:pt x="66135" y="21211"/>
                      <a:pt x="66140" y="22427"/>
                    </a:cubicBezTo>
                    <a:cubicBezTo>
                      <a:pt x="66145" y="23417"/>
                      <a:pt x="66150" y="24406"/>
                      <a:pt x="66155" y="25393"/>
                    </a:cubicBezTo>
                    <a:cubicBezTo>
                      <a:pt x="66155" y="25534"/>
                      <a:pt x="66155" y="25675"/>
                      <a:pt x="66155" y="25821"/>
                    </a:cubicBezTo>
                    <a:cubicBezTo>
                      <a:pt x="66157" y="26108"/>
                      <a:pt x="66160" y="26392"/>
                      <a:pt x="66160" y="26679"/>
                    </a:cubicBezTo>
                    <a:cubicBezTo>
                      <a:pt x="66175" y="29358"/>
                      <a:pt x="66188" y="32039"/>
                      <a:pt x="66200" y="34718"/>
                    </a:cubicBezTo>
                    <a:cubicBezTo>
                      <a:pt x="66210" y="37019"/>
                      <a:pt x="66220" y="39318"/>
                      <a:pt x="66232" y="41617"/>
                    </a:cubicBezTo>
                    <a:cubicBezTo>
                      <a:pt x="66247" y="44291"/>
                      <a:pt x="66262" y="46963"/>
                      <a:pt x="66275" y="49634"/>
                    </a:cubicBezTo>
                    <a:cubicBezTo>
                      <a:pt x="66275" y="49919"/>
                      <a:pt x="66277" y="50203"/>
                      <a:pt x="66277" y="50487"/>
                    </a:cubicBezTo>
                    <a:cubicBezTo>
                      <a:pt x="66277" y="50628"/>
                      <a:pt x="66280" y="50769"/>
                      <a:pt x="66280" y="50913"/>
                    </a:cubicBezTo>
                    <a:cubicBezTo>
                      <a:pt x="66285" y="51900"/>
                      <a:pt x="66290" y="52889"/>
                      <a:pt x="66295" y="53876"/>
                    </a:cubicBezTo>
                    <a:cubicBezTo>
                      <a:pt x="66302" y="55078"/>
                      <a:pt x="66307" y="56282"/>
                      <a:pt x="66312" y="57484"/>
                    </a:cubicBezTo>
                    <a:cubicBezTo>
                      <a:pt x="66315" y="58099"/>
                      <a:pt x="66317" y="58713"/>
                      <a:pt x="66322" y="59327"/>
                    </a:cubicBezTo>
                    <a:cubicBezTo>
                      <a:pt x="66325" y="59991"/>
                      <a:pt x="66327" y="60656"/>
                      <a:pt x="66330" y="61320"/>
                    </a:cubicBezTo>
                    <a:cubicBezTo>
                      <a:pt x="66330" y="61418"/>
                      <a:pt x="66330" y="61418"/>
                      <a:pt x="66335" y="61910"/>
                    </a:cubicBezTo>
                    <a:cubicBezTo>
                      <a:pt x="66335" y="62087"/>
                      <a:pt x="66335" y="62266"/>
                      <a:pt x="66335" y="62448"/>
                    </a:cubicBezTo>
                    <a:cubicBezTo>
                      <a:pt x="66335" y="62603"/>
                      <a:pt x="66337" y="62756"/>
                      <a:pt x="66337" y="62914"/>
                    </a:cubicBezTo>
                    <a:cubicBezTo>
                      <a:pt x="66307" y="63330"/>
                      <a:pt x="66215" y="63657"/>
                      <a:pt x="66057" y="64044"/>
                    </a:cubicBezTo>
                    <a:cubicBezTo>
                      <a:pt x="64920" y="64317"/>
                      <a:pt x="63827" y="64314"/>
                      <a:pt x="62657" y="64307"/>
                    </a:cubicBezTo>
                    <a:cubicBezTo>
                      <a:pt x="62550" y="64305"/>
                      <a:pt x="62550" y="64305"/>
                      <a:pt x="62005" y="64305"/>
                    </a:cubicBezTo>
                    <a:cubicBezTo>
                      <a:pt x="61405" y="64302"/>
                      <a:pt x="60807" y="64300"/>
                      <a:pt x="60210" y="64297"/>
                    </a:cubicBezTo>
                    <a:cubicBezTo>
                      <a:pt x="59565" y="64295"/>
                      <a:pt x="58920" y="64293"/>
                      <a:pt x="58275" y="64290"/>
                    </a:cubicBezTo>
                    <a:cubicBezTo>
                      <a:pt x="57010" y="64288"/>
                      <a:pt x="55747" y="64283"/>
                      <a:pt x="54485" y="64276"/>
                    </a:cubicBezTo>
                    <a:cubicBezTo>
                      <a:pt x="53455" y="64271"/>
                      <a:pt x="52427" y="64269"/>
                      <a:pt x="51400" y="64264"/>
                    </a:cubicBezTo>
                    <a:cubicBezTo>
                      <a:pt x="48485" y="64252"/>
                      <a:pt x="45570" y="64240"/>
                      <a:pt x="42655" y="64228"/>
                    </a:cubicBezTo>
                    <a:cubicBezTo>
                      <a:pt x="42497" y="64226"/>
                      <a:pt x="42340" y="64226"/>
                      <a:pt x="42180" y="64226"/>
                    </a:cubicBezTo>
                    <a:cubicBezTo>
                      <a:pt x="42022" y="64226"/>
                      <a:pt x="41865" y="64223"/>
                      <a:pt x="41702" y="64223"/>
                    </a:cubicBezTo>
                    <a:cubicBezTo>
                      <a:pt x="39155" y="64211"/>
                      <a:pt x="36607" y="64202"/>
                      <a:pt x="34057" y="64195"/>
                    </a:cubicBezTo>
                    <a:cubicBezTo>
                      <a:pt x="31440" y="64185"/>
                      <a:pt x="28822" y="64176"/>
                      <a:pt x="26202" y="64164"/>
                    </a:cubicBezTo>
                    <a:cubicBezTo>
                      <a:pt x="24735" y="64156"/>
                      <a:pt x="23265" y="64149"/>
                      <a:pt x="21795" y="64147"/>
                    </a:cubicBezTo>
                    <a:cubicBezTo>
                      <a:pt x="20545" y="64142"/>
                      <a:pt x="19295" y="64137"/>
                      <a:pt x="18042" y="64130"/>
                    </a:cubicBezTo>
                    <a:cubicBezTo>
                      <a:pt x="17405" y="64128"/>
                      <a:pt x="16767" y="64123"/>
                      <a:pt x="16130" y="64123"/>
                    </a:cubicBezTo>
                    <a:cubicBezTo>
                      <a:pt x="15438" y="64121"/>
                      <a:pt x="14745" y="64118"/>
                      <a:pt x="14052" y="64113"/>
                    </a:cubicBezTo>
                    <a:cubicBezTo>
                      <a:pt x="13852" y="64113"/>
                      <a:pt x="13652" y="64113"/>
                      <a:pt x="13447" y="64113"/>
                    </a:cubicBezTo>
                    <a:cubicBezTo>
                      <a:pt x="11582" y="64094"/>
                      <a:pt x="9172" y="63808"/>
                      <a:pt x="7722" y="62562"/>
                    </a:cubicBezTo>
                    <a:cubicBezTo>
                      <a:pt x="7520" y="62355"/>
                      <a:pt x="7317" y="62147"/>
                      <a:pt x="7115" y="61936"/>
                    </a:cubicBezTo>
                    <a:cubicBezTo>
                      <a:pt x="6787" y="61638"/>
                      <a:pt x="6520" y="61506"/>
                      <a:pt x="6105" y="61341"/>
                    </a:cubicBezTo>
                    <a:cubicBezTo>
                      <a:pt x="4435" y="60613"/>
                      <a:pt x="3275" y="59157"/>
                      <a:pt x="2557" y="57592"/>
                    </a:cubicBezTo>
                    <a:cubicBezTo>
                      <a:pt x="2392" y="57513"/>
                      <a:pt x="2227" y="57434"/>
                      <a:pt x="2057" y="57353"/>
                    </a:cubicBezTo>
                    <a:cubicBezTo>
                      <a:pt x="1840" y="56980"/>
                      <a:pt x="1690" y="56591"/>
                      <a:pt x="1522" y="56194"/>
                    </a:cubicBezTo>
                    <a:cubicBezTo>
                      <a:pt x="1372" y="55833"/>
                      <a:pt x="1207" y="55475"/>
                      <a:pt x="1037" y="55121"/>
                    </a:cubicBezTo>
                    <a:cubicBezTo>
                      <a:pt x="435" y="53835"/>
                      <a:pt x="210" y="52820"/>
                      <a:pt x="297" y="51410"/>
                    </a:cubicBezTo>
                    <a:cubicBezTo>
                      <a:pt x="307" y="50901"/>
                      <a:pt x="307" y="50901"/>
                      <a:pt x="185" y="50597"/>
                    </a:cubicBezTo>
                    <a:cubicBezTo>
                      <a:pt x="0" y="50000"/>
                      <a:pt x="22" y="49412"/>
                      <a:pt x="25" y="48793"/>
                    </a:cubicBezTo>
                    <a:cubicBezTo>
                      <a:pt x="25" y="48652"/>
                      <a:pt x="25" y="48511"/>
                      <a:pt x="25" y="48368"/>
                    </a:cubicBezTo>
                    <a:cubicBezTo>
                      <a:pt x="22" y="47894"/>
                      <a:pt x="25" y="47421"/>
                      <a:pt x="25" y="46948"/>
                    </a:cubicBezTo>
                    <a:cubicBezTo>
                      <a:pt x="25" y="46611"/>
                      <a:pt x="25" y="46272"/>
                      <a:pt x="25" y="45933"/>
                    </a:cubicBezTo>
                    <a:cubicBezTo>
                      <a:pt x="22" y="45010"/>
                      <a:pt x="22" y="44090"/>
                      <a:pt x="25" y="43168"/>
                    </a:cubicBezTo>
                    <a:cubicBezTo>
                      <a:pt x="25" y="42202"/>
                      <a:pt x="25" y="41237"/>
                      <a:pt x="22" y="40269"/>
                    </a:cubicBezTo>
                    <a:cubicBezTo>
                      <a:pt x="22" y="38644"/>
                      <a:pt x="22" y="37019"/>
                      <a:pt x="25" y="35394"/>
                    </a:cubicBezTo>
                    <a:cubicBezTo>
                      <a:pt x="27" y="33520"/>
                      <a:pt x="25" y="31649"/>
                      <a:pt x="25" y="29776"/>
                    </a:cubicBezTo>
                    <a:cubicBezTo>
                      <a:pt x="22" y="28165"/>
                      <a:pt x="22" y="26554"/>
                      <a:pt x="25" y="24944"/>
                    </a:cubicBezTo>
                    <a:cubicBezTo>
                      <a:pt x="25" y="23983"/>
                      <a:pt x="25" y="23022"/>
                      <a:pt x="22" y="22062"/>
                    </a:cubicBezTo>
                    <a:cubicBezTo>
                      <a:pt x="22" y="21156"/>
                      <a:pt x="22" y="20250"/>
                      <a:pt x="25" y="19345"/>
                    </a:cubicBezTo>
                    <a:cubicBezTo>
                      <a:pt x="25" y="19015"/>
                      <a:pt x="25" y="18685"/>
                      <a:pt x="25" y="18355"/>
                    </a:cubicBezTo>
                    <a:cubicBezTo>
                      <a:pt x="22" y="16764"/>
                      <a:pt x="42" y="15179"/>
                      <a:pt x="155" y="13590"/>
                    </a:cubicBezTo>
                    <a:cubicBezTo>
                      <a:pt x="162" y="13466"/>
                      <a:pt x="172" y="13339"/>
                      <a:pt x="180" y="13213"/>
                    </a:cubicBezTo>
                    <a:cubicBezTo>
                      <a:pt x="277" y="12027"/>
                      <a:pt x="715" y="11100"/>
                      <a:pt x="1322" y="10082"/>
                    </a:cubicBezTo>
                    <a:cubicBezTo>
                      <a:pt x="1417" y="9912"/>
                      <a:pt x="1512" y="9745"/>
                      <a:pt x="1610" y="9571"/>
                    </a:cubicBezTo>
                    <a:cubicBezTo>
                      <a:pt x="1837" y="9167"/>
                      <a:pt x="2070" y="8763"/>
                      <a:pt x="2307" y="8364"/>
                    </a:cubicBezTo>
                    <a:cubicBezTo>
                      <a:pt x="2472" y="8364"/>
                      <a:pt x="2637" y="8364"/>
                      <a:pt x="2807" y="8364"/>
                    </a:cubicBezTo>
                    <a:cubicBezTo>
                      <a:pt x="2827" y="8151"/>
                      <a:pt x="2847" y="7941"/>
                      <a:pt x="2870" y="7721"/>
                    </a:cubicBezTo>
                    <a:cubicBezTo>
                      <a:pt x="3160" y="6139"/>
                      <a:pt x="4752" y="4956"/>
                      <a:pt x="6057" y="4062"/>
                    </a:cubicBezTo>
                    <a:cubicBezTo>
                      <a:pt x="6535" y="3888"/>
                      <a:pt x="6967" y="3776"/>
                      <a:pt x="7470" y="3699"/>
                    </a:cubicBezTo>
                    <a:cubicBezTo>
                      <a:pt x="7582" y="3661"/>
                      <a:pt x="7692" y="3623"/>
                      <a:pt x="7807" y="3585"/>
                    </a:cubicBezTo>
                    <a:cubicBezTo>
                      <a:pt x="7845" y="3472"/>
                      <a:pt x="7885" y="3360"/>
                      <a:pt x="7922" y="3245"/>
                    </a:cubicBezTo>
                    <a:cubicBezTo>
                      <a:pt x="8057" y="2868"/>
                      <a:pt x="8057" y="2868"/>
                      <a:pt x="8457" y="2614"/>
                    </a:cubicBezTo>
                    <a:cubicBezTo>
                      <a:pt x="8990" y="2378"/>
                      <a:pt x="9522" y="2144"/>
                      <a:pt x="10057" y="1912"/>
                    </a:cubicBezTo>
                    <a:cubicBezTo>
                      <a:pt x="10190" y="1842"/>
                      <a:pt x="10320" y="1771"/>
                      <a:pt x="10455" y="1699"/>
                    </a:cubicBezTo>
                    <a:cubicBezTo>
                      <a:pt x="11397" y="1228"/>
                      <a:pt x="12325" y="1121"/>
                      <a:pt x="13375" y="1056"/>
                    </a:cubicBezTo>
                    <a:cubicBezTo>
                      <a:pt x="13450" y="1051"/>
                      <a:pt x="13450" y="1051"/>
                      <a:pt x="13840" y="1028"/>
                    </a:cubicBezTo>
                    <a:cubicBezTo>
                      <a:pt x="15627" y="925"/>
                      <a:pt x="17412" y="925"/>
                      <a:pt x="19205" y="932"/>
                    </a:cubicBezTo>
                    <a:cubicBezTo>
                      <a:pt x="19562" y="932"/>
                      <a:pt x="19922" y="934"/>
                      <a:pt x="20282" y="934"/>
                    </a:cubicBezTo>
                    <a:cubicBezTo>
                      <a:pt x="21215" y="934"/>
                      <a:pt x="22147" y="937"/>
                      <a:pt x="23080" y="939"/>
                    </a:cubicBezTo>
                    <a:cubicBezTo>
                      <a:pt x="24037" y="942"/>
                      <a:pt x="24995" y="944"/>
                      <a:pt x="25952" y="944"/>
                    </a:cubicBezTo>
                    <a:cubicBezTo>
                      <a:pt x="27820" y="946"/>
                      <a:pt x="29690" y="951"/>
                      <a:pt x="31557" y="956"/>
                    </a:cubicBezTo>
                    <a:cubicBezTo>
                      <a:pt x="31640" y="640"/>
                      <a:pt x="31722" y="325"/>
                      <a:pt x="31807" y="0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441" name="gpt4o vector"/>
              <p:cNvSpPr/>
              <p:nvPr/>
            </p:nvSpPr>
            <p:spPr>
              <a:xfrm>
                <a:off x="14751581" y="2087641"/>
                <a:ext cx="93063" cy="101041"/>
              </a:xfrm>
              <a:custGeom>
                <a:avLst/>
                <a:gdLst/>
                <a:ahLst/>
                <a:cxnLst/>
                <a:rect l="0" t="0" r="r" b="b"/>
                <a:pathLst>
                  <a:path w="10178" h="11050" fill="norm" stroke="0">
                    <a:moveTo>
                      <a:pt x="6497" y="413"/>
                    </a:moveTo>
                    <a:cubicBezTo>
                      <a:pt x="7105" y="731"/>
                      <a:pt x="7655" y="1080"/>
                      <a:pt x="8212" y="1472"/>
                    </a:cubicBezTo>
                    <a:cubicBezTo>
                      <a:pt x="8747" y="1847"/>
                      <a:pt x="8747" y="1847"/>
                      <a:pt x="9430" y="2081"/>
                    </a:cubicBezTo>
                    <a:cubicBezTo>
                      <a:pt x="9745" y="2261"/>
                      <a:pt x="9745" y="2261"/>
                      <a:pt x="9997" y="2564"/>
                    </a:cubicBezTo>
                    <a:cubicBezTo>
                      <a:pt x="10165" y="3346"/>
                      <a:pt x="10178" y="4108"/>
                      <a:pt x="10160" y="4901"/>
                    </a:cubicBezTo>
                    <a:cubicBezTo>
                      <a:pt x="10155" y="5281"/>
                      <a:pt x="10160" y="5656"/>
                      <a:pt x="10168" y="6036"/>
                    </a:cubicBezTo>
                    <a:cubicBezTo>
                      <a:pt x="10178" y="8051"/>
                      <a:pt x="10178" y="8051"/>
                      <a:pt x="9465" y="8775"/>
                    </a:cubicBezTo>
                    <a:cubicBezTo>
                      <a:pt x="9122" y="9028"/>
                      <a:pt x="9122" y="9028"/>
                      <a:pt x="8747" y="9255"/>
                    </a:cubicBezTo>
                    <a:cubicBezTo>
                      <a:pt x="8620" y="9337"/>
                      <a:pt x="8492" y="9418"/>
                      <a:pt x="8360" y="9499"/>
                    </a:cubicBezTo>
                    <a:cubicBezTo>
                      <a:pt x="7955" y="9740"/>
                      <a:pt x="7545" y="9956"/>
                      <a:pt x="7122" y="10166"/>
                    </a:cubicBezTo>
                    <a:cubicBezTo>
                      <a:pt x="7053" y="10204"/>
                      <a:pt x="7053" y="10204"/>
                      <a:pt x="6702" y="10393"/>
                    </a:cubicBezTo>
                    <a:cubicBezTo>
                      <a:pt x="5857" y="10823"/>
                      <a:pt x="5230" y="11050"/>
                      <a:pt x="4247" y="10928"/>
                    </a:cubicBezTo>
                    <a:cubicBezTo>
                      <a:pt x="3888" y="10615"/>
                      <a:pt x="3888" y="10615"/>
                      <a:pt x="3497" y="10211"/>
                    </a:cubicBezTo>
                    <a:cubicBezTo>
                      <a:pt x="3013" y="9941"/>
                      <a:pt x="2505" y="9719"/>
                      <a:pt x="1997" y="9494"/>
                    </a:cubicBezTo>
                    <a:cubicBezTo>
                      <a:pt x="1720" y="9370"/>
                      <a:pt x="1445" y="9246"/>
                      <a:pt x="1170" y="9122"/>
                    </a:cubicBezTo>
                    <a:cubicBezTo>
                      <a:pt x="1047" y="9067"/>
                      <a:pt x="925" y="9012"/>
                      <a:pt x="797" y="8957"/>
                    </a:cubicBezTo>
                    <a:cubicBezTo>
                      <a:pt x="497" y="8777"/>
                      <a:pt x="497" y="8777"/>
                      <a:pt x="247" y="8299"/>
                    </a:cubicBezTo>
                    <a:cubicBezTo>
                      <a:pt x="155" y="7499"/>
                      <a:pt x="128" y="6696"/>
                      <a:pt x="105" y="5891"/>
                    </a:cubicBezTo>
                    <a:cubicBezTo>
                      <a:pt x="95" y="5625"/>
                      <a:pt x="82" y="5363"/>
                      <a:pt x="65" y="5097"/>
                    </a:cubicBezTo>
                    <a:cubicBezTo>
                      <a:pt x="5" y="4208"/>
                      <a:pt x="0" y="3427"/>
                      <a:pt x="247" y="2564"/>
                    </a:cubicBezTo>
                    <a:cubicBezTo>
                      <a:pt x="912" y="1897"/>
                      <a:pt x="1640" y="1532"/>
                      <a:pt x="2497" y="1130"/>
                    </a:cubicBezTo>
                    <a:cubicBezTo>
                      <a:pt x="2793" y="939"/>
                      <a:pt x="3085" y="746"/>
                      <a:pt x="3372" y="547"/>
                    </a:cubicBezTo>
                    <a:cubicBezTo>
                      <a:pt x="4422" y="0"/>
                      <a:pt x="5378" y="69"/>
                      <a:pt x="6497" y="413"/>
                    </a:cubicBezTo>
                    <a:close/>
                  </a:path>
                </a:pathLst>
              </a:custGeom>
              <a:solidFill>
                <a:srgbClr val="73AA9C"/>
              </a:solidFill>
              <a:ln w="0">
                <a:noFill/>
              </a:ln>
            </p:spPr>
          </p:sp>
          <p:sp>
            <p:nvSpPr>
              <p:cNvPr id="442" name="gpt4o vector"/>
              <p:cNvSpPr/>
              <p:nvPr/>
            </p:nvSpPr>
            <p:spPr>
              <a:xfrm>
                <a:off x="14566512" y="1911225"/>
                <a:ext cx="459897" cy="450403"/>
              </a:xfrm>
              <a:custGeom>
                <a:avLst/>
                <a:gdLst/>
                <a:ahLst/>
                <a:cxnLst/>
                <a:rect l="0" t="0" r="r" b="b"/>
                <a:pathLst>
                  <a:path w="50295" h="49257" fill="norm" stroke="0">
                    <a:moveTo>
                      <a:pt x="30935" y="3477"/>
                    </a:moveTo>
                    <a:cubicBezTo>
                      <a:pt x="31035" y="3549"/>
                      <a:pt x="31135" y="3620"/>
                      <a:pt x="31237" y="3694"/>
                    </a:cubicBezTo>
                    <a:cubicBezTo>
                      <a:pt x="31347" y="3783"/>
                      <a:pt x="31460" y="3869"/>
                      <a:pt x="31575" y="3957"/>
                    </a:cubicBezTo>
                    <a:cubicBezTo>
                      <a:pt x="32125" y="4247"/>
                      <a:pt x="32540" y="4230"/>
                      <a:pt x="33168" y="4230"/>
                    </a:cubicBezTo>
                    <a:cubicBezTo>
                      <a:pt x="33398" y="4232"/>
                      <a:pt x="33630" y="4237"/>
                      <a:pt x="33870" y="4239"/>
                    </a:cubicBezTo>
                    <a:cubicBezTo>
                      <a:pt x="33992" y="4242"/>
                      <a:pt x="33992" y="4242"/>
                      <a:pt x="34612" y="4249"/>
                    </a:cubicBezTo>
                    <a:cubicBezTo>
                      <a:pt x="36795" y="4301"/>
                      <a:pt x="38360" y="4493"/>
                      <a:pt x="40237" y="5606"/>
                    </a:cubicBezTo>
                    <a:cubicBezTo>
                      <a:pt x="40513" y="5752"/>
                      <a:pt x="40790" y="5898"/>
                      <a:pt x="41065" y="6041"/>
                    </a:cubicBezTo>
                    <a:cubicBezTo>
                      <a:pt x="42545" y="6823"/>
                      <a:pt x="42545" y="6823"/>
                      <a:pt x="43237" y="7279"/>
                    </a:cubicBezTo>
                    <a:cubicBezTo>
                      <a:pt x="43237" y="7437"/>
                      <a:pt x="43237" y="7594"/>
                      <a:pt x="43237" y="7757"/>
                    </a:cubicBezTo>
                    <a:cubicBezTo>
                      <a:pt x="43382" y="7812"/>
                      <a:pt x="43525" y="7867"/>
                      <a:pt x="43675" y="7922"/>
                    </a:cubicBezTo>
                    <a:cubicBezTo>
                      <a:pt x="45452" y="8914"/>
                      <a:pt x="46420" y="11208"/>
                      <a:pt x="46987" y="13014"/>
                    </a:cubicBezTo>
                    <a:cubicBezTo>
                      <a:pt x="47070" y="13093"/>
                      <a:pt x="47152" y="13172"/>
                      <a:pt x="47237" y="13253"/>
                    </a:cubicBezTo>
                    <a:cubicBezTo>
                      <a:pt x="47255" y="13793"/>
                      <a:pt x="47260" y="14326"/>
                      <a:pt x="47255" y="14866"/>
                    </a:cubicBezTo>
                    <a:cubicBezTo>
                      <a:pt x="47257" y="15203"/>
                      <a:pt x="47260" y="15540"/>
                      <a:pt x="47263" y="15877"/>
                    </a:cubicBezTo>
                    <a:cubicBezTo>
                      <a:pt x="47267" y="16408"/>
                      <a:pt x="47267" y="16936"/>
                      <a:pt x="47263" y="17466"/>
                    </a:cubicBezTo>
                    <a:cubicBezTo>
                      <a:pt x="47240" y="19636"/>
                      <a:pt x="47342" y="21108"/>
                      <a:pt x="48825" y="22800"/>
                    </a:cubicBezTo>
                    <a:cubicBezTo>
                      <a:pt x="49370" y="23450"/>
                      <a:pt x="49565" y="24033"/>
                      <a:pt x="49705" y="24843"/>
                    </a:cubicBezTo>
                    <a:cubicBezTo>
                      <a:pt x="49980" y="26148"/>
                      <a:pt x="49980" y="26148"/>
                      <a:pt x="50237" y="26636"/>
                    </a:cubicBezTo>
                    <a:cubicBezTo>
                      <a:pt x="50295" y="27224"/>
                      <a:pt x="50283" y="27811"/>
                      <a:pt x="50285" y="28399"/>
                    </a:cubicBezTo>
                    <a:cubicBezTo>
                      <a:pt x="50287" y="28559"/>
                      <a:pt x="50290" y="28719"/>
                      <a:pt x="50293" y="28887"/>
                    </a:cubicBezTo>
                    <a:cubicBezTo>
                      <a:pt x="50295" y="29792"/>
                      <a:pt x="50222" y="30378"/>
                      <a:pt x="49737" y="31176"/>
                    </a:cubicBezTo>
                    <a:cubicBezTo>
                      <a:pt x="49665" y="31503"/>
                      <a:pt x="49602" y="31833"/>
                      <a:pt x="49550" y="32163"/>
                    </a:cubicBezTo>
                    <a:cubicBezTo>
                      <a:pt x="49003" y="34598"/>
                      <a:pt x="46997" y="37172"/>
                      <a:pt x="44812" y="38558"/>
                    </a:cubicBezTo>
                    <a:cubicBezTo>
                      <a:pt x="44217" y="38912"/>
                      <a:pt x="43605" y="39225"/>
                      <a:pt x="42987" y="39540"/>
                    </a:cubicBezTo>
                    <a:cubicBezTo>
                      <a:pt x="42857" y="39633"/>
                      <a:pt x="42727" y="39724"/>
                      <a:pt x="42592" y="39817"/>
                    </a:cubicBezTo>
                    <a:cubicBezTo>
                      <a:pt x="42155" y="40066"/>
                      <a:pt x="41895" y="40037"/>
                      <a:pt x="41392" y="40018"/>
                    </a:cubicBezTo>
                    <a:cubicBezTo>
                      <a:pt x="40930" y="40066"/>
                      <a:pt x="40930" y="40066"/>
                      <a:pt x="40487" y="40257"/>
                    </a:cubicBezTo>
                    <a:cubicBezTo>
                      <a:pt x="40080" y="40838"/>
                      <a:pt x="39803" y="41418"/>
                      <a:pt x="39523" y="42064"/>
                    </a:cubicBezTo>
                    <a:cubicBezTo>
                      <a:pt x="39237" y="42647"/>
                      <a:pt x="39237" y="42647"/>
                      <a:pt x="38857" y="43008"/>
                    </a:cubicBezTo>
                    <a:cubicBezTo>
                      <a:pt x="38487" y="43364"/>
                      <a:pt x="38487" y="43364"/>
                      <a:pt x="38247" y="43949"/>
                    </a:cubicBezTo>
                    <a:cubicBezTo>
                      <a:pt x="37253" y="46284"/>
                      <a:pt x="33985" y="47452"/>
                      <a:pt x="31737" y="48382"/>
                    </a:cubicBezTo>
                    <a:cubicBezTo>
                      <a:pt x="29555" y="49257"/>
                      <a:pt x="25065" y="48975"/>
                      <a:pt x="22910" y="48160"/>
                    </a:cubicBezTo>
                    <a:cubicBezTo>
                      <a:pt x="22107" y="47832"/>
                      <a:pt x="21462" y="47428"/>
                      <a:pt x="20812" y="46876"/>
                    </a:cubicBezTo>
                    <a:cubicBezTo>
                      <a:pt x="18975" y="45333"/>
                      <a:pt x="17617" y="45044"/>
                      <a:pt x="15150" y="45075"/>
                    </a:cubicBezTo>
                    <a:cubicBezTo>
                      <a:pt x="11997" y="45115"/>
                      <a:pt x="9053" y="43756"/>
                      <a:pt x="6800" y="41662"/>
                    </a:cubicBezTo>
                    <a:cubicBezTo>
                      <a:pt x="5967" y="40840"/>
                      <a:pt x="5277" y="39930"/>
                      <a:pt x="4628" y="38974"/>
                    </a:cubicBezTo>
                    <a:cubicBezTo>
                      <a:pt x="4545" y="38857"/>
                      <a:pt x="4462" y="38737"/>
                      <a:pt x="4378" y="38618"/>
                    </a:cubicBezTo>
                    <a:cubicBezTo>
                      <a:pt x="2970" y="36407"/>
                      <a:pt x="3188" y="33721"/>
                      <a:pt x="3277" y="31238"/>
                    </a:cubicBezTo>
                    <a:cubicBezTo>
                      <a:pt x="3310" y="29694"/>
                      <a:pt x="3257" y="28368"/>
                      <a:pt x="2097" y="27202"/>
                    </a:cubicBezTo>
                    <a:cubicBezTo>
                      <a:pt x="2037" y="27149"/>
                      <a:pt x="2037" y="27149"/>
                      <a:pt x="1737" y="26875"/>
                    </a:cubicBezTo>
                    <a:cubicBezTo>
                      <a:pt x="1452" y="26325"/>
                      <a:pt x="1452" y="26325"/>
                      <a:pt x="1205" y="25711"/>
                    </a:cubicBezTo>
                    <a:cubicBezTo>
                      <a:pt x="1122" y="25510"/>
                      <a:pt x="1040" y="25307"/>
                      <a:pt x="952" y="25099"/>
                    </a:cubicBezTo>
                    <a:cubicBezTo>
                      <a:pt x="0" y="22399"/>
                      <a:pt x="92" y="18769"/>
                      <a:pt x="1237" y="16121"/>
                    </a:cubicBezTo>
                    <a:cubicBezTo>
                      <a:pt x="1722" y="15251"/>
                      <a:pt x="2337" y="14496"/>
                      <a:pt x="2987" y="13731"/>
                    </a:cubicBezTo>
                    <a:cubicBezTo>
                      <a:pt x="3120" y="13566"/>
                      <a:pt x="3255" y="13399"/>
                      <a:pt x="3392" y="13227"/>
                    </a:cubicBezTo>
                    <a:cubicBezTo>
                      <a:pt x="4557" y="11851"/>
                      <a:pt x="5970" y="10892"/>
                      <a:pt x="7487" y="9908"/>
                    </a:cubicBezTo>
                    <a:cubicBezTo>
                      <a:pt x="7615" y="9817"/>
                      <a:pt x="7745" y="9724"/>
                      <a:pt x="7878" y="9628"/>
                    </a:cubicBezTo>
                    <a:cubicBezTo>
                      <a:pt x="8342" y="9372"/>
                      <a:pt x="8790" y="9320"/>
                      <a:pt x="9315" y="9222"/>
                    </a:cubicBezTo>
                    <a:cubicBezTo>
                      <a:pt x="10107" y="8978"/>
                      <a:pt x="10410" y="8835"/>
                      <a:pt x="10845" y="8147"/>
                    </a:cubicBezTo>
                    <a:cubicBezTo>
                      <a:pt x="10952" y="7915"/>
                      <a:pt x="11057" y="7681"/>
                      <a:pt x="11160" y="7444"/>
                    </a:cubicBezTo>
                    <a:cubicBezTo>
                      <a:pt x="11763" y="6056"/>
                      <a:pt x="12622" y="5095"/>
                      <a:pt x="13737" y="4039"/>
                    </a:cubicBezTo>
                    <a:cubicBezTo>
                      <a:pt x="13885" y="3898"/>
                      <a:pt x="14035" y="3754"/>
                      <a:pt x="14188" y="3608"/>
                    </a:cubicBezTo>
                    <a:cubicBezTo>
                      <a:pt x="15055" y="2808"/>
                      <a:pt x="15870" y="2215"/>
                      <a:pt x="16987" y="1783"/>
                    </a:cubicBezTo>
                    <a:cubicBezTo>
                      <a:pt x="17075" y="1747"/>
                      <a:pt x="17075" y="1747"/>
                      <a:pt x="17520" y="1565"/>
                    </a:cubicBezTo>
                    <a:cubicBezTo>
                      <a:pt x="22105" y="0"/>
                      <a:pt x="27155" y="631"/>
                      <a:pt x="30935" y="3477"/>
                    </a:cubicBezTo>
                    <a:close/>
                    <a:moveTo>
                      <a:pt x="16987" y="2500"/>
                    </a:moveTo>
                    <a:cubicBezTo>
                      <a:pt x="16820" y="2583"/>
                      <a:pt x="16652" y="2667"/>
                      <a:pt x="16480" y="2753"/>
                    </a:cubicBezTo>
                    <a:cubicBezTo>
                      <a:pt x="14242" y="3888"/>
                      <a:pt x="12192" y="5857"/>
                      <a:pt x="11253" y="8101"/>
                    </a:cubicBezTo>
                    <a:cubicBezTo>
                      <a:pt x="10895" y="8940"/>
                      <a:pt x="10590" y="9444"/>
                      <a:pt x="9720" y="9850"/>
                    </a:cubicBezTo>
                    <a:cubicBezTo>
                      <a:pt x="9160" y="10068"/>
                      <a:pt x="8597" y="10237"/>
                      <a:pt x="8017" y="10395"/>
                    </a:cubicBezTo>
                    <a:cubicBezTo>
                      <a:pt x="6620" y="10778"/>
                      <a:pt x="5705" y="11547"/>
                      <a:pt x="4737" y="12536"/>
                    </a:cubicBezTo>
                    <a:cubicBezTo>
                      <a:pt x="4635" y="12639"/>
                      <a:pt x="4530" y="12740"/>
                      <a:pt x="4425" y="12845"/>
                    </a:cubicBezTo>
                    <a:cubicBezTo>
                      <a:pt x="1842" y="15414"/>
                      <a:pt x="790" y="18121"/>
                      <a:pt x="837" y="21687"/>
                    </a:cubicBezTo>
                    <a:cubicBezTo>
                      <a:pt x="952" y="23916"/>
                      <a:pt x="1505" y="26067"/>
                      <a:pt x="3027" y="27787"/>
                    </a:cubicBezTo>
                    <a:cubicBezTo>
                      <a:pt x="3922" y="28887"/>
                      <a:pt x="3905" y="29783"/>
                      <a:pt x="3815" y="31133"/>
                    </a:cubicBezTo>
                    <a:cubicBezTo>
                      <a:pt x="3803" y="31558"/>
                      <a:pt x="3793" y="31984"/>
                      <a:pt x="3780" y="32409"/>
                    </a:cubicBezTo>
                    <a:cubicBezTo>
                      <a:pt x="3767" y="32796"/>
                      <a:pt x="3753" y="33181"/>
                      <a:pt x="3737" y="33566"/>
                    </a:cubicBezTo>
                    <a:cubicBezTo>
                      <a:pt x="3642" y="36276"/>
                      <a:pt x="4972" y="38833"/>
                      <a:pt x="6660" y="40974"/>
                    </a:cubicBezTo>
                    <a:cubicBezTo>
                      <a:pt x="8942" y="43235"/>
                      <a:pt x="12210" y="44563"/>
                      <a:pt x="15438" y="44623"/>
                    </a:cubicBezTo>
                    <a:cubicBezTo>
                      <a:pt x="15555" y="44625"/>
                      <a:pt x="15555" y="44625"/>
                      <a:pt x="16142" y="44635"/>
                    </a:cubicBezTo>
                    <a:cubicBezTo>
                      <a:pt x="18408" y="44673"/>
                      <a:pt x="19378" y="44926"/>
                      <a:pt x="20987" y="46470"/>
                    </a:cubicBezTo>
                    <a:cubicBezTo>
                      <a:pt x="21630" y="46845"/>
                      <a:pt x="22297" y="47139"/>
                      <a:pt x="22987" y="47426"/>
                    </a:cubicBezTo>
                    <a:cubicBezTo>
                      <a:pt x="23097" y="47488"/>
                      <a:pt x="23210" y="47548"/>
                      <a:pt x="23325" y="47610"/>
                    </a:cubicBezTo>
                    <a:cubicBezTo>
                      <a:pt x="24668" y="48274"/>
                      <a:pt x="26025" y="48246"/>
                      <a:pt x="27497" y="48224"/>
                    </a:cubicBezTo>
                    <a:cubicBezTo>
                      <a:pt x="27928" y="48219"/>
                      <a:pt x="28355" y="48219"/>
                      <a:pt x="28785" y="48222"/>
                    </a:cubicBezTo>
                    <a:cubicBezTo>
                      <a:pt x="31033" y="48210"/>
                      <a:pt x="31033" y="48210"/>
                      <a:pt x="31737" y="47665"/>
                    </a:cubicBezTo>
                    <a:cubicBezTo>
                      <a:pt x="32097" y="47574"/>
                      <a:pt x="32097" y="47574"/>
                      <a:pt x="32487" y="47503"/>
                    </a:cubicBezTo>
                    <a:cubicBezTo>
                      <a:pt x="34617" y="46948"/>
                      <a:pt x="36472" y="45533"/>
                      <a:pt x="37737" y="43842"/>
                    </a:cubicBezTo>
                    <a:cubicBezTo>
                      <a:pt x="37825" y="43729"/>
                      <a:pt x="37912" y="43619"/>
                      <a:pt x="38005" y="43502"/>
                    </a:cubicBezTo>
                    <a:cubicBezTo>
                      <a:pt x="38412" y="42955"/>
                      <a:pt x="38725" y="42436"/>
                      <a:pt x="38997" y="41813"/>
                    </a:cubicBezTo>
                    <a:cubicBezTo>
                      <a:pt x="39735" y="40154"/>
                      <a:pt x="39735" y="40154"/>
                      <a:pt x="40470" y="39758"/>
                    </a:cubicBezTo>
                    <a:cubicBezTo>
                      <a:pt x="40845" y="39650"/>
                      <a:pt x="41225" y="39552"/>
                      <a:pt x="41605" y="39464"/>
                    </a:cubicBezTo>
                    <a:cubicBezTo>
                      <a:pt x="44378" y="38751"/>
                      <a:pt x="46575" y="36883"/>
                      <a:pt x="48003" y="34555"/>
                    </a:cubicBezTo>
                    <a:cubicBezTo>
                      <a:pt x="48658" y="33422"/>
                      <a:pt x="49180" y="32400"/>
                      <a:pt x="49195" y="31078"/>
                    </a:cubicBezTo>
                    <a:cubicBezTo>
                      <a:pt x="49237" y="30698"/>
                      <a:pt x="49237" y="30698"/>
                      <a:pt x="49485" y="30387"/>
                    </a:cubicBezTo>
                    <a:cubicBezTo>
                      <a:pt x="49875" y="29759"/>
                      <a:pt x="49810" y="29145"/>
                      <a:pt x="49800" y="28428"/>
                    </a:cubicBezTo>
                    <a:cubicBezTo>
                      <a:pt x="49803" y="28289"/>
                      <a:pt x="49803" y="28151"/>
                      <a:pt x="49805" y="28007"/>
                    </a:cubicBezTo>
                    <a:cubicBezTo>
                      <a:pt x="49803" y="27219"/>
                      <a:pt x="49740" y="26801"/>
                      <a:pt x="49237" y="26158"/>
                    </a:cubicBezTo>
                    <a:cubicBezTo>
                      <a:pt x="49168" y="25806"/>
                      <a:pt x="49112" y="25453"/>
                      <a:pt x="49065" y="25099"/>
                    </a:cubicBezTo>
                    <a:cubicBezTo>
                      <a:pt x="48902" y="24189"/>
                      <a:pt x="48660" y="23625"/>
                      <a:pt x="48077" y="22891"/>
                    </a:cubicBezTo>
                    <a:cubicBezTo>
                      <a:pt x="46660" y="21060"/>
                      <a:pt x="46850" y="19053"/>
                      <a:pt x="46942" y="16878"/>
                    </a:cubicBezTo>
                    <a:cubicBezTo>
                      <a:pt x="47045" y="14424"/>
                      <a:pt x="47045" y="14424"/>
                      <a:pt x="46487" y="13253"/>
                    </a:cubicBezTo>
                    <a:cubicBezTo>
                      <a:pt x="46415" y="13081"/>
                      <a:pt x="46345" y="12907"/>
                      <a:pt x="46273" y="12728"/>
                    </a:cubicBezTo>
                    <a:cubicBezTo>
                      <a:pt x="44628" y="9112"/>
                      <a:pt x="44628" y="9112"/>
                      <a:pt x="43237" y="7996"/>
                    </a:cubicBezTo>
                    <a:cubicBezTo>
                      <a:pt x="43072" y="7996"/>
                      <a:pt x="42908" y="7996"/>
                      <a:pt x="42737" y="7996"/>
                    </a:cubicBezTo>
                    <a:cubicBezTo>
                      <a:pt x="42737" y="7838"/>
                      <a:pt x="42737" y="7681"/>
                      <a:pt x="42737" y="7518"/>
                    </a:cubicBezTo>
                    <a:cubicBezTo>
                      <a:pt x="42192" y="7207"/>
                      <a:pt x="41645" y="6899"/>
                      <a:pt x="41097" y="6593"/>
                    </a:cubicBezTo>
                    <a:cubicBezTo>
                      <a:pt x="40945" y="6505"/>
                      <a:pt x="40793" y="6419"/>
                      <a:pt x="40635" y="6328"/>
                    </a:cubicBezTo>
                    <a:cubicBezTo>
                      <a:pt x="38482" y="5131"/>
                      <a:pt x="36565" y="5049"/>
                      <a:pt x="34105" y="4994"/>
                    </a:cubicBezTo>
                    <a:cubicBezTo>
                      <a:pt x="33880" y="4987"/>
                      <a:pt x="33655" y="4980"/>
                      <a:pt x="33422" y="4973"/>
                    </a:cubicBezTo>
                    <a:cubicBezTo>
                      <a:pt x="33217" y="4968"/>
                      <a:pt x="33015" y="4963"/>
                      <a:pt x="32805" y="4959"/>
                    </a:cubicBezTo>
                    <a:cubicBezTo>
                      <a:pt x="31940" y="4853"/>
                      <a:pt x="31405" y="4586"/>
                      <a:pt x="30815" y="3979"/>
                    </a:cubicBezTo>
                    <a:cubicBezTo>
                      <a:pt x="30037" y="3195"/>
                      <a:pt x="28987" y="2736"/>
                      <a:pt x="27987" y="2261"/>
                    </a:cubicBezTo>
                    <a:cubicBezTo>
                      <a:pt x="27930" y="2230"/>
                      <a:pt x="27930" y="2230"/>
                      <a:pt x="27645" y="2069"/>
                    </a:cubicBezTo>
                    <a:cubicBezTo>
                      <a:pt x="26247" y="1367"/>
                      <a:pt x="24780" y="1429"/>
                      <a:pt x="23237" y="1439"/>
                    </a:cubicBezTo>
                    <a:cubicBezTo>
                      <a:pt x="22770" y="1441"/>
                      <a:pt x="22305" y="1434"/>
                      <a:pt x="21837" y="1427"/>
                    </a:cubicBezTo>
                    <a:cubicBezTo>
                      <a:pt x="20003" y="1415"/>
                      <a:pt x="18615" y="1611"/>
                      <a:pt x="16987" y="2500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443" name="gpt4o vector"/>
              <p:cNvSpPr/>
              <p:nvPr/>
            </p:nvSpPr>
            <p:spPr>
              <a:xfrm>
                <a:off x="14683618" y="1946032"/>
                <a:ext cx="140246" cy="200007"/>
              </a:xfrm>
              <a:custGeom>
                <a:avLst/>
                <a:gdLst/>
                <a:ahLst/>
                <a:cxnLst/>
                <a:rect l="0" t="0" r="r" b="b"/>
                <a:pathLst>
                  <a:path w="15338" h="21873" fill="norm" stroke="0">
                    <a:moveTo>
                      <a:pt x="14743" y="1293"/>
                    </a:moveTo>
                    <a:cubicBezTo>
                      <a:pt x="15180" y="1799"/>
                      <a:pt x="15180" y="1799"/>
                      <a:pt x="15338" y="2414"/>
                    </a:cubicBezTo>
                    <a:cubicBezTo>
                      <a:pt x="15180" y="2994"/>
                      <a:pt x="15180" y="2994"/>
                      <a:pt x="14695" y="3353"/>
                    </a:cubicBezTo>
                    <a:cubicBezTo>
                      <a:pt x="14443" y="3477"/>
                      <a:pt x="14188" y="3597"/>
                      <a:pt x="13930" y="3711"/>
                    </a:cubicBezTo>
                    <a:cubicBezTo>
                      <a:pt x="12330" y="4536"/>
                      <a:pt x="10765" y="5413"/>
                      <a:pt x="9203" y="6299"/>
                    </a:cubicBezTo>
                    <a:cubicBezTo>
                      <a:pt x="8832" y="6507"/>
                      <a:pt x="8463" y="6717"/>
                      <a:pt x="8090" y="6925"/>
                    </a:cubicBezTo>
                    <a:cubicBezTo>
                      <a:pt x="6765" y="7676"/>
                      <a:pt x="6765" y="7676"/>
                      <a:pt x="6180" y="8013"/>
                    </a:cubicBezTo>
                    <a:cubicBezTo>
                      <a:pt x="6048" y="8072"/>
                      <a:pt x="5915" y="8132"/>
                      <a:pt x="5778" y="8194"/>
                    </a:cubicBezTo>
                    <a:cubicBezTo>
                      <a:pt x="5430" y="8491"/>
                      <a:pt x="5430" y="8491"/>
                      <a:pt x="5330" y="9047"/>
                    </a:cubicBezTo>
                    <a:cubicBezTo>
                      <a:pt x="5328" y="9282"/>
                      <a:pt x="5325" y="9513"/>
                      <a:pt x="5322" y="9752"/>
                    </a:cubicBezTo>
                    <a:cubicBezTo>
                      <a:pt x="5320" y="9881"/>
                      <a:pt x="5318" y="10008"/>
                      <a:pt x="5315" y="10142"/>
                    </a:cubicBezTo>
                    <a:cubicBezTo>
                      <a:pt x="5308" y="10565"/>
                      <a:pt x="5305" y="10990"/>
                      <a:pt x="5303" y="11413"/>
                    </a:cubicBezTo>
                    <a:cubicBezTo>
                      <a:pt x="5298" y="11707"/>
                      <a:pt x="5293" y="12001"/>
                      <a:pt x="5288" y="12295"/>
                    </a:cubicBezTo>
                    <a:cubicBezTo>
                      <a:pt x="5278" y="13069"/>
                      <a:pt x="5270" y="13844"/>
                      <a:pt x="5263" y="14618"/>
                    </a:cubicBezTo>
                    <a:cubicBezTo>
                      <a:pt x="5255" y="15406"/>
                      <a:pt x="5243" y="16197"/>
                      <a:pt x="5233" y="16986"/>
                    </a:cubicBezTo>
                    <a:cubicBezTo>
                      <a:pt x="5210" y="18537"/>
                      <a:pt x="5195" y="20085"/>
                      <a:pt x="5180" y="21634"/>
                    </a:cubicBezTo>
                    <a:cubicBezTo>
                      <a:pt x="4123" y="21873"/>
                      <a:pt x="3655" y="21854"/>
                      <a:pt x="2680" y="21366"/>
                    </a:cubicBezTo>
                    <a:cubicBezTo>
                      <a:pt x="2473" y="21266"/>
                      <a:pt x="2268" y="21168"/>
                      <a:pt x="2055" y="21065"/>
                    </a:cubicBezTo>
                    <a:cubicBezTo>
                      <a:pt x="625" y="20181"/>
                      <a:pt x="625" y="20181"/>
                      <a:pt x="180" y="19483"/>
                    </a:cubicBezTo>
                    <a:cubicBezTo>
                      <a:pt x="0" y="18601"/>
                      <a:pt x="23" y="17727"/>
                      <a:pt x="40" y="16831"/>
                    </a:cubicBezTo>
                    <a:cubicBezTo>
                      <a:pt x="43" y="16573"/>
                      <a:pt x="43" y="16312"/>
                      <a:pt x="43" y="16054"/>
                    </a:cubicBezTo>
                    <a:cubicBezTo>
                      <a:pt x="43" y="15514"/>
                      <a:pt x="50" y="14972"/>
                      <a:pt x="58" y="14431"/>
                    </a:cubicBezTo>
                    <a:cubicBezTo>
                      <a:pt x="70" y="13738"/>
                      <a:pt x="72" y="13045"/>
                      <a:pt x="75" y="12352"/>
                    </a:cubicBezTo>
                    <a:cubicBezTo>
                      <a:pt x="75" y="11817"/>
                      <a:pt x="80" y="11284"/>
                      <a:pt x="85" y="10749"/>
                    </a:cubicBezTo>
                    <a:cubicBezTo>
                      <a:pt x="85" y="10493"/>
                      <a:pt x="88" y="10238"/>
                      <a:pt x="90" y="9982"/>
                    </a:cubicBezTo>
                    <a:cubicBezTo>
                      <a:pt x="90" y="9626"/>
                      <a:pt x="98" y="9270"/>
                      <a:pt x="102" y="8911"/>
                    </a:cubicBezTo>
                    <a:cubicBezTo>
                      <a:pt x="105" y="8710"/>
                      <a:pt x="108" y="8507"/>
                      <a:pt x="112" y="8297"/>
                    </a:cubicBezTo>
                    <a:cubicBezTo>
                      <a:pt x="185" y="7740"/>
                      <a:pt x="328" y="7497"/>
                      <a:pt x="680" y="7057"/>
                    </a:cubicBezTo>
                    <a:cubicBezTo>
                      <a:pt x="753" y="6768"/>
                      <a:pt x="815" y="6471"/>
                      <a:pt x="868" y="6177"/>
                    </a:cubicBezTo>
                    <a:cubicBezTo>
                      <a:pt x="1168" y="4966"/>
                      <a:pt x="1840" y="4160"/>
                      <a:pt x="2680" y="3233"/>
                    </a:cubicBezTo>
                    <a:cubicBezTo>
                      <a:pt x="2810" y="3085"/>
                      <a:pt x="2938" y="2937"/>
                      <a:pt x="3070" y="2784"/>
                    </a:cubicBezTo>
                    <a:cubicBezTo>
                      <a:pt x="4697" y="1059"/>
                      <a:pt x="6665" y="308"/>
                      <a:pt x="9040" y="127"/>
                    </a:cubicBezTo>
                    <a:cubicBezTo>
                      <a:pt x="10973" y="31"/>
                      <a:pt x="13100" y="220"/>
                      <a:pt x="14743" y="1293"/>
                    </a:cubicBezTo>
                    <a:close/>
                    <a:moveTo>
                      <a:pt x="3618" y="2681"/>
                    </a:moveTo>
                    <a:cubicBezTo>
                      <a:pt x="3180" y="3233"/>
                      <a:pt x="3180" y="3233"/>
                      <a:pt x="3180" y="3711"/>
                    </a:cubicBezTo>
                    <a:cubicBezTo>
                      <a:pt x="3015" y="3711"/>
                      <a:pt x="2850" y="3711"/>
                      <a:pt x="2680" y="3711"/>
                    </a:cubicBezTo>
                    <a:cubicBezTo>
                      <a:pt x="1838" y="4679"/>
                      <a:pt x="1300" y="5666"/>
                      <a:pt x="1240" y="6928"/>
                    </a:cubicBezTo>
                    <a:cubicBezTo>
                      <a:pt x="1180" y="7296"/>
                      <a:pt x="1180" y="7296"/>
                      <a:pt x="933" y="7611"/>
                    </a:cubicBezTo>
                    <a:cubicBezTo>
                      <a:pt x="605" y="8132"/>
                      <a:pt x="610" y="8500"/>
                      <a:pt x="600" y="9107"/>
                    </a:cubicBezTo>
                    <a:cubicBezTo>
                      <a:pt x="595" y="9329"/>
                      <a:pt x="590" y="9549"/>
                      <a:pt x="585" y="9776"/>
                    </a:cubicBezTo>
                    <a:cubicBezTo>
                      <a:pt x="582" y="10018"/>
                      <a:pt x="580" y="10259"/>
                      <a:pt x="578" y="10498"/>
                    </a:cubicBezTo>
                    <a:cubicBezTo>
                      <a:pt x="575" y="10747"/>
                      <a:pt x="572" y="10995"/>
                      <a:pt x="570" y="11244"/>
                    </a:cubicBezTo>
                    <a:cubicBezTo>
                      <a:pt x="565" y="11762"/>
                      <a:pt x="562" y="12281"/>
                      <a:pt x="560" y="12802"/>
                    </a:cubicBezTo>
                    <a:cubicBezTo>
                      <a:pt x="558" y="13464"/>
                      <a:pt x="545" y="14128"/>
                      <a:pt x="530" y="14792"/>
                    </a:cubicBezTo>
                    <a:cubicBezTo>
                      <a:pt x="523" y="15304"/>
                      <a:pt x="520" y="15815"/>
                      <a:pt x="518" y="16326"/>
                    </a:cubicBezTo>
                    <a:cubicBezTo>
                      <a:pt x="518" y="16573"/>
                      <a:pt x="513" y="16816"/>
                      <a:pt x="505" y="17060"/>
                    </a:cubicBezTo>
                    <a:cubicBezTo>
                      <a:pt x="457" y="18965"/>
                      <a:pt x="457" y="18965"/>
                      <a:pt x="1003" y="19653"/>
                    </a:cubicBezTo>
                    <a:cubicBezTo>
                      <a:pt x="1380" y="19959"/>
                      <a:pt x="1753" y="20203"/>
                      <a:pt x="2180" y="20439"/>
                    </a:cubicBezTo>
                    <a:cubicBezTo>
                      <a:pt x="2290" y="20518"/>
                      <a:pt x="2398" y="20597"/>
                      <a:pt x="2510" y="20676"/>
                    </a:cubicBezTo>
                    <a:cubicBezTo>
                      <a:pt x="3102" y="21082"/>
                      <a:pt x="3368" y="21168"/>
                      <a:pt x="4092" y="21056"/>
                    </a:cubicBezTo>
                    <a:cubicBezTo>
                      <a:pt x="4288" y="21010"/>
                      <a:pt x="4480" y="20965"/>
                      <a:pt x="4680" y="20917"/>
                    </a:cubicBezTo>
                    <a:cubicBezTo>
                      <a:pt x="4673" y="20767"/>
                      <a:pt x="4665" y="20616"/>
                      <a:pt x="4658" y="20461"/>
                    </a:cubicBezTo>
                    <a:cubicBezTo>
                      <a:pt x="4592" y="19032"/>
                      <a:pt x="4543" y="17600"/>
                      <a:pt x="4513" y="16169"/>
                    </a:cubicBezTo>
                    <a:cubicBezTo>
                      <a:pt x="4495" y="15433"/>
                      <a:pt x="4473" y="14699"/>
                      <a:pt x="4435" y="13963"/>
                    </a:cubicBezTo>
                    <a:cubicBezTo>
                      <a:pt x="4203" y="9248"/>
                      <a:pt x="4203" y="9248"/>
                      <a:pt x="4973" y="8025"/>
                    </a:cubicBezTo>
                    <a:cubicBezTo>
                      <a:pt x="5700" y="7291"/>
                      <a:pt x="6545" y="6870"/>
                      <a:pt x="7518" y="6500"/>
                    </a:cubicBezTo>
                    <a:cubicBezTo>
                      <a:pt x="8085" y="6283"/>
                      <a:pt x="8598" y="5989"/>
                      <a:pt x="9125" y="5695"/>
                    </a:cubicBezTo>
                    <a:cubicBezTo>
                      <a:pt x="9470" y="5525"/>
                      <a:pt x="9818" y="5355"/>
                      <a:pt x="10165" y="5190"/>
                    </a:cubicBezTo>
                    <a:cubicBezTo>
                      <a:pt x="11273" y="4655"/>
                      <a:pt x="12345" y="4117"/>
                      <a:pt x="13365" y="3436"/>
                    </a:cubicBezTo>
                    <a:cubicBezTo>
                      <a:pt x="13783" y="3169"/>
                      <a:pt x="14223" y="2958"/>
                      <a:pt x="14680" y="2755"/>
                    </a:cubicBezTo>
                    <a:cubicBezTo>
                      <a:pt x="14590" y="2196"/>
                      <a:pt x="14528" y="1885"/>
                      <a:pt x="14080" y="1498"/>
                    </a:cubicBezTo>
                    <a:cubicBezTo>
                      <a:pt x="10933" y="0"/>
                      <a:pt x="6245" y="351"/>
                      <a:pt x="3618" y="2681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444" name="gpt4o vector"/>
              <p:cNvSpPr/>
              <p:nvPr/>
            </p:nvSpPr>
            <p:spPr>
              <a:xfrm>
                <a:off x="14826996" y="2050537"/>
                <a:ext cx="165164" cy="196030"/>
              </a:xfrm>
              <a:custGeom>
                <a:avLst/>
                <a:gdLst/>
                <a:ahLst/>
                <a:cxnLst/>
                <a:rect l="0" t="0" r="r" b="b"/>
                <a:pathLst>
                  <a:path w="18062" h="21438" fill="norm" stroke="0">
                    <a:moveTo>
                      <a:pt x="4750" y="409"/>
                    </a:moveTo>
                    <a:cubicBezTo>
                      <a:pt x="5517" y="765"/>
                      <a:pt x="6223" y="1188"/>
                      <a:pt x="6930" y="1639"/>
                    </a:cubicBezTo>
                    <a:cubicBezTo>
                      <a:pt x="7440" y="1962"/>
                      <a:pt x="7963" y="2261"/>
                      <a:pt x="8485" y="2559"/>
                    </a:cubicBezTo>
                    <a:cubicBezTo>
                      <a:pt x="8690" y="2679"/>
                      <a:pt x="8898" y="2798"/>
                      <a:pt x="9110" y="2920"/>
                    </a:cubicBezTo>
                    <a:cubicBezTo>
                      <a:pt x="9650" y="3221"/>
                      <a:pt x="10197" y="3503"/>
                      <a:pt x="10753" y="3778"/>
                    </a:cubicBezTo>
                    <a:cubicBezTo>
                      <a:pt x="13445" y="5124"/>
                      <a:pt x="16497" y="6944"/>
                      <a:pt x="17620" y="9774"/>
                    </a:cubicBezTo>
                    <a:cubicBezTo>
                      <a:pt x="18062" y="11236"/>
                      <a:pt x="18055" y="12759"/>
                      <a:pt x="18000" y="14269"/>
                    </a:cubicBezTo>
                    <a:cubicBezTo>
                      <a:pt x="17997" y="14443"/>
                      <a:pt x="17997" y="14618"/>
                      <a:pt x="17995" y="14799"/>
                    </a:cubicBezTo>
                    <a:cubicBezTo>
                      <a:pt x="17912" y="16408"/>
                      <a:pt x="17178" y="17524"/>
                      <a:pt x="16250" y="18809"/>
                    </a:cubicBezTo>
                    <a:cubicBezTo>
                      <a:pt x="16170" y="18931"/>
                      <a:pt x="16090" y="19051"/>
                      <a:pt x="16007" y="19175"/>
                    </a:cubicBezTo>
                    <a:cubicBezTo>
                      <a:pt x="15290" y="20167"/>
                      <a:pt x="14138" y="20951"/>
                      <a:pt x="13000" y="21438"/>
                    </a:cubicBezTo>
                    <a:cubicBezTo>
                      <a:pt x="12340" y="21333"/>
                      <a:pt x="12340" y="21333"/>
                      <a:pt x="11750" y="21199"/>
                    </a:cubicBezTo>
                    <a:cubicBezTo>
                      <a:pt x="11713" y="20181"/>
                      <a:pt x="11678" y="19161"/>
                      <a:pt x="11642" y="18143"/>
                    </a:cubicBezTo>
                    <a:cubicBezTo>
                      <a:pt x="11632" y="17796"/>
                      <a:pt x="11620" y="17452"/>
                      <a:pt x="11608" y="17108"/>
                    </a:cubicBezTo>
                    <a:cubicBezTo>
                      <a:pt x="11590" y="16604"/>
                      <a:pt x="11572" y="16102"/>
                      <a:pt x="11555" y="15598"/>
                    </a:cubicBezTo>
                    <a:cubicBezTo>
                      <a:pt x="11547" y="15430"/>
                      <a:pt x="11543" y="15263"/>
                      <a:pt x="11535" y="15091"/>
                    </a:cubicBezTo>
                    <a:cubicBezTo>
                      <a:pt x="11507" y="14216"/>
                      <a:pt x="11503" y="13351"/>
                      <a:pt x="11535" y="12479"/>
                    </a:cubicBezTo>
                    <a:cubicBezTo>
                      <a:pt x="11543" y="12305"/>
                      <a:pt x="11547" y="12133"/>
                      <a:pt x="11553" y="11953"/>
                    </a:cubicBezTo>
                    <a:cubicBezTo>
                      <a:pt x="11565" y="11624"/>
                      <a:pt x="11580" y="11294"/>
                      <a:pt x="11602" y="10966"/>
                    </a:cubicBezTo>
                    <a:cubicBezTo>
                      <a:pt x="11638" y="9889"/>
                      <a:pt x="11638" y="9889"/>
                      <a:pt x="11240" y="9425"/>
                    </a:cubicBezTo>
                    <a:cubicBezTo>
                      <a:pt x="10922" y="9176"/>
                      <a:pt x="10605" y="8971"/>
                      <a:pt x="10250" y="8773"/>
                    </a:cubicBezTo>
                    <a:cubicBezTo>
                      <a:pt x="10128" y="8694"/>
                      <a:pt x="10003" y="8615"/>
                      <a:pt x="9878" y="8534"/>
                    </a:cubicBezTo>
                    <a:cubicBezTo>
                      <a:pt x="9775" y="8476"/>
                      <a:pt x="9672" y="8421"/>
                      <a:pt x="9568" y="8364"/>
                    </a:cubicBezTo>
                    <a:cubicBezTo>
                      <a:pt x="9450" y="8299"/>
                      <a:pt x="9335" y="8235"/>
                      <a:pt x="9213" y="8168"/>
                    </a:cubicBezTo>
                    <a:cubicBezTo>
                      <a:pt x="9092" y="8101"/>
                      <a:pt x="8970" y="8034"/>
                      <a:pt x="8845" y="7965"/>
                    </a:cubicBezTo>
                    <a:cubicBezTo>
                      <a:pt x="8777" y="7929"/>
                      <a:pt x="8777" y="7929"/>
                      <a:pt x="8447" y="7747"/>
                    </a:cubicBezTo>
                    <a:cubicBezTo>
                      <a:pt x="7493" y="7224"/>
                      <a:pt x="6527" y="6725"/>
                      <a:pt x="5557" y="6228"/>
                    </a:cubicBezTo>
                    <a:cubicBezTo>
                      <a:pt x="4210" y="5527"/>
                      <a:pt x="2915" y="4746"/>
                      <a:pt x="1612" y="3969"/>
                    </a:cubicBezTo>
                    <a:cubicBezTo>
                      <a:pt x="1080" y="3654"/>
                      <a:pt x="540" y="3346"/>
                      <a:pt x="0" y="3037"/>
                    </a:cubicBezTo>
                    <a:cubicBezTo>
                      <a:pt x="75" y="2273"/>
                      <a:pt x="142" y="1936"/>
                      <a:pt x="750" y="1412"/>
                    </a:cubicBezTo>
                    <a:cubicBezTo>
                      <a:pt x="3250" y="0"/>
                      <a:pt x="3250" y="0"/>
                      <a:pt x="4750" y="409"/>
                    </a:cubicBezTo>
                    <a:close/>
                    <a:moveTo>
                      <a:pt x="1780" y="1603"/>
                    </a:moveTo>
                    <a:cubicBezTo>
                      <a:pt x="1585" y="1737"/>
                      <a:pt x="1390" y="1869"/>
                      <a:pt x="1190" y="2007"/>
                    </a:cubicBezTo>
                    <a:cubicBezTo>
                      <a:pt x="1045" y="2110"/>
                      <a:pt x="900" y="2213"/>
                      <a:pt x="750" y="2320"/>
                    </a:cubicBezTo>
                    <a:cubicBezTo>
                      <a:pt x="1130" y="3346"/>
                      <a:pt x="1780" y="3644"/>
                      <a:pt x="2735" y="4127"/>
                    </a:cubicBezTo>
                    <a:cubicBezTo>
                      <a:pt x="3050" y="4294"/>
                      <a:pt x="3365" y="4459"/>
                      <a:pt x="3680" y="4626"/>
                    </a:cubicBezTo>
                    <a:cubicBezTo>
                      <a:pt x="3852" y="4715"/>
                      <a:pt x="4023" y="4806"/>
                      <a:pt x="4197" y="4897"/>
                    </a:cubicBezTo>
                    <a:cubicBezTo>
                      <a:pt x="5213" y="5432"/>
                      <a:pt x="6215" y="5991"/>
                      <a:pt x="7220" y="6548"/>
                    </a:cubicBezTo>
                    <a:cubicBezTo>
                      <a:pt x="7415" y="6655"/>
                      <a:pt x="7610" y="6763"/>
                      <a:pt x="7812" y="6873"/>
                    </a:cubicBezTo>
                    <a:cubicBezTo>
                      <a:pt x="11250" y="8773"/>
                      <a:pt x="11250" y="8773"/>
                      <a:pt x="12000" y="9490"/>
                    </a:cubicBezTo>
                    <a:cubicBezTo>
                      <a:pt x="12062" y="10032"/>
                      <a:pt x="12092" y="10548"/>
                      <a:pt x="12102" y="11091"/>
                    </a:cubicBezTo>
                    <a:cubicBezTo>
                      <a:pt x="12108" y="11253"/>
                      <a:pt x="12112" y="11413"/>
                      <a:pt x="12118" y="11581"/>
                    </a:cubicBezTo>
                    <a:cubicBezTo>
                      <a:pt x="12132" y="12097"/>
                      <a:pt x="12145" y="12615"/>
                      <a:pt x="12155" y="13134"/>
                    </a:cubicBezTo>
                    <a:cubicBezTo>
                      <a:pt x="12165" y="13471"/>
                      <a:pt x="12175" y="13810"/>
                      <a:pt x="12185" y="14147"/>
                    </a:cubicBezTo>
                    <a:cubicBezTo>
                      <a:pt x="12245" y="16260"/>
                      <a:pt x="12263" y="18370"/>
                      <a:pt x="12250" y="20482"/>
                    </a:cubicBezTo>
                    <a:cubicBezTo>
                      <a:pt x="13193" y="20735"/>
                      <a:pt x="13193" y="20735"/>
                      <a:pt x="13715" y="20602"/>
                    </a:cubicBezTo>
                    <a:cubicBezTo>
                      <a:pt x="15500" y="19646"/>
                      <a:pt x="16595" y="18002"/>
                      <a:pt x="17250" y="16181"/>
                    </a:cubicBezTo>
                    <a:cubicBezTo>
                      <a:pt x="17787" y="13731"/>
                      <a:pt x="17825" y="10852"/>
                      <a:pt x="16410" y="8694"/>
                    </a:cubicBezTo>
                    <a:cubicBezTo>
                      <a:pt x="15195" y="6933"/>
                      <a:pt x="13335" y="5814"/>
                      <a:pt x="11500" y="4710"/>
                    </a:cubicBezTo>
                    <a:cubicBezTo>
                      <a:pt x="11385" y="4638"/>
                      <a:pt x="11270" y="4569"/>
                      <a:pt x="11150" y="4495"/>
                    </a:cubicBezTo>
                    <a:cubicBezTo>
                      <a:pt x="10588" y="4158"/>
                      <a:pt x="10005" y="3878"/>
                      <a:pt x="9405" y="3606"/>
                    </a:cubicBezTo>
                    <a:cubicBezTo>
                      <a:pt x="8690" y="3274"/>
                      <a:pt x="8013" y="2901"/>
                      <a:pt x="7340" y="2497"/>
                    </a:cubicBezTo>
                    <a:cubicBezTo>
                      <a:pt x="7178" y="2399"/>
                      <a:pt x="7013" y="2304"/>
                      <a:pt x="6845" y="2203"/>
                    </a:cubicBezTo>
                    <a:cubicBezTo>
                      <a:pt x="6515" y="2005"/>
                      <a:pt x="6190" y="1807"/>
                      <a:pt x="5865" y="1603"/>
                    </a:cubicBezTo>
                    <a:cubicBezTo>
                      <a:pt x="4335" y="688"/>
                      <a:pt x="3325" y="531"/>
                      <a:pt x="1780" y="1603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445" name="gpt4o vector"/>
              <p:cNvSpPr/>
              <p:nvPr/>
            </p:nvSpPr>
            <p:spPr>
              <a:xfrm>
                <a:off x="14600682" y="2026653"/>
                <a:ext cx="166878" cy="197362"/>
              </a:xfrm>
              <a:custGeom>
                <a:avLst/>
                <a:gdLst/>
                <a:ahLst/>
                <a:cxnLst/>
                <a:rect l="0" t="0" r="r" b="b"/>
                <a:pathLst>
                  <a:path w="18250" h="21584" fill="norm" stroke="0">
                    <a:moveTo>
                      <a:pt x="6500" y="392"/>
                    </a:moveTo>
                    <a:cubicBezTo>
                      <a:pt x="6750" y="631"/>
                      <a:pt x="6750" y="631"/>
                      <a:pt x="6775" y="1085"/>
                    </a:cubicBezTo>
                    <a:cubicBezTo>
                      <a:pt x="6773" y="1283"/>
                      <a:pt x="6767" y="1484"/>
                      <a:pt x="6765" y="1687"/>
                    </a:cubicBezTo>
                    <a:cubicBezTo>
                      <a:pt x="6763" y="1914"/>
                      <a:pt x="6760" y="2139"/>
                      <a:pt x="6757" y="2371"/>
                    </a:cubicBezTo>
                    <a:cubicBezTo>
                      <a:pt x="6757" y="2490"/>
                      <a:pt x="6755" y="2612"/>
                      <a:pt x="6755" y="2736"/>
                    </a:cubicBezTo>
                    <a:cubicBezTo>
                      <a:pt x="6747" y="3377"/>
                      <a:pt x="6750" y="4019"/>
                      <a:pt x="6750" y="4660"/>
                    </a:cubicBezTo>
                    <a:cubicBezTo>
                      <a:pt x="6753" y="5475"/>
                      <a:pt x="6750" y="6290"/>
                      <a:pt x="6737" y="7105"/>
                    </a:cubicBezTo>
                    <a:cubicBezTo>
                      <a:pt x="6725" y="7764"/>
                      <a:pt x="6725" y="8424"/>
                      <a:pt x="6733" y="9081"/>
                    </a:cubicBezTo>
                    <a:cubicBezTo>
                      <a:pt x="6735" y="9332"/>
                      <a:pt x="6730" y="9583"/>
                      <a:pt x="6723" y="9834"/>
                    </a:cubicBezTo>
                    <a:cubicBezTo>
                      <a:pt x="6700" y="10634"/>
                      <a:pt x="6725" y="11342"/>
                      <a:pt x="7000" y="12101"/>
                    </a:cubicBezTo>
                    <a:cubicBezTo>
                      <a:pt x="7675" y="12740"/>
                      <a:pt x="8405" y="13134"/>
                      <a:pt x="9250" y="13535"/>
                    </a:cubicBezTo>
                    <a:cubicBezTo>
                      <a:pt x="9475" y="13667"/>
                      <a:pt x="9700" y="13801"/>
                      <a:pt x="9922" y="13939"/>
                    </a:cubicBezTo>
                    <a:cubicBezTo>
                      <a:pt x="10455" y="14228"/>
                      <a:pt x="10997" y="14484"/>
                      <a:pt x="11547" y="14742"/>
                    </a:cubicBezTo>
                    <a:cubicBezTo>
                      <a:pt x="12355" y="15148"/>
                      <a:pt x="13130" y="15612"/>
                      <a:pt x="13908" y="16068"/>
                    </a:cubicBezTo>
                    <a:cubicBezTo>
                      <a:pt x="14430" y="16362"/>
                      <a:pt x="14955" y="16630"/>
                      <a:pt x="15500" y="16881"/>
                    </a:cubicBezTo>
                    <a:cubicBezTo>
                      <a:pt x="15500" y="17039"/>
                      <a:pt x="15500" y="17196"/>
                      <a:pt x="15500" y="17359"/>
                    </a:cubicBezTo>
                    <a:cubicBezTo>
                      <a:pt x="15723" y="17423"/>
                      <a:pt x="15943" y="17488"/>
                      <a:pt x="16172" y="17552"/>
                    </a:cubicBezTo>
                    <a:cubicBezTo>
                      <a:pt x="16943" y="17796"/>
                      <a:pt x="17570" y="18133"/>
                      <a:pt x="18250" y="18554"/>
                    </a:cubicBezTo>
                    <a:cubicBezTo>
                      <a:pt x="18170" y="19285"/>
                      <a:pt x="18105" y="19651"/>
                      <a:pt x="17545" y="20172"/>
                    </a:cubicBezTo>
                    <a:cubicBezTo>
                      <a:pt x="17355" y="20289"/>
                      <a:pt x="17165" y="20406"/>
                      <a:pt x="16970" y="20525"/>
                    </a:cubicBezTo>
                    <a:cubicBezTo>
                      <a:pt x="16783" y="20645"/>
                      <a:pt x="16595" y="20764"/>
                      <a:pt x="16405" y="20888"/>
                    </a:cubicBezTo>
                    <a:cubicBezTo>
                      <a:pt x="15525" y="21285"/>
                      <a:pt x="14580" y="21584"/>
                      <a:pt x="13612" y="21311"/>
                    </a:cubicBezTo>
                    <a:cubicBezTo>
                      <a:pt x="13225" y="21132"/>
                      <a:pt x="12868" y="20931"/>
                      <a:pt x="12505" y="20712"/>
                    </a:cubicBezTo>
                    <a:cubicBezTo>
                      <a:pt x="12368" y="20635"/>
                      <a:pt x="12233" y="20559"/>
                      <a:pt x="12095" y="20480"/>
                    </a:cubicBezTo>
                    <a:cubicBezTo>
                      <a:pt x="11665" y="20234"/>
                      <a:pt x="11237" y="19985"/>
                      <a:pt x="10812" y="19734"/>
                    </a:cubicBezTo>
                    <a:cubicBezTo>
                      <a:pt x="10530" y="19572"/>
                      <a:pt x="10250" y="19409"/>
                      <a:pt x="9967" y="19249"/>
                    </a:cubicBezTo>
                    <a:cubicBezTo>
                      <a:pt x="9547" y="19010"/>
                      <a:pt x="9130" y="18771"/>
                      <a:pt x="8715" y="18530"/>
                    </a:cubicBezTo>
                    <a:cubicBezTo>
                      <a:pt x="7822" y="18014"/>
                      <a:pt x="6920" y="17531"/>
                      <a:pt x="6000" y="17065"/>
                    </a:cubicBezTo>
                    <a:cubicBezTo>
                      <a:pt x="5068" y="16587"/>
                      <a:pt x="4210" y="16097"/>
                      <a:pt x="3438" y="15402"/>
                    </a:cubicBezTo>
                    <a:cubicBezTo>
                      <a:pt x="3338" y="15313"/>
                      <a:pt x="3235" y="15222"/>
                      <a:pt x="3132" y="15132"/>
                    </a:cubicBezTo>
                    <a:cubicBezTo>
                      <a:pt x="1385" y="13511"/>
                      <a:pt x="140" y="11600"/>
                      <a:pt x="0" y="9234"/>
                    </a:cubicBezTo>
                    <a:cubicBezTo>
                      <a:pt x="47" y="6713"/>
                      <a:pt x="628" y="4168"/>
                      <a:pt x="2500" y="2304"/>
                    </a:cubicBezTo>
                    <a:cubicBezTo>
                      <a:pt x="5088" y="0"/>
                      <a:pt x="5088" y="0"/>
                      <a:pt x="6500" y="392"/>
                    </a:cubicBezTo>
                    <a:close/>
                    <a:moveTo>
                      <a:pt x="3688" y="1917"/>
                    </a:moveTo>
                    <a:cubicBezTo>
                      <a:pt x="3630" y="1964"/>
                      <a:pt x="3630" y="1964"/>
                      <a:pt x="3340" y="2213"/>
                    </a:cubicBezTo>
                    <a:cubicBezTo>
                      <a:pt x="3047" y="2471"/>
                      <a:pt x="2773" y="2746"/>
                      <a:pt x="2500" y="3021"/>
                    </a:cubicBezTo>
                    <a:cubicBezTo>
                      <a:pt x="2500" y="3178"/>
                      <a:pt x="2500" y="3336"/>
                      <a:pt x="2500" y="3499"/>
                    </a:cubicBezTo>
                    <a:cubicBezTo>
                      <a:pt x="2335" y="3499"/>
                      <a:pt x="2170" y="3499"/>
                      <a:pt x="2000" y="3499"/>
                    </a:cubicBezTo>
                    <a:cubicBezTo>
                      <a:pt x="580" y="6311"/>
                      <a:pt x="425" y="9016"/>
                      <a:pt x="1368" y="11984"/>
                    </a:cubicBezTo>
                    <a:cubicBezTo>
                      <a:pt x="2255" y="14353"/>
                      <a:pt x="4930" y="15884"/>
                      <a:pt x="7120" y="17024"/>
                    </a:cubicBezTo>
                    <a:cubicBezTo>
                      <a:pt x="7795" y="17383"/>
                      <a:pt x="8453" y="17760"/>
                      <a:pt x="9112" y="18147"/>
                    </a:cubicBezTo>
                    <a:cubicBezTo>
                      <a:pt x="9348" y="18284"/>
                      <a:pt x="9582" y="18420"/>
                      <a:pt x="9818" y="18556"/>
                    </a:cubicBezTo>
                    <a:cubicBezTo>
                      <a:pt x="10178" y="18764"/>
                      <a:pt x="10535" y="18974"/>
                      <a:pt x="10892" y="19187"/>
                    </a:cubicBezTo>
                    <a:cubicBezTo>
                      <a:pt x="13668" y="20829"/>
                      <a:pt x="13668" y="20829"/>
                      <a:pt x="15000" y="20704"/>
                    </a:cubicBezTo>
                    <a:cubicBezTo>
                      <a:pt x="15517" y="20566"/>
                      <a:pt x="15880" y="20379"/>
                      <a:pt x="16360" y="20121"/>
                    </a:cubicBezTo>
                    <a:cubicBezTo>
                      <a:pt x="16575" y="20009"/>
                      <a:pt x="16793" y="19897"/>
                      <a:pt x="17015" y="19780"/>
                    </a:cubicBezTo>
                    <a:cubicBezTo>
                      <a:pt x="17095" y="19734"/>
                      <a:pt x="17095" y="19734"/>
                      <a:pt x="17500" y="19510"/>
                    </a:cubicBezTo>
                    <a:cubicBezTo>
                      <a:pt x="17500" y="19194"/>
                      <a:pt x="17500" y="18879"/>
                      <a:pt x="17500" y="18554"/>
                    </a:cubicBezTo>
                    <a:cubicBezTo>
                      <a:pt x="17352" y="18475"/>
                      <a:pt x="17205" y="18398"/>
                      <a:pt x="17053" y="18317"/>
                    </a:cubicBezTo>
                    <a:cubicBezTo>
                      <a:pt x="16025" y="17775"/>
                      <a:pt x="15007" y="17220"/>
                      <a:pt x="14000" y="16642"/>
                    </a:cubicBezTo>
                    <a:cubicBezTo>
                      <a:pt x="13652" y="16458"/>
                      <a:pt x="13303" y="16274"/>
                      <a:pt x="12953" y="16090"/>
                    </a:cubicBezTo>
                    <a:cubicBezTo>
                      <a:pt x="11895" y="15533"/>
                      <a:pt x="10868" y="14938"/>
                      <a:pt x="9840" y="14331"/>
                    </a:cubicBezTo>
                    <a:cubicBezTo>
                      <a:pt x="9250" y="14013"/>
                      <a:pt x="9250" y="14013"/>
                      <a:pt x="8645" y="13791"/>
                    </a:cubicBezTo>
                    <a:cubicBezTo>
                      <a:pt x="8432" y="13707"/>
                      <a:pt x="8220" y="13624"/>
                      <a:pt x="8000" y="13535"/>
                    </a:cubicBezTo>
                    <a:cubicBezTo>
                      <a:pt x="7938" y="13511"/>
                      <a:pt x="7938" y="13511"/>
                      <a:pt x="7615" y="13385"/>
                    </a:cubicBezTo>
                    <a:cubicBezTo>
                      <a:pt x="7152" y="13158"/>
                      <a:pt x="6845" y="12955"/>
                      <a:pt x="6500" y="12579"/>
                    </a:cubicBezTo>
                    <a:cubicBezTo>
                      <a:pt x="6275" y="11779"/>
                      <a:pt x="6297" y="10993"/>
                      <a:pt x="6307" y="10168"/>
                    </a:cubicBezTo>
                    <a:cubicBezTo>
                      <a:pt x="6303" y="9807"/>
                      <a:pt x="6300" y="9449"/>
                      <a:pt x="6295" y="9090"/>
                    </a:cubicBezTo>
                    <a:cubicBezTo>
                      <a:pt x="6290" y="8589"/>
                      <a:pt x="6293" y="8087"/>
                      <a:pt x="6295" y="7585"/>
                    </a:cubicBezTo>
                    <a:cubicBezTo>
                      <a:pt x="6297" y="6827"/>
                      <a:pt x="6290" y="6072"/>
                      <a:pt x="6285" y="5315"/>
                    </a:cubicBezTo>
                    <a:cubicBezTo>
                      <a:pt x="6280" y="4727"/>
                      <a:pt x="6277" y="4139"/>
                      <a:pt x="6277" y="3549"/>
                    </a:cubicBezTo>
                    <a:cubicBezTo>
                      <a:pt x="6277" y="3444"/>
                      <a:pt x="6277" y="3444"/>
                      <a:pt x="6277" y="2906"/>
                    </a:cubicBezTo>
                    <a:cubicBezTo>
                      <a:pt x="6277" y="2813"/>
                      <a:pt x="6277" y="2813"/>
                      <a:pt x="6280" y="2342"/>
                    </a:cubicBezTo>
                    <a:cubicBezTo>
                      <a:pt x="6250" y="1823"/>
                      <a:pt x="6150" y="1369"/>
                      <a:pt x="6000" y="870"/>
                    </a:cubicBezTo>
                    <a:cubicBezTo>
                      <a:pt x="4912" y="700"/>
                      <a:pt x="4425" y="1247"/>
                      <a:pt x="3688" y="1917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446" name="gpt4o vector"/>
              <p:cNvSpPr/>
              <p:nvPr/>
            </p:nvSpPr>
            <p:spPr>
              <a:xfrm>
                <a:off x="14624761" y="2191928"/>
                <a:ext cx="219502" cy="104953"/>
              </a:xfrm>
              <a:custGeom>
                <a:avLst/>
                <a:gdLst/>
                <a:ahLst/>
                <a:cxnLst/>
                <a:rect l="0" t="0" r="r" b="b"/>
                <a:pathLst>
                  <a:path w="24005" h="11478" fill="norm" stroke="0">
                    <a:moveTo>
                      <a:pt x="23270" y="65"/>
                    </a:moveTo>
                    <a:cubicBezTo>
                      <a:pt x="23618" y="239"/>
                      <a:pt x="23618" y="239"/>
                      <a:pt x="23868" y="717"/>
                    </a:cubicBezTo>
                    <a:cubicBezTo>
                      <a:pt x="23942" y="1298"/>
                      <a:pt x="23947" y="1881"/>
                      <a:pt x="23960" y="2466"/>
                    </a:cubicBezTo>
                    <a:cubicBezTo>
                      <a:pt x="23965" y="2545"/>
                      <a:pt x="23965" y="2545"/>
                      <a:pt x="23990" y="2947"/>
                    </a:cubicBezTo>
                    <a:cubicBezTo>
                      <a:pt x="24005" y="3795"/>
                      <a:pt x="23955" y="4330"/>
                      <a:pt x="23330" y="4961"/>
                    </a:cubicBezTo>
                    <a:cubicBezTo>
                      <a:pt x="22648" y="5518"/>
                      <a:pt x="21902" y="5953"/>
                      <a:pt x="21118" y="6364"/>
                    </a:cubicBezTo>
                    <a:cubicBezTo>
                      <a:pt x="20862" y="6500"/>
                      <a:pt x="20605" y="6639"/>
                      <a:pt x="20350" y="6777"/>
                    </a:cubicBezTo>
                    <a:cubicBezTo>
                      <a:pt x="20227" y="6842"/>
                      <a:pt x="20102" y="6909"/>
                      <a:pt x="19973" y="6978"/>
                    </a:cubicBezTo>
                    <a:cubicBezTo>
                      <a:pt x="19650" y="7152"/>
                      <a:pt x="19330" y="7336"/>
                      <a:pt x="19013" y="7520"/>
                    </a:cubicBezTo>
                    <a:cubicBezTo>
                      <a:pt x="18202" y="7989"/>
                      <a:pt x="17362" y="8405"/>
                      <a:pt x="16523" y="8828"/>
                    </a:cubicBezTo>
                    <a:cubicBezTo>
                      <a:pt x="16202" y="8990"/>
                      <a:pt x="15882" y="9150"/>
                      <a:pt x="15565" y="9313"/>
                    </a:cubicBezTo>
                    <a:cubicBezTo>
                      <a:pt x="15408" y="9392"/>
                      <a:pt x="15250" y="9470"/>
                      <a:pt x="15088" y="9554"/>
                    </a:cubicBezTo>
                    <a:cubicBezTo>
                      <a:pt x="14618" y="9798"/>
                      <a:pt x="14162" y="10056"/>
                      <a:pt x="13702" y="10319"/>
                    </a:cubicBezTo>
                    <a:cubicBezTo>
                      <a:pt x="11715" y="11408"/>
                      <a:pt x="9077" y="11478"/>
                      <a:pt x="6868" y="10993"/>
                    </a:cubicBezTo>
                    <a:cubicBezTo>
                      <a:pt x="6035" y="10689"/>
                      <a:pt x="5345" y="10285"/>
                      <a:pt x="4618" y="9798"/>
                    </a:cubicBezTo>
                    <a:cubicBezTo>
                      <a:pt x="4445" y="9695"/>
                      <a:pt x="4273" y="9592"/>
                      <a:pt x="4095" y="9485"/>
                    </a:cubicBezTo>
                    <a:cubicBezTo>
                      <a:pt x="2307" y="8333"/>
                      <a:pt x="915" y="6557"/>
                      <a:pt x="223" y="4595"/>
                    </a:cubicBezTo>
                    <a:cubicBezTo>
                      <a:pt x="0" y="3475"/>
                      <a:pt x="62" y="2332"/>
                      <a:pt x="118" y="1195"/>
                    </a:cubicBezTo>
                    <a:cubicBezTo>
                      <a:pt x="497" y="896"/>
                      <a:pt x="497" y="896"/>
                      <a:pt x="1118" y="717"/>
                    </a:cubicBezTo>
                    <a:cubicBezTo>
                      <a:pt x="1805" y="946"/>
                      <a:pt x="2402" y="1312"/>
                      <a:pt x="3023" y="1673"/>
                    </a:cubicBezTo>
                    <a:cubicBezTo>
                      <a:pt x="3112" y="1725"/>
                      <a:pt x="3112" y="1725"/>
                      <a:pt x="3565" y="1979"/>
                    </a:cubicBezTo>
                    <a:cubicBezTo>
                      <a:pt x="4085" y="2273"/>
                      <a:pt x="4602" y="2569"/>
                      <a:pt x="5118" y="2868"/>
                    </a:cubicBezTo>
                    <a:cubicBezTo>
                      <a:pt x="5352" y="3004"/>
                      <a:pt x="5585" y="3140"/>
                      <a:pt x="5820" y="3274"/>
                    </a:cubicBezTo>
                    <a:cubicBezTo>
                      <a:pt x="6017" y="3386"/>
                      <a:pt x="6213" y="3499"/>
                      <a:pt x="6412" y="3616"/>
                    </a:cubicBezTo>
                    <a:cubicBezTo>
                      <a:pt x="6815" y="3845"/>
                      <a:pt x="7215" y="4074"/>
                      <a:pt x="7618" y="4301"/>
                    </a:cubicBezTo>
                    <a:cubicBezTo>
                      <a:pt x="7745" y="4378"/>
                      <a:pt x="7875" y="4452"/>
                      <a:pt x="8007" y="4528"/>
                    </a:cubicBezTo>
                    <a:cubicBezTo>
                      <a:pt x="8432" y="4772"/>
                      <a:pt x="8860" y="5009"/>
                      <a:pt x="9287" y="5243"/>
                    </a:cubicBezTo>
                    <a:cubicBezTo>
                      <a:pt x="9420" y="5319"/>
                      <a:pt x="9550" y="5396"/>
                      <a:pt x="9685" y="5475"/>
                    </a:cubicBezTo>
                    <a:cubicBezTo>
                      <a:pt x="10577" y="5955"/>
                      <a:pt x="11210" y="6053"/>
                      <a:pt x="12217" y="5855"/>
                    </a:cubicBezTo>
                    <a:cubicBezTo>
                      <a:pt x="12783" y="5688"/>
                      <a:pt x="13195" y="5434"/>
                      <a:pt x="13662" y="5095"/>
                    </a:cubicBezTo>
                    <a:cubicBezTo>
                      <a:pt x="14540" y="4497"/>
                      <a:pt x="15412" y="4017"/>
                      <a:pt x="16382" y="3570"/>
                    </a:cubicBezTo>
                    <a:cubicBezTo>
                      <a:pt x="17445" y="3080"/>
                      <a:pt x="18442" y="2547"/>
                      <a:pt x="19432" y="1933"/>
                    </a:cubicBezTo>
                    <a:cubicBezTo>
                      <a:pt x="19942" y="1630"/>
                      <a:pt x="20465" y="1384"/>
                      <a:pt x="21007" y="1140"/>
                    </a:cubicBezTo>
                    <a:cubicBezTo>
                      <a:pt x="21547" y="865"/>
                      <a:pt x="22030" y="516"/>
                      <a:pt x="22517" y="163"/>
                    </a:cubicBezTo>
                    <a:cubicBezTo>
                      <a:pt x="22868" y="0"/>
                      <a:pt x="22868" y="0"/>
                      <a:pt x="23270" y="65"/>
                    </a:cubicBezTo>
                    <a:close/>
                    <a:moveTo>
                      <a:pt x="22368" y="717"/>
                    </a:moveTo>
                    <a:cubicBezTo>
                      <a:pt x="22082" y="925"/>
                      <a:pt x="21800" y="1135"/>
                      <a:pt x="21533" y="1362"/>
                    </a:cubicBezTo>
                    <a:cubicBezTo>
                      <a:pt x="21003" y="1761"/>
                      <a:pt x="20428" y="2058"/>
                      <a:pt x="19835" y="2361"/>
                    </a:cubicBezTo>
                    <a:cubicBezTo>
                      <a:pt x="19715" y="2423"/>
                      <a:pt x="19598" y="2483"/>
                      <a:pt x="19473" y="2547"/>
                    </a:cubicBezTo>
                    <a:cubicBezTo>
                      <a:pt x="19105" y="2734"/>
                      <a:pt x="18735" y="2920"/>
                      <a:pt x="18368" y="3107"/>
                    </a:cubicBezTo>
                    <a:cubicBezTo>
                      <a:pt x="17918" y="3336"/>
                      <a:pt x="17470" y="3565"/>
                      <a:pt x="17023" y="3795"/>
                    </a:cubicBezTo>
                    <a:cubicBezTo>
                      <a:pt x="16912" y="3852"/>
                      <a:pt x="16800" y="3910"/>
                      <a:pt x="16685" y="3967"/>
                    </a:cubicBezTo>
                    <a:cubicBezTo>
                      <a:pt x="16033" y="4306"/>
                      <a:pt x="15405" y="4667"/>
                      <a:pt x="14783" y="5057"/>
                    </a:cubicBezTo>
                    <a:cubicBezTo>
                      <a:pt x="14640" y="5145"/>
                      <a:pt x="14497" y="5233"/>
                      <a:pt x="14352" y="5322"/>
                    </a:cubicBezTo>
                    <a:cubicBezTo>
                      <a:pt x="14077" y="5494"/>
                      <a:pt x="13805" y="5668"/>
                      <a:pt x="13535" y="5845"/>
                    </a:cubicBezTo>
                    <a:cubicBezTo>
                      <a:pt x="12567" y="6450"/>
                      <a:pt x="11767" y="6651"/>
                      <a:pt x="10618" y="6452"/>
                    </a:cubicBezTo>
                    <a:cubicBezTo>
                      <a:pt x="10108" y="6283"/>
                      <a:pt x="9668" y="6051"/>
                      <a:pt x="9210" y="5781"/>
                    </a:cubicBezTo>
                    <a:cubicBezTo>
                      <a:pt x="9098" y="5719"/>
                      <a:pt x="8985" y="5656"/>
                      <a:pt x="8868" y="5592"/>
                    </a:cubicBezTo>
                    <a:cubicBezTo>
                      <a:pt x="8533" y="5406"/>
                      <a:pt x="8200" y="5212"/>
                      <a:pt x="7868" y="5018"/>
                    </a:cubicBezTo>
                    <a:cubicBezTo>
                      <a:pt x="6545" y="4258"/>
                      <a:pt x="5213" y="3515"/>
                      <a:pt x="3882" y="2770"/>
                    </a:cubicBezTo>
                    <a:cubicBezTo>
                      <a:pt x="3697" y="2667"/>
                      <a:pt x="3515" y="2564"/>
                      <a:pt x="3325" y="2457"/>
                    </a:cubicBezTo>
                    <a:cubicBezTo>
                      <a:pt x="3160" y="2363"/>
                      <a:pt x="2993" y="2270"/>
                      <a:pt x="2822" y="2175"/>
                    </a:cubicBezTo>
                    <a:cubicBezTo>
                      <a:pt x="2368" y="1912"/>
                      <a:pt x="2368" y="1912"/>
                      <a:pt x="1977" y="1639"/>
                    </a:cubicBezTo>
                    <a:cubicBezTo>
                      <a:pt x="1618" y="1434"/>
                      <a:pt x="1618" y="1434"/>
                      <a:pt x="868" y="1434"/>
                    </a:cubicBezTo>
                    <a:cubicBezTo>
                      <a:pt x="817" y="1687"/>
                      <a:pt x="770" y="1943"/>
                      <a:pt x="725" y="2196"/>
                    </a:cubicBezTo>
                    <a:cubicBezTo>
                      <a:pt x="700" y="2337"/>
                      <a:pt x="675" y="2481"/>
                      <a:pt x="648" y="2624"/>
                    </a:cubicBezTo>
                    <a:cubicBezTo>
                      <a:pt x="537" y="4368"/>
                      <a:pt x="1425" y="6273"/>
                      <a:pt x="2590" y="7580"/>
                    </a:cubicBezTo>
                    <a:cubicBezTo>
                      <a:pt x="3003" y="8017"/>
                      <a:pt x="3422" y="8436"/>
                      <a:pt x="3868" y="8842"/>
                    </a:cubicBezTo>
                    <a:cubicBezTo>
                      <a:pt x="3960" y="8928"/>
                      <a:pt x="4053" y="9014"/>
                      <a:pt x="4148" y="9102"/>
                    </a:cubicBezTo>
                    <a:cubicBezTo>
                      <a:pt x="4970" y="9798"/>
                      <a:pt x="5750" y="10030"/>
                      <a:pt x="6820" y="10216"/>
                    </a:cubicBezTo>
                    <a:cubicBezTo>
                      <a:pt x="6975" y="10247"/>
                      <a:pt x="7130" y="10276"/>
                      <a:pt x="7290" y="10304"/>
                    </a:cubicBezTo>
                    <a:cubicBezTo>
                      <a:pt x="8412" y="10503"/>
                      <a:pt x="9477" y="10639"/>
                      <a:pt x="10618" y="10515"/>
                    </a:cubicBezTo>
                    <a:cubicBezTo>
                      <a:pt x="10807" y="10496"/>
                      <a:pt x="11000" y="10476"/>
                      <a:pt x="11195" y="10457"/>
                    </a:cubicBezTo>
                    <a:cubicBezTo>
                      <a:pt x="12970" y="10199"/>
                      <a:pt x="14358" y="9475"/>
                      <a:pt x="15868" y="8603"/>
                    </a:cubicBezTo>
                    <a:cubicBezTo>
                      <a:pt x="16270" y="8374"/>
                      <a:pt x="16672" y="8144"/>
                      <a:pt x="17072" y="7915"/>
                    </a:cubicBezTo>
                    <a:cubicBezTo>
                      <a:pt x="17727" y="7540"/>
                      <a:pt x="18380" y="7167"/>
                      <a:pt x="19030" y="6789"/>
                    </a:cubicBezTo>
                    <a:cubicBezTo>
                      <a:pt x="20235" y="6091"/>
                      <a:pt x="21450" y="5420"/>
                      <a:pt x="22688" y="4777"/>
                    </a:cubicBezTo>
                    <a:cubicBezTo>
                      <a:pt x="23118" y="4540"/>
                      <a:pt x="23118" y="4540"/>
                      <a:pt x="23368" y="4301"/>
                    </a:cubicBezTo>
                    <a:cubicBezTo>
                      <a:pt x="23395" y="3969"/>
                      <a:pt x="23395" y="3969"/>
                      <a:pt x="23390" y="3546"/>
                    </a:cubicBezTo>
                    <a:cubicBezTo>
                      <a:pt x="23390" y="3398"/>
                      <a:pt x="23390" y="3248"/>
                      <a:pt x="23388" y="3092"/>
                    </a:cubicBezTo>
                    <a:cubicBezTo>
                      <a:pt x="23388" y="2935"/>
                      <a:pt x="23385" y="2777"/>
                      <a:pt x="23382" y="2614"/>
                    </a:cubicBezTo>
                    <a:cubicBezTo>
                      <a:pt x="23380" y="2457"/>
                      <a:pt x="23380" y="2299"/>
                      <a:pt x="23380" y="2134"/>
                    </a:cubicBezTo>
                    <a:cubicBezTo>
                      <a:pt x="23375" y="1742"/>
                      <a:pt x="23372" y="1350"/>
                      <a:pt x="23368" y="956"/>
                    </a:cubicBezTo>
                    <a:cubicBezTo>
                      <a:pt x="22900" y="815"/>
                      <a:pt x="22900" y="815"/>
                      <a:pt x="22368" y="717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447" name="gpt4o vector"/>
              <p:cNvSpPr/>
              <p:nvPr/>
            </p:nvSpPr>
            <p:spPr>
              <a:xfrm>
                <a:off x="14750893" y="1974943"/>
                <a:ext cx="221856" cy="107728"/>
              </a:xfrm>
              <a:custGeom>
                <a:avLst/>
                <a:gdLst/>
                <a:ahLst/>
                <a:cxnLst/>
                <a:rect l="0" t="0" r="r" b="b"/>
                <a:pathLst>
                  <a:path w="24263" h="11781" fill="norm" stroke="0">
                    <a:moveTo>
                      <a:pt x="18670" y="1446"/>
                    </a:moveTo>
                    <a:cubicBezTo>
                      <a:pt x="21322" y="2963"/>
                      <a:pt x="23095" y="5176"/>
                      <a:pt x="23918" y="8022"/>
                    </a:cubicBezTo>
                    <a:cubicBezTo>
                      <a:pt x="24173" y="9098"/>
                      <a:pt x="24263" y="9905"/>
                      <a:pt x="23822" y="10931"/>
                    </a:cubicBezTo>
                    <a:cubicBezTo>
                      <a:pt x="23740" y="11055"/>
                      <a:pt x="23658" y="11177"/>
                      <a:pt x="23572" y="11303"/>
                    </a:cubicBezTo>
                    <a:cubicBezTo>
                      <a:pt x="22385" y="10856"/>
                      <a:pt x="22385" y="10856"/>
                      <a:pt x="21822" y="10586"/>
                    </a:cubicBezTo>
                    <a:cubicBezTo>
                      <a:pt x="21822" y="10429"/>
                      <a:pt x="21822" y="10271"/>
                      <a:pt x="21822" y="10108"/>
                    </a:cubicBezTo>
                    <a:cubicBezTo>
                      <a:pt x="21710" y="10087"/>
                      <a:pt x="21710" y="10087"/>
                      <a:pt x="21135" y="9975"/>
                    </a:cubicBezTo>
                    <a:cubicBezTo>
                      <a:pt x="19780" y="9611"/>
                      <a:pt x="18615" y="8861"/>
                      <a:pt x="17425" y="8166"/>
                    </a:cubicBezTo>
                    <a:cubicBezTo>
                      <a:pt x="17092" y="7970"/>
                      <a:pt x="16758" y="7778"/>
                      <a:pt x="16425" y="7587"/>
                    </a:cubicBezTo>
                    <a:cubicBezTo>
                      <a:pt x="16038" y="7365"/>
                      <a:pt x="15653" y="7140"/>
                      <a:pt x="15270" y="6911"/>
                    </a:cubicBezTo>
                    <a:cubicBezTo>
                      <a:pt x="13393" y="5833"/>
                      <a:pt x="13393" y="5833"/>
                      <a:pt x="12322" y="5915"/>
                    </a:cubicBezTo>
                    <a:cubicBezTo>
                      <a:pt x="10405" y="6419"/>
                      <a:pt x="8678" y="7532"/>
                      <a:pt x="7058" y="8603"/>
                    </a:cubicBezTo>
                    <a:cubicBezTo>
                      <a:pt x="6550" y="8930"/>
                      <a:pt x="6040" y="9181"/>
                      <a:pt x="5488" y="9430"/>
                    </a:cubicBezTo>
                    <a:cubicBezTo>
                      <a:pt x="4380" y="9967"/>
                      <a:pt x="3270" y="10601"/>
                      <a:pt x="2253" y="11279"/>
                    </a:cubicBezTo>
                    <a:cubicBezTo>
                      <a:pt x="1933" y="11483"/>
                      <a:pt x="1933" y="11483"/>
                      <a:pt x="1322" y="11781"/>
                    </a:cubicBezTo>
                    <a:cubicBezTo>
                      <a:pt x="785" y="11681"/>
                      <a:pt x="785" y="11681"/>
                      <a:pt x="322" y="11542"/>
                    </a:cubicBezTo>
                    <a:cubicBezTo>
                      <a:pt x="0" y="7755"/>
                      <a:pt x="0" y="7755"/>
                      <a:pt x="673" y="6686"/>
                    </a:cubicBezTo>
                    <a:cubicBezTo>
                      <a:pt x="1203" y="6309"/>
                      <a:pt x="1715" y="6060"/>
                      <a:pt x="2322" y="5807"/>
                    </a:cubicBezTo>
                    <a:cubicBezTo>
                      <a:pt x="2648" y="5635"/>
                      <a:pt x="2973" y="5463"/>
                      <a:pt x="3295" y="5288"/>
                    </a:cubicBezTo>
                    <a:cubicBezTo>
                      <a:pt x="3640" y="5102"/>
                      <a:pt x="3990" y="4925"/>
                      <a:pt x="4342" y="4748"/>
                    </a:cubicBezTo>
                    <a:cubicBezTo>
                      <a:pt x="5098" y="4366"/>
                      <a:pt x="5835" y="3953"/>
                      <a:pt x="6572" y="3537"/>
                    </a:cubicBezTo>
                    <a:cubicBezTo>
                      <a:pt x="7072" y="3257"/>
                      <a:pt x="7572" y="2980"/>
                      <a:pt x="8072" y="2700"/>
                    </a:cubicBezTo>
                    <a:cubicBezTo>
                      <a:pt x="8193" y="2636"/>
                      <a:pt x="8312" y="2569"/>
                      <a:pt x="8438" y="2500"/>
                    </a:cubicBezTo>
                    <a:cubicBezTo>
                      <a:pt x="9935" y="1673"/>
                      <a:pt x="11403" y="1013"/>
                      <a:pt x="13072" y="550"/>
                    </a:cubicBezTo>
                    <a:cubicBezTo>
                      <a:pt x="13197" y="504"/>
                      <a:pt x="13325" y="459"/>
                      <a:pt x="13455" y="409"/>
                    </a:cubicBezTo>
                    <a:cubicBezTo>
                      <a:pt x="14993" y="0"/>
                      <a:pt x="17325" y="755"/>
                      <a:pt x="18670" y="1446"/>
                    </a:cubicBezTo>
                    <a:close/>
                    <a:moveTo>
                      <a:pt x="9965" y="2232"/>
                    </a:moveTo>
                    <a:cubicBezTo>
                      <a:pt x="9455" y="2531"/>
                      <a:pt x="8935" y="2810"/>
                      <a:pt x="8418" y="3092"/>
                    </a:cubicBezTo>
                    <a:cubicBezTo>
                      <a:pt x="7380" y="3654"/>
                      <a:pt x="6345" y="4218"/>
                      <a:pt x="5312" y="4787"/>
                    </a:cubicBezTo>
                    <a:cubicBezTo>
                      <a:pt x="4798" y="5071"/>
                      <a:pt x="4283" y="5353"/>
                      <a:pt x="3765" y="5630"/>
                    </a:cubicBezTo>
                    <a:cubicBezTo>
                      <a:pt x="3303" y="5881"/>
                      <a:pt x="2842" y="6134"/>
                      <a:pt x="2385" y="6390"/>
                    </a:cubicBezTo>
                    <a:cubicBezTo>
                      <a:pt x="2320" y="6426"/>
                      <a:pt x="2320" y="6426"/>
                      <a:pt x="1985" y="6603"/>
                    </a:cubicBezTo>
                    <a:cubicBezTo>
                      <a:pt x="1373" y="6952"/>
                      <a:pt x="1102" y="7162"/>
                      <a:pt x="868" y="7814"/>
                    </a:cubicBezTo>
                    <a:cubicBezTo>
                      <a:pt x="822" y="8448"/>
                      <a:pt x="798" y="9071"/>
                      <a:pt x="808" y="9707"/>
                    </a:cubicBezTo>
                    <a:cubicBezTo>
                      <a:pt x="810" y="9917"/>
                      <a:pt x="812" y="10128"/>
                      <a:pt x="815" y="10345"/>
                    </a:cubicBezTo>
                    <a:cubicBezTo>
                      <a:pt x="818" y="10505"/>
                      <a:pt x="820" y="10663"/>
                      <a:pt x="822" y="10825"/>
                    </a:cubicBezTo>
                    <a:cubicBezTo>
                      <a:pt x="1163" y="10971"/>
                      <a:pt x="1163" y="10971"/>
                      <a:pt x="1572" y="11064"/>
                    </a:cubicBezTo>
                    <a:cubicBezTo>
                      <a:pt x="1875" y="10840"/>
                      <a:pt x="2175" y="10613"/>
                      <a:pt x="2463" y="10374"/>
                    </a:cubicBezTo>
                    <a:cubicBezTo>
                      <a:pt x="2845" y="10094"/>
                      <a:pt x="3188" y="9946"/>
                      <a:pt x="3635" y="9781"/>
                    </a:cubicBezTo>
                    <a:cubicBezTo>
                      <a:pt x="4368" y="9501"/>
                      <a:pt x="4973" y="9153"/>
                      <a:pt x="5620" y="8720"/>
                    </a:cubicBezTo>
                    <a:cubicBezTo>
                      <a:pt x="6625" y="8058"/>
                      <a:pt x="7663" y="7537"/>
                      <a:pt x="8763" y="7033"/>
                    </a:cubicBezTo>
                    <a:cubicBezTo>
                      <a:pt x="9433" y="6722"/>
                      <a:pt x="10038" y="6402"/>
                      <a:pt x="10635" y="5972"/>
                    </a:cubicBezTo>
                    <a:cubicBezTo>
                      <a:pt x="11483" y="5420"/>
                      <a:pt x="12298" y="5200"/>
                      <a:pt x="13322" y="5329"/>
                    </a:cubicBezTo>
                    <a:cubicBezTo>
                      <a:pt x="14098" y="5668"/>
                      <a:pt x="14788" y="6103"/>
                      <a:pt x="15490" y="6557"/>
                    </a:cubicBezTo>
                    <a:cubicBezTo>
                      <a:pt x="16040" y="6899"/>
                      <a:pt x="16618" y="7188"/>
                      <a:pt x="17197" y="7480"/>
                    </a:cubicBezTo>
                    <a:cubicBezTo>
                      <a:pt x="18630" y="8216"/>
                      <a:pt x="20020" y="9009"/>
                      <a:pt x="21403" y="9826"/>
                    </a:cubicBezTo>
                    <a:cubicBezTo>
                      <a:pt x="22038" y="10199"/>
                      <a:pt x="22578" y="10486"/>
                      <a:pt x="23322" y="10586"/>
                    </a:cubicBezTo>
                    <a:cubicBezTo>
                      <a:pt x="23665" y="10259"/>
                      <a:pt x="23623" y="10061"/>
                      <a:pt x="23635" y="9602"/>
                    </a:cubicBezTo>
                    <a:cubicBezTo>
                      <a:pt x="23620" y="8608"/>
                      <a:pt x="23268" y="7886"/>
                      <a:pt x="22822" y="7002"/>
                    </a:cubicBezTo>
                    <a:cubicBezTo>
                      <a:pt x="22713" y="6729"/>
                      <a:pt x="22602" y="6455"/>
                      <a:pt x="22495" y="6182"/>
                    </a:cubicBezTo>
                    <a:cubicBezTo>
                      <a:pt x="21553" y="4129"/>
                      <a:pt x="19893" y="2481"/>
                      <a:pt x="17723" y="1603"/>
                    </a:cubicBezTo>
                    <a:cubicBezTo>
                      <a:pt x="15065" y="683"/>
                      <a:pt x="12400" y="774"/>
                      <a:pt x="9965" y="2232"/>
                    </a:cubicBezTo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448" name="gpt4o vector"/>
              <p:cNvSpPr/>
              <p:nvPr/>
            </p:nvSpPr>
            <p:spPr>
              <a:xfrm>
                <a:off x="14769846" y="2128569"/>
                <a:ext cx="142669" cy="202082"/>
              </a:xfrm>
              <a:custGeom>
                <a:avLst/>
                <a:gdLst/>
                <a:ahLst/>
                <a:cxnLst/>
                <a:rect l="0" t="0" r="r" b="b"/>
                <a:pathLst>
                  <a:path w="15602" h="22100" fill="norm" stroke="0">
                    <a:moveTo>
                      <a:pt x="10750" y="0"/>
                    </a:moveTo>
                    <a:cubicBezTo>
                      <a:pt x="11747" y="184"/>
                      <a:pt x="12517" y="428"/>
                      <a:pt x="13405" y="882"/>
                    </a:cubicBezTo>
                    <a:cubicBezTo>
                      <a:pt x="13525" y="937"/>
                      <a:pt x="13645" y="992"/>
                      <a:pt x="13767" y="1049"/>
                    </a:cubicBezTo>
                    <a:cubicBezTo>
                      <a:pt x="14730" y="1539"/>
                      <a:pt x="15162" y="2120"/>
                      <a:pt x="15500" y="3107"/>
                    </a:cubicBezTo>
                    <a:cubicBezTo>
                      <a:pt x="15602" y="3855"/>
                      <a:pt x="15600" y="4593"/>
                      <a:pt x="15590" y="5348"/>
                    </a:cubicBezTo>
                    <a:cubicBezTo>
                      <a:pt x="15590" y="5453"/>
                      <a:pt x="15590" y="5453"/>
                      <a:pt x="15590" y="5991"/>
                    </a:cubicBezTo>
                    <a:cubicBezTo>
                      <a:pt x="15590" y="6440"/>
                      <a:pt x="15588" y="6887"/>
                      <a:pt x="15585" y="7336"/>
                    </a:cubicBezTo>
                    <a:cubicBezTo>
                      <a:pt x="15578" y="8020"/>
                      <a:pt x="15580" y="8703"/>
                      <a:pt x="15580" y="9387"/>
                    </a:cubicBezTo>
                    <a:cubicBezTo>
                      <a:pt x="15580" y="9822"/>
                      <a:pt x="15578" y="10259"/>
                      <a:pt x="15575" y="10694"/>
                    </a:cubicBezTo>
                    <a:cubicBezTo>
                      <a:pt x="15575" y="10797"/>
                      <a:pt x="15575" y="10797"/>
                      <a:pt x="15575" y="11313"/>
                    </a:cubicBezTo>
                    <a:cubicBezTo>
                      <a:pt x="15562" y="12367"/>
                      <a:pt x="15487" y="13151"/>
                      <a:pt x="15000" y="14099"/>
                    </a:cubicBezTo>
                    <a:cubicBezTo>
                      <a:pt x="14925" y="14441"/>
                      <a:pt x="14858" y="14785"/>
                      <a:pt x="14797" y="15129"/>
                    </a:cubicBezTo>
                    <a:cubicBezTo>
                      <a:pt x="14412" y="16857"/>
                      <a:pt x="13385" y="18217"/>
                      <a:pt x="12000" y="19357"/>
                    </a:cubicBezTo>
                    <a:cubicBezTo>
                      <a:pt x="11842" y="19493"/>
                      <a:pt x="11688" y="19627"/>
                      <a:pt x="11527" y="19768"/>
                    </a:cubicBezTo>
                    <a:cubicBezTo>
                      <a:pt x="9680" y="21268"/>
                      <a:pt x="7697" y="22100"/>
                      <a:pt x="5250" y="22000"/>
                    </a:cubicBezTo>
                    <a:cubicBezTo>
                      <a:pt x="4145" y="21863"/>
                      <a:pt x="3145" y="21596"/>
                      <a:pt x="2110" y="21209"/>
                    </a:cubicBezTo>
                    <a:cubicBezTo>
                      <a:pt x="1985" y="21163"/>
                      <a:pt x="1860" y="21118"/>
                      <a:pt x="1730" y="21070"/>
                    </a:cubicBezTo>
                    <a:cubicBezTo>
                      <a:pt x="773" y="20671"/>
                      <a:pt x="447" y="20217"/>
                      <a:pt x="0" y="19357"/>
                    </a:cubicBezTo>
                    <a:cubicBezTo>
                      <a:pt x="570" y="18759"/>
                      <a:pt x="1158" y="18382"/>
                      <a:pt x="1892" y="17985"/>
                    </a:cubicBezTo>
                    <a:cubicBezTo>
                      <a:pt x="1947" y="17954"/>
                      <a:pt x="1947" y="17954"/>
                      <a:pt x="2227" y="17803"/>
                    </a:cubicBezTo>
                    <a:cubicBezTo>
                      <a:pt x="2578" y="17612"/>
                      <a:pt x="2930" y="17423"/>
                      <a:pt x="3280" y="17235"/>
                    </a:cubicBezTo>
                    <a:cubicBezTo>
                      <a:pt x="3513" y="17110"/>
                      <a:pt x="3743" y="16986"/>
                      <a:pt x="3973" y="16862"/>
                    </a:cubicBezTo>
                    <a:cubicBezTo>
                      <a:pt x="4858" y="16384"/>
                      <a:pt x="5743" y="15908"/>
                      <a:pt x="6632" y="15440"/>
                    </a:cubicBezTo>
                    <a:cubicBezTo>
                      <a:pt x="7588" y="14940"/>
                      <a:pt x="8510" y="14448"/>
                      <a:pt x="9375" y="13815"/>
                    </a:cubicBezTo>
                    <a:cubicBezTo>
                      <a:pt x="9455" y="13758"/>
                      <a:pt x="9455" y="13758"/>
                      <a:pt x="9868" y="13461"/>
                    </a:cubicBezTo>
                    <a:cubicBezTo>
                      <a:pt x="10380" y="13036"/>
                      <a:pt x="10493" y="12775"/>
                      <a:pt x="10540" y="12128"/>
                    </a:cubicBezTo>
                    <a:cubicBezTo>
                      <a:pt x="10543" y="11903"/>
                      <a:pt x="10547" y="11678"/>
                      <a:pt x="10553" y="11449"/>
                    </a:cubicBezTo>
                    <a:cubicBezTo>
                      <a:pt x="10555" y="11325"/>
                      <a:pt x="10557" y="11201"/>
                      <a:pt x="10560" y="11074"/>
                    </a:cubicBezTo>
                    <a:cubicBezTo>
                      <a:pt x="10568" y="10665"/>
                      <a:pt x="10572" y="10257"/>
                      <a:pt x="10580" y="9848"/>
                    </a:cubicBezTo>
                    <a:cubicBezTo>
                      <a:pt x="10585" y="9566"/>
                      <a:pt x="10590" y="9282"/>
                      <a:pt x="10595" y="8997"/>
                    </a:cubicBezTo>
                    <a:cubicBezTo>
                      <a:pt x="10608" y="8252"/>
                      <a:pt x="10620" y="7506"/>
                      <a:pt x="10632" y="6760"/>
                    </a:cubicBezTo>
                    <a:cubicBezTo>
                      <a:pt x="10645" y="6001"/>
                      <a:pt x="10660" y="5241"/>
                      <a:pt x="10672" y="4478"/>
                    </a:cubicBezTo>
                    <a:cubicBezTo>
                      <a:pt x="10700" y="2985"/>
                      <a:pt x="10725" y="1494"/>
                      <a:pt x="10750" y="0"/>
                    </a:cubicBezTo>
                    <a:close/>
                    <a:moveTo>
                      <a:pt x="11250" y="478"/>
                    </a:moveTo>
                    <a:cubicBezTo>
                      <a:pt x="11000" y="717"/>
                      <a:pt x="11000" y="717"/>
                      <a:pt x="10973" y="1216"/>
                    </a:cubicBezTo>
                    <a:cubicBezTo>
                      <a:pt x="10973" y="1326"/>
                      <a:pt x="10973" y="1326"/>
                      <a:pt x="10977" y="1883"/>
                    </a:cubicBezTo>
                    <a:cubicBezTo>
                      <a:pt x="10977" y="2136"/>
                      <a:pt x="10977" y="2387"/>
                      <a:pt x="10977" y="2638"/>
                    </a:cubicBezTo>
                    <a:cubicBezTo>
                      <a:pt x="10980" y="2705"/>
                      <a:pt x="10980" y="2705"/>
                      <a:pt x="10980" y="3044"/>
                    </a:cubicBezTo>
                    <a:cubicBezTo>
                      <a:pt x="10983" y="3752"/>
                      <a:pt x="10977" y="4462"/>
                      <a:pt x="10975" y="5169"/>
                    </a:cubicBezTo>
                    <a:cubicBezTo>
                      <a:pt x="10970" y="6072"/>
                      <a:pt x="10967" y="6973"/>
                      <a:pt x="10975" y="7876"/>
                    </a:cubicBezTo>
                    <a:cubicBezTo>
                      <a:pt x="10980" y="8605"/>
                      <a:pt x="10977" y="9332"/>
                      <a:pt x="10970" y="10061"/>
                    </a:cubicBezTo>
                    <a:cubicBezTo>
                      <a:pt x="10967" y="10338"/>
                      <a:pt x="10970" y="10615"/>
                      <a:pt x="10973" y="10892"/>
                    </a:cubicBezTo>
                    <a:cubicBezTo>
                      <a:pt x="11007" y="13053"/>
                      <a:pt x="11007" y="13053"/>
                      <a:pt x="10370" y="13867"/>
                    </a:cubicBezTo>
                    <a:cubicBezTo>
                      <a:pt x="9628" y="14491"/>
                      <a:pt x="8818" y="14955"/>
                      <a:pt x="7918" y="15344"/>
                    </a:cubicBezTo>
                    <a:cubicBezTo>
                      <a:pt x="6965" y="15774"/>
                      <a:pt x="6068" y="16312"/>
                      <a:pt x="5155" y="16819"/>
                    </a:cubicBezTo>
                    <a:cubicBezTo>
                      <a:pt x="4953" y="16929"/>
                      <a:pt x="4750" y="17041"/>
                      <a:pt x="4540" y="17158"/>
                    </a:cubicBezTo>
                    <a:cubicBezTo>
                      <a:pt x="3263" y="17868"/>
                      <a:pt x="2000" y="18599"/>
                      <a:pt x="750" y="19357"/>
                    </a:cubicBezTo>
                    <a:cubicBezTo>
                      <a:pt x="957" y="20047"/>
                      <a:pt x="957" y="20047"/>
                      <a:pt x="1345" y="20274"/>
                    </a:cubicBezTo>
                    <a:cubicBezTo>
                      <a:pt x="1490" y="20327"/>
                      <a:pt x="1632" y="20379"/>
                      <a:pt x="1780" y="20432"/>
                    </a:cubicBezTo>
                    <a:cubicBezTo>
                      <a:pt x="2723" y="20776"/>
                      <a:pt x="2723" y="20776"/>
                      <a:pt x="3168" y="20996"/>
                    </a:cubicBezTo>
                    <a:cubicBezTo>
                      <a:pt x="4412" y="21598"/>
                      <a:pt x="5620" y="21679"/>
                      <a:pt x="7000" y="21507"/>
                    </a:cubicBezTo>
                    <a:cubicBezTo>
                      <a:pt x="7483" y="21321"/>
                      <a:pt x="7818" y="21082"/>
                      <a:pt x="8250" y="20790"/>
                    </a:cubicBezTo>
                    <a:cubicBezTo>
                      <a:pt x="8515" y="20728"/>
                      <a:pt x="8780" y="20676"/>
                      <a:pt x="9047" y="20626"/>
                    </a:cubicBezTo>
                    <a:cubicBezTo>
                      <a:pt x="9953" y="20403"/>
                      <a:pt x="10580" y="19952"/>
                      <a:pt x="11297" y="19402"/>
                    </a:cubicBezTo>
                    <a:cubicBezTo>
                      <a:pt x="11350" y="19361"/>
                      <a:pt x="11350" y="19361"/>
                      <a:pt x="11612" y="19161"/>
                    </a:cubicBezTo>
                    <a:cubicBezTo>
                      <a:pt x="13697" y="17502"/>
                      <a:pt x="14527" y="15299"/>
                      <a:pt x="14822" y="12756"/>
                    </a:cubicBezTo>
                    <a:cubicBezTo>
                      <a:pt x="14920" y="11394"/>
                      <a:pt x="14928" y="10032"/>
                      <a:pt x="14912" y="8667"/>
                    </a:cubicBezTo>
                    <a:cubicBezTo>
                      <a:pt x="14908" y="8192"/>
                      <a:pt x="14908" y="7716"/>
                      <a:pt x="14912" y="7241"/>
                    </a:cubicBezTo>
                    <a:cubicBezTo>
                      <a:pt x="14920" y="6543"/>
                      <a:pt x="14920" y="5848"/>
                      <a:pt x="14915" y="5150"/>
                    </a:cubicBezTo>
                    <a:cubicBezTo>
                      <a:pt x="14918" y="4937"/>
                      <a:pt x="14920" y="4727"/>
                      <a:pt x="14922" y="4507"/>
                    </a:cubicBezTo>
                    <a:cubicBezTo>
                      <a:pt x="14905" y="3532"/>
                      <a:pt x="14885" y="2870"/>
                      <a:pt x="14150" y="2151"/>
                    </a:cubicBezTo>
                    <a:cubicBezTo>
                      <a:pt x="13822" y="1890"/>
                      <a:pt x="13822" y="1890"/>
                      <a:pt x="13500" y="1673"/>
                    </a:cubicBezTo>
                    <a:cubicBezTo>
                      <a:pt x="13318" y="1549"/>
                      <a:pt x="13138" y="1424"/>
                      <a:pt x="12950" y="1295"/>
                    </a:cubicBezTo>
                    <a:cubicBezTo>
                      <a:pt x="12780" y="1197"/>
                      <a:pt x="12612" y="1102"/>
                      <a:pt x="12438" y="1001"/>
                    </a:cubicBezTo>
                    <a:cubicBezTo>
                      <a:pt x="12265" y="901"/>
                      <a:pt x="12095" y="801"/>
                      <a:pt x="11918" y="698"/>
                    </a:cubicBezTo>
                    <a:cubicBezTo>
                      <a:pt x="11500" y="478"/>
                      <a:pt x="11500" y="478"/>
                      <a:pt x="11250" y="478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  <p:sp>
            <p:nvSpPr>
              <p:cNvPr id="449" name="gpt4o vector"/>
              <p:cNvSpPr/>
              <p:nvPr/>
            </p:nvSpPr>
            <p:spPr>
              <a:xfrm>
                <a:off x="14751581" y="2087641"/>
                <a:ext cx="93063" cy="101041"/>
              </a:xfrm>
              <a:custGeom>
                <a:avLst/>
                <a:gdLst/>
                <a:ahLst/>
                <a:cxnLst/>
                <a:rect l="0" t="0" r="r" b="b"/>
                <a:pathLst>
                  <a:path w="10178" h="11050" fill="norm" stroke="0">
                    <a:moveTo>
                      <a:pt x="6497" y="413"/>
                    </a:moveTo>
                    <a:cubicBezTo>
                      <a:pt x="7105" y="731"/>
                      <a:pt x="7655" y="1080"/>
                      <a:pt x="8212" y="1472"/>
                    </a:cubicBezTo>
                    <a:cubicBezTo>
                      <a:pt x="8747" y="1847"/>
                      <a:pt x="8747" y="1847"/>
                      <a:pt x="9430" y="2081"/>
                    </a:cubicBezTo>
                    <a:cubicBezTo>
                      <a:pt x="9745" y="2261"/>
                      <a:pt x="9745" y="2261"/>
                      <a:pt x="9997" y="2564"/>
                    </a:cubicBezTo>
                    <a:cubicBezTo>
                      <a:pt x="10165" y="3346"/>
                      <a:pt x="10178" y="4108"/>
                      <a:pt x="10160" y="4901"/>
                    </a:cubicBezTo>
                    <a:cubicBezTo>
                      <a:pt x="10155" y="5281"/>
                      <a:pt x="10160" y="5656"/>
                      <a:pt x="10168" y="6036"/>
                    </a:cubicBezTo>
                    <a:cubicBezTo>
                      <a:pt x="10178" y="8051"/>
                      <a:pt x="10178" y="8051"/>
                      <a:pt x="9465" y="8775"/>
                    </a:cubicBezTo>
                    <a:cubicBezTo>
                      <a:pt x="9122" y="9028"/>
                      <a:pt x="9122" y="9028"/>
                      <a:pt x="8747" y="9255"/>
                    </a:cubicBezTo>
                    <a:cubicBezTo>
                      <a:pt x="8620" y="9337"/>
                      <a:pt x="8492" y="9418"/>
                      <a:pt x="8360" y="9499"/>
                    </a:cubicBezTo>
                    <a:cubicBezTo>
                      <a:pt x="7955" y="9740"/>
                      <a:pt x="7545" y="9956"/>
                      <a:pt x="7122" y="10166"/>
                    </a:cubicBezTo>
                    <a:cubicBezTo>
                      <a:pt x="7053" y="10204"/>
                      <a:pt x="7053" y="10204"/>
                      <a:pt x="6702" y="10393"/>
                    </a:cubicBezTo>
                    <a:cubicBezTo>
                      <a:pt x="5857" y="10823"/>
                      <a:pt x="5230" y="11050"/>
                      <a:pt x="4247" y="10928"/>
                    </a:cubicBezTo>
                    <a:cubicBezTo>
                      <a:pt x="3888" y="10615"/>
                      <a:pt x="3888" y="10615"/>
                      <a:pt x="3497" y="10211"/>
                    </a:cubicBezTo>
                    <a:cubicBezTo>
                      <a:pt x="3013" y="9941"/>
                      <a:pt x="2505" y="9719"/>
                      <a:pt x="1997" y="9494"/>
                    </a:cubicBezTo>
                    <a:cubicBezTo>
                      <a:pt x="1720" y="9370"/>
                      <a:pt x="1445" y="9246"/>
                      <a:pt x="1170" y="9122"/>
                    </a:cubicBezTo>
                    <a:cubicBezTo>
                      <a:pt x="1047" y="9067"/>
                      <a:pt x="925" y="9012"/>
                      <a:pt x="797" y="8957"/>
                    </a:cubicBezTo>
                    <a:cubicBezTo>
                      <a:pt x="497" y="8777"/>
                      <a:pt x="497" y="8777"/>
                      <a:pt x="247" y="8299"/>
                    </a:cubicBezTo>
                    <a:cubicBezTo>
                      <a:pt x="155" y="7499"/>
                      <a:pt x="128" y="6696"/>
                      <a:pt x="105" y="5891"/>
                    </a:cubicBezTo>
                    <a:cubicBezTo>
                      <a:pt x="95" y="5625"/>
                      <a:pt x="82" y="5363"/>
                      <a:pt x="65" y="5097"/>
                    </a:cubicBezTo>
                    <a:cubicBezTo>
                      <a:pt x="5" y="4208"/>
                      <a:pt x="0" y="3427"/>
                      <a:pt x="247" y="2564"/>
                    </a:cubicBezTo>
                    <a:cubicBezTo>
                      <a:pt x="912" y="1897"/>
                      <a:pt x="1640" y="1532"/>
                      <a:pt x="2497" y="1130"/>
                    </a:cubicBezTo>
                    <a:cubicBezTo>
                      <a:pt x="2793" y="939"/>
                      <a:pt x="3085" y="746"/>
                      <a:pt x="3372" y="547"/>
                    </a:cubicBezTo>
                    <a:cubicBezTo>
                      <a:pt x="4422" y="0"/>
                      <a:pt x="5378" y="69"/>
                      <a:pt x="6497" y="413"/>
                    </a:cubicBezTo>
                    <a:close/>
                    <a:moveTo>
                      <a:pt x="2560" y="1701"/>
                    </a:moveTo>
                    <a:cubicBezTo>
                      <a:pt x="1997" y="2086"/>
                      <a:pt x="1997" y="2086"/>
                      <a:pt x="1312" y="2337"/>
                    </a:cubicBezTo>
                    <a:cubicBezTo>
                      <a:pt x="747" y="2803"/>
                      <a:pt x="747" y="2803"/>
                      <a:pt x="632" y="3315"/>
                    </a:cubicBezTo>
                    <a:cubicBezTo>
                      <a:pt x="587" y="3979"/>
                      <a:pt x="590" y="4631"/>
                      <a:pt x="607" y="5298"/>
                    </a:cubicBezTo>
                    <a:cubicBezTo>
                      <a:pt x="605" y="5525"/>
                      <a:pt x="602" y="5754"/>
                      <a:pt x="597" y="5989"/>
                    </a:cubicBezTo>
                    <a:cubicBezTo>
                      <a:pt x="617" y="7642"/>
                      <a:pt x="617" y="7642"/>
                      <a:pt x="1172" y="8400"/>
                    </a:cubicBezTo>
                    <a:cubicBezTo>
                      <a:pt x="1362" y="8524"/>
                      <a:pt x="1553" y="8648"/>
                      <a:pt x="1747" y="8777"/>
                    </a:cubicBezTo>
                    <a:cubicBezTo>
                      <a:pt x="1852" y="8854"/>
                      <a:pt x="1957" y="8928"/>
                      <a:pt x="2067" y="9007"/>
                    </a:cubicBezTo>
                    <a:cubicBezTo>
                      <a:pt x="2405" y="9248"/>
                      <a:pt x="2753" y="9468"/>
                      <a:pt x="3107" y="9688"/>
                    </a:cubicBezTo>
                    <a:cubicBezTo>
                      <a:pt x="3222" y="9767"/>
                      <a:pt x="3340" y="9843"/>
                      <a:pt x="3460" y="9922"/>
                    </a:cubicBezTo>
                    <a:cubicBezTo>
                      <a:pt x="4072" y="10307"/>
                      <a:pt x="4380" y="10455"/>
                      <a:pt x="5132" y="10422"/>
                    </a:cubicBezTo>
                    <a:cubicBezTo>
                      <a:pt x="5817" y="10187"/>
                      <a:pt x="6382" y="9893"/>
                      <a:pt x="6997" y="9523"/>
                    </a:cubicBezTo>
                    <a:cubicBezTo>
                      <a:pt x="7202" y="9401"/>
                      <a:pt x="7410" y="9279"/>
                      <a:pt x="7622" y="9153"/>
                    </a:cubicBezTo>
                    <a:cubicBezTo>
                      <a:pt x="7725" y="9090"/>
                      <a:pt x="7725" y="9090"/>
                      <a:pt x="8247" y="8777"/>
                    </a:cubicBezTo>
                    <a:cubicBezTo>
                      <a:pt x="8475" y="8696"/>
                      <a:pt x="8700" y="8615"/>
                      <a:pt x="8935" y="8534"/>
                    </a:cubicBezTo>
                    <a:cubicBezTo>
                      <a:pt x="9617" y="7960"/>
                      <a:pt x="9617" y="7743"/>
                      <a:pt x="9725" y="6899"/>
                    </a:cubicBezTo>
                    <a:cubicBezTo>
                      <a:pt x="9750" y="6426"/>
                      <a:pt x="9763" y="5962"/>
                      <a:pt x="9763" y="5492"/>
                    </a:cubicBezTo>
                    <a:cubicBezTo>
                      <a:pt x="9765" y="5372"/>
                      <a:pt x="9765" y="5250"/>
                      <a:pt x="9767" y="5128"/>
                    </a:cubicBezTo>
                    <a:cubicBezTo>
                      <a:pt x="9770" y="3183"/>
                      <a:pt x="9770" y="3183"/>
                      <a:pt x="9210" y="2402"/>
                    </a:cubicBezTo>
                    <a:cubicBezTo>
                      <a:pt x="8510" y="1816"/>
                      <a:pt x="7717" y="1506"/>
                      <a:pt x="6837" y="1240"/>
                    </a:cubicBezTo>
                    <a:cubicBezTo>
                      <a:pt x="6425" y="1106"/>
                      <a:pt x="6105" y="891"/>
                      <a:pt x="5747" y="652"/>
                    </a:cubicBezTo>
                    <a:cubicBezTo>
                      <a:pt x="4380" y="404"/>
                      <a:pt x="3655" y="946"/>
                      <a:pt x="2560" y="1701"/>
                    </a:cubicBezTo>
                    <a:close/>
                  </a:path>
                </a:pathLst>
              </a:custGeom>
              <a:solidFill>
                <a:srgbClr val="ADCBC3"/>
              </a:solidFill>
              <a:ln w="0">
                <a:noFill/>
              </a:ln>
            </p:spPr>
          </p:sp>
        </p:grpSp>
        <p:sp>
          <p:nvSpPr>
            <p:cNvPr id="451" name="GPT-4o"/>
            <p:cNvSpPr txBox="1"/>
            <p:nvPr/>
          </p:nvSpPr>
          <p:spPr>
            <a:xfrm>
              <a:off x="14447520" y="2500884"/>
              <a:ext cx="813816" cy="26289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 i="0">
                  <a:solidFill>
                    <a:srgbClr val="000000"/>
                  </a:solidFill>
                  <a:latin typeface="Arial Narrow"/>
                </a:rPr>
                <a:t>GPT-4o</a:t>
              </a:r>
            </a:p>
          </p:txBody>
        </p:sp>
        <p:sp>
          <p:nvSpPr>
            <p:cNvPr id="452" name="Arrow"/>
            <p:cNvSpPr/>
            <p:nvPr/>
          </p:nvSpPr>
          <p:spPr>
            <a:xfrm>
              <a:off x="15124176" y="2048256"/>
              <a:ext cx="283464" cy="164592"/>
            </a:xfrm>
            <a:custGeom>
              <a:avLst/>
              <a:gdLst/>
              <a:ahLst/>
              <a:cxnLst/>
              <a:rect l="0" t="0" r="r" b="b"/>
              <a:pathLst>
                <a:path w="31000" h="18000" fill="norm" stroke="1">
                  <a:moveTo>
                    <a:pt x="0" y="5000"/>
                  </a:moveTo>
                  <a:lnTo>
                    <a:pt x="19000" y="5000"/>
                  </a:lnTo>
                  <a:lnTo>
                    <a:pt x="19000" y="0"/>
                  </a:lnTo>
                  <a:lnTo>
                    <a:pt x="31000" y="9000"/>
                  </a:lnTo>
                  <a:lnTo>
                    <a:pt x="19000" y="18000"/>
                  </a:lnTo>
                  <a:lnTo>
                    <a:pt x="19000" y="13000"/>
                  </a:lnTo>
                  <a:lnTo>
                    <a:pt x="0" y="13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sp>
          <p:nvSpPr>
            <p:cNvPr id="453" name="Rectangle"/>
            <p:cNvSpPr/>
            <p:nvPr/>
          </p:nvSpPr>
          <p:spPr>
            <a:xfrm>
              <a:off x="15489936" y="1197864"/>
              <a:ext cx="1527048" cy="749808"/>
            </a:xfrm>
            <a:prstGeom prst="roundRect">
              <a:avLst>
                <a:gd name="adj" fmla="val 13414"/>
              </a:avLst>
            </a:prstGeom>
            <a:solidFill>
              <a:srgbClr val="FFFFFF"/>
            </a:solidFill>
            <a:ln w="27432">
              <a:solidFill>
                <a:srgbClr val="5B5B5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angle"/>
            <p:cNvSpPr/>
            <p:nvPr/>
          </p:nvSpPr>
          <p:spPr>
            <a:xfrm>
              <a:off x="15489936" y="1197864"/>
              <a:ext cx="1527048" cy="256032"/>
            </a:xfrm>
            <a:prstGeom prst="roundRect">
              <a:avLst>
                <a:gd name="adj" fmla="val 32142"/>
              </a:avLst>
            </a:prstGeom>
            <a:solidFill>
              <a:srgbClr val="A5C8EB"/>
            </a:solidFill>
            <a:ln w="27432">
              <a:solidFill>
                <a:srgbClr val="5B5B5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Forged News"/>
            <p:cNvSpPr txBox="1"/>
            <p:nvPr/>
          </p:nvSpPr>
          <p:spPr>
            <a:xfrm>
              <a:off x="15517368" y="1211580"/>
              <a:ext cx="1472184" cy="28346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7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Times New Roman"/>
                </a:rPr>
                <a:t>Forged News</a:t>
              </a:r>
            </a:p>
          </p:txBody>
        </p:sp>
        <p:sp>
          <p:nvSpPr>
            <p:cNvPr id="456" name="Four types of entity replacing"/>
            <p:cNvSpPr txBox="1"/>
            <p:nvPr/>
          </p:nvSpPr>
          <p:spPr>
            <a:xfrm>
              <a:off x="15563088" y="1495044"/>
              <a:ext cx="1380744" cy="52578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7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0" i="0">
                  <a:solidFill>
                    <a:srgbClr val="000000"/>
                  </a:solidFill>
                  <a:latin typeface="Times New Roman"/>
                </a:rPr>
                <a:t>Four types of</a:t>
              </a:r>
            </a:p>
            <a:p>
              <a:pPr algn="ctr">
                <a:lnSpc>
                  <a:spcPts val="17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0" i="0">
                  <a:solidFill>
                    <a:srgbClr val="000000"/>
                  </a:solidFill>
                  <a:latin typeface="Times New Roman"/>
                </a:rPr>
                <a:t>entity replacing</a:t>
              </a:r>
            </a:p>
          </p:txBody>
        </p:sp>
        <p:sp>
          <p:nvSpPr>
            <p:cNvPr id="457" name="Rectangle"/>
            <p:cNvSpPr/>
            <p:nvPr/>
          </p:nvSpPr>
          <p:spPr>
            <a:xfrm>
              <a:off x="15489936" y="2011680"/>
              <a:ext cx="1527048" cy="9144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27432">
              <a:solidFill>
                <a:srgbClr val="5B5B5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angle"/>
            <p:cNvSpPr/>
            <p:nvPr/>
          </p:nvSpPr>
          <p:spPr>
            <a:xfrm>
              <a:off x="15489936" y="2011680"/>
              <a:ext cx="1527048" cy="274320"/>
            </a:xfrm>
            <a:prstGeom prst="roundRect">
              <a:avLst>
                <a:gd name="adj" fmla="val 26666"/>
              </a:avLst>
            </a:prstGeom>
            <a:solidFill>
              <a:srgbClr val="E0F2D8"/>
            </a:solidFill>
            <a:ln w="27432">
              <a:solidFill>
                <a:srgbClr val="5B5B5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Interpretability"/>
            <p:cNvSpPr txBox="1"/>
            <p:nvPr/>
          </p:nvSpPr>
          <p:spPr>
            <a:xfrm>
              <a:off x="15526512" y="2034540"/>
              <a:ext cx="1453896" cy="301752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2" b="1" i="0">
                  <a:solidFill>
                    <a:srgbClr val="000000"/>
                  </a:solidFill>
                  <a:latin typeface="Times New Roman"/>
                </a:rPr>
                <a:t>Interpretability</a:t>
              </a:r>
            </a:p>
          </p:txBody>
        </p:sp>
        <p:sp>
          <p:nvSpPr>
            <p:cNvPr id="460" name="•   Fake entity •   Forged type"/>
            <p:cNvSpPr txBox="1"/>
            <p:nvPr/>
          </p:nvSpPr>
          <p:spPr>
            <a:xfrm>
              <a:off x="15572232" y="2409444"/>
              <a:ext cx="1362456" cy="52578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0" i="0">
                  <a:solidFill>
                    <a:srgbClr val="000000"/>
                  </a:solidFill>
                  <a:latin typeface="Times New Roman"/>
                </a:rPr>
                <a:t>•   Fake entity</a:t>
              </a:r>
            </a:p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0" i="0">
                  <a:solidFill>
                    <a:srgbClr val="000000"/>
                  </a:solidFill>
                  <a:latin typeface="Times New Roman"/>
                </a:rPr>
                <a:t>•   Forged type</a:t>
              </a:r>
            </a:p>
          </p:txBody>
        </p:sp>
      </p:grpSp>
      <p:grpSp>
        <p:nvGrpSpPr>
          <p:cNvPr id="464" name="Fact-R1 title"/>
          <p:cNvGrpSpPr/>
          <p:nvPr/>
        </p:nvGrpSpPr>
        <p:grpSpPr>
          <a:xfrm>
            <a:off x="82296" y="3200400"/>
            <a:ext cx="16971264" cy="498348"/>
            <a:chOff x="82296" y="3200400"/>
            <a:chExt cx="16971264" cy="498348"/>
          </a:xfrm>
        </p:grpSpPr>
        <p:sp>
          <p:nvSpPr>
            <p:cNvPr id="462" name="Rectangle"/>
            <p:cNvSpPr/>
            <p:nvPr/>
          </p:nvSpPr>
          <p:spPr>
            <a:xfrm>
              <a:off x="82296" y="3200400"/>
              <a:ext cx="16971264" cy="475488"/>
            </a:xfrm>
            <a:prstGeom prst="roundRect">
              <a:avLst>
                <a:gd name="adj" fmla="val 1923"/>
              </a:avLst>
            </a:prstGeom>
            <a:solidFill>
              <a:srgbClr val="EBEDF7"/>
            </a:solidFill>
            <a:ln w="45719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Fact-R1 Pipeline"/>
            <p:cNvSpPr txBox="1"/>
            <p:nvPr/>
          </p:nvSpPr>
          <p:spPr>
            <a:xfrm>
              <a:off x="146304" y="3287268"/>
              <a:ext cx="16843248" cy="41148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6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92" b="1" i="0">
                  <a:solidFill>
                    <a:srgbClr val="000000"/>
                  </a:solidFill>
                  <a:latin typeface="Times New Roman"/>
                </a:rPr>
                <a:t>Fact-R1 Pipeline</a:t>
              </a:r>
            </a:p>
          </p:txBody>
        </p:sp>
      </p:grpSp>
      <p:grpSp>
        <p:nvGrpSpPr>
          <p:cNvPr id="468" name="Long-CoT Instruction Tuning frame"/>
          <p:cNvGrpSpPr/>
          <p:nvPr/>
        </p:nvGrpSpPr>
        <p:grpSpPr>
          <a:xfrm>
            <a:off x="91440" y="3803904"/>
            <a:ext cx="5111496" cy="6108192"/>
            <a:chOff x="91440" y="3803904"/>
            <a:chExt cx="5111496" cy="6108192"/>
          </a:xfrm>
        </p:grpSpPr>
        <p:sp>
          <p:nvSpPr>
            <p:cNvPr id="465" name="Rectangle"/>
            <p:cNvSpPr/>
            <p:nvPr/>
          </p:nvSpPr>
          <p:spPr>
            <a:xfrm>
              <a:off x="91440" y="3813048"/>
              <a:ext cx="5111496" cy="6099048"/>
            </a:xfrm>
            <a:prstGeom prst="roundRect">
              <a:avLst>
                <a:gd name="adj" fmla="val 4114"/>
              </a:avLst>
            </a:prstGeom>
            <a:solidFill>
              <a:srgbClr val="FFFFF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Rectangle"/>
            <p:cNvSpPr/>
            <p:nvPr/>
          </p:nvSpPr>
          <p:spPr>
            <a:xfrm>
              <a:off x="91440" y="3803904"/>
              <a:ext cx="5111496" cy="338328"/>
            </a:xfrm>
            <a:prstGeom prst="roundRect">
              <a:avLst>
                <a:gd name="adj" fmla="val 29729"/>
              </a:avLst>
            </a:prstGeom>
            <a:solidFill>
              <a:srgbClr val="FFFFE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Long-CoT Instruction Tuning"/>
            <p:cNvSpPr txBox="1"/>
            <p:nvPr/>
          </p:nvSpPr>
          <p:spPr>
            <a:xfrm>
              <a:off x="777240" y="3845052"/>
              <a:ext cx="4315968" cy="35661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1" b="1" i="0">
                  <a:solidFill>
                    <a:srgbClr val="000000"/>
                  </a:solidFill>
                  <a:latin typeface="Times New Roman"/>
                </a:rPr>
                <a:t>Long-CoT Instruction Tuning</a:t>
              </a:r>
            </a:p>
          </p:txBody>
        </p:sp>
      </p:grpSp>
      <p:grpSp>
        <p:nvGrpSpPr>
          <p:cNvPr id="472" name="Preference Alignment via DPO frame"/>
          <p:cNvGrpSpPr/>
          <p:nvPr/>
        </p:nvGrpSpPr>
        <p:grpSpPr>
          <a:xfrm>
            <a:off x="5961888" y="3803904"/>
            <a:ext cx="5120640" cy="6108192"/>
            <a:chOff x="5961888" y="3803904"/>
            <a:chExt cx="5120640" cy="6108192"/>
          </a:xfrm>
        </p:grpSpPr>
        <p:sp>
          <p:nvSpPr>
            <p:cNvPr id="469" name="Rectangle"/>
            <p:cNvSpPr/>
            <p:nvPr/>
          </p:nvSpPr>
          <p:spPr>
            <a:xfrm>
              <a:off x="5961888" y="3813048"/>
              <a:ext cx="5120640" cy="6099048"/>
            </a:xfrm>
            <a:prstGeom prst="roundRect">
              <a:avLst>
                <a:gd name="adj" fmla="val 4107"/>
              </a:avLst>
            </a:prstGeom>
            <a:solidFill>
              <a:srgbClr val="FFFFF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Rectangle"/>
            <p:cNvSpPr/>
            <p:nvPr/>
          </p:nvSpPr>
          <p:spPr>
            <a:xfrm>
              <a:off x="5961888" y="3803904"/>
              <a:ext cx="5120640" cy="338328"/>
            </a:xfrm>
            <a:prstGeom prst="roundRect">
              <a:avLst>
                <a:gd name="adj" fmla="val 29729"/>
              </a:avLst>
            </a:prstGeom>
            <a:solidFill>
              <a:srgbClr val="FFFFE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Preference Alignment via DPO"/>
            <p:cNvSpPr txBox="1"/>
            <p:nvPr/>
          </p:nvSpPr>
          <p:spPr>
            <a:xfrm>
              <a:off x="6601968" y="3881628"/>
              <a:ext cx="4370832" cy="35661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1" b="1" i="0">
                  <a:solidFill>
                    <a:srgbClr val="000000"/>
                  </a:solidFill>
                  <a:latin typeface="Times New Roman"/>
                </a:rPr>
                <a:t>Preference Alignment via DPO</a:t>
              </a:r>
            </a:p>
          </p:txBody>
        </p:sp>
      </p:grpSp>
      <p:grpSp>
        <p:nvGrpSpPr>
          <p:cNvPr id="476" name="GRPO with Verifiable Reward Function frame"/>
          <p:cNvGrpSpPr/>
          <p:nvPr/>
        </p:nvGrpSpPr>
        <p:grpSpPr>
          <a:xfrm>
            <a:off x="11850624" y="3803904"/>
            <a:ext cx="5202936" cy="6108192"/>
            <a:chOff x="11850624" y="3803904"/>
            <a:chExt cx="5202936" cy="6108192"/>
          </a:xfrm>
        </p:grpSpPr>
        <p:sp>
          <p:nvSpPr>
            <p:cNvPr id="473" name="Rectangle"/>
            <p:cNvSpPr/>
            <p:nvPr/>
          </p:nvSpPr>
          <p:spPr>
            <a:xfrm>
              <a:off x="11850624" y="3813048"/>
              <a:ext cx="5202936" cy="6099048"/>
            </a:xfrm>
            <a:prstGeom prst="roundRect">
              <a:avLst>
                <a:gd name="adj" fmla="val 4042"/>
              </a:avLst>
            </a:prstGeom>
            <a:solidFill>
              <a:srgbClr val="FFFFF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angle"/>
            <p:cNvSpPr/>
            <p:nvPr/>
          </p:nvSpPr>
          <p:spPr>
            <a:xfrm>
              <a:off x="11850624" y="3803904"/>
              <a:ext cx="5202936" cy="338328"/>
            </a:xfrm>
            <a:prstGeom prst="roundRect">
              <a:avLst>
                <a:gd name="adj" fmla="val 29729"/>
              </a:avLst>
            </a:prstGeom>
            <a:solidFill>
              <a:srgbClr val="FFFFEF"/>
            </a:solidFill>
            <a:ln w="27432">
              <a:solidFill>
                <a:srgbClr val="A5A5A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GRPO with Verifiable Reward Function"/>
            <p:cNvSpPr txBox="1"/>
            <p:nvPr/>
          </p:nvSpPr>
          <p:spPr>
            <a:xfrm>
              <a:off x="12298680" y="3881628"/>
              <a:ext cx="4645152" cy="35661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1" b="1" i="0">
                  <a:solidFill>
                    <a:srgbClr val="000000"/>
                  </a:solidFill>
                  <a:latin typeface="Times New Roman"/>
                </a:rPr>
                <a:t>GRPO with Verifiable Reward Function</a:t>
              </a:r>
            </a:p>
          </p:txBody>
        </p:sp>
      </p:grpSp>
      <p:sp>
        <p:nvSpPr>
          <p:cNvPr id="477" name="Arrow"/>
          <p:cNvSpPr/>
          <p:nvPr/>
        </p:nvSpPr>
        <p:spPr>
          <a:xfrm>
            <a:off x="5321808" y="6739128"/>
            <a:ext cx="512064" cy="274320"/>
          </a:xfrm>
          <a:custGeom>
            <a:avLst/>
            <a:gdLst/>
            <a:ahLst/>
            <a:cxnLst/>
            <a:rect l="0" t="0" r="r" b="b"/>
            <a:pathLst>
              <a:path w="56000" h="30000" fill="norm" stroke="1">
                <a:moveTo>
                  <a:pt x="0" y="3500"/>
                </a:moveTo>
                <a:lnTo>
                  <a:pt x="36000" y="3500"/>
                </a:lnTo>
                <a:lnTo>
                  <a:pt x="36000" y="0"/>
                </a:lnTo>
                <a:lnTo>
                  <a:pt x="56000" y="15000"/>
                </a:lnTo>
                <a:lnTo>
                  <a:pt x="36000" y="30000"/>
                </a:lnTo>
                <a:lnTo>
                  <a:pt x="36000" y="26500"/>
                </a:lnTo>
                <a:lnTo>
                  <a:pt x="0" y="26500"/>
                </a:lnTo>
                <a:lnTo>
                  <a:pt x="0" y="3500"/>
                </a:lnTo>
                <a:close/>
              </a:path>
            </a:pathLst>
          </a:custGeom>
          <a:solidFill>
            <a:srgbClr val="848484"/>
          </a:solidFill>
          <a:ln w="27432">
            <a:solidFill>
              <a:srgbClr val="000000"/>
            </a:solidFill>
            <a:round/>
          </a:ln>
        </p:spPr>
      </p:sp>
      <p:sp>
        <p:nvSpPr>
          <p:cNvPr id="478" name="Arrow"/>
          <p:cNvSpPr/>
          <p:nvPr/>
        </p:nvSpPr>
        <p:spPr>
          <a:xfrm>
            <a:off x="11210544" y="6739128"/>
            <a:ext cx="512064" cy="274320"/>
          </a:xfrm>
          <a:custGeom>
            <a:avLst/>
            <a:gdLst/>
            <a:ahLst/>
            <a:cxnLst/>
            <a:rect l="0" t="0" r="r" b="b"/>
            <a:pathLst>
              <a:path w="56000" h="30000" fill="norm" stroke="1">
                <a:moveTo>
                  <a:pt x="0" y="3500"/>
                </a:moveTo>
                <a:lnTo>
                  <a:pt x="36000" y="3500"/>
                </a:lnTo>
                <a:lnTo>
                  <a:pt x="36000" y="0"/>
                </a:lnTo>
                <a:lnTo>
                  <a:pt x="56000" y="15000"/>
                </a:lnTo>
                <a:lnTo>
                  <a:pt x="36000" y="30000"/>
                </a:lnTo>
                <a:lnTo>
                  <a:pt x="36000" y="26500"/>
                </a:lnTo>
                <a:lnTo>
                  <a:pt x="0" y="26500"/>
                </a:lnTo>
                <a:lnTo>
                  <a:pt x="0" y="3500"/>
                </a:lnTo>
                <a:close/>
              </a:path>
            </a:pathLst>
          </a:custGeom>
          <a:solidFill>
            <a:srgbClr val="848484"/>
          </a:solidFill>
          <a:ln w="27432">
            <a:solidFill>
              <a:srgbClr val="000000"/>
            </a:solidFill>
            <a:round/>
          </a:ln>
        </p:spPr>
      </p:sp>
      <p:grpSp>
        <p:nvGrpSpPr>
          <p:cNvPr id="542" name="Long CoT generation"/>
          <p:cNvGrpSpPr/>
          <p:nvPr/>
        </p:nvGrpSpPr>
        <p:grpSpPr>
          <a:xfrm>
            <a:off x="219456" y="4247388"/>
            <a:ext cx="4873752" cy="2414016"/>
            <a:chOff x="219456" y="4247388"/>
            <a:chExt cx="4873752" cy="2414016"/>
          </a:xfrm>
        </p:grpSpPr>
        <p:sp>
          <p:nvSpPr>
            <p:cNvPr id="479" name="(a) Misinformation Long-cot Generation"/>
            <p:cNvSpPr txBox="1"/>
            <p:nvPr/>
          </p:nvSpPr>
          <p:spPr>
            <a:xfrm>
              <a:off x="219456" y="4247388"/>
              <a:ext cx="4873752" cy="35661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11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2" b="1" i="0">
                  <a:solidFill>
                    <a:srgbClr val="000000"/>
                  </a:solidFill>
                  <a:latin typeface="Times New Roman"/>
                </a:rPr>
                <a:t>(a) Misinformation Long-cot Generation</a:t>
              </a:r>
            </a:p>
          </p:txBody>
        </p:sp>
        <p:sp>
          <p:nvSpPr>
            <p:cNvPr id="480" name="Rectangle"/>
            <p:cNvSpPr/>
            <p:nvPr/>
          </p:nvSpPr>
          <p:spPr>
            <a:xfrm>
              <a:off x="246888" y="4846320"/>
              <a:ext cx="1316736" cy="640080"/>
            </a:xfrm>
            <a:prstGeom prst="roundRect">
              <a:avLst>
                <a:gd name="adj" fmla="val 12857"/>
              </a:avLst>
            </a:prstGeom>
            <a:solidFill>
              <a:srgbClr val="A5C8EB"/>
            </a:solidFill>
            <a:ln w="27432">
              <a:solidFill>
                <a:srgbClr val="DDECF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News-domain Video Caption"/>
            <p:cNvSpPr txBox="1"/>
            <p:nvPr/>
          </p:nvSpPr>
          <p:spPr>
            <a:xfrm>
              <a:off x="292608" y="4924044"/>
              <a:ext cx="1234440" cy="56125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7" b="1" i="0">
                  <a:solidFill>
                    <a:srgbClr val="000000"/>
                  </a:solidFill>
                  <a:latin typeface="Arial Narrow"/>
                </a:rPr>
                <a:t>News-domain</a:t>
              </a:r>
            </a:p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7" b="1" i="0">
                  <a:solidFill>
                    <a:srgbClr val="000000"/>
                  </a:solidFill>
                  <a:latin typeface="Arial Narrow"/>
                </a:rPr>
                <a:t>Video Caption</a:t>
              </a:r>
            </a:p>
          </p:txBody>
        </p:sp>
        <p:sp>
          <p:nvSpPr>
            <p:cNvPr id="482" name="Rectangle"/>
            <p:cNvSpPr/>
            <p:nvPr/>
          </p:nvSpPr>
          <p:spPr>
            <a:xfrm>
              <a:off x="246888" y="5550408"/>
              <a:ext cx="1298448" cy="374904"/>
            </a:xfrm>
            <a:prstGeom prst="roundRect">
              <a:avLst>
                <a:gd name="adj" fmla="val 12195"/>
              </a:avLst>
            </a:prstGeom>
            <a:solidFill>
              <a:srgbClr val="A5C8EB"/>
            </a:solidFill>
            <a:ln w="27432">
              <a:solidFill>
                <a:srgbClr val="DDECF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News Audio"/>
            <p:cNvSpPr txBox="1"/>
            <p:nvPr/>
          </p:nvSpPr>
          <p:spPr>
            <a:xfrm>
              <a:off x="310896" y="5637276"/>
              <a:ext cx="1179576" cy="28575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8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News Audio</a:t>
              </a:r>
            </a:p>
          </p:txBody>
        </p:sp>
        <p:sp>
          <p:nvSpPr>
            <p:cNvPr id="484" name="Rectangle"/>
            <p:cNvSpPr/>
            <p:nvPr/>
          </p:nvSpPr>
          <p:spPr>
            <a:xfrm>
              <a:off x="246888" y="5989320"/>
              <a:ext cx="1298448" cy="365760"/>
            </a:xfrm>
            <a:prstGeom prst="roundRect">
              <a:avLst>
                <a:gd name="adj" fmla="val 12500"/>
              </a:avLst>
            </a:prstGeom>
            <a:solidFill>
              <a:srgbClr val="A5C8EB"/>
            </a:solidFill>
            <a:ln w="27432">
              <a:solidFill>
                <a:srgbClr val="DDECF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5" name="News Title"/>
            <p:cNvSpPr txBox="1"/>
            <p:nvPr/>
          </p:nvSpPr>
          <p:spPr>
            <a:xfrm>
              <a:off x="310896" y="6067044"/>
              <a:ext cx="1179576" cy="28575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8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News Title</a:t>
              </a:r>
            </a:p>
          </p:txBody>
        </p:sp>
        <p:sp>
          <p:nvSpPr>
            <p:cNvPr id="486" name="Arrow"/>
            <p:cNvSpPr/>
            <p:nvPr/>
          </p:nvSpPr>
          <p:spPr>
            <a:xfrm>
              <a:off x="1636776" y="5468112"/>
              <a:ext cx="283464" cy="164592"/>
            </a:xfrm>
            <a:custGeom>
              <a:avLst/>
              <a:gdLst/>
              <a:ahLst/>
              <a:cxnLst/>
              <a:rect l="0" t="0" r="r" b="b"/>
              <a:pathLst>
                <a:path w="31000" h="18000" fill="norm" stroke="1">
                  <a:moveTo>
                    <a:pt x="0" y="5000"/>
                  </a:moveTo>
                  <a:lnTo>
                    <a:pt x="19000" y="5000"/>
                  </a:lnTo>
                  <a:lnTo>
                    <a:pt x="19000" y="0"/>
                  </a:lnTo>
                  <a:lnTo>
                    <a:pt x="31000" y="9000"/>
                  </a:lnTo>
                  <a:lnTo>
                    <a:pt x="19000" y="18000"/>
                  </a:lnTo>
                  <a:lnTo>
                    <a:pt x="19000" y="13000"/>
                  </a:lnTo>
                  <a:lnTo>
                    <a:pt x="0" y="13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grpSp>
          <p:nvGrpSpPr>
            <p:cNvPr id="498" name="Designed prompt lightbulb"/>
            <p:cNvGrpSpPr/>
            <p:nvPr/>
          </p:nvGrpSpPr>
          <p:grpSpPr>
            <a:xfrm>
              <a:off x="1650492" y="4590288"/>
              <a:ext cx="347472" cy="365851"/>
              <a:chOff x="1650492" y="4590288"/>
              <a:chExt cx="347472" cy="365851"/>
            </a:xfrm>
          </p:grpSpPr>
          <p:sp>
            <p:nvSpPr>
              <p:cNvPr id="487" name="Ellipse"/>
              <p:cNvSpPr/>
              <p:nvPr/>
            </p:nvSpPr>
            <p:spPr>
              <a:xfrm>
                <a:off x="1719072" y="4645152"/>
                <a:ext cx="210312" cy="237744"/>
              </a:xfrm>
              <a:prstGeom prst="ellipse">
                <a:avLst/>
              </a:prstGeom>
              <a:noFill/>
              <a:ln w="24688">
                <a:solidFill>
                  <a:srgbClr val="74747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Line"/>
              <p:cNvSpPr/>
              <p:nvPr/>
            </p:nvSpPr>
            <p:spPr>
              <a:xfrm>
                <a:off x="1773936" y="4919472"/>
                <a:ext cx="10972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0" fill="none" stroke="1">
                    <a:moveTo>
                      <a:pt x="0" y="0"/>
                    </a:moveTo>
                    <a:lnTo>
                      <a:pt x="12000" y="0"/>
                    </a:lnTo>
                  </a:path>
                </a:pathLst>
              </a:custGeom>
              <a:noFill/>
              <a:ln w="21946">
                <a:solidFill>
                  <a:srgbClr val="747474"/>
                </a:solidFill>
                <a:round/>
              </a:ln>
            </p:spPr>
          </p:sp>
          <p:sp>
            <p:nvSpPr>
              <p:cNvPr id="489" name="Line"/>
              <p:cNvSpPr/>
              <p:nvPr/>
            </p:nvSpPr>
            <p:spPr>
              <a:xfrm>
                <a:off x="1801368" y="4956048"/>
                <a:ext cx="54864" cy="91"/>
              </a:xfrm>
              <a:custGeom>
                <a:avLst/>
                <a:gdLst/>
                <a:ahLst/>
                <a:cxnLst/>
                <a:rect l="0" t="0" r="r" b="b"/>
                <a:pathLst>
                  <a:path w="6000" h="10" fill="none" stroke="1">
                    <a:moveTo>
                      <a:pt x="0" y="0"/>
                    </a:moveTo>
                    <a:lnTo>
                      <a:pt x="6000" y="0"/>
                    </a:lnTo>
                  </a:path>
                </a:pathLst>
              </a:custGeom>
              <a:noFill/>
              <a:ln w="21946">
                <a:solidFill>
                  <a:srgbClr val="747474"/>
                </a:solidFill>
                <a:round/>
              </a:ln>
            </p:spPr>
          </p:sp>
          <p:sp>
            <p:nvSpPr>
              <p:cNvPr id="490" name="Line"/>
              <p:cNvSpPr/>
              <p:nvPr/>
            </p:nvSpPr>
            <p:spPr>
              <a:xfrm>
                <a:off x="1979676" y="4764024"/>
                <a:ext cx="1828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0" fill="none" stroke="1">
                    <a:moveTo>
                      <a:pt x="0" y="0"/>
                    </a:moveTo>
                    <a:lnTo>
                      <a:pt x="200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91" name="Line"/>
              <p:cNvSpPr/>
              <p:nvPr/>
            </p:nvSpPr>
            <p:spPr>
              <a:xfrm>
                <a:off x="1934146" y="4873942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0" y="0"/>
                    </a:moveTo>
                    <a:lnTo>
                      <a:pt x="1414" y="1414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92" name="Line"/>
              <p:cNvSpPr/>
              <p:nvPr/>
            </p:nvSpPr>
            <p:spPr>
              <a:xfrm>
                <a:off x="1824228" y="4919472"/>
                <a:ext cx="91" cy="18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000" fill="none" stroke="1">
                    <a:moveTo>
                      <a:pt x="0" y="0"/>
                    </a:moveTo>
                    <a:lnTo>
                      <a:pt x="0" y="200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93" name="Line"/>
              <p:cNvSpPr/>
              <p:nvPr/>
            </p:nvSpPr>
            <p:spPr>
              <a:xfrm>
                <a:off x="1701378" y="4873942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1414" y="0"/>
                    </a:moveTo>
                    <a:lnTo>
                      <a:pt x="0" y="1414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94" name="Line"/>
              <p:cNvSpPr/>
              <p:nvPr/>
            </p:nvSpPr>
            <p:spPr>
              <a:xfrm>
                <a:off x="1650492" y="4764024"/>
                <a:ext cx="1828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2000" h="10" fill="none" stroke="1">
                    <a:moveTo>
                      <a:pt x="20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95" name="Line"/>
              <p:cNvSpPr/>
              <p:nvPr/>
            </p:nvSpPr>
            <p:spPr>
              <a:xfrm>
                <a:off x="1701378" y="4641174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1414" y="1414"/>
                    </a:moveTo>
                    <a:lnTo>
                      <a:pt x="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96" name="Line"/>
              <p:cNvSpPr/>
              <p:nvPr/>
            </p:nvSpPr>
            <p:spPr>
              <a:xfrm>
                <a:off x="1824228" y="4590288"/>
                <a:ext cx="91" cy="18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000" fill="none" stroke="1">
                    <a:moveTo>
                      <a:pt x="0" y="2000"/>
                    </a:moveTo>
                    <a:lnTo>
                      <a:pt x="0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  <p:sp>
            <p:nvSpPr>
              <p:cNvPr id="497" name="Line"/>
              <p:cNvSpPr/>
              <p:nvPr/>
            </p:nvSpPr>
            <p:spPr>
              <a:xfrm>
                <a:off x="1934146" y="4641174"/>
                <a:ext cx="12932" cy="12932"/>
              </a:xfrm>
              <a:custGeom>
                <a:avLst/>
                <a:gdLst/>
                <a:ahLst/>
                <a:cxnLst/>
                <a:rect l="0" t="0" r="r" b="b"/>
                <a:pathLst>
                  <a:path w="1414" h="1414" fill="none" stroke="1">
                    <a:moveTo>
                      <a:pt x="0" y="1414"/>
                    </a:moveTo>
                    <a:lnTo>
                      <a:pt x="1414" y="0"/>
                    </a:lnTo>
                  </a:path>
                </a:pathLst>
              </a:custGeom>
              <a:noFill/>
              <a:ln w="18288">
                <a:solidFill>
                  <a:srgbClr val="777777"/>
                </a:solidFill>
                <a:round/>
              </a:ln>
            </p:spPr>
          </p:sp>
        </p:grpSp>
        <p:sp>
          <p:nvSpPr>
            <p:cNvPr id="499" name="Designed Prompt"/>
            <p:cNvSpPr txBox="1"/>
            <p:nvPr/>
          </p:nvSpPr>
          <p:spPr>
            <a:xfrm>
              <a:off x="2002536" y="4604004"/>
              <a:ext cx="1005840" cy="57150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Designed</a:t>
              </a:r>
            </a:p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Prompt</a:t>
              </a:r>
            </a:p>
          </p:txBody>
        </p:sp>
        <p:sp>
          <p:nvSpPr>
            <p:cNvPr id="500" name="Arrow"/>
            <p:cNvSpPr/>
            <p:nvPr/>
          </p:nvSpPr>
          <p:spPr>
            <a:xfrm>
              <a:off x="2217420" y="5038344"/>
              <a:ext cx="137160" cy="182880"/>
            </a:xfrm>
            <a:custGeom>
              <a:avLst/>
              <a:gdLst/>
              <a:ahLst/>
              <a:cxnLst/>
              <a:rect l="0" t="0" r="r" b="b"/>
              <a:pathLst>
                <a:path w="15000" h="20000" fill="norm" stroke="1">
                  <a:moveTo>
                    <a:pt x="10500" y="0"/>
                  </a:moveTo>
                  <a:lnTo>
                    <a:pt x="10500" y="10000"/>
                  </a:lnTo>
                  <a:lnTo>
                    <a:pt x="15000" y="10000"/>
                  </a:lnTo>
                  <a:lnTo>
                    <a:pt x="7500" y="20000"/>
                  </a:lnTo>
                  <a:lnTo>
                    <a:pt x="0" y="10000"/>
                  </a:lnTo>
                  <a:lnTo>
                    <a:pt x="4500" y="10000"/>
                  </a:lnTo>
                  <a:lnTo>
                    <a:pt x="4500" y="0"/>
                  </a:lnTo>
                  <a:lnTo>
                    <a:pt x="10500" y="0"/>
                  </a:lnTo>
                  <a:close/>
                </a:path>
              </a:pathLst>
            </a:custGeom>
            <a:solidFill>
              <a:srgbClr val="FFFFFF"/>
            </a:solidFill>
            <a:ln w="24689">
              <a:solidFill>
                <a:srgbClr val="000000"/>
              </a:solidFill>
              <a:round/>
            </a:ln>
          </p:spPr>
        </p:sp>
        <p:grpSp>
          <p:nvGrpSpPr>
            <p:cNvPr id="511" name="Vector icon - deepseek"/>
            <p:cNvGrpSpPr/>
            <p:nvPr/>
          </p:nvGrpSpPr>
          <p:grpSpPr>
            <a:xfrm>
              <a:off x="1956816" y="5257800"/>
              <a:ext cx="777247" cy="585216"/>
              <a:chOff x="1956816" y="5257800"/>
              <a:chExt cx="777247" cy="585216"/>
            </a:xfrm>
          </p:grpSpPr>
          <p:sp>
            <p:nvSpPr>
              <p:cNvPr id="501" name="deepseek vector"/>
              <p:cNvSpPr/>
              <p:nvPr/>
            </p:nvSpPr>
            <p:spPr>
              <a:xfrm>
                <a:off x="1956816" y="5257800"/>
                <a:ext cx="777240" cy="585216"/>
              </a:xfrm>
              <a:custGeom>
                <a:avLst/>
                <a:gdLst/>
                <a:ahLst/>
                <a:cxnLst/>
                <a:rect l="0" t="0" r="r" b="b"/>
                <a:pathLst>
                  <a:path w="85000" h="64000" fill="norm" stroke="0">
                    <a:moveTo>
                      <a:pt x="0" y="0"/>
                    </a:moveTo>
                    <a:cubicBezTo>
                      <a:pt x="28050" y="0"/>
                      <a:pt x="56100" y="0"/>
                      <a:pt x="85000" y="0"/>
                    </a:cubicBezTo>
                    <a:cubicBezTo>
                      <a:pt x="85000" y="21120"/>
                      <a:pt x="85000" y="42240"/>
                      <a:pt x="85000" y="64000"/>
                    </a:cubicBezTo>
                    <a:cubicBezTo>
                      <a:pt x="56950" y="64000"/>
                      <a:pt x="28900" y="64000"/>
                      <a:pt x="0" y="64000"/>
                    </a:cubicBezTo>
                    <a:cubicBezTo>
                      <a:pt x="0" y="42880"/>
                      <a:pt x="0" y="21760"/>
                      <a:pt x="0" y="0"/>
                    </a:cubicBezTo>
                    <a:close/>
                  </a:path>
                </a:pathLst>
              </a:custGeom>
              <a:solidFill>
                <a:srgbClr val="4C6AFD"/>
              </a:solidFill>
              <a:ln w="0">
                <a:noFill/>
              </a:ln>
            </p:spPr>
          </p:sp>
          <p:sp>
            <p:nvSpPr>
              <p:cNvPr id="502" name="deepseek vector"/>
              <p:cNvSpPr/>
              <p:nvPr/>
            </p:nvSpPr>
            <p:spPr>
              <a:xfrm>
                <a:off x="1956816" y="5257800"/>
                <a:ext cx="777240" cy="585216"/>
              </a:xfrm>
              <a:custGeom>
                <a:avLst/>
                <a:gdLst/>
                <a:ahLst/>
                <a:cxnLst/>
                <a:rect l="0" t="0" r="r" b="b"/>
                <a:pathLst>
                  <a:path w="85000" h="64000" fill="norm" stroke="0">
                    <a:moveTo>
                      <a:pt x="0" y="0"/>
                    </a:moveTo>
                    <a:cubicBezTo>
                      <a:pt x="28050" y="0"/>
                      <a:pt x="56100" y="0"/>
                      <a:pt x="85000" y="0"/>
                    </a:cubicBezTo>
                    <a:cubicBezTo>
                      <a:pt x="85000" y="21120"/>
                      <a:pt x="85000" y="42240"/>
                      <a:pt x="85000" y="64000"/>
                    </a:cubicBezTo>
                    <a:cubicBezTo>
                      <a:pt x="56950" y="64000"/>
                      <a:pt x="28900" y="64000"/>
                      <a:pt x="0" y="64000"/>
                    </a:cubicBezTo>
                    <a:cubicBezTo>
                      <a:pt x="0" y="42880"/>
                      <a:pt x="0" y="21760"/>
                      <a:pt x="0" y="0"/>
                    </a:cubicBezTo>
                    <a:close/>
                    <a:moveTo>
                      <a:pt x="57092" y="2190"/>
                    </a:moveTo>
                    <a:cubicBezTo>
                      <a:pt x="56967" y="2385"/>
                      <a:pt x="56845" y="2580"/>
                      <a:pt x="56720" y="2780"/>
                    </a:cubicBezTo>
                    <a:cubicBezTo>
                      <a:pt x="56595" y="2972"/>
                      <a:pt x="56470" y="3165"/>
                      <a:pt x="56342" y="3362"/>
                    </a:cubicBezTo>
                    <a:cubicBezTo>
                      <a:pt x="55490" y="4950"/>
                      <a:pt x="55408" y="6367"/>
                      <a:pt x="55408" y="8133"/>
                    </a:cubicBezTo>
                    <a:cubicBezTo>
                      <a:pt x="55408" y="8543"/>
                      <a:pt x="55397" y="8950"/>
                      <a:pt x="55387" y="9360"/>
                    </a:cubicBezTo>
                    <a:cubicBezTo>
                      <a:pt x="55368" y="11273"/>
                      <a:pt x="55735" y="12745"/>
                      <a:pt x="56500" y="14500"/>
                    </a:cubicBezTo>
                    <a:cubicBezTo>
                      <a:pt x="56558" y="14645"/>
                      <a:pt x="56618" y="14790"/>
                      <a:pt x="56678" y="14938"/>
                    </a:cubicBezTo>
                    <a:cubicBezTo>
                      <a:pt x="57425" y="16747"/>
                      <a:pt x="58923" y="18325"/>
                      <a:pt x="60500" y="19438"/>
                    </a:cubicBezTo>
                    <a:cubicBezTo>
                      <a:pt x="61450" y="20140"/>
                      <a:pt x="61450" y="20140"/>
                      <a:pt x="61668" y="20620"/>
                    </a:cubicBezTo>
                    <a:cubicBezTo>
                      <a:pt x="61725" y="21690"/>
                      <a:pt x="61160" y="22785"/>
                      <a:pt x="60750" y="23750"/>
                    </a:cubicBezTo>
                    <a:cubicBezTo>
                      <a:pt x="57380" y="23572"/>
                      <a:pt x="54690" y="20200"/>
                      <a:pt x="52488" y="17982"/>
                    </a:cubicBezTo>
                    <a:cubicBezTo>
                      <a:pt x="52433" y="17928"/>
                      <a:pt x="52433" y="17928"/>
                      <a:pt x="52147" y="17640"/>
                    </a:cubicBezTo>
                    <a:cubicBezTo>
                      <a:pt x="51580" y="17070"/>
                      <a:pt x="51017" y="16500"/>
                      <a:pt x="50455" y="15925"/>
                    </a:cubicBezTo>
                    <a:cubicBezTo>
                      <a:pt x="48515" y="13950"/>
                      <a:pt x="46428" y="12195"/>
                      <a:pt x="44165" y="10597"/>
                    </a:cubicBezTo>
                    <a:cubicBezTo>
                      <a:pt x="43517" y="10055"/>
                      <a:pt x="43072" y="9553"/>
                      <a:pt x="42875" y="8722"/>
                    </a:cubicBezTo>
                    <a:cubicBezTo>
                      <a:pt x="42842" y="7577"/>
                      <a:pt x="42952" y="6908"/>
                      <a:pt x="43702" y="6015"/>
                    </a:cubicBezTo>
                    <a:cubicBezTo>
                      <a:pt x="44183" y="5515"/>
                      <a:pt x="44663" y="5115"/>
                      <a:pt x="45250" y="4750"/>
                    </a:cubicBezTo>
                    <a:cubicBezTo>
                      <a:pt x="45108" y="4033"/>
                      <a:pt x="45035" y="3785"/>
                      <a:pt x="44500" y="3250"/>
                    </a:cubicBezTo>
                    <a:cubicBezTo>
                      <a:pt x="41257" y="2237"/>
                      <a:pt x="37652" y="3615"/>
                      <a:pt x="34655" y="4812"/>
                    </a:cubicBezTo>
                    <a:cubicBezTo>
                      <a:pt x="32917" y="5503"/>
                      <a:pt x="31535" y="5780"/>
                      <a:pt x="29670" y="5375"/>
                    </a:cubicBezTo>
                    <a:cubicBezTo>
                      <a:pt x="24322" y="4385"/>
                      <a:pt x="18365" y="5485"/>
                      <a:pt x="13750" y="8250"/>
                    </a:cubicBezTo>
                    <a:cubicBezTo>
                      <a:pt x="13635" y="8317"/>
                      <a:pt x="13518" y="8385"/>
                      <a:pt x="13400" y="8455"/>
                    </a:cubicBezTo>
                    <a:cubicBezTo>
                      <a:pt x="8980" y="11075"/>
                      <a:pt x="5618" y="15655"/>
                      <a:pt x="4000" y="20500"/>
                    </a:cubicBezTo>
                    <a:cubicBezTo>
                      <a:pt x="3955" y="20628"/>
                      <a:pt x="3912" y="20755"/>
                      <a:pt x="3865" y="20885"/>
                    </a:cubicBezTo>
                    <a:cubicBezTo>
                      <a:pt x="2880" y="23788"/>
                      <a:pt x="2760" y="26702"/>
                      <a:pt x="2750" y="29750"/>
                    </a:cubicBezTo>
                    <a:cubicBezTo>
                      <a:pt x="2750" y="29923"/>
                      <a:pt x="2748" y="30095"/>
                      <a:pt x="2748" y="30273"/>
                    </a:cubicBezTo>
                    <a:cubicBezTo>
                      <a:pt x="2755" y="32345"/>
                      <a:pt x="3132" y="34327"/>
                      <a:pt x="3577" y="36345"/>
                    </a:cubicBezTo>
                    <a:cubicBezTo>
                      <a:pt x="3627" y="36572"/>
                      <a:pt x="3678" y="36803"/>
                      <a:pt x="3730" y="37038"/>
                    </a:cubicBezTo>
                    <a:cubicBezTo>
                      <a:pt x="4080" y="38533"/>
                      <a:pt x="4583" y="39870"/>
                      <a:pt x="5250" y="41250"/>
                    </a:cubicBezTo>
                    <a:cubicBezTo>
                      <a:pt x="5317" y="41400"/>
                      <a:pt x="5387" y="41548"/>
                      <a:pt x="5458" y="41700"/>
                    </a:cubicBezTo>
                    <a:cubicBezTo>
                      <a:pt x="6500" y="43962"/>
                      <a:pt x="7757" y="46008"/>
                      <a:pt x="9250" y="48000"/>
                    </a:cubicBezTo>
                    <a:cubicBezTo>
                      <a:pt x="9340" y="48122"/>
                      <a:pt x="9430" y="48245"/>
                      <a:pt x="9523" y="48370"/>
                    </a:cubicBezTo>
                    <a:cubicBezTo>
                      <a:pt x="9752" y="48673"/>
                      <a:pt x="10000" y="48962"/>
                      <a:pt x="10250" y="49250"/>
                    </a:cubicBezTo>
                    <a:cubicBezTo>
                      <a:pt x="10415" y="49250"/>
                      <a:pt x="10580" y="49250"/>
                      <a:pt x="10750" y="49250"/>
                    </a:cubicBezTo>
                    <a:cubicBezTo>
                      <a:pt x="10817" y="49398"/>
                      <a:pt x="10885" y="49548"/>
                      <a:pt x="10955" y="49700"/>
                    </a:cubicBezTo>
                    <a:cubicBezTo>
                      <a:pt x="11963" y="51572"/>
                      <a:pt x="14093" y="52960"/>
                      <a:pt x="15750" y="54250"/>
                    </a:cubicBezTo>
                    <a:cubicBezTo>
                      <a:pt x="15850" y="54327"/>
                      <a:pt x="15950" y="54408"/>
                      <a:pt x="16053" y="54487"/>
                    </a:cubicBezTo>
                    <a:cubicBezTo>
                      <a:pt x="17830" y="55865"/>
                      <a:pt x="19787" y="56830"/>
                      <a:pt x="21810" y="57790"/>
                    </a:cubicBezTo>
                    <a:cubicBezTo>
                      <a:pt x="22160" y="57957"/>
                      <a:pt x="22505" y="58133"/>
                      <a:pt x="22847" y="58312"/>
                    </a:cubicBezTo>
                    <a:cubicBezTo>
                      <a:pt x="28928" y="61370"/>
                      <a:pt x="37913" y="60920"/>
                      <a:pt x="44255" y="58925"/>
                    </a:cubicBezTo>
                    <a:cubicBezTo>
                      <a:pt x="46670" y="58072"/>
                      <a:pt x="48910" y="56790"/>
                      <a:pt x="50895" y="55178"/>
                    </a:cubicBezTo>
                    <a:cubicBezTo>
                      <a:pt x="51605" y="54633"/>
                      <a:pt x="52030" y="54430"/>
                      <a:pt x="52938" y="54548"/>
                    </a:cubicBezTo>
                    <a:cubicBezTo>
                      <a:pt x="53435" y="54650"/>
                      <a:pt x="53793" y="54770"/>
                      <a:pt x="54250" y="55000"/>
                    </a:cubicBezTo>
                    <a:cubicBezTo>
                      <a:pt x="56988" y="55523"/>
                      <a:pt x="59743" y="55605"/>
                      <a:pt x="62500" y="55250"/>
                    </a:cubicBezTo>
                    <a:cubicBezTo>
                      <a:pt x="62710" y="55225"/>
                      <a:pt x="62918" y="55200"/>
                      <a:pt x="63132" y="55173"/>
                    </a:cubicBezTo>
                    <a:cubicBezTo>
                      <a:pt x="64243" y="54972"/>
                      <a:pt x="64878" y="54570"/>
                      <a:pt x="65535" y="53645"/>
                    </a:cubicBezTo>
                    <a:cubicBezTo>
                      <a:pt x="65878" y="53015"/>
                      <a:pt x="65947" y="52697"/>
                      <a:pt x="65750" y="52000"/>
                    </a:cubicBezTo>
                    <a:cubicBezTo>
                      <a:pt x="64275" y="50183"/>
                      <a:pt x="61408" y="49442"/>
                      <a:pt x="59250" y="48750"/>
                    </a:cubicBezTo>
                    <a:cubicBezTo>
                      <a:pt x="59085" y="48750"/>
                      <a:pt x="58920" y="48750"/>
                      <a:pt x="58750" y="48750"/>
                    </a:cubicBezTo>
                    <a:cubicBezTo>
                      <a:pt x="58993" y="47975"/>
                      <a:pt x="59228" y="47475"/>
                      <a:pt x="59820" y="46918"/>
                    </a:cubicBezTo>
                    <a:cubicBezTo>
                      <a:pt x="65720" y="41188"/>
                      <a:pt x="69505" y="32347"/>
                      <a:pt x="69795" y="24128"/>
                    </a:cubicBezTo>
                    <a:cubicBezTo>
                      <a:pt x="69803" y="23500"/>
                      <a:pt x="69788" y="22875"/>
                      <a:pt x="69750" y="22250"/>
                    </a:cubicBezTo>
                    <a:cubicBezTo>
                      <a:pt x="69863" y="22230"/>
                      <a:pt x="69972" y="22210"/>
                      <a:pt x="70087" y="22190"/>
                    </a:cubicBezTo>
                    <a:cubicBezTo>
                      <a:pt x="72822" y="21683"/>
                      <a:pt x="75038" y="20960"/>
                      <a:pt x="77250" y="19250"/>
                    </a:cubicBezTo>
                    <a:cubicBezTo>
                      <a:pt x="77358" y="19168"/>
                      <a:pt x="77462" y="19087"/>
                      <a:pt x="77575" y="19003"/>
                    </a:cubicBezTo>
                    <a:cubicBezTo>
                      <a:pt x="79850" y="17200"/>
                      <a:pt x="81470" y="14087"/>
                      <a:pt x="82000" y="11250"/>
                    </a:cubicBezTo>
                    <a:cubicBezTo>
                      <a:pt x="82070" y="10515"/>
                      <a:pt x="82082" y="9785"/>
                      <a:pt x="82077" y="9048"/>
                    </a:cubicBezTo>
                    <a:cubicBezTo>
                      <a:pt x="82082" y="8857"/>
                      <a:pt x="82085" y="8665"/>
                      <a:pt x="82090" y="8470"/>
                    </a:cubicBezTo>
                    <a:cubicBezTo>
                      <a:pt x="82090" y="8288"/>
                      <a:pt x="82090" y="8105"/>
                      <a:pt x="82090" y="7918"/>
                    </a:cubicBezTo>
                    <a:cubicBezTo>
                      <a:pt x="82092" y="7753"/>
                      <a:pt x="82092" y="7587"/>
                      <a:pt x="82092" y="7420"/>
                    </a:cubicBezTo>
                    <a:cubicBezTo>
                      <a:pt x="82000" y="7000"/>
                      <a:pt x="82000" y="7000"/>
                      <a:pt x="81642" y="6695"/>
                    </a:cubicBezTo>
                    <a:cubicBezTo>
                      <a:pt x="80985" y="6370"/>
                      <a:pt x="80425" y="6523"/>
                      <a:pt x="79750" y="6750"/>
                    </a:cubicBezTo>
                    <a:cubicBezTo>
                      <a:pt x="79280" y="7110"/>
                      <a:pt x="79280" y="7110"/>
                      <a:pt x="79000" y="7500"/>
                    </a:cubicBezTo>
                    <a:cubicBezTo>
                      <a:pt x="79000" y="7665"/>
                      <a:pt x="79000" y="7830"/>
                      <a:pt x="79000" y="8000"/>
                    </a:cubicBezTo>
                    <a:cubicBezTo>
                      <a:pt x="78853" y="8072"/>
                      <a:pt x="78707" y="8145"/>
                      <a:pt x="78555" y="8220"/>
                    </a:cubicBezTo>
                    <a:cubicBezTo>
                      <a:pt x="78225" y="8388"/>
                      <a:pt x="77897" y="8560"/>
                      <a:pt x="77577" y="8750"/>
                    </a:cubicBezTo>
                    <a:cubicBezTo>
                      <a:pt x="76192" y="9490"/>
                      <a:pt x="74923" y="9612"/>
                      <a:pt x="73375" y="9735"/>
                    </a:cubicBezTo>
                    <a:cubicBezTo>
                      <a:pt x="71738" y="9865"/>
                      <a:pt x="70560" y="10023"/>
                      <a:pt x="69182" y="10955"/>
                    </a:cubicBezTo>
                    <a:cubicBezTo>
                      <a:pt x="68570" y="11372"/>
                      <a:pt x="67960" y="11550"/>
                      <a:pt x="67250" y="11750"/>
                    </a:cubicBezTo>
                    <a:cubicBezTo>
                      <a:pt x="67230" y="11575"/>
                      <a:pt x="67207" y="11400"/>
                      <a:pt x="67188" y="11220"/>
                    </a:cubicBezTo>
                    <a:cubicBezTo>
                      <a:pt x="66805" y="9750"/>
                      <a:pt x="66145" y="9033"/>
                      <a:pt x="64845" y="8250"/>
                    </a:cubicBezTo>
                    <a:cubicBezTo>
                      <a:pt x="64512" y="8060"/>
                      <a:pt x="64180" y="7875"/>
                      <a:pt x="63845" y="7690"/>
                    </a:cubicBezTo>
                    <a:cubicBezTo>
                      <a:pt x="63270" y="7372"/>
                      <a:pt x="62705" y="7038"/>
                      <a:pt x="62140" y="6702"/>
                    </a:cubicBezTo>
                    <a:cubicBezTo>
                      <a:pt x="61940" y="6585"/>
                      <a:pt x="61740" y="6470"/>
                      <a:pt x="61533" y="6347"/>
                    </a:cubicBezTo>
                    <a:cubicBezTo>
                      <a:pt x="60370" y="5587"/>
                      <a:pt x="60038" y="4790"/>
                      <a:pt x="59635" y="3508"/>
                    </a:cubicBezTo>
                    <a:cubicBezTo>
                      <a:pt x="59382" y="2753"/>
                      <a:pt x="59158" y="2217"/>
                      <a:pt x="58500" y="1750"/>
                    </a:cubicBezTo>
                    <a:cubicBezTo>
                      <a:pt x="57783" y="1590"/>
                      <a:pt x="57595" y="1648"/>
                      <a:pt x="57092" y="21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503" name="deepseek vector"/>
              <p:cNvSpPr/>
              <p:nvPr/>
            </p:nvSpPr>
            <p:spPr>
              <a:xfrm>
                <a:off x="2031020" y="5442532"/>
                <a:ext cx="380710" cy="302186"/>
              </a:xfrm>
              <a:custGeom>
                <a:avLst/>
                <a:gdLst/>
                <a:ahLst/>
                <a:cxnLst/>
                <a:rect l="0" t="0" r="r" b="b"/>
                <a:pathLst>
                  <a:path w="41635" h="33048" fill="norm" stroke="0">
                    <a:moveTo>
                      <a:pt x="16385" y="5798"/>
                    </a:moveTo>
                    <a:cubicBezTo>
                      <a:pt x="16517" y="5865"/>
                      <a:pt x="16652" y="5933"/>
                      <a:pt x="16790" y="6003"/>
                    </a:cubicBezTo>
                    <a:cubicBezTo>
                      <a:pt x="19022" y="7158"/>
                      <a:pt x="20962" y="8690"/>
                      <a:pt x="22885" y="10298"/>
                    </a:cubicBezTo>
                    <a:cubicBezTo>
                      <a:pt x="22950" y="10352"/>
                      <a:pt x="22950" y="10352"/>
                      <a:pt x="23282" y="10625"/>
                    </a:cubicBezTo>
                    <a:cubicBezTo>
                      <a:pt x="25382" y="12370"/>
                      <a:pt x="26977" y="14368"/>
                      <a:pt x="28555" y="16585"/>
                    </a:cubicBezTo>
                    <a:cubicBezTo>
                      <a:pt x="28842" y="16988"/>
                      <a:pt x="29135" y="17388"/>
                      <a:pt x="29430" y="17783"/>
                    </a:cubicBezTo>
                    <a:cubicBezTo>
                      <a:pt x="30248" y="18883"/>
                      <a:pt x="31022" y="20000"/>
                      <a:pt x="31772" y="21145"/>
                    </a:cubicBezTo>
                    <a:cubicBezTo>
                      <a:pt x="34243" y="24910"/>
                      <a:pt x="37065" y="29043"/>
                      <a:pt x="40885" y="31548"/>
                    </a:cubicBezTo>
                    <a:cubicBezTo>
                      <a:pt x="41027" y="31643"/>
                      <a:pt x="41168" y="31738"/>
                      <a:pt x="41315" y="31835"/>
                    </a:cubicBezTo>
                    <a:cubicBezTo>
                      <a:pt x="41420" y="31905"/>
                      <a:pt x="41525" y="31975"/>
                      <a:pt x="41635" y="32048"/>
                    </a:cubicBezTo>
                    <a:cubicBezTo>
                      <a:pt x="41553" y="32378"/>
                      <a:pt x="41470" y="32707"/>
                      <a:pt x="41385" y="33048"/>
                    </a:cubicBezTo>
                    <a:cubicBezTo>
                      <a:pt x="38053" y="32918"/>
                      <a:pt x="35375" y="32628"/>
                      <a:pt x="32635" y="30548"/>
                    </a:cubicBezTo>
                    <a:cubicBezTo>
                      <a:pt x="32405" y="30375"/>
                      <a:pt x="32172" y="30202"/>
                      <a:pt x="31942" y="30030"/>
                    </a:cubicBezTo>
                    <a:cubicBezTo>
                      <a:pt x="31567" y="29748"/>
                      <a:pt x="31190" y="29465"/>
                      <a:pt x="30815" y="29180"/>
                    </a:cubicBezTo>
                    <a:cubicBezTo>
                      <a:pt x="24005" y="24043"/>
                      <a:pt x="24005" y="24043"/>
                      <a:pt x="21745" y="23985"/>
                    </a:cubicBezTo>
                    <a:cubicBezTo>
                      <a:pt x="21595" y="23977"/>
                      <a:pt x="21445" y="23972"/>
                      <a:pt x="21290" y="23965"/>
                    </a:cubicBezTo>
                    <a:cubicBezTo>
                      <a:pt x="20885" y="24048"/>
                      <a:pt x="20885" y="24048"/>
                      <a:pt x="20580" y="24360"/>
                    </a:cubicBezTo>
                    <a:cubicBezTo>
                      <a:pt x="20190" y="25235"/>
                      <a:pt x="20400" y="26148"/>
                      <a:pt x="20635" y="27048"/>
                    </a:cubicBezTo>
                    <a:cubicBezTo>
                      <a:pt x="20940" y="27587"/>
                      <a:pt x="20940" y="27587"/>
                      <a:pt x="21290" y="28095"/>
                    </a:cubicBezTo>
                    <a:cubicBezTo>
                      <a:pt x="21720" y="28720"/>
                      <a:pt x="21990" y="29120"/>
                      <a:pt x="21915" y="29893"/>
                    </a:cubicBezTo>
                    <a:cubicBezTo>
                      <a:pt x="21635" y="30548"/>
                      <a:pt x="21635" y="30548"/>
                      <a:pt x="21120" y="30893"/>
                    </a:cubicBezTo>
                    <a:cubicBezTo>
                      <a:pt x="19085" y="31462"/>
                      <a:pt x="16812" y="30955"/>
                      <a:pt x="14995" y="29985"/>
                    </a:cubicBezTo>
                    <a:cubicBezTo>
                      <a:pt x="13895" y="29330"/>
                      <a:pt x="12882" y="28597"/>
                      <a:pt x="11885" y="27798"/>
                    </a:cubicBezTo>
                    <a:cubicBezTo>
                      <a:pt x="11772" y="27710"/>
                      <a:pt x="11657" y="27623"/>
                      <a:pt x="11542" y="27530"/>
                    </a:cubicBezTo>
                    <a:cubicBezTo>
                      <a:pt x="9637" y="26048"/>
                      <a:pt x="8077" y="24482"/>
                      <a:pt x="6635" y="22548"/>
                    </a:cubicBezTo>
                    <a:cubicBezTo>
                      <a:pt x="6485" y="22352"/>
                      <a:pt x="6332" y="22160"/>
                      <a:pt x="6177" y="21957"/>
                    </a:cubicBezTo>
                    <a:cubicBezTo>
                      <a:pt x="4250" y="19368"/>
                      <a:pt x="2877" y="16360"/>
                      <a:pt x="1885" y="13298"/>
                    </a:cubicBezTo>
                    <a:cubicBezTo>
                      <a:pt x="1800" y="13070"/>
                      <a:pt x="1718" y="12842"/>
                      <a:pt x="1630" y="12610"/>
                    </a:cubicBezTo>
                    <a:cubicBezTo>
                      <a:pt x="1030" y="10925"/>
                      <a:pt x="700" y="9202"/>
                      <a:pt x="442" y="7438"/>
                    </a:cubicBezTo>
                    <a:cubicBezTo>
                      <a:pt x="405" y="7180"/>
                      <a:pt x="365" y="6923"/>
                      <a:pt x="322" y="6663"/>
                    </a:cubicBezTo>
                    <a:cubicBezTo>
                      <a:pt x="0" y="4628"/>
                      <a:pt x="0" y="4628"/>
                      <a:pt x="317" y="3857"/>
                    </a:cubicBezTo>
                    <a:cubicBezTo>
                      <a:pt x="3212" y="0"/>
                      <a:pt x="13060" y="4097"/>
                      <a:pt x="16385" y="57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504" name="deepseek vector"/>
              <p:cNvSpPr/>
              <p:nvPr/>
            </p:nvSpPr>
            <p:spPr>
              <a:xfrm>
                <a:off x="1972292" y="5273516"/>
                <a:ext cx="737441" cy="538353"/>
              </a:xfrm>
              <a:custGeom>
                <a:avLst/>
                <a:gdLst/>
                <a:ahLst/>
                <a:cxnLst/>
                <a:rect l="0" t="0" r="r" b="b"/>
                <a:pathLst>
                  <a:path w="80648" h="58875" fill="norm" stroke="0">
                    <a:moveTo>
                      <a:pt x="56495" y="0"/>
                    </a:moveTo>
                    <a:cubicBezTo>
                      <a:pt x="56910" y="65"/>
                      <a:pt x="56910" y="65"/>
                      <a:pt x="57308" y="280"/>
                    </a:cubicBezTo>
                    <a:cubicBezTo>
                      <a:pt x="57750" y="1075"/>
                      <a:pt x="58012" y="1923"/>
                      <a:pt x="58308" y="2780"/>
                    </a:cubicBezTo>
                    <a:cubicBezTo>
                      <a:pt x="59012" y="4347"/>
                      <a:pt x="60315" y="5082"/>
                      <a:pt x="61808" y="5765"/>
                    </a:cubicBezTo>
                    <a:cubicBezTo>
                      <a:pt x="62908" y="6295"/>
                      <a:pt x="63817" y="6783"/>
                      <a:pt x="64558" y="7780"/>
                    </a:cubicBezTo>
                    <a:cubicBezTo>
                      <a:pt x="64655" y="7908"/>
                      <a:pt x="64752" y="8035"/>
                      <a:pt x="64853" y="8165"/>
                    </a:cubicBezTo>
                    <a:cubicBezTo>
                      <a:pt x="65558" y="9150"/>
                      <a:pt x="65558" y="9150"/>
                      <a:pt x="65558" y="10030"/>
                    </a:cubicBezTo>
                    <a:cubicBezTo>
                      <a:pt x="66492" y="9768"/>
                      <a:pt x="67175" y="9452"/>
                      <a:pt x="67980" y="8905"/>
                    </a:cubicBezTo>
                    <a:cubicBezTo>
                      <a:pt x="69342" y="8107"/>
                      <a:pt x="70750" y="8100"/>
                      <a:pt x="72298" y="7985"/>
                    </a:cubicBezTo>
                    <a:cubicBezTo>
                      <a:pt x="73988" y="7837"/>
                      <a:pt x="75110" y="7428"/>
                      <a:pt x="76558" y="6530"/>
                    </a:cubicBezTo>
                    <a:cubicBezTo>
                      <a:pt x="76697" y="6487"/>
                      <a:pt x="76837" y="6442"/>
                      <a:pt x="76980" y="6398"/>
                    </a:cubicBezTo>
                    <a:cubicBezTo>
                      <a:pt x="77308" y="6283"/>
                      <a:pt x="77308" y="6283"/>
                      <a:pt x="77543" y="5798"/>
                    </a:cubicBezTo>
                    <a:cubicBezTo>
                      <a:pt x="77808" y="5283"/>
                      <a:pt x="77808" y="5283"/>
                      <a:pt x="78260" y="4952"/>
                    </a:cubicBezTo>
                    <a:cubicBezTo>
                      <a:pt x="78950" y="4737"/>
                      <a:pt x="79372" y="4827"/>
                      <a:pt x="80058" y="5030"/>
                    </a:cubicBezTo>
                    <a:cubicBezTo>
                      <a:pt x="80648" y="5622"/>
                      <a:pt x="80385" y="7028"/>
                      <a:pt x="80387" y="7817"/>
                    </a:cubicBezTo>
                    <a:cubicBezTo>
                      <a:pt x="80358" y="9555"/>
                      <a:pt x="80028" y="10962"/>
                      <a:pt x="79308" y="12530"/>
                    </a:cubicBezTo>
                    <a:cubicBezTo>
                      <a:pt x="79258" y="12648"/>
                      <a:pt x="79205" y="12765"/>
                      <a:pt x="79153" y="12885"/>
                    </a:cubicBezTo>
                    <a:cubicBezTo>
                      <a:pt x="77825" y="15857"/>
                      <a:pt x="75363" y="18332"/>
                      <a:pt x="72308" y="19530"/>
                    </a:cubicBezTo>
                    <a:cubicBezTo>
                      <a:pt x="70915" y="19962"/>
                      <a:pt x="69490" y="20263"/>
                      <a:pt x="68058" y="20530"/>
                    </a:cubicBezTo>
                    <a:cubicBezTo>
                      <a:pt x="68070" y="20673"/>
                      <a:pt x="68080" y="20812"/>
                      <a:pt x="68092" y="20957"/>
                    </a:cubicBezTo>
                    <a:cubicBezTo>
                      <a:pt x="68200" y="23462"/>
                      <a:pt x="67613" y="25852"/>
                      <a:pt x="67058" y="28280"/>
                    </a:cubicBezTo>
                    <a:cubicBezTo>
                      <a:pt x="67010" y="28487"/>
                      <a:pt x="66965" y="28695"/>
                      <a:pt x="66915" y="28908"/>
                    </a:cubicBezTo>
                    <a:cubicBezTo>
                      <a:pt x="66255" y="31765"/>
                      <a:pt x="65347" y="34398"/>
                      <a:pt x="64058" y="37030"/>
                    </a:cubicBezTo>
                    <a:cubicBezTo>
                      <a:pt x="64028" y="37095"/>
                      <a:pt x="64028" y="37095"/>
                      <a:pt x="63872" y="37418"/>
                    </a:cubicBezTo>
                    <a:cubicBezTo>
                      <a:pt x="62945" y="39342"/>
                      <a:pt x="61702" y="40980"/>
                      <a:pt x="60370" y="42643"/>
                    </a:cubicBezTo>
                    <a:cubicBezTo>
                      <a:pt x="60070" y="43015"/>
                      <a:pt x="59775" y="43390"/>
                      <a:pt x="59478" y="43768"/>
                    </a:cubicBezTo>
                    <a:cubicBezTo>
                      <a:pt x="59303" y="43990"/>
                      <a:pt x="59125" y="44215"/>
                      <a:pt x="58947" y="44438"/>
                    </a:cubicBezTo>
                    <a:cubicBezTo>
                      <a:pt x="58868" y="44538"/>
                      <a:pt x="58790" y="44638"/>
                      <a:pt x="58707" y="44742"/>
                    </a:cubicBezTo>
                    <a:cubicBezTo>
                      <a:pt x="58370" y="45163"/>
                      <a:pt x="58033" y="45555"/>
                      <a:pt x="57642" y="45928"/>
                    </a:cubicBezTo>
                    <a:cubicBezTo>
                      <a:pt x="57295" y="46293"/>
                      <a:pt x="57173" y="46545"/>
                      <a:pt x="57058" y="47030"/>
                    </a:cubicBezTo>
                    <a:cubicBezTo>
                      <a:pt x="57188" y="47075"/>
                      <a:pt x="57317" y="47117"/>
                      <a:pt x="57452" y="47160"/>
                    </a:cubicBezTo>
                    <a:cubicBezTo>
                      <a:pt x="58072" y="47365"/>
                      <a:pt x="58690" y="47572"/>
                      <a:pt x="59308" y="47780"/>
                    </a:cubicBezTo>
                    <a:cubicBezTo>
                      <a:pt x="59543" y="47860"/>
                      <a:pt x="59775" y="47938"/>
                      <a:pt x="60017" y="48018"/>
                    </a:cubicBezTo>
                    <a:cubicBezTo>
                      <a:pt x="61572" y="48553"/>
                      <a:pt x="62885" y="49110"/>
                      <a:pt x="64058" y="50280"/>
                    </a:cubicBezTo>
                    <a:cubicBezTo>
                      <a:pt x="64150" y="51050"/>
                      <a:pt x="63978" y="51742"/>
                      <a:pt x="63587" y="52405"/>
                    </a:cubicBezTo>
                    <a:cubicBezTo>
                      <a:pt x="62350" y="53715"/>
                      <a:pt x="60248" y="53720"/>
                      <a:pt x="58558" y="53780"/>
                    </a:cubicBezTo>
                    <a:cubicBezTo>
                      <a:pt x="57438" y="53775"/>
                      <a:pt x="56330" y="53690"/>
                      <a:pt x="55217" y="53572"/>
                    </a:cubicBezTo>
                    <a:cubicBezTo>
                      <a:pt x="54848" y="53535"/>
                      <a:pt x="54478" y="53505"/>
                      <a:pt x="54108" y="53475"/>
                    </a:cubicBezTo>
                    <a:cubicBezTo>
                      <a:pt x="52692" y="53350"/>
                      <a:pt x="52692" y="53350"/>
                      <a:pt x="52048" y="53023"/>
                    </a:cubicBezTo>
                    <a:cubicBezTo>
                      <a:pt x="51385" y="52697"/>
                      <a:pt x="50995" y="52735"/>
                      <a:pt x="50283" y="52865"/>
                    </a:cubicBezTo>
                    <a:cubicBezTo>
                      <a:pt x="49533" y="53128"/>
                      <a:pt x="48993" y="53602"/>
                      <a:pt x="48378" y="54095"/>
                    </a:cubicBezTo>
                    <a:cubicBezTo>
                      <a:pt x="44380" y="57155"/>
                      <a:pt x="39525" y="58350"/>
                      <a:pt x="34558" y="58530"/>
                    </a:cubicBezTo>
                    <a:cubicBezTo>
                      <a:pt x="34390" y="58538"/>
                      <a:pt x="34222" y="58545"/>
                      <a:pt x="34053" y="58553"/>
                    </a:cubicBezTo>
                    <a:cubicBezTo>
                      <a:pt x="24887" y="58875"/>
                      <a:pt x="17520" y="55815"/>
                      <a:pt x="10793" y="49702"/>
                    </a:cubicBezTo>
                    <a:cubicBezTo>
                      <a:pt x="10648" y="49575"/>
                      <a:pt x="10505" y="49445"/>
                      <a:pt x="10358" y="49312"/>
                    </a:cubicBezTo>
                    <a:cubicBezTo>
                      <a:pt x="10225" y="49190"/>
                      <a:pt x="10093" y="49067"/>
                      <a:pt x="9955" y="48940"/>
                    </a:cubicBezTo>
                    <a:cubicBezTo>
                      <a:pt x="9835" y="48832"/>
                      <a:pt x="9718" y="48722"/>
                      <a:pt x="9595" y="48610"/>
                    </a:cubicBezTo>
                    <a:cubicBezTo>
                      <a:pt x="9285" y="48255"/>
                      <a:pt x="9200" y="47972"/>
                      <a:pt x="9058" y="47530"/>
                    </a:cubicBezTo>
                    <a:cubicBezTo>
                      <a:pt x="8910" y="47465"/>
                      <a:pt x="8762" y="47398"/>
                      <a:pt x="8610" y="47327"/>
                    </a:cubicBezTo>
                    <a:cubicBezTo>
                      <a:pt x="7815" y="46900"/>
                      <a:pt x="7455" y="46275"/>
                      <a:pt x="6965" y="45530"/>
                    </a:cubicBezTo>
                    <a:cubicBezTo>
                      <a:pt x="6865" y="45385"/>
                      <a:pt x="6768" y="45240"/>
                      <a:pt x="6665" y="45090"/>
                    </a:cubicBezTo>
                    <a:cubicBezTo>
                      <a:pt x="6377" y="44655"/>
                      <a:pt x="6090" y="44220"/>
                      <a:pt x="5808" y="43780"/>
                    </a:cubicBezTo>
                    <a:cubicBezTo>
                      <a:pt x="5733" y="43665"/>
                      <a:pt x="5655" y="43548"/>
                      <a:pt x="5578" y="43428"/>
                    </a:cubicBezTo>
                    <a:cubicBezTo>
                      <a:pt x="1347" y="36845"/>
                      <a:pt x="0" y="28418"/>
                      <a:pt x="1632" y="20780"/>
                    </a:cubicBezTo>
                    <a:cubicBezTo>
                      <a:pt x="2978" y="15235"/>
                      <a:pt x="6590" y="9773"/>
                      <a:pt x="11507" y="6755"/>
                    </a:cubicBezTo>
                    <a:cubicBezTo>
                      <a:pt x="13260" y="5730"/>
                      <a:pt x="15070" y="4745"/>
                      <a:pt x="17058" y="4280"/>
                    </a:cubicBezTo>
                    <a:cubicBezTo>
                      <a:pt x="17192" y="4247"/>
                      <a:pt x="17328" y="4215"/>
                      <a:pt x="17468" y="4180"/>
                    </a:cubicBezTo>
                    <a:cubicBezTo>
                      <a:pt x="19810" y="3628"/>
                      <a:pt x="22100" y="3462"/>
                      <a:pt x="24495" y="3470"/>
                    </a:cubicBezTo>
                    <a:cubicBezTo>
                      <a:pt x="24625" y="3470"/>
                      <a:pt x="24757" y="3470"/>
                      <a:pt x="24893" y="3470"/>
                    </a:cubicBezTo>
                    <a:cubicBezTo>
                      <a:pt x="26150" y="3475"/>
                      <a:pt x="27325" y="3510"/>
                      <a:pt x="28558" y="3780"/>
                    </a:cubicBezTo>
                    <a:cubicBezTo>
                      <a:pt x="30415" y="4053"/>
                      <a:pt x="31775" y="3570"/>
                      <a:pt x="33478" y="2888"/>
                    </a:cubicBezTo>
                    <a:cubicBezTo>
                      <a:pt x="36213" y="1805"/>
                      <a:pt x="39490" y="628"/>
                      <a:pt x="42433" y="1500"/>
                    </a:cubicBezTo>
                    <a:cubicBezTo>
                      <a:pt x="43058" y="1780"/>
                      <a:pt x="43058" y="1780"/>
                      <a:pt x="43558" y="2280"/>
                    </a:cubicBezTo>
                    <a:cubicBezTo>
                      <a:pt x="43505" y="2935"/>
                      <a:pt x="43370" y="3217"/>
                      <a:pt x="42910" y="3690"/>
                    </a:cubicBezTo>
                    <a:cubicBezTo>
                      <a:pt x="42830" y="3750"/>
                      <a:pt x="42830" y="3750"/>
                      <a:pt x="42433" y="4062"/>
                    </a:cubicBezTo>
                    <a:cubicBezTo>
                      <a:pt x="41368" y="4905"/>
                      <a:pt x="41368" y="4905"/>
                      <a:pt x="41230" y="5760"/>
                    </a:cubicBezTo>
                    <a:cubicBezTo>
                      <a:pt x="41170" y="6840"/>
                      <a:pt x="41210" y="7577"/>
                      <a:pt x="41900" y="8438"/>
                    </a:cubicBezTo>
                    <a:cubicBezTo>
                      <a:pt x="42608" y="9160"/>
                      <a:pt x="43398" y="9702"/>
                      <a:pt x="44235" y="10260"/>
                    </a:cubicBezTo>
                    <a:cubicBezTo>
                      <a:pt x="46502" y="11808"/>
                      <a:pt x="48413" y="13875"/>
                      <a:pt x="50340" y="15817"/>
                    </a:cubicBezTo>
                    <a:cubicBezTo>
                      <a:pt x="50395" y="15872"/>
                      <a:pt x="50395" y="15872"/>
                      <a:pt x="50673" y="16153"/>
                    </a:cubicBezTo>
                    <a:cubicBezTo>
                      <a:pt x="51215" y="16700"/>
                      <a:pt x="51757" y="17247"/>
                      <a:pt x="52295" y="17800"/>
                    </a:cubicBezTo>
                    <a:cubicBezTo>
                      <a:pt x="56372" y="21955"/>
                      <a:pt x="56372" y="21955"/>
                      <a:pt x="58615" y="22058"/>
                    </a:cubicBezTo>
                    <a:cubicBezTo>
                      <a:pt x="58762" y="22048"/>
                      <a:pt x="58908" y="22040"/>
                      <a:pt x="59058" y="22030"/>
                    </a:cubicBezTo>
                    <a:cubicBezTo>
                      <a:pt x="59185" y="21730"/>
                      <a:pt x="59310" y="21428"/>
                      <a:pt x="59433" y="21125"/>
                    </a:cubicBezTo>
                    <a:cubicBezTo>
                      <a:pt x="59467" y="21040"/>
                      <a:pt x="59467" y="21040"/>
                      <a:pt x="59642" y="20615"/>
                    </a:cubicBezTo>
                    <a:cubicBezTo>
                      <a:pt x="59863" y="19837"/>
                      <a:pt x="59910" y="19340"/>
                      <a:pt x="59808" y="18530"/>
                    </a:cubicBezTo>
                    <a:cubicBezTo>
                      <a:pt x="59425" y="18135"/>
                      <a:pt x="59130" y="17890"/>
                      <a:pt x="58683" y="17595"/>
                    </a:cubicBezTo>
                    <a:cubicBezTo>
                      <a:pt x="56197" y="15770"/>
                      <a:pt x="55005" y="13680"/>
                      <a:pt x="54058" y="10780"/>
                    </a:cubicBezTo>
                    <a:cubicBezTo>
                      <a:pt x="54012" y="10670"/>
                      <a:pt x="53967" y="10560"/>
                      <a:pt x="53923" y="10447"/>
                    </a:cubicBezTo>
                    <a:cubicBezTo>
                      <a:pt x="53658" y="9485"/>
                      <a:pt x="53740" y="8435"/>
                      <a:pt x="53733" y="7442"/>
                    </a:cubicBezTo>
                    <a:cubicBezTo>
                      <a:pt x="53730" y="7160"/>
                      <a:pt x="53725" y="6880"/>
                      <a:pt x="53717" y="6600"/>
                    </a:cubicBezTo>
                    <a:cubicBezTo>
                      <a:pt x="53668" y="4643"/>
                      <a:pt x="53885" y="117"/>
                      <a:pt x="56495" y="0"/>
                    </a:cubicBezTo>
                    <a:close/>
                    <a:moveTo>
                      <a:pt x="56058" y="780"/>
                    </a:moveTo>
                    <a:cubicBezTo>
                      <a:pt x="54788" y="2655"/>
                      <a:pt x="54423" y="4607"/>
                      <a:pt x="54447" y="6845"/>
                    </a:cubicBezTo>
                    <a:cubicBezTo>
                      <a:pt x="54450" y="7072"/>
                      <a:pt x="54452" y="7303"/>
                      <a:pt x="54455" y="7540"/>
                    </a:cubicBezTo>
                    <a:cubicBezTo>
                      <a:pt x="54535" y="10883"/>
                      <a:pt x="55577" y="13817"/>
                      <a:pt x="57947" y="16250"/>
                    </a:cubicBezTo>
                    <a:cubicBezTo>
                      <a:pt x="58230" y="16515"/>
                      <a:pt x="58517" y="16775"/>
                      <a:pt x="58808" y="17030"/>
                    </a:cubicBezTo>
                    <a:cubicBezTo>
                      <a:pt x="58930" y="17140"/>
                      <a:pt x="59053" y="17247"/>
                      <a:pt x="59178" y="17360"/>
                    </a:cubicBezTo>
                    <a:cubicBezTo>
                      <a:pt x="59973" y="18030"/>
                      <a:pt x="59973" y="18030"/>
                      <a:pt x="60558" y="18030"/>
                    </a:cubicBezTo>
                    <a:cubicBezTo>
                      <a:pt x="60700" y="19710"/>
                      <a:pt x="60512" y="21107"/>
                      <a:pt x="59558" y="22530"/>
                    </a:cubicBezTo>
                    <a:cubicBezTo>
                      <a:pt x="59010" y="22860"/>
                      <a:pt x="59010" y="22860"/>
                      <a:pt x="58308" y="22780"/>
                    </a:cubicBezTo>
                    <a:cubicBezTo>
                      <a:pt x="54520" y="21697"/>
                      <a:pt x="51660" y="18207"/>
                      <a:pt x="49043" y="15482"/>
                    </a:cubicBezTo>
                    <a:cubicBezTo>
                      <a:pt x="46848" y="13205"/>
                      <a:pt x="44545" y="10908"/>
                      <a:pt x="41808" y="9280"/>
                    </a:cubicBezTo>
                    <a:cubicBezTo>
                      <a:pt x="41642" y="9280"/>
                      <a:pt x="41478" y="9280"/>
                      <a:pt x="41308" y="9280"/>
                    </a:cubicBezTo>
                    <a:cubicBezTo>
                      <a:pt x="41140" y="8947"/>
                      <a:pt x="40975" y="8615"/>
                      <a:pt x="40808" y="8280"/>
                    </a:cubicBezTo>
                    <a:cubicBezTo>
                      <a:pt x="40762" y="8205"/>
                      <a:pt x="40762" y="8205"/>
                      <a:pt x="40535" y="7817"/>
                    </a:cubicBezTo>
                    <a:cubicBezTo>
                      <a:pt x="40265" y="7183"/>
                      <a:pt x="40290" y="6820"/>
                      <a:pt x="40385" y="6140"/>
                    </a:cubicBezTo>
                    <a:cubicBezTo>
                      <a:pt x="40410" y="5950"/>
                      <a:pt x="40435" y="5758"/>
                      <a:pt x="40460" y="5562"/>
                    </a:cubicBezTo>
                    <a:cubicBezTo>
                      <a:pt x="40675" y="4385"/>
                      <a:pt x="40675" y="4385"/>
                      <a:pt x="41215" y="3960"/>
                    </a:cubicBezTo>
                    <a:cubicBezTo>
                      <a:pt x="41538" y="3758"/>
                      <a:pt x="41860" y="3555"/>
                      <a:pt x="42183" y="3352"/>
                    </a:cubicBezTo>
                    <a:cubicBezTo>
                      <a:pt x="42245" y="3298"/>
                      <a:pt x="42245" y="3298"/>
                      <a:pt x="42558" y="3030"/>
                    </a:cubicBezTo>
                    <a:cubicBezTo>
                      <a:pt x="42558" y="2783"/>
                      <a:pt x="42558" y="2535"/>
                      <a:pt x="42558" y="2280"/>
                    </a:cubicBezTo>
                    <a:cubicBezTo>
                      <a:pt x="40387" y="1987"/>
                      <a:pt x="38592" y="2055"/>
                      <a:pt x="36488" y="2658"/>
                    </a:cubicBezTo>
                    <a:cubicBezTo>
                      <a:pt x="36025" y="2790"/>
                      <a:pt x="35565" y="2915"/>
                      <a:pt x="35103" y="3038"/>
                    </a:cubicBezTo>
                    <a:cubicBezTo>
                      <a:pt x="34785" y="3122"/>
                      <a:pt x="34468" y="3210"/>
                      <a:pt x="34150" y="3298"/>
                    </a:cubicBezTo>
                    <a:cubicBezTo>
                      <a:pt x="34002" y="3337"/>
                      <a:pt x="33855" y="3378"/>
                      <a:pt x="33702" y="3420"/>
                    </a:cubicBezTo>
                    <a:cubicBezTo>
                      <a:pt x="33565" y="3460"/>
                      <a:pt x="33425" y="3500"/>
                      <a:pt x="33282" y="3540"/>
                    </a:cubicBezTo>
                    <a:cubicBezTo>
                      <a:pt x="33220" y="3558"/>
                      <a:pt x="33220" y="3558"/>
                      <a:pt x="32913" y="3645"/>
                    </a:cubicBezTo>
                    <a:cubicBezTo>
                      <a:pt x="32558" y="3780"/>
                      <a:pt x="32558" y="3780"/>
                      <a:pt x="32222" y="4038"/>
                    </a:cubicBezTo>
                    <a:cubicBezTo>
                      <a:pt x="31715" y="4335"/>
                      <a:pt x="31410" y="4340"/>
                      <a:pt x="30825" y="4335"/>
                    </a:cubicBezTo>
                    <a:cubicBezTo>
                      <a:pt x="30630" y="4332"/>
                      <a:pt x="30433" y="4332"/>
                      <a:pt x="30230" y="4332"/>
                    </a:cubicBezTo>
                    <a:cubicBezTo>
                      <a:pt x="30018" y="4327"/>
                      <a:pt x="29808" y="4325"/>
                      <a:pt x="29590" y="4322"/>
                    </a:cubicBezTo>
                    <a:cubicBezTo>
                      <a:pt x="29480" y="4320"/>
                      <a:pt x="29480" y="4320"/>
                      <a:pt x="28923" y="4317"/>
                    </a:cubicBezTo>
                    <a:cubicBezTo>
                      <a:pt x="28218" y="4312"/>
                      <a:pt x="27512" y="4305"/>
                      <a:pt x="26808" y="4298"/>
                    </a:cubicBezTo>
                    <a:cubicBezTo>
                      <a:pt x="19328" y="4222"/>
                      <a:pt x="19328" y="4222"/>
                      <a:pt x="16980" y="5062"/>
                    </a:cubicBezTo>
                    <a:cubicBezTo>
                      <a:pt x="16822" y="5117"/>
                      <a:pt x="16665" y="5173"/>
                      <a:pt x="16502" y="5230"/>
                    </a:cubicBezTo>
                    <a:cubicBezTo>
                      <a:pt x="12190" y="6795"/>
                      <a:pt x="8720" y="9255"/>
                      <a:pt x="6058" y="13030"/>
                    </a:cubicBezTo>
                    <a:cubicBezTo>
                      <a:pt x="5920" y="13225"/>
                      <a:pt x="5782" y="13418"/>
                      <a:pt x="5640" y="13615"/>
                    </a:cubicBezTo>
                    <a:cubicBezTo>
                      <a:pt x="4375" y="15450"/>
                      <a:pt x="3493" y="17247"/>
                      <a:pt x="2912" y="19400"/>
                    </a:cubicBezTo>
                    <a:cubicBezTo>
                      <a:pt x="2793" y="19835"/>
                      <a:pt x="2670" y="20270"/>
                      <a:pt x="2548" y="20705"/>
                    </a:cubicBezTo>
                    <a:cubicBezTo>
                      <a:pt x="1632" y="23995"/>
                      <a:pt x="1632" y="23995"/>
                      <a:pt x="1558" y="25530"/>
                    </a:cubicBezTo>
                    <a:cubicBezTo>
                      <a:pt x="1543" y="25742"/>
                      <a:pt x="1525" y="25952"/>
                      <a:pt x="1510" y="26170"/>
                    </a:cubicBezTo>
                    <a:cubicBezTo>
                      <a:pt x="1130" y="33595"/>
                      <a:pt x="4132" y="41560"/>
                      <a:pt x="9058" y="47030"/>
                    </a:cubicBezTo>
                    <a:cubicBezTo>
                      <a:pt x="11515" y="49705"/>
                      <a:pt x="14025" y="52050"/>
                      <a:pt x="17265" y="53730"/>
                    </a:cubicBezTo>
                    <a:cubicBezTo>
                      <a:pt x="17703" y="53972"/>
                      <a:pt x="18083" y="54225"/>
                      <a:pt x="18488" y="54513"/>
                    </a:cubicBezTo>
                    <a:cubicBezTo>
                      <a:pt x="19423" y="55143"/>
                      <a:pt x="20425" y="55523"/>
                      <a:pt x="21480" y="55905"/>
                    </a:cubicBezTo>
                    <a:cubicBezTo>
                      <a:pt x="21685" y="55982"/>
                      <a:pt x="21890" y="56058"/>
                      <a:pt x="22103" y="56135"/>
                    </a:cubicBezTo>
                    <a:cubicBezTo>
                      <a:pt x="24290" y="56908"/>
                      <a:pt x="26525" y="57388"/>
                      <a:pt x="28808" y="57780"/>
                    </a:cubicBezTo>
                    <a:cubicBezTo>
                      <a:pt x="28875" y="57795"/>
                      <a:pt x="28875" y="57795"/>
                      <a:pt x="29218" y="57862"/>
                    </a:cubicBezTo>
                    <a:cubicBezTo>
                      <a:pt x="31803" y="58317"/>
                      <a:pt x="34445" y="58025"/>
                      <a:pt x="37010" y="57610"/>
                    </a:cubicBezTo>
                    <a:cubicBezTo>
                      <a:pt x="37080" y="57597"/>
                      <a:pt x="37080" y="57597"/>
                      <a:pt x="37435" y="57543"/>
                    </a:cubicBezTo>
                    <a:cubicBezTo>
                      <a:pt x="41035" y="56965"/>
                      <a:pt x="44262" y="56097"/>
                      <a:pt x="47308" y="54030"/>
                    </a:cubicBezTo>
                    <a:cubicBezTo>
                      <a:pt x="47413" y="53960"/>
                      <a:pt x="47520" y="53888"/>
                      <a:pt x="47628" y="53815"/>
                    </a:cubicBezTo>
                    <a:cubicBezTo>
                      <a:pt x="48808" y="53008"/>
                      <a:pt x="48808" y="53008"/>
                      <a:pt x="49308" y="52530"/>
                    </a:cubicBezTo>
                    <a:cubicBezTo>
                      <a:pt x="49308" y="52367"/>
                      <a:pt x="49308" y="52202"/>
                      <a:pt x="49308" y="52030"/>
                    </a:cubicBezTo>
                    <a:cubicBezTo>
                      <a:pt x="50595" y="51940"/>
                      <a:pt x="51567" y="52050"/>
                      <a:pt x="52745" y="52592"/>
                    </a:cubicBezTo>
                    <a:cubicBezTo>
                      <a:pt x="54240" y="53092"/>
                      <a:pt x="55855" y="53072"/>
                      <a:pt x="57418" y="53062"/>
                    </a:cubicBezTo>
                    <a:cubicBezTo>
                      <a:pt x="57603" y="53062"/>
                      <a:pt x="57788" y="53060"/>
                      <a:pt x="57980" y="53060"/>
                    </a:cubicBezTo>
                    <a:cubicBezTo>
                      <a:pt x="61817" y="53018"/>
                      <a:pt x="61817" y="53018"/>
                      <a:pt x="63050" y="52075"/>
                    </a:cubicBezTo>
                    <a:cubicBezTo>
                      <a:pt x="63308" y="51780"/>
                      <a:pt x="63308" y="51780"/>
                      <a:pt x="63447" y="51140"/>
                    </a:cubicBezTo>
                    <a:cubicBezTo>
                      <a:pt x="63283" y="50418"/>
                      <a:pt x="63122" y="50250"/>
                      <a:pt x="62558" y="49780"/>
                    </a:cubicBezTo>
                    <a:cubicBezTo>
                      <a:pt x="62098" y="49562"/>
                      <a:pt x="61655" y="49370"/>
                      <a:pt x="61180" y="49188"/>
                    </a:cubicBezTo>
                    <a:cubicBezTo>
                      <a:pt x="60910" y="49080"/>
                      <a:pt x="60640" y="48972"/>
                      <a:pt x="60370" y="48862"/>
                    </a:cubicBezTo>
                    <a:cubicBezTo>
                      <a:pt x="59947" y="48695"/>
                      <a:pt x="59523" y="48530"/>
                      <a:pt x="59098" y="48365"/>
                    </a:cubicBezTo>
                    <a:cubicBezTo>
                      <a:pt x="58688" y="48205"/>
                      <a:pt x="58278" y="48040"/>
                      <a:pt x="57868" y="47875"/>
                    </a:cubicBezTo>
                    <a:cubicBezTo>
                      <a:pt x="57740" y="47827"/>
                      <a:pt x="57613" y="47778"/>
                      <a:pt x="57483" y="47727"/>
                    </a:cubicBezTo>
                    <a:cubicBezTo>
                      <a:pt x="56615" y="47378"/>
                      <a:pt x="56615" y="47378"/>
                      <a:pt x="56327" y="46903"/>
                    </a:cubicBezTo>
                    <a:cubicBezTo>
                      <a:pt x="56295" y="46300"/>
                      <a:pt x="56692" y="45982"/>
                      <a:pt x="57058" y="45530"/>
                    </a:cubicBezTo>
                    <a:cubicBezTo>
                      <a:pt x="57058" y="45367"/>
                      <a:pt x="57058" y="45202"/>
                      <a:pt x="57058" y="45030"/>
                    </a:cubicBezTo>
                    <a:cubicBezTo>
                      <a:pt x="57195" y="44982"/>
                      <a:pt x="57332" y="44933"/>
                      <a:pt x="57475" y="44880"/>
                    </a:cubicBezTo>
                    <a:cubicBezTo>
                      <a:pt x="58303" y="44385"/>
                      <a:pt x="58790" y="43712"/>
                      <a:pt x="59370" y="42952"/>
                    </a:cubicBezTo>
                    <a:cubicBezTo>
                      <a:pt x="59490" y="42798"/>
                      <a:pt x="59610" y="42643"/>
                      <a:pt x="59735" y="42482"/>
                    </a:cubicBezTo>
                    <a:cubicBezTo>
                      <a:pt x="60878" y="40982"/>
                      <a:pt x="61872" y="39415"/>
                      <a:pt x="62808" y="37780"/>
                    </a:cubicBezTo>
                    <a:cubicBezTo>
                      <a:pt x="62858" y="37700"/>
                      <a:pt x="62858" y="37700"/>
                      <a:pt x="63105" y="37283"/>
                    </a:cubicBezTo>
                    <a:cubicBezTo>
                      <a:pt x="63962" y="35817"/>
                      <a:pt x="64550" y="34310"/>
                      <a:pt x="65072" y="32702"/>
                    </a:cubicBezTo>
                    <a:cubicBezTo>
                      <a:pt x="65115" y="32572"/>
                      <a:pt x="65158" y="32442"/>
                      <a:pt x="65202" y="32310"/>
                    </a:cubicBezTo>
                    <a:cubicBezTo>
                      <a:pt x="66467" y="28447"/>
                      <a:pt x="67195" y="24597"/>
                      <a:pt x="67308" y="20530"/>
                    </a:cubicBezTo>
                    <a:cubicBezTo>
                      <a:pt x="68405" y="20010"/>
                      <a:pt x="69500" y="19538"/>
                      <a:pt x="70663" y="19180"/>
                    </a:cubicBezTo>
                    <a:cubicBezTo>
                      <a:pt x="73790" y="18215"/>
                      <a:pt x="76438" y="16470"/>
                      <a:pt x="78035" y="13565"/>
                    </a:cubicBezTo>
                    <a:cubicBezTo>
                      <a:pt x="78738" y="12192"/>
                      <a:pt x="79265" y="10780"/>
                      <a:pt x="79682" y="9298"/>
                    </a:cubicBezTo>
                    <a:cubicBezTo>
                      <a:pt x="79705" y="9222"/>
                      <a:pt x="79705" y="9222"/>
                      <a:pt x="79812" y="8840"/>
                    </a:cubicBezTo>
                    <a:cubicBezTo>
                      <a:pt x="80085" y="7763"/>
                      <a:pt x="80038" y="6867"/>
                      <a:pt x="79808" y="5780"/>
                    </a:cubicBezTo>
                    <a:cubicBezTo>
                      <a:pt x="79390" y="5590"/>
                      <a:pt x="79390" y="5590"/>
                      <a:pt x="78808" y="5530"/>
                    </a:cubicBezTo>
                    <a:cubicBezTo>
                      <a:pt x="78308" y="5817"/>
                      <a:pt x="77903" y="6205"/>
                      <a:pt x="77480" y="6595"/>
                    </a:cubicBezTo>
                    <a:cubicBezTo>
                      <a:pt x="75882" y="8050"/>
                      <a:pt x="74518" y="8617"/>
                      <a:pt x="72355" y="8640"/>
                    </a:cubicBezTo>
                    <a:cubicBezTo>
                      <a:pt x="70122" y="8725"/>
                      <a:pt x="68252" y="9138"/>
                      <a:pt x="66645" y="10817"/>
                    </a:cubicBezTo>
                    <a:cubicBezTo>
                      <a:pt x="66308" y="11030"/>
                      <a:pt x="66308" y="11030"/>
                      <a:pt x="65810" y="11030"/>
                    </a:cubicBezTo>
                    <a:cubicBezTo>
                      <a:pt x="65075" y="10665"/>
                      <a:pt x="64905" y="10067"/>
                      <a:pt x="64605" y="9345"/>
                    </a:cubicBezTo>
                    <a:cubicBezTo>
                      <a:pt x="63770" y="7535"/>
                      <a:pt x="62848" y="6865"/>
                      <a:pt x="61017" y="6080"/>
                    </a:cubicBezTo>
                    <a:cubicBezTo>
                      <a:pt x="60957" y="6053"/>
                      <a:pt x="60957" y="6053"/>
                      <a:pt x="60650" y="5923"/>
                    </a:cubicBezTo>
                    <a:cubicBezTo>
                      <a:pt x="60533" y="5870"/>
                      <a:pt x="60413" y="5820"/>
                      <a:pt x="60290" y="5768"/>
                    </a:cubicBezTo>
                    <a:cubicBezTo>
                      <a:pt x="58710" y="5058"/>
                      <a:pt x="57960" y="3830"/>
                      <a:pt x="57308" y="2280"/>
                    </a:cubicBezTo>
                    <a:cubicBezTo>
                      <a:pt x="57225" y="2050"/>
                      <a:pt x="57142" y="1817"/>
                      <a:pt x="57058" y="1577"/>
                    </a:cubicBezTo>
                    <a:cubicBezTo>
                      <a:pt x="56808" y="1030"/>
                      <a:pt x="56808" y="1030"/>
                      <a:pt x="56400" y="827"/>
                    </a:cubicBezTo>
                    <a:cubicBezTo>
                      <a:pt x="56288" y="812"/>
                      <a:pt x="56175" y="798"/>
                      <a:pt x="56058" y="780"/>
                    </a:cubicBezTo>
                    <a:close/>
                  </a:path>
                </a:pathLst>
              </a:custGeom>
              <a:solidFill>
                <a:srgbClr val="8297F5"/>
              </a:solidFill>
              <a:ln w="0">
                <a:noFill/>
              </a:ln>
            </p:spPr>
          </p:sp>
          <p:sp>
            <p:nvSpPr>
              <p:cNvPr id="505" name="deepseek vector"/>
              <p:cNvSpPr/>
              <p:nvPr/>
            </p:nvSpPr>
            <p:spPr>
              <a:xfrm>
                <a:off x="2648832" y="5469848"/>
                <a:ext cx="85222" cy="117958"/>
              </a:xfrm>
              <a:custGeom>
                <a:avLst/>
                <a:gdLst/>
                <a:ahLst/>
                <a:cxnLst/>
                <a:rect l="0" t="0" r="r" b="b"/>
                <a:pathLst>
                  <a:path w="9320" h="12900" fill="norm" stroke="0">
                    <a:moveTo>
                      <a:pt x="962" y="0"/>
                    </a:moveTo>
                    <a:cubicBezTo>
                      <a:pt x="1117" y="0"/>
                      <a:pt x="1270" y="3"/>
                      <a:pt x="1430" y="3"/>
                    </a:cubicBezTo>
                    <a:cubicBezTo>
                      <a:pt x="1520" y="3"/>
                      <a:pt x="1520" y="3"/>
                      <a:pt x="1967" y="3"/>
                    </a:cubicBezTo>
                    <a:cubicBezTo>
                      <a:pt x="2062" y="5"/>
                      <a:pt x="2062" y="5"/>
                      <a:pt x="2532" y="13"/>
                    </a:cubicBezTo>
                    <a:cubicBezTo>
                      <a:pt x="2705" y="13"/>
                      <a:pt x="2875" y="13"/>
                      <a:pt x="3053" y="13"/>
                    </a:cubicBezTo>
                    <a:cubicBezTo>
                      <a:pt x="3695" y="15"/>
                      <a:pt x="4335" y="23"/>
                      <a:pt x="4977" y="30"/>
                    </a:cubicBezTo>
                    <a:cubicBezTo>
                      <a:pt x="5692" y="35"/>
                      <a:pt x="5692" y="35"/>
                      <a:pt x="9320" y="60"/>
                    </a:cubicBezTo>
                    <a:cubicBezTo>
                      <a:pt x="9320" y="4268"/>
                      <a:pt x="9320" y="8475"/>
                      <a:pt x="9320" y="12810"/>
                    </a:cubicBezTo>
                    <a:cubicBezTo>
                      <a:pt x="7887" y="12825"/>
                      <a:pt x="6452" y="12840"/>
                      <a:pt x="4977" y="12857"/>
                    </a:cubicBezTo>
                    <a:cubicBezTo>
                      <a:pt x="4525" y="12865"/>
                      <a:pt x="4072" y="12870"/>
                      <a:pt x="3605" y="12878"/>
                    </a:cubicBezTo>
                    <a:cubicBezTo>
                      <a:pt x="3247" y="12880"/>
                      <a:pt x="2890" y="12883"/>
                      <a:pt x="2532" y="12883"/>
                    </a:cubicBezTo>
                    <a:cubicBezTo>
                      <a:pt x="2347" y="12888"/>
                      <a:pt x="2160" y="12890"/>
                      <a:pt x="1967" y="12895"/>
                    </a:cubicBezTo>
                    <a:cubicBezTo>
                      <a:pt x="1790" y="12895"/>
                      <a:pt x="1612" y="12895"/>
                      <a:pt x="1430" y="12895"/>
                    </a:cubicBezTo>
                    <a:cubicBezTo>
                      <a:pt x="1275" y="12898"/>
                      <a:pt x="1122" y="12898"/>
                      <a:pt x="962" y="12900"/>
                    </a:cubicBezTo>
                    <a:cubicBezTo>
                      <a:pt x="570" y="12810"/>
                      <a:pt x="570" y="12810"/>
                      <a:pt x="270" y="12500"/>
                    </a:cubicBezTo>
                    <a:cubicBezTo>
                      <a:pt x="20" y="11947"/>
                      <a:pt x="7" y="11535"/>
                      <a:pt x="5" y="10928"/>
                    </a:cubicBezTo>
                    <a:cubicBezTo>
                      <a:pt x="5" y="10697"/>
                      <a:pt x="2" y="10470"/>
                      <a:pt x="0" y="10235"/>
                    </a:cubicBezTo>
                    <a:cubicBezTo>
                      <a:pt x="2" y="9987"/>
                      <a:pt x="2" y="9742"/>
                      <a:pt x="5" y="9490"/>
                    </a:cubicBezTo>
                    <a:cubicBezTo>
                      <a:pt x="2" y="9232"/>
                      <a:pt x="2" y="8977"/>
                      <a:pt x="2" y="8722"/>
                    </a:cubicBezTo>
                    <a:cubicBezTo>
                      <a:pt x="2" y="8188"/>
                      <a:pt x="2" y="7653"/>
                      <a:pt x="5" y="7117"/>
                    </a:cubicBezTo>
                    <a:cubicBezTo>
                      <a:pt x="7" y="6433"/>
                      <a:pt x="5" y="5747"/>
                      <a:pt x="2" y="5060"/>
                    </a:cubicBezTo>
                    <a:cubicBezTo>
                      <a:pt x="2" y="4533"/>
                      <a:pt x="2" y="4005"/>
                      <a:pt x="2" y="3477"/>
                    </a:cubicBezTo>
                    <a:cubicBezTo>
                      <a:pt x="5" y="3102"/>
                      <a:pt x="2" y="2727"/>
                      <a:pt x="0" y="2350"/>
                    </a:cubicBezTo>
                    <a:cubicBezTo>
                      <a:pt x="2" y="2122"/>
                      <a:pt x="5" y="1895"/>
                      <a:pt x="5" y="1660"/>
                    </a:cubicBezTo>
                    <a:cubicBezTo>
                      <a:pt x="5" y="1460"/>
                      <a:pt x="7" y="1260"/>
                      <a:pt x="7" y="1053"/>
                    </a:cubicBezTo>
                    <a:cubicBezTo>
                      <a:pt x="90" y="415"/>
                      <a:pt x="305" y="100"/>
                      <a:pt x="962" y="0"/>
                    </a:cubicBezTo>
                    <a:close/>
                  </a:path>
                </a:pathLst>
              </a:custGeom>
              <a:solidFill>
                <a:srgbClr val="526BE8"/>
              </a:solidFill>
              <a:ln w="0">
                <a:noFill/>
              </a:ln>
            </p:spPr>
          </p:sp>
          <p:sp>
            <p:nvSpPr>
              <p:cNvPr id="506" name="deepseek vector"/>
              <p:cNvSpPr/>
              <p:nvPr/>
            </p:nvSpPr>
            <p:spPr>
              <a:xfrm>
                <a:off x="2018498" y="5460785"/>
                <a:ext cx="404668" cy="295603"/>
              </a:xfrm>
              <a:custGeom>
                <a:avLst/>
                <a:gdLst/>
                <a:ahLst/>
                <a:cxnLst/>
                <a:rect l="0" t="0" r="r" b="b"/>
                <a:pathLst>
                  <a:path w="44255" h="32327" fill="norm" stroke="0">
                    <a:moveTo>
                      <a:pt x="6833" y="82"/>
                    </a:moveTo>
                    <a:cubicBezTo>
                      <a:pt x="6978" y="87"/>
                      <a:pt x="7123" y="92"/>
                      <a:pt x="7270" y="97"/>
                    </a:cubicBezTo>
                    <a:cubicBezTo>
                      <a:pt x="9833" y="197"/>
                      <a:pt x="12105" y="620"/>
                      <a:pt x="14505" y="1553"/>
                    </a:cubicBezTo>
                    <a:cubicBezTo>
                      <a:pt x="14653" y="1605"/>
                      <a:pt x="14803" y="1660"/>
                      <a:pt x="14955" y="1717"/>
                    </a:cubicBezTo>
                    <a:cubicBezTo>
                      <a:pt x="18825" y="3137"/>
                      <a:pt x="22085" y="5465"/>
                      <a:pt x="25123" y="8212"/>
                    </a:cubicBezTo>
                    <a:cubicBezTo>
                      <a:pt x="25500" y="8548"/>
                      <a:pt x="25890" y="8865"/>
                      <a:pt x="26282" y="9183"/>
                    </a:cubicBezTo>
                    <a:cubicBezTo>
                      <a:pt x="26990" y="9767"/>
                      <a:pt x="27563" y="10410"/>
                      <a:pt x="28130" y="11130"/>
                    </a:cubicBezTo>
                    <a:cubicBezTo>
                      <a:pt x="28218" y="11237"/>
                      <a:pt x="28305" y="11347"/>
                      <a:pt x="28395" y="11460"/>
                    </a:cubicBezTo>
                    <a:cubicBezTo>
                      <a:pt x="29748" y="13142"/>
                      <a:pt x="31013" y="14895"/>
                      <a:pt x="32255" y="16660"/>
                    </a:cubicBezTo>
                    <a:cubicBezTo>
                      <a:pt x="32388" y="16847"/>
                      <a:pt x="32520" y="17035"/>
                      <a:pt x="32655" y="17227"/>
                    </a:cubicBezTo>
                    <a:cubicBezTo>
                      <a:pt x="33293" y="18135"/>
                      <a:pt x="33920" y="19043"/>
                      <a:pt x="34520" y="19972"/>
                    </a:cubicBezTo>
                    <a:cubicBezTo>
                      <a:pt x="36950" y="23648"/>
                      <a:pt x="39867" y="27207"/>
                      <a:pt x="43548" y="29663"/>
                    </a:cubicBezTo>
                    <a:cubicBezTo>
                      <a:pt x="44237" y="30250"/>
                      <a:pt x="44178" y="30675"/>
                      <a:pt x="44255" y="31553"/>
                    </a:cubicBezTo>
                    <a:cubicBezTo>
                      <a:pt x="40875" y="32327"/>
                      <a:pt x="37532" y="31700"/>
                      <a:pt x="34565" y="29938"/>
                    </a:cubicBezTo>
                    <a:cubicBezTo>
                      <a:pt x="33770" y="29390"/>
                      <a:pt x="33032" y="28783"/>
                      <a:pt x="32293" y="28163"/>
                    </a:cubicBezTo>
                    <a:cubicBezTo>
                      <a:pt x="31162" y="27212"/>
                      <a:pt x="29983" y="26370"/>
                      <a:pt x="28755" y="25553"/>
                    </a:cubicBezTo>
                    <a:cubicBezTo>
                      <a:pt x="28643" y="25475"/>
                      <a:pt x="28530" y="25400"/>
                      <a:pt x="28415" y="25322"/>
                    </a:cubicBezTo>
                    <a:cubicBezTo>
                      <a:pt x="24698" y="22835"/>
                      <a:pt x="24698" y="22835"/>
                      <a:pt x="22505" y="22553"/>
                    </a:cubicBezTo>
                    <a:cubicBezTo>
                      <a:pt x="22560" y="23762"/>
                      <a:pt x="22675" y="24762"/>
                      <a:pt x="23270" y="25832"/>
                    </a:cubicBezTo>
                    <a:cubicBezTo>
                      <a:pt x="23765" y="26742"/>
                      <a:pt x="24018" y="27523"/>
                      <a:pt x="23755" y="28553"/>
                    </a:cubicBezTo>
                    <a:cubicBezTo>
                      <a:pt x="23240" y="29225"/>
                      <a:pt x="22820" y="29595"/>
                      <a:pt x="22005" y="29803"/>
                    </a:cubicBezTo>
                    <a:cubicBezTo>
                      <a:pt x="17903" y="30200"/>
                      <a:pt x="14948" y="28212"/>
                      <a:pt x="11903" y="25737"/>
                    </a:cubicBezTo>
                    <a:cubicBezTo>
                      <a:pt x="9065" y="23355"/>
                      <a:pt x="6740" y="20575"/>
                      <a:pt x="5005" y="17303"/>
                    </a:cubicBezTo>
                    <a:cubicBezTo>
                      <a:pt x="4955" y="17207"/>
                      <a:pt x="4955" y="17207"/>
                      <a:pt x="4700" y="16730"/>
                    </a:cubicBezTo>
                    <a:cubicBezTo>
                      <a:pt x="2508" y="12512"/>
                      <a:pt x="0" y="6382"/>
                      <a:pt x="1005" y="1553"/>
                    </a:cubicBezTo>
                    <a:cubicBezTo>
                      <a:pt x="1312" y="918"/>
                      <a:pt x="1603" y="572"/>
                      <a:pt x="2255" y="303"/>
                    </a:cubicBezTo>
                    <a:cubicBezTo>
                      <a:pt x="3785" y="0"/>
                      <a:pt x="5280" y="28"/>
                      <a:pt x="6833" y="82"/>
                    </a:cubicBezTo>
                    <a:close/>
                    <a:moveTo>
                      <a:pt x="1720" y="1880"/>
                    </a:moveTo>
                    <a:cubicBezTo>
                      <a:pt x="1258" y="2783"/>
                      <a:pt x="1605" y="3908"/>
                      <a:pt x="1738" y="4880"/>
                    </a:cubicBezTo>
                    <a:cubicBezTo>
                      <a:pt x="1755" y="5005"/>
                      <a:pt x="1773" y="5132"/>
                      <a:pt x="1790" y="5262"/>
                    </a:cubicBezTo>
                    <a:cubicBezTo>
                      <a:pt x="2385" y="9622"/>
                      <a:pt x="3828" y="13730"/>
                      <a:pt x="6005" y="17553"/>
                    </a:cubicBezTo>
                    <a:cubicBezTo>
                      <a:pt x="6078" y="17683"/>
                      <a:pt x="6150" y="17812"/>
                      <a:pt x="6228" y="17945"/>
                    </a:cubicBezTo>
                    <a:cubicBezTo>
                      <a:pt x="8798" y="22433"/>
                      <a:pt x="13608" y="27457"/>
                      <a:pt x="18660" y="28918"/>
                    </a:cubicBezTo>
                    <a:cubicBezTo>
                      <a:pt x="20037" y="29188"/>
                      <a:pt x="21795" y="29357"/>
                      <a:pt x="23005" y="28553"/>
                    </a:cubicBezTo>
                    <a:cubicBezTo>
                      <a:pt x="23275" y="27918"/>
                      <a:pt x="23358" y="27705"/>
                      <a:pt x="23255" y="27053"/>
                    </a:cubicBezTo>
                    <a:cubicBezTo>
                      <a:pt x="22970" y="26540"/>
                      <a:pt x="22643" y="26072"/>
                      <a:pt x="22310" y="25590"/>
                    </a:cubicBezTo>
                    <a:cubicBezTo>
                      <a:pt x="21818" y="24722"/>
                      <a:pt x="21678" y="23793"/>
                      <a:pt x="21755" y="22803"/>
                    </a:cubicBezTo>
                    <a:cubicBezTo>
                      <a:pt x="21958" y="22370"/>
                      <a:pt x="21958" y="22370"/>
                      <a:pt x="22255" y="22053"/>
                    </a:cubicBezTo>
                    <a:cubicBezTo>
                      <a:pt x="24365" y="21637"/>
                      <a:pt x="26328" y="23095"/>
                      <a:pt x="28018" y="24210"/>
                    </a:cubicBezTo>
                    <a:cubicBezTo>
                      <a:pt x="29825" y="25430"/>
                      <a:pt x="31597" y="26700"/>
                      <a:pt x="33315" y="28045"/>
                    </a:cubicBezTo>
                    <a:cubicBezTo>
                      <a:pt x="36123" y="30232"/>
                      <a:pt x="39162" y="31215"/>
                      <a:pt x="42755" y="31053"/>
                    </a:cubicBezTo>
                    <a:cubicBezTo>
                      <a:pt x="42838" y="30722"/>
                      <a:pt x="42920" y="30392"/>
                      <a:pt x="43005" y="30053"/>
                    </a:cubicBezTo>
                    <a:cubicBezTo>
                      <a:pt x="42830" y="29930"/>
                      <a:pt x="42652" y="29810"/>
                      <a:pt x="42472" y="29685"/>
                    </a:cubicBezTo>
                    <a:cubicBezTo>
                      <a:pt x="37862" y="26450"/>
                      <a:pt x="34565" y="21660"/>
                      <a:pt x="31648" y="16903"/>
                    </a:cubicBezTo>
                    <a:cubicBezTo>
                      <a:pt x="31298" y="16365"/>
                      <a:pt x="30928" y="15877"/>
                      <a:pt x="30523" y="15382"/>
                    </a:cubicBezTo>
                    <a:cubicBezTo>
                      <a:pt x="30235" y="15028"/>
                      <a:pt x="29958" y="14663"/>
                      <a:pt x="29680" y="14298"/>
                    </a:cubicBezTo>
                    <a:cubicBezTo>
                      <a:pt x="27778" y="11783"/>
                      <a:pt x="25870" y="9520"/>
                      <a:pt x="23365" y="7582"/>
                    </a:cubicBezTo>
                    <a:cubicBezTo>
                      <a:pt x="23010" y="7305"/>
                      <a:pt x="22660" y="7023"/>
                      <a:pt x="22310" y="6737"/>
                    </a:cubicBezTo>
                    <a:cubicBezTo>
                      <a:pt x="19248" y="4293"/>
                      <a:pt x="15778" y="2592"/>
                      <a:pt x="12005" y="1553"/>
                    </a:cubicBezTo>
                    <a:cubicBezTo>
                      <a:pt x="11868" y="1510"/>
                      <a:pt x="11728" y="1470"/>
                      <a:pt x="11588" y="1428"/>
                    </a:cubicBezTo>
                    <a:cubicBezTo>
                      <a:pt x="9648" y="867"/>
                      <a:pt x="7755" y="727"/>
                      <a:pt x="5738" y="707"/>
                    </a:cubicBezTo>
                    <a:cubicBezTo>
                      <a:pt x="5625" y="705"/>
                      <a:pt x="5625" y="705"/>
                      <a:pt x="5053" y="697"/>
                    </a:cubicBezTo>
                    <a:cubicBezTo>
                      <a:pt x="3650" y="707"/>
                      <a:pt x="2678" y="770"/>
                      <a:pt x="1720" y="1880"/>
                    </a:cubicBezTo>
                    <a:close/>
                  </a:path>
                </a:pathLst>
              </a:custGeom>
              <a:solidFill>
                <a:srgbClr val="8297F5"/>
              </a:solidFill>
              <a:ln w="0">
                <a:noFill/>
              </a:ln>
            </p:spPr>
          </p:sp>
          <p:sp>
            <p:nvSpPr>
              <p:cNvPr id="507" name="deepseek vector"/>
              <p:cNvSpPr/>
              <p:nvPr/>
            </p:nvSpPr>
            <p:spPr>
              <a:xfrm>
                <a:off x="2361439" y="5486096"/>
                <a:ext cx="100584" cy="99807"/>
              </a:xfrm>
              <a:custGeom>
                <a:avLst/>
                <a:gdLst/>
                <a:ahLst/>
                <a:cxnLst/>
                <a:rect l="0" t="0" r="r" b="b"/>
                <a:pathLst>
                  <a:path w="11000" h="10915" fill="norm" stroke="0">
                    <a:moveTo>
                      <a:pt x="3745" y="420"/>
                    </a:moveTo>
                    <a:cubicBezTo>
                      <a:pt x="6337" y="1553"/>
                      <a:pt x="8298" y="3938"/>
                      <a:pt x="9750" y="6282"/>
                    </a:cubicBezTo>
                    <a:cubicBezTo>
                      <a:pt x="9855" y="6445"/>
                      <a:pt x="9960" y="6610"/>
                      <a:pt x="10070" y="6777"/>
                    </a:cubicBezTo>
                    <a:cubicBezTo>
                      <a:pt x="10637" y="7697"/>
                      <a:pt x="10895" y="8455"/>
                      <a:pt x="11000" y="9532"/>
                    </a:cubicBezTo>
                    <a:cubicBezTo>
                      <a:pt x="9160" y="10915"/>
                      <a:pt x="9160" y="10915"/>
                      <a:pt x="8092" y="10782"/>
                    </a:cubicBezTo>
                    <a:cubicBezTo>
                      <a:pt x="7663" y="10675"/>
                      <a:pt x="7663" y="10675"/>
                      <a:pt x="7250" y="10532"/>
                    </a:cubicBezTo>
                    <a:cubicBezTo>
                      <a:pt x="7123" y="10492"/>
                      <a:pt x="6993" y="10450"/>
                      <a:pt x="6860" y="10407"/>
                    </a:cubicBezTo>
                    <a:cubicBezTo>
                      <a:pt x="6450" y="10237"/>
                      <a:pt x="6115" y="10037"/>
                      <a:pt x="5750" y="9782"/>
                    </a:cubicBezTo>
                    <a:cubicBezTo>
                      <a:pt x="5680" y="9735"/>
                      <a:pt x="5680" y="9735"/>
                      <a:pt x="5332" y="9495"/>
                    </a:cubicBezTo>
                    <a:cubicBezTo>
                      <a:pt x="4502" y="8752"/>
                      <a:pt x="4217" y="8107"/>
                      <a:pt x="4145" y="7010"/>
                    </a:cubicBezTo>
                    <a:cubicBezTo>
                      <a:pt x="4120" y="6435"/>
                      <a:pt x="4110" y="5867"/>
                      <a:pt x="4123" y="5295"/>
                    </a:cubicBezTo>
                    <a:cubicBezTo>
                      <a:pt x="4127" y="3960"/>
                      <a:pt x="4127" y="3960"/>
                      <a:pt x="3755" y="3440"/>
                    </a:cubicBezTo>
                    <a:cubicBezTo>
                      <a:pt x="3095" y="2875"/>
                      <a:pt x="2440" y="2640"/>
                      <a:pt x="1577" y="2502"/>
                    </a:cubicBezTo>
                    <a:cubicBezTo>
                      <a:pt x="550" y="2332"/>
                      <a:pt x="550" y="2332"/>
                      <a:pt x="0" y="1782"/>
                    </a:cubicBezTo>
                    <a:cubicBezTo>
                      <a:pt x="55" y="1202"/>
                      <a:pt x="123" y="892"/>
                      <a:pt x="572" y="507"/>
                    </a:cubicBezTo>
                    <a:cubicBezTo>
                      <a:pt x="1538" y="0"/>
                      <a:pt x="2720" y="137"/>
                      <a:pt x="3745" y="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508" name="deepseek vector"/>
              <p:cNvSpPr/>
              <p:nvPr/>
            </p:nvSpPr>
            <p:spPr>
              <a:xfrm>
                <a:off x="2681165" y="5504428"/>
                <a:ext cx="52898" cy="48326"/>
              </a:xfrm>
              <a:custGeom>
                <a:avLst/>
                <a:gdLst/>
                <a:ahLst/>
                <a:cxnLst/>
                <a:rect l="0" t="0" r="r" b="b"/>
                <a:pathLst>
                  <a:path w="5785" h="5285" fill="norm" stroke="0">
                    <a:moveTo>
                      <a:pt x="817" y="0"/>
                    </a:moveTo>
                    <a:cubicBezTo>
                      <a:pt x="1048" y="3"/>
                      <a:pt x="1275" y="3"/>
                      <a:pt x="1512" y="5"/>
                    </a:cubicBezTo>
                    <a:cubicBezTo>
                      <a:pt x="1760" y="5"/>
                      <a:pt x="2007" y="5"/>
                      <a:pt x="2262" y="8"/>
                    </a:cubicBezTo>
                    <a:cubicBezTo>
                      <a:pt x="2525" y="8"/>
                      <a:pt x="2788" y="10"/>
                      <a:pt x="3050" y="13"/>
                    </a:cubicBezTo>
                    <a:cubicBezTo>
                      <a:pt x="3312" y="15"/>
                      <a:pt x="3577" y="15"/>
                      <a:pt x="3842" y="15"/>
                    </a:cubicBezTo>
                    <a:cubicBezTo>
                      <a:pt x="4490" y="20"/>
                      <a:pt x="5137" y="23"/>
                      <a:pt x="5785" y="28"/>
                    </a:cubicBezTo>
                    <a:cubicBezTo>
                      <a:pt x="5785" y="1678"/>
                      <a:pt x="5785" y="3327"/>
                      <a:pt x="5785" y="5028"/>
                    </a:cubicBezTo>
                    <a:cubicBezTo>
                      <a:pt x="5005" y="5070"/>
                      <a:pt x="4227" y="5110"/>
                      <a:pt x="3447" y="5150"/>
                    </a:cubicBezTo>
                    <a:cubicBezTo>
                      <a:pt x="3183" y="5163"/>
                      <a:pt x="2918" y="5175"/>
                      <a:pt x="2652" y="5190"/>
                    </a:cubicBezTo>
                    <a:cubicBezTo>
                      <a:pt x="2272" y="5210"/>
                      <a:pt x="1892" y="5230"/>
                      <a:pt x="1512" y="5247"/>
                    </a:cubicBezTo>
                    <a:cubicBezTo>
                      <a:pt x="1397" y="5255"/>
                      <a:pt x="1397" y="5255"/>
                      <a:pt x="817" y="5285"/>
                    </a:cubicBezTo>
                    <a:cubicBezTo>
                      <a:pt x="285" y="5278"/>
                      <a:pt x="285" y="5278"/>
                      <a:pt x="35" y="5028"/>
                    </a:cubicBezTo>
                    <a:cubicBezTo>
                      <a:pt x="10" y="4678"/>
                      <a:pt x="2" y="4325"/>
                      <a:pt x="0" y="3972"/>
                    </a:cubicBezTo>
                    <a:cubicBezTo>
                      <a:pt x="0" y="3763"/>
                      <a:pt x="0" y="3550"/>
                      <a:pt x="0" y="3330"/>
                    </a:cubicBezTo>
                    <a:cubicBezTo>
                      <a:pt x="0" y="3107"/>
                      <a:pt x="2" y="2883"/>
                      <a:pt x="2" y="2653"/>
                    </a:cubicBezTo>
                    <a:cubicBezTo>
                      <a:pt x="2" y="2430"/>
                      <a:pt x="0" y="2207"/>
                      <a:pt x="0" y="1977"/>
                    </a:cubicBezTo>
                    <a:cubicBezTo>
                      <a:pt x="0" y="1765"/>
                      <a:pt x="0" y="1553"/>
                      <a:pt x="0" y="1332"/>
                    </a:cubicBezTo>
                    <a:cubicBezTo>
                      <a:pt x="2" y="1138"/>
                      <a:pt x="2" y="940"/>
                      <a:pt x="2" y="740"/>
                    </a:cubicBezTo>
                    <a:cubicBezTo>
                      <a:pt x="50" y="65"/>
                      <a:pt x="145" y="35"/>
                      <a:pt x="8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509" name="deepseek vector"/>
              <p:cNvSpPr/>
              <p:nvPr/>
            </p:nvSpPr>
            <p:spPr>
              <a:xfrm>
                <a:off x="2355352" y="5482319"/>
                <a:ext cx="114826" cy="109111"/>
              </a:xfrm>
              <a:custGeom>
                <a:avLst/>
                <a:gdLst/>
                <a:ahLst/>
                <a:cxnLst/>
                <a:rect l="0" t="0" r="r" b="b"/>
                <a:pathLst>
                  <a:path w="12558" h="11933" fill="norm" stroke="0">
                    <a:moveTo>
                      <a:pt x="2962" y="40"/>
                    </a:moveTo>
                    <a:cubicBezTo>
                      <a:pt x="3045" y="40"/>
                      <a:pt x="3045" y="40"/>
                      <a:pt x="3470" y="45"/>
                    </a:cubicBezTo>
                    <a:cubicBezTo>
                      <a:pt x="5032" y="115"/>
                      <a:pt x="6015" y="637"/>
                      <a:pt x="7165" y="1695"/>
                    </a:cubicBezTo>
                    <a:cubicBezTo>
                      <a:pt x="7315" y="1825"/>
                      <a:pt x="7465" y="1955"/>
                      <a:pt x="7620" y="2090"/>
                    </a:cubicBezTo>
                    <a:cubicBezTo>
                      <a:pt x="8920" y="3293"/>
                      <a:pt x="9928" y="4735"/>
                      <a:pt x="10915" y="6195"/>
                    </a:cubicBezTo>
                    <a:cubicBezTo>
                      <a:pt x="10992" y="6310"/>
                      <a:pt x="11070" y="6423"/>
                      <a:pt x="11150" y="6540"/>
                    </a:cubicBezTo>
                    <a:cubicBezTo>
                      <a:pt x="12500" y="8548"/>
                      <a:pt x="12500" y="8548"/>
                      <a:pt x="12558" y="9555"/>
                    </a:cubicBezTo>
                    <a:cubicBezTo>
                      <a:pt x="12392" y="10303"/>
                      <a:pt x="12287" y="10510"/>
                      <a:pt x="11665" y="10945"/>
                    </a:cubicBezTo>
                    <a:cubicBezTo>
                      <a:pt x="11567" y="11015"/>
                      <a:pt x="11470" y="11085"/>
                      <a:pt x="11370" y="11157"/>
                    </a:cubicBezTo>
                    <a:cubicBezTo>
                      <a:pt x="10215" y="11865"/>
                      <a:pt x="8980" y="11933"/>
                      <a:pt x="7665" y="11695"/>
                    </a:cubicBezTo>
                    <a:cubicBezTo>
                      <a:pt x="6300" y="11145"/>
                      <a:pt x="4962" y="10365"/>
                      <a:pt x="4297" y="8995"/>
                    </a:cubicBezTo>
                    <a:cubicBezTo>
                      <a:pt x="4087" y="8125"/>
                      <a:pt x="4115" y="7260"/>
                      <a:pt x="4180" y="6372"/>
                    </a:cubicBezTo>
                    <a:cubicBezTo>
                      <a:pt x="4240" y="5325"/>
                      <a:pt x="4100" y="4762"/>
                      <a:pt x="3415" y="3945"/>
                    </a:cubicBezTo>
                    <a:cubicBezTo>
                      <a:pt x="2757" y="3678"/>
                      <a:pt x="2757" y="3678"/>
                      <a:pt x="2025" y="3525"/>
                    </a:cubicBezTo>
                    <a:cubicBezTo>
                      <a:pt x="720" y="3250"/>
                      <a:pt x="720" y="3250"/>
                      <a:pt x="165" y="2695"/>
                    </a:cubicBezTo>
                    <a:cubicBezTo>
                      <a:pt x="0" y="1423"/>
                      <a:pt x="0" y="1423"/>
                      <a:pt x="560" y="657"/>
                    </a:cubicBezTo>
                    <a:cubicBezTo>
                      <a:pt x="1267" y="0"/>
                      <a:pt x="2035" y="25"/>
                      <a:pt x="2962" y="40"/>
                    </a:cubicBezTo>
                    <a:close/>
                    <a:moveTo>
                      <a:pt x="665" y="1445"/>
                    </a:moveTo>
                    <a:cubicBezTo>
                      <a:pt x="697" y="1915"/>
                      <a:pt x="697" y="1915"/>
                      <a:pt x="915" y="2445"/>
                    </a:cubicBezTo>
                    <a:cubicBezTo>
                      <a:pt x="1572" y="2712"/>
                      <a:pt x="1572" y="2712"/>
                      <a:pt x="1975" y="2822"/>
                    </a:cubicBezTo>
                    <a:cubicBezTo>
                      <a:pt x="2452" y="2957"/>
                      <a:pt x="2897" y="3130"/>
                      <a:pt x="3352" y="3320"/>
                    </a:cubicBezTo>
                    <a:cubicBezTo>
                      <a:pt x="3495" y="3380"/>
                      <a:pt x="3640" y="3440"/>
                      <a:pt x="3787" y="3500"/>
                    </a:cubicBezTo>
                    <a:cubicBezTo>
                      <a:pt x="4165" y="3695"/>
                      <a:pt x="4165" y="3695"/>
                      <a:pt x="4665" y="4195"/>
                    </a:cubicBezTo>
                    <a:cubicBezTo>
                      <a:pt x="4717" y="4612"/>
                      <a:pt x="4717" y="4612"/>
                      <a:pt x="4707" y="5105"/>
                    </a:cubicBezTo>
                    <a:cubicBezTo>
                      <a:pt x="4717" y="8505"/>
                      <a:pt x="4717" y="8505"/>
                      <a:pt x="5697" y="9665"/>
                    </a:cubicBezTo>
                    <a:cubicBezTo>
                      <a:pt x="6632" y="10512"/>
                      <a:pt x="7575" y="11155"/>
                      <a:pt x="8862" y="11217"/>
                    </a:cubicBezTo>
                    <a:cubicBezTo>
                      <a:pt x="9992" y="11122"/>
                      <a:pt x="10787" y="10637"/>
                      <a:pt x="11665" y="9945"/>
                    </a:cubicBezTo>
                    <a:cubicBezTo>
                      <a:pt x="11435" y="6957"/>
                      <a:pt x="8895" y="4262"/>
                      <a:pt x="6760" y="2320"/>
                    </a:cubicBezTo>
                    <a:cubicBezTo>
                      <a:pt x="5287" y="1080"/>
                      <a:pt x="4112" y="560"/>
                      <a:pt x="2172" y="620"/>
                    </a:cubicBezTo>
                    <a:cubicBezTo>
                      <a:pt x="1510" y="720"/>
                      <a:pt x="1127" y="965"/>
                      <a:pt x="665" y="1445"/>
                    </a:cubicBezTo>
                    <a:close/>
                  </a:path>
                </a:pathLst>
              </a:custGeom>
              <a:solidFill>
                <a:srgbClr val="8297F5"/>
              </a:solidFill>
              <a:ln w="0">
                <a:noFill/>
              </a:ln>
            </p:spPr>
          </p:sp>
          <p:sp>
            <p:nvSpPr>
              <p:cNvPr id="510" name="deepseek vector"/>
              <p:cNvSpPr/>
              <p:nvPr/>
            </p:nvSpPr>
            <p:spPr>
              <a:xfrm>
                <a:off x="2359152" y="5520690"/>
                <a:ext cx="25146" cy="25146"/>
              </a:xfrm>
              <a:custGeom>
                <a:avLst/>
                <a:gdLst/>
                <a:ahLst/>
                <a:cxnLst/>
                <a:rect l="0" t="0" r="r" b="b"/>
                <a:pathLst>
                  <a:path w="2750" h="2750" fill="norm" stroke="0">
                    <a:moveTo>
                      <a:pt x="750" y="0"/>
                    </a:moveTo>
                    <a:cubicBezTo>
                      <a:pt x="1738" y="65"/>
                      <a:pt x="1738" y="65"/>
                      <a:pt x="2250" y="250"/>
                    </a:cubicBezTo>
                    <a:cubicBezTo>
                      <a:pt x="2640" y="812"/>
                      <a:pt x="2640" y="812"/>
                      <a:pt x="2750" y="1500"/>
                    </a:cubicBezTo>
                    <a:cubicBezTo>
                      <a:pt x="2560" y="1992"/>
                      <a:pt x="2320" y="2320"/>
                      <a:pt x="2000" y="2750"/>
                    </a:cubicBezTo>
                    <a:cubicBezTo>
                      <a:pt x="1752" y="2710"/>
                      <a:pt x="1752" y="2710"/>
                      <a:pt x="500" y="2500"/>
                    </a:cubicBezTo>
                    <a:cubicBezTo>
                      <a:pt x="82" y="1530"/>
                      <a:pt x="82" y="1530"/>
                      <a:pt x="0" y="1000"/>
                    </a:cubicBezTo>
                    <a:cubicBezTo>
                      <a:pt x="345" y="405"/>
                      <a:pt x="345" y="405"/>
                      <a:pt x="750" y="0"/>
                    </a:cubicBezTo>
                    <a:close/>
                  </a:path>
                </a:pathLst>
              </a:custGeom>
              <a:solidFill>
                <a:srgbClr val="9BACF7"/>
              </a:solidFill>
              <a:ln w="0">
                <a:noFill/>
              </a:ln>
            </p:spPr>
          </p:sp>
        </p:grpSp>
        <p:sp>
          <p:nvSpPr>
            <p:cNvPr id="512" name="DeepSeek-R1"/>
            <p:cNvSpPr txBox="1"/>
            <p:nvPr/>
          </p:nvSpPr>
          <p:spPr>
            <a:xfrm>
              <a:off x="1847088" y="5847588"/>
              <a:ext cx="1014984" cy="22860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40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68" b="1" i="0">
                  <a:solidFill>
                    <a:srgbClr val="000000"/>
                  </a:solidFill>
                  <a:latin typeface="Times New Roman"/>
                </a:rPr>
                <a:t>DeepSeek-R1</a:t>
              </a:r>
            </a:p>
          </p:txBody>
        </p:sp>
        <p:grpSp>
          <p:nvGrpSpPr>
            <p:cNvPr id="530" name="Vector icon - question"/>
            <p:cNvGrpSpPr/>
            <p:nvPr/>
          </p:nvGrpSpPr>
          <p:grpSpPr>
            <a:xfrm>
              <a:off x="1591056" y="6057969"/>
              <a:ext cx="256032" cy="397695"/>
              <a:chOff x="1591056" y="6057969"/>
              <a:chExt cx="256032" cy="397695"/>
            </a:xfrm>
          </p:grpSpPr>
          <p:sp>
            <p:nvSpPr>
              <p:cNvPr id="513" name="question vector"/>
              <p:cNvSpPr/>
              <p:nvPr/>
            </p:nvSpPr>
            <p:spPr>
              <a:xfrm>
                <a:off x="1591056" y="6062472"/>
                <a:ext cx="256032" cy="393192"/>
              </a:xfrm>
              <a:custGeom>
                <a:avLst/>
                <a:gdLst/>
                <a:ahLst/>
                <a:cxnLst/>
                <a:rect l="0" t="0" r="r" b="b"/>
                <a:pathLst>
                  <a:path w="28000" h="43000" fill="norm" stroke="0">
                    <a:moveTo>
                      <a:pt x="0" y="0"/>
                    </a:moveTo>
                    <a:cubicBezTo>
                      <a:pt x="9240" y="0"/>
                      <a:pt x="18480" y="0"/>
                      <a:pt x="28000" y="0"/>
                    </a:cubicBezTo>
                    <a:cubicBezTo>
                      <a:pt x="28000" y="14190"/>
                      <a:pt x="28000" y="28380"/>
                      <a:pt x="28000" y="43000"/>
                    </a:cubicBezTo>
                    <a:cubicBezTo>
                      <a:pt x="18760" y="43000"/>
                      <a:pt x="9520" y="43000"/>
                      <a:pt x="0" y="43000"/>
                    </a:cubicBezTo>
                    <a:cubicBezTo>
                      <a:pt x="0" y="28810"/>
                      <a:pt x="0" y="14620"/>
                      <a:pt x="0" y="0"/>
                    </a:cubicBezTo>
                    <a:close/>
                  </a:path>
                </a:pathLst>
              </a:custGeom>
              <a:solidFill>
                <a:srgbClr val="FEFEFD"/>
              </a:solidFill>
              <a:ln w="0">
                <a:noFill/>
              </a:ln>
            </p:spPr>
          </p:sp>
          <p:sp>
            <p:nvSpPr>
              <p:cNvPr id="514" name="question vector"/>
              <p:cNvSpPr/>
              <p:nvPr/>
            </p:nvSpPr>
            <p:spPr>
              <a:xfrm>
                <a:off x="1599811" y="6057969"/>
                <a:ext cx="227731" cy="385831"/>
              </a:xfrm>
              <a:custGeom>
                <a:avLst/>
                <a:gdLst/>
                <a:ahLst/>
                <a:cxnLst/>
                <a:rect l="0" t="0" r="r" b="b"/>
                <a:pathLst>
                  <a:path w="24905" h="42195" fill="norm" stroke="0">
                    <a:moveTo>
                      <a:pt x="20292" y="5492"/>
                    </a:moveTo>
                    <a:cubicBezTo>
                      <a:pt x="20357" y="5540"/>
                      <a:pt x="20357" y="5540"/>
                      <a:pt x="20685" y="5787"/>
                    </a:cubicBezTo>
                    <a:cubicBezTo>
                      <a:pt x="21617" y="6517"/>
                      <a:pt x="22240" y="7285"/>
                      <a:pt x="22840" y="8305"/>
                    </a:cubicBezTo>
                    <a:cubicBezTo>
                      <a:pt x="22882" y="8377"/>
                      <a:pt x="22882" y="8377"/>
                      <a:pt x="23097" y="8740"/>
                    </a:cubicBezTo>
                    <a:cubicBezTo>
                      <a:pt x="24547" y="11235"/>
                      <a:pt x="24905" y="13515"/>
                      <a:pt x="24307" y="16367"/>
                    </a:cubicBezTo>
                    <a:cubicBezTo>
                      <a:pt x="23640" y="18597"/>
                      <a:pt x="21827" y="20602"/>
                      <a:pt x="19822" y="21765"/>
                    </a:cubicBezTo>
                    <a:cubicBezTo>
                      <a:pt x="19685" y="21835"/>
                      <a:pt x="19545" y="21905"/>
                      <a:pt x="19403" y="21977"/>
                    </a:cubicBezTo>
                    <a:cubicBezTo>
                      <a:pt x="18287" y="22602"/>
                      <a:pt x="17640" y="23297"/>
                      <a:pt x="17272" y="24532"/>
                    </a:cubicBezTo>
                    <a:cubicBezTo>
                      <a:pt x="16957" y="25688"/>
                      <a:pt x="16955" y="26835"/>
                      <a:pt x="16945" y="28025"/>
                    </a:cubicBezTo>
                    <a:cubicBezTo>
                      <a:pt x="16903" y="29247"/>
                      <a:pt x="16630" y="30080"/>
                      <a:pt x="15792" y="30992"/>
                    </a:cubicBezTo>
                    <a:cubicBezTo>
                      <a:pt x="15230" y="31337"/>
                      <a:pt x="15230" y="31337"/>
                      <a:pt x="14792" y="31492"/>
                    </a:cubicBezTo>
                    <a:cubicBezTo>
                      <a:pt x="14880" y="32267"/>
                      <a:pt x="15025" y="32780"/>
                      <a:pt x="15528" y="33367"/>
                    </a:cubicBezTo>
                    <a:cubicBezTo>
                      <a:pt x="16395" y="34387"/>
                      <a:pt x="16658" y="35390"/>
                      <a:pt x="16622" y="36715"/>
                    </a:cubicBezTo>
                    <a:cubicBezTo>
                      <a:pt x="16412" y="38100"/>
                      <a:pt x="15547" y="39285"/>
                      <a:pt x="14762" y="40412"/>
                    </a:cubicBezTo>
                    <a:cubicBezTo>
                      <a:pt x="14542" y="40742"/>
                      <a:pt x="14542" y="40742"/>
                      <a:pt x="14262" y="41320"/>
                    </a:cubicBezTo>
                    <a:cubicBezTo>
                      <a:pt x="14042" y="41742"/>
                      <a:pt x="14042" y="41742"/>
                      <a:pt x="13542" y="41992"/>
                    </a:cubicBezTo>
                    <a:cubicBezTo>
                      <a:pt x="12145" y="42195"/>
                      <a:pt x="10790" y="41875"/>
                      <a:pt x="9542" y="41242"/>
                    </a:cubicBezTo>
                    <a:cubicBezTo>
                      <a:pt x="8015" y="40095"/>
                      <a:pt x="7210" y="38065"/>
                      <a:pt x="6792" y="36242"/>
                    </a:cubicBezTo>
                    <a:cubicBezTo>
                      <a:pt x="6677" y="34985"/>
                      <a:pt x="6805" y="33925"/>
                      <a:pt x="7572" y="32897"/>
                    </a:cubicBezTo>
                    <a:cubicBezTo>
                      <a:pt x="8278" y="32175"/>
                      <a:pt x="9115" y="31640"/>
                      <a:pt x="10042" y="31242"/>
                    </a:cubicBezTo>
                    <a:cubicBezTo>
                      <a:pt x="10207" y="31242"/>
                      <a:pt x="10373" y="31242"/>
                      <a:pt x="10542" y="31242"/>
                    </a:cubicBezTo>
                    <a:cubicBezTo>
                      <a:pt x="10542" y="30912"/>
                      <a:pt x="10542" y="30582"/>
                      <a:pt x="10542" y="30242"/>
                    </a:cubicBezTo>
                    <a:cubicBezTo>
                      <a:pt x="10400" y="30205"/>
                      <a:pt x="10257" y="30170"/>
                      <a:pt x="10112" y="30130"/>
                    </a:cubicBezTo>
                    <a:cubicBezTo>
                      <a:pt x="9920" y="30075"/>
                      <a:pt x="9725" y="30020"/>
                      <a:pt x="9528" y="29962"/>
                    </a:cubicBezTo>
                    <a:cubicBezTo>
                      <a:pt x="9432" y="29935"/>
                      <a:pt x="9432" y="29935"/>
                      <a:pt x="8955" y="29802"/>
                    </a:cubicBezTo>
                    <a:cubicBezTo>
                      <a:pt x="7968" y="29340"/>
                      <a:pt x="7170" y="28912"/>
                      <a:pt x="6542" y="27992"/>
                    </a:cubicBezTo>
                    <a:cubicBezTo>
                      <a:pt x="6357" y="27058"/>
                      <a:pt x="6377" y="26188"/>
                      <a:pt x="6447" y="25240"/>
                    </a:cubicBezTo>
                    <a:cubicBezTo>
                      <a:pt x="6480" y="24810"/>
                      <a:pt x="6495" y="24380"/>
                      <a:pt x="6507" y="23950"/>
                    </a:cubicBezTo>
                    <a:cubicBezTo>
                      <a:pt x="6620" y="21517"/>
                      <a:pt x="7325" y="19477"/>
                      <a:pt x="9172" y="17785"/>
                    </a:cubicBezTo>
                    <a:cubicBezTo>
                      <a:pt x="9688" y="17377"/>
                      <a:pt x="10227" y="17070"/>
                      <a:pt x="10792" y="16742"/>
                    </a:cubicBezTo>
                    <a:cubicBezTo>
                      <a:pt x="11657" y="16017"/>
                      <a:pt x="11977" y="15420"/>
                      <a:pt x="12120" y="14320"/>
                    </a:cubicBezTo>
                    <a:cubicBezTo>
                      <a:pt x="12140" y="14190"/>
                      <a:pt x="12160" y="14060"/>
                      <a:pt x="12180" y="13925"/>
                    </a:cubicBezTo>
                    <a:cubicBezTo>
                      <a:pt x="12335" y="12757"/>
                      <a:pt x="12260" y="11650"/>
                      <a:pt x="12042" y="10492"/>
                    </a:cubicBezTo>
                    <a:cubicBezTo>
                      <a:pt x="11630" y="10410"/>
                      <a:pt x="11218" y="10327"/>
                      <a:pt x="10792" y="10242"/>
                    </a:cubicBezTo>
                    <a:cubicBezTo>
                      <a:pt x="10792" y="10360"/>
                      <a:pt x="10790" y="10477"/>
                      <a:pt x="10790" y="10597"/>
                    </a:cubicBezTo>
                    <a:cubicBezTo>
                      <a:pt x="10780" y="11130"/>
                      <a:pt x="10762" y="11662"/>
                      <a:pt x="10745" y="12195"/>
                    </a:cubicBezTo>
                    <a:cubicBezTo>
                      <a:pt x="10745" y="12380"/>
                      <a:pt x="10742" y="12565"/>
                      <a:pt x="10740" y="12755"/>
                    </a:cubicBezTo>
                    <a:cubicBezTo>
                      <a:pt x="10688" y="14085"/>
                      <a:pt x="10688" y="14085"/>
                      <a:pt x="10280" y="14530"/>
                    </a:cubicBezTo>
                    <a:cubicBezTo>
                      <a:pt x="9070" y="15285"/>
                      <a:pt x="7825" y="15340"/>
                      <a:pt x="6465" y="15055"/>
                    </a:cubicBezTo>
                    <a:cubicBezTo>
                      <a:pt x="6072" y="14955"/>
                      <a:pt x="5682" y="14850"/>
                      <a:pt x="5292" y="14742"/>
                    </a:cubicBezTo>
                    <a:cubicBezTo>
                      <a:pt x="5082" y="14685"/>
                      <a:pt x="4873" y="14627"/>
                      <a:pt x="4655" y="14567"/>
                    </a:cubicBezTo>
                    <a:cubicBezTo>
                      <a:pt x="1377" y="13627"/>
                      <a:pt x="1377" y="13627"/>
                      <a:pt x="750" y="12905"/>
                    </a:cubicBezTo>
                    <a:cubicBezTo>
                      <a:pt x="0" y="11410"/>
                      <a:pt x="542" y="8812"/>
                      <a:pt x="1042" y="7242"/>
                    </a:cubicBezTo>
                    <a:cubicBezTo>
                      <a:pt x="1707" y="5895"/>
                      <a:pt x="2550" y="4827"/>
                      <a:pt x="3792" y="3992"/>
                    </a:cubicBezTo>
                    <a:cubicBezTo>
                      <a:pt x="3922" y="3887"/>
                      <a:pt x="4055" y="3782"/>
                      <a:pt x="4190" y="3675"/>
                    </a:cubicBezTo>
                    <a:cubicBezTo>
                      <a:pt x="8882" y="0"/>
                      <a:pt x="16088" y="2227"/>
                      <a:pt x="20292" y="5492"/>
                    </a:cubicBezTo>
                    <a:close/>
                  </a:path>
                </a:pathLst>
              </a:custGeom>
              <a:solidFill>
                <a:srgbClr val="F0A946"/>
              </a:solidFill>
              <a:ln w="0">
                <a:noFill/>
              </a:ln>
            </p:spPr>
          </p:sp>
          <p:sp>
            <p:nvSpPr>
              <p:cNvPr id="515" name="question vector"/>
              <p:cNvSpPr/>
              <p:nvPr/>
            </p:nvSpPr>
            <p:spPr>
              <a:xfrm>
                <a:off x="1599811" y="6057969"/>
                <a:ext cx="227823" cy="260535"/>
              </a:xfrm>
              <a:custGeom>
                <a:avLst/>
                <a:gdLst/>
                <a:ahLst/>
                <a:cxnLst/>
                <a:rect l="0" t="0" r="r" b="b"/>
                <a:pathLst>
                  <a:path w="24915" h="28492" fill="norm" stroke="0">
                    <a:moveTo>
                      <a:pt x="20292" y="5492"/>
                    </a:moveTo>
                    <a:cubicBezTo>
                      <a:pt x="20357" y="5540"/>
                      <a:pt x="20357" y="5540"/>
                      <a:pt x="20685" y="5787"/>
                    </a:cubicBezTo>
                    <a:cubicBezTo>
                      <a:pt x="21617" y="6517"/>
                      <a:pt x="22240" y="7285"/>
                      <a:pt x="22840" y="8305"/>
                    </a:cubicBezTo>
                    <a:cubicBezTo>
                      <a:pt x="22882" y="8377"/>
                      <a:pt x="22882" y="8377"/>
                      <a:pt x="23097" y="8740"/>
                    </a:cubicBezTo>
                    <a:cubicBezTo>
                      <a:pt x="24515" y="11183"/>
                      <a:pt x="24915" y="13450"/>
                      <a:pt x="24292" y="16242"/>
                    </a:cubicBezTo>
                    <a:cubicBezTo>
                      <a:pt x="24210" y="16242"/>
                      <a:pt x="24127" y="16242"/>
                      <a:pt x="24042" y="16242"/>
                    </a:cubicBezTo>
                    <a:cubicBezTo>
                      <a:pt x="24050" y="16037"/>
                      <a:pt x="24060" y="15832"/>
                      <a:pt x="24070" y="15620"/>
                    </a:cubicBezTo>
                    <a:cubicBezTo>
                      <a:pt x="24140" y="13260"/>
                      <a:pt x="24002" y="11087"/>
                      <a:pt x="22338" y="9257"/>
                    </a:cubicBezTo>
                    <a:cubicBezTo>
                      <a:pt x="22042" y="8992"/>
                      <a:pt x="22042" y="8992"/>
                      <a:pt x="21542" y="8742"/>
                    </a:cubicBezTo>
                    <a:cubicBezTo>
                      <a:pt x="21542" y="9320"/>
                      <a:pt x="21542" y="9897"/>
                      <a:pt x="21542" y="10492"/>
                    </a:cubicBezTo>
                    <a:cubicBezTo>
                      <a:pt x="21377" y="10575"/>
                      <a:pt x="21377" y="10575"/>
                      <a:pt x="20542" y="10992"/>
                    </a:cubicBezTo>
                    <a:cubicBezTo>
                      <a:pt x="20560" y="11095"/>
                      <a:pt x="20577" y="11197"/>
                      <a:pt x="20595" y="11302"/>
                    </a:cubicBezTo>
                    <a:cubicBezTo>
                      <a:pt x="21000" y="13890"/>
                      <a:pt x="21370" y="16990"/>
                      <a:pt x="19792" y="19242"/>
                    </a:cubicBezTo>
                    <a:cubicBezTo>
                      <a:pt x="19500" y="19600"/>
                      <a:pt x="19205" y="19910"/>
                      <a:pt x="18860" y="20215"/>
                    </a:cubicBezTo>
                    <a:cubicBezTo>
                      <a:pt x="18542" y="20492"/>
                      <a:pt x="18542" y="20492"/>
                      <a:pt x="18272" y="20810"/>
                    </a:cubicBezTo>
                    <a:cubicBezTo>
                      <a:pt x="17340" y="21897"/>
                      <a:pt x="16120" y="22280"/>
                      <a:pt x="14792" y="22742"/>
                    </a:cubicBezTo>
                    <a:cubicBezTo>
                      <a:pt x="15067" y="21980"/>
                      <a:pt x="15287" y="21405"/>
                      <a:pt x="15903" y="20867"/>
                    </a:cubicBezTo>
                    <a:cubicBezTo>
                      <a:pt x="16345" y="20457"/>
                      <a:pt x="16667" y="20082"/>
                      <a:pt x="16965" y="19555"/>
                    </a:cubicBezTo>
                    <a:cubicBezTo>
                      <a:pt x="17292" y="18992"/>
                      <a:pt x="17292" y="18992"/>
                      <a:pt x="17792" y="18742"/>
                    </a:cubicBezTo>
                    <a:cubicBezTo>
                      <a:pt x="18190" y="17440"/>
                      <a:pt x="18365" y="16100"/>
                      <a:pt x="18292" y="14742"/>
                    </a:cubicBezTo>
                    <a:cubicBezTo>
                      <a:pt x="17632" y="14412"/>
                      <a:pt x="16972" y="14082"/>
                      <a:pt x="16292" y="13742"/>
                    </a:cubicBezTo>
                    <a:cubicBezTo>
                      <a:pt x="16292" y="13577"/>
                      <a:pt x="16292" y="13412"/>
                      <a:pt x="16292" y="13242"/>
                    </a:cubicBezTo>
                    <a:cubicBezTo>
                      <a:pt x="15715" y="13242"/>
                      <a:pt x="15137" y="13242"/>
                      <a:pt x="14542" y="13242"/>
                    </a:cubicBezTo>
                    <a:cubicBezTo>
                      <a:pt x="14542" y="12665"/>
                      <a:pt x="14542" y="12087"/>
                      <a:pt x="14542" y="11492"/>
                    </a:cubicBezTo>
                    <a:cubicBezTo>
                      <a:pt x="14130" y="11410"/>
                      <a:pt x="13718" y="11327"/>
                      <a:pt x="13292" y="11242"/>
                    </a:cubicBezTo>
                    <a:cubicBezTo>
                      <a:pt x="13292" y="11490"/>
                      <a:pt x="13292" y="11737"/>
                      <a:pt x="13292" y="11992"/>
                    </a:cubicBezTo>
                    <a:cubicBezTo>
                      <a:pt x="13375" y="12032"/>
                      <a:pt x="13375" y="12032"/>
                      <a:pt x="13792" y="12242"/>
                    </a:cubicBezTo>
                    <a:cubicBezTo>
                      <a:pt x="13882" y="13317"/>
                      <a:pt x="13672" y="13652"/>
                      <a:pt x="13042" y="14492"/>
                    </a:cubicBezTo>
                    <a:cubicBezTo>
                      <a:pt x="12920" y="14860"/>
                      <a:pt x="12807" y="15230"/>
                      <a:pt x="12697" y="15602"/>
                    </a:cubicBezTo>
                    <a:cubicBezTo>
                      <a:pt x="12360" y="16665"/>
                      <a:pt x="11980" y="17367"/>
                      <a:pt x="11042" y="17992"/>
                    </a:cubicBezTo>
                    <a:cubicBezTo>
                      <a:pt x="10760" y="18110"/>
                      <a:pt x="10472" y="18217"/>
                      <a:pt x="10182" y="18320"/>
                    </a:cubicBezTo>
                    <a:cubicBezTo>
                      <a:pt x="9000" y="18785"/>
                      <a:pt x="8385" y="19645"/>
                      <a:pt x="7792" y="20742"/>
                    </a:cubicBezTo>
                    <a:cubicBezTo>
                      <a:pt x="6945" y="22900"/>
                      <a:pt x="7110" y="25720"/>
                      <a:pt x="7292" y="27992"/>
                    </a:cubicBezTo>
                    <a:cubicBezTo>
                      <a:pt x="7332" y="28075"/>
                      <a:pt x="7332" y="28075"/>
                      <a:pt x="7542" y="28492"/>
                    </a:cubicBezTo>
                    <a:cubicBezTo>
                      <a:pt x="7212" y="28327"/>
                      <a:pt x="6882" y="28162"/>
                      <a:pt x="6542" y="27992"/>
                    </a:cubicBezTo>
                    <a:cubicBezTo>
                      <a:pt x="6547" y="27112"/>
                      <a:pt x="6560" y="26232"/>
                      <a:pt x="6580" y="25352"/>
                    </a:cubicBezTo>
                    <a:cubicBezTo>
                      <a:pt x="6587" y="25055"/>
                      <a:pt x="6590" y="24757"/>
                      <a:pt x="6593" y="24457"/>
                    </a:cubicBezTo>
                    <a:cubicBezTo>
                      <a:pt x="6605" y="21957"/>
                      <a:pt x="7017" y="20037"/>
                      <a:pt x="8792" y="18132"/>
                    </a:cubicBezTo>
                    <a:cubicBezTo>
                      <a:pt x="9415" y="17562"/>
                      <a:pt x="10065" y="17165"/>
                      <a:pt x="10792" y="16742"/>
                    </a:cubicBezTo>
                    <a:cubicBezTo>
                      <a:pt x="11657" y="16017"/>
                      <a:pt x="11977" y="15420"/>
                      <a:pt x="12120" y="14320"/>
                    </a:cubicBezTo>
                    <a:cubicBezTo>
                      <a:pt x="12140" y="14190"/>
                      <a:pt x="12160" y="14060"/>
                      <a:pt x="12180" y="13925"/>
                    </a:cubicBezTo>
                    <a:cubicBezTo>
                      <a:pt x="12335" y="12757"/>
                      <a:pt x="12260" y="11650"/>
                      <a:pt x="12042" y="10492"/>
                    </a:cubicBezTo>
                    <a:cubicBezTo>
                      <a:pt x="11630" y="10410"/>
                      <a:pt x="11218" y="10327"/>
                      <a:pt x="10792" y="10242"/>
                    </a:cubicBezTo>
                    <a:cubicBezTo>
                      <a:pt x="10792" y="10360"/>
                      <a:pt x="10790" y="10477"/>
                      <a:pt x="10790" y="10597"/>
                    </a:cubicBezTo>
                    <a:cubicBezTo>
                      <a:pt x="10780" y="11130"/>
                      <a:pt x="10762" y="11662"/>
                      <a:pt x="10745" y="12195"/>
                    </a:cubicBezTo>
                    <a:cubicBezTo>
                      <a:pt x="10745" y="12380"/>
                      <a:pt x="10742" y="12565"/>
                      <a:pt x="10740" y="12755"/>
                    </a:cubicBezTo>
                    <a:cubicBezTo>
                      <a:pt x="10688" y="14085"/>
                      <a:pt x="10688" y="14085"/>
                      <a:pt x="10280" y="14530"/>
                    </a:cubicBezTo>
                    <a:cubicBezTo>
                      <a:pt x="9070" y="15285"/>
                      <a:pt x="7825" y="15340"/>
                      <a:pt x="6465" y="15055"/>
                    </a:cubicBezTo>
                    <a:cubicBezTo>
                      <a:pt x="6072" y="14955"/>
                      <a:pt x="5682" y="14850"/>
                      <a:pt x="5292" y="14742"/>
                    </a:cubicBezTo>
                    <a:cubicBezTo>
                      <a:pt x="5082" y="14685"/>
                      <a:pt x="4873" y="14627"/>
                      <a:pt x="4655" y="14567"/>
                    </a:cubicBezTo>
                    <a:cubicBezTo>
                      <a:pt x="1377" y="13627"/>
                      <a:pt x="1377" y="13627"/>
                      <a:pt x="750" y="12905"/>
                    </a:cubicBezTo>
                    <a:cubicBezTo>
                      <a:pt x="0" y="11410"/>
                      <a:pt x="542" y="8812"/>
                      <a:pt x="1042" y="7242"/>
                    </a:cubicBezTo>
                    <a:cubicBezTo>
                      <a:pt x="1707" y="5895"/>
                      <a:pt x="2550" y="4827"/>
                      <a:pt x="3792" y="3992"/>
                    </a:cubicBezTo>
                    <a:cubicBezTo>
                      <a:pt x="3922" y="3887"/>
                      <a:pt x="4055" y="3782"/>
                      <a:pt x="4190" y="3675"/>
                    </a:cubicBezTo>
                    <a:cubicBezTo>
                      <a:pt x="8882" y="0"/>
                      <a:pt x="16088" y="2227"/>
                      <a:pt x="20292" y="5492"/>
                    </a:cubicBezTo>
                    <a:close/>
                  </a:path>
                </a:pathLst>
              </a:custGeom>
              <a:solidFill>
                <a:srgbClr val="F4D146"/>
              </a:solidFill>
              <a:ln w="0">
                <a:noFill/>
              </a:ln>
            </p:spPr>
          </p:sp>
          <p:sp>
            <p:nvSpPr>
              <p:cNvPr id="516" name="question vector"/>
              <p:cNvSpPr/>
              <p:nvPr/>
            </p:nvSpPr>
            <p:spPr>
              <a:xfrm>
                <a:off x="1595777" y="6064033"/>
                <a:ext cx="235709" cy="383202"/>
              </a:xfrm>
              <a:custGeom>
                <a:avLst/>
                <a:gdLst/>
                <a:ahLst/>
                <a:cxnLst/>
                <a:rect l="0" t="0" r="r" b="b"/>
                <a:pathLst>
                  <a:path w="25778" h="41908" fill="norm" stroke="0">
                    <a:moveTo>
                      <a:pt x="16430" y="1510"/>
                    </a:moveTo>
                    <a:cubicBezTo>
                      <a:pt x="17583" y="1935"/>
                      <a:pt x="18507" y="2590"/>
                      <a:pt x="19483" y="3330"/>
                    </a:cubicBezTo>
                    <a:cubicBezTo>
                      <a:pt x="19680" y="3440"/>
                      <a:pt x="19875" y="3550"/>
                      <a:pt x="20078" y="3665"/>
                    </a:cubicBezTo>
                    <a:cubicBezTo>
                      <a:pt x="22468" y="5075"/>
                      <a:pt x="24317" y="7490"/>
                      <a:pt x="25233" y="10080"/>
                    </a:cubicBezTo>
                    <a:cubicBezTo>
                      <a:pt x="25778" y="12367"/>
                      <a:pt x="25733" y="14933"/>
                      <a:pt x="24733" y="17080"/>
                    </a:cubicBezTo>
                    <a:cubicBezTo>
                      <a:pt x="23455" y="19105"/>
                      <a:pt x="21730" y="21000"/>
                      <a:pt x="19600" y="22117"/>
                    </a:cubicBezTo>
                    <a:cubicBezTo>
                      <a:pt x="18625" y="22680"/>
                      <a:pt x="18375" y="23562"/>
                      <a:pt x="18090" y="24582"/>
                    </a:cubicBezTo>
                    <a:cubicBezTo>
                      <a:pt x="17877" y="25577"/>
                      <a:pt x="17893" y="26597"/>
                      <a:pt x="17885" y="27610"/>
                    </a:cubicBezTo>
                    <a:cubicBezTo>
                      <a:pt x="17833" y="29173"/>
                      <a:pt x="17245" y="30080"/>
                      <a:pt x="16170" y="31173"/>
                    </a:cubicBezTo>
                    <a:cubicBezTo>
                      <a:pt x="16028" y="31308"/>
                      <a:pt x="15882" y="31440"/>
                      <a:pt x="15733" y="31580"/>
                    </a:cubicBezTo>
                    <a:cubicBezTo>
                      <a:pt x="15835" y="31730"/>
                      <a:pt x="15938" y="31880"/>
                      <a:pt x="16045" y="32038"/>
                    </a:cubicBezTo>
                    <a:cubicBezTo>
                      <a:pt x="16180" y="32235"/>
                      <a:pt x="16312" y="32435"/>
                      <a:pt x="16453" y="32643"/>
                    </a:cubicBezTo>
                    <a:cubicBezTo>
                      <a:pt x="16585" y="32840"/>
                      <a:pt x="16720" y="33038"/>
                      <a:pt x="16858" y="33240"/>
                    </a:cubicBezTo>
                    <a:cubicBezTo>
                      <a:pt x="17650" y="34482"/>
                      <a:pt x="17923" y="35357"/>
                      <a:pt x="17733" y="36830"/>
                    </a:cubicBezTo>
                    <a:cubicBezTo>
                      <a:pt x="17570" y="37260"/>
                      <a:pt x="17373" y="37663"/>
                      <a:pt x="17168" y="38077"/>
                    </a:cubicBezTo>
                    <a:cubicBezTo>
                      <a:pt x="16790" y="39105"/>
                      <a:pt x="16790" y="40242"/>
                      <a:pt x="16733" y="41330"/>
                    </a:cubicBezTo>
                    <a:cubicBezTo>
                      <a:pt x="15495" y="41825"/>
                      <a:pt x="14423" y="41908"/>
                      <a:pt x="13093" y="41893"/>
                    </a:cubicBezTo>
                    <a:cubicBezTo>
                      <a:pt x="12898" y="41890"/>
                      <a:pt x="12700" y="41890"/>
                      <a:pt x="12498" y="41890"/>
                    </a:cubicBezTo>
                    <a:cubicBezTo>
                      <a:pt x="10795" y="41865"/>
                      <a:pt x="9153" y="41660"/>
                      <a:pt x="7483" y="41330"/>
                    </a:cubicBezTo>
                    <a:cubicBezTo>
                      <a:pt x="7125" y="40477"/>
                      <a:pt x="7240" y="39630"/>
                      <a:pt x="7275" y="38722"/>
                    </a:cubicBezTo>
                    <a:cubicBezTo>
                      <a:pt x="7233" y="38080"/>
                      <a:pt x="7233" y="38080"/>
                      <a:pt x="6988" y="37482"/>
                    </a:cubicBezTo>
                    <a:cubicBezTo>
                      <a:pt x="6450" y="36100"/>
                      <a:pt x="6472" y="34245"/>
                      <a:pt x="6880" y="32820"/>
                    </a:cubicBezTo>
                    <a:cubicBezTo>
                      <a:pt x="7468" y="31812"/>
                      <a:pt x="8528" y="31247"/>
                      <a:pt x="9502" y="30653"/>
                    </a:cubicBezTo>
                    <a:cubicBezTo>
                      <a:pt x="9983" y="30330"/>
                      <a:pt x="9983" y="30330"/>
                      <a:pt x="10233" y="29830"/>
                    </a:cubicBezTo>
                    <a:cubicBezTo>
                      <a:pt x="9770" y="29587"/>
                      <a:pt x="9310" y="29357"/>
                      <a:pt x="8823" y="29173"/>
                    </a:cubicBezTo>
                    <a:cubicBezTo>
                      <a:pt x="8675" y="29117"/>
                      <a:pt x="8528" y="29060"/>
                      <a:pt x="8375" y="29000"/>
                    </a:cubicBezTo>
                    <a:cubicBezTo>
                      <a:pt x="8235" y="28950"/>
                      <a:pt x="8097" y="28900"/>
                      <a:pt x="7953" y="28847"/>
                    </a:cubicBezTo>
                    <a:cubicBezTo>
                      <a:pt x="7230" y="28435"/>
                      <a:pt x="6662" y="28060"/>
                      <a:pt x="6233" y="27330"/>
                    </a:cubicBezTo>
                    <a:cubicBezTo>
                      <a:pt x="6103" y="26470"/>
                      <a:pt x="6173" y="25645"/>
                      <a:pt x="6250" y="24783"/>
                    </a:cubicBezTo>
                    <a:cubicBezTo>
                      <a:pt x="6263" y="24558"/>
                      <a:pt x="6275" y="24335"/>
                      <a:pt x="6290" y="24105"/>
                    </a:cubicBezTo>
                    <a:cubicBezTo>
                      <a:pt x="6588" y="19770"/>
                      <a:pt x="6588" y="19770"/>
                      <a:pt x="7858" y="18143"/>
                    </a:cubicBezTo>
                    <a:cubicBezTo>
                      <a:pt x="7945" y="18028"/>
                      <a:pt x="8030" y="17913"/>
                      <a:pt x="8118" y="17795"/>
                    </a:cubicBezTo>
                    <a:cubicBezTo>
                      <a:pt x="8915" y="16793"/>
                      <a:pt x="9828" y="16207"/>
                      <a:pt x="10958" y="15635"/>
                    </a:cubicBezTo>
                    <a:cubicBezTo>
                      <a:pt x="11513" y="15312"/>
                      <a:pt x="11688" y="15135"/>
                      <a:pt x="11983" y="14580"/>
                    </a:cubicBezTo>
                    <a:cubicBezTo>
                      <a:pt x="12040" y="14127"/>
                      <a:pt x="12040" y="14127"/>
                      <a:pt x="12032" y="13630"/>
                    </a:cubicBezTo>
                    <a:cubicBezTo>
                      <a:pt x="12032" y="13543"/>
                      <a:pt x="12032" y="13543"/>
                      <a:pt x="12028" y="13092"/>
                    </a:cubicBezTo>
                    <a:cubicBezTo>
                      <a:pt x="12023" y="12908"/>
                      <a:pt x="12020" y="12722"/>
                      <a:pt x="12015" y="12533"/>
                    </a:cubicBezTo>
                    <a:cubicBezTo>
                      <a:pt x="12013" y="12345"/>
                      <a:pt x="12010" y="12158"/>
                      <a:pt x="12007" y="11965"/>
                    </a:cubicBezTo>
                    <a:cubicBezTo>
                      <a:pt x="12002" y="11502"/>
                      <a:pt x="11995" y="11040"/>
                      <a:pt x="11983" y="10580"/>
                    </a:cubicBezTo>
                    <a:cubicBezTo>
                      <a:pt x="11900" y="10538"/>
                      <a:pt x="11900" y="10538"/>
                      <a:pt x="11483" y="10330"/>
                    </a:cubicBezTo>
                    <a:cubicBezTo>
                      <a:pt x="11510" y="10495"/>
                      <a:pt x="11537" y="10663"/>
                      <a:pt x="11565" y="10832"/>
                    </a:cubicBezTo>
                    <a:cubicBezTo>
                      <a:pt x="11840" y="12860"/>
                      <a:pt x="11840" y="12860"/>
                      <a:pt x="11438" y="13562"/>
                    </a:cubicBezTo>
                    <a:cubicBezTo>
                      <a:pt x="10480" y="14653"/>
                      <a:pt x="9782" y="14960"/>
                      <a:pt x="8347" y="15082"/>
                    </a:cubicBezTo>
                    <a:cubicBezTo>
                      <a:pt x="7407" y="15077"/>
                      <a:pt x="5935" y="15030"/>
                      <a:pt x="5233" y="14330"/>
                    </a:cubicBezTo>
                    <a:cubicBezTo>
                      <a:pt x="4673" y="14195"/>
                      <a:pt x="4108" y="14087"/>
                      <a:pt x="3540" y="13980"/>
                    </a:cubicBezTo>
                    <a:cubicBezTo>
                      <a:pt x="2995" y="13832"/>
                      <a:pt x="2688" y="13650"/>
                      <a:pt x="2233" y="13330"/>
                    </a:cubicBezTo>
                    <a:cubicBezTo>
                      <a:pt x="1845" y="13200"/>
                      <a:pt x="1458" y="13095"/>
                      <a:pt x="1060" y="12995"/>
                    </a:cubicBezTo>
                    <a:cubicBezTo>
                      <a:pt x="733" y="12830"/>
                      <a:pt x="733" y="12830"/>
                      <a:pt x="593" y="12500"/>
                    </a:cubicBezTo>
                    <a:cubicBezTo>
                      <a:pt x="0" y="10192"/>
                      <a:pt x="282" y="7375"/>
                      <a:pt x="1483" y="5330"/>
                    </a:cubicBezTo>
                    <a:cubicBezTo>
                      <a:pt x="1793" y="4857"/>
                      <a:pt x="2095" y="4492"/>
                      <a:pt x="2483" y="4080"/>
                    </a:cubicBezTo>
                    <a:cubicBezTo>
                      <a:pt x="2597" y="3957"/>
                      <a:pt x="2710" y="3837"/>
                      <a:pt x="2825" y="3712"/>
                    </a:cubicBezTo>
                    <a:cubicBezTo>
                      <a:pt x="3270" y="3295"/>
                      <a:pt x="3725" y="3000"/>
                      <a:pt x="4250" y="2688"/>
                    </a:cubicBezTo>
                    <a:cubicBezTo>
                      <a:pt x="4828" y="2342"/>
                      <a:pt x="5255" y="2058"/>
                      <a:pt x="5733" y="1580"/>
                    </a:cubicBezTo>
                    <a:cubicBezTo>
                      <a:pt x="6130" y="1492"/>
                      <a:pt x="6130" y="1492"/>
                      <a:pt x="6578" y="1455"/>
                    </a:cubicBezTo>
                    <a:cubicBezTo>
                      <a:pt x="7123" y="1408"/>
                      <a:pt x="7460" y="1342"/>
                      <a:pt x="7948" y="1080"/>
                    </a:cubicBezTo>
                    <a:cubicBezTo>
                      <a:pt x="10268" y="0"/>
                      <a:pt x="14070" y="745"/>
                      <a:pt x="16430" y="1510"/>
                    </a:cubicBezTo>
                    <a:close/>
                    <a:moveTo>
                      <a:pt x="3233" y="4080"/>
                    </a:moveTo>
                    <a:cubicBezTo>
                      <a:pt x="1265" y="6183"/>
                      <a:pt x="875" y="8520"/>
                      <a:pt x="933" y="11335"/>
                    </a:cubicBezTo>
                    <a:cubicBezTo>
                      <a:pt x="983" y="11830"/>
                      <a:pt x="983" y="11830"/>
                      <a:pt x="1233" y="12423"/>
                    </a:cubicBezTo>
                    <a:cubicBezTo>
                      <a:pt x="2480" y="13435"/>
                      <a:pt x="4195" y="13740"/>
                      <a:pt x="5733" y="14080"/>
                    </a:cubicBezTo>
                    <a:cubicBezTo>
                      <a:pt x="5843" y="14107"/>
                      <a:pt x="5843" y="14107"/>
                      <a:pt x="6393" y="14247"/>
                    </a:cubicBezTo>
                    <a:cubicBezTo>
                      <a:pt x="8037" y="14622"/>
                      <a:pt x="9205" y="14580"/>
                      <a:pt x="10733" y="13830"/>
                    </a:cubicBezTo>
                    <a:cubicBezTo>
                      <a:pt x="11095" y="13470"/>
                      <a:pt x="11035" y="13185"/>
                      <a:pt x="11062" y="12680"/>
                    </a:cubicBezTo>
                    <a:cubicBezTo>
                      <a:pt x="11067" y="12590"/>
                      <a:pt x="11067" y="12590"/>
                      <a:pt x="11095" y="12135"/>
                    </a:cubicBezTo>
                    <a:cubicBezTo>
                      <a:pt x="11105" y="11947"/>
                      <a:pt x="11115" y="11757"/>
                      <a:pt x="11125" y="11562"/>
                    </a:cubicBezTo>
                    <a:cubicBezTo>
                      <a:pt x="11130" y="11470"/>
                      <a:pt x="11130" y="11470"/>
                      <a:pt x="11157" y="10990"/>
                    </a:cubicBezTo>
                    <a:cubicBezTo>
                      <a:pt x="11183" y="10520"/>
                      <a:pt x="11210" y="10050"/>
                      <a:pt x="11233" y="9580"/>
                    </a:cubicBezTo>
                    <a:cubicBezTo>
                      <a:pt x="11645" y="9663"/>
                      <a:pt x="12058" y="9745"/>
                      <a:pt x="12483" y="9830"/>
                    </a:cubicBezTo>
                    <a:cubicBezTo>
                      <a:pt x="13007" y="14015"/>
                      <a:pt x="13007" y="14015"/>
                      <a:pt x="11910" y="15525"/>
                    </a:cubicBezTo>
                    <a:cubicBezTo>
                      <a:pt x="11347" y="16115"/>
                      <a:pt x="10798" y="16543"/>
                      <a:pt x="10093" y="16955"/>
                    </a:cubicBezTo>
                    <a:cubicBezTo>
                      <a:pt x="8690" y="17817"/>
                      <a:pt x="7778" y="19298"/>
                      <a:pt x="7233" y="20830"/>
                    </a:cubicBezTo>
                    <a:cubicBezTo>
                      <a:pt x="7040" y="21768"/>
                      <a:pt x="6990" y="22720"/>
                      <a:pt x="6955" y="23675"/>
                    </a:cubicBezTo>
                    <a:cubicBezTo>
                      <a:pt x="6938" y="24112"/>
                      <a:pt x="6903" y="24548"/>
                      <a:pt x="6870" y="24985"/>
                    </a:cubicBezTo>
                    <a:cubicBezTo>
                      <a:pt x="6757" y="26992"/>
                      <a:pt x="6757" y="26992"/>
                      <a:pt x="7335" y="27847"/>
                    </a:cubicBezTo>
                    <a:cubicBezTo>
                      <a:pt x="8115" y="28548"/>
                      <a:pt x="8955" y="29018"/>
                      <a:pt x="9968" y="29298"/>
                    </a:cubicBezTo>
                    <a:cubicBezTo>
                      <a:pt x="10160" y="29355"/>
                      <a:pt x="10355" y="29410"/>
                      <a:pt x="10553" y="29467"/>
                    </a:cubicBezTo>
                    <a:cubicBezTo>
                      <a:pt x="10695" y="29505"/>
                      <a:pt x="10838" y="29543"/>
                      <a:pt x="10983" y="29580"/>
                    </a:cubicBezTo>
                    <a:cubicBezTo>
                      <a:pt x="10983" y="29910"/>
                      <a:pt x="10983" y="30240"/>
                      <a:pt x="10983" y="30580"/>
                    </a:cubicBezTo>
                    <a:cubicBezTo>
                      <a:pt x="10877" y="30605"/>
                      <a:pt x="10877" y="30605"/>
                      <a:pt x="10343" y="30735"/>
                    </a:cubicBezTo>
                    <a:cubicBezTo>
                      <a:pt x="9275" y="31100"/>
                      <a:pt x="8458" y="31717"/>
                      <a:pt x="7733" y="32580"/>
                    </a:cubicBezTo>
                    <a:cubicBezTo>
                      <a:pt x="7115" y="33850"/>
                      <a:pt x="7090" y="35240"/>
                      <a:pt x="7483" y="36580"/>
                    </a:cubicBezTo>
                    <a:cubicBezTo>
                      <a:pt x="8108" y="38220"/>
                      <a:pt x="8865" y="39975"/>
                      <a:pt x="10483" y="40830"/>
                    </a:cubicBezTo>
                    <a:cubicBezTo>
                      <a:pt x="11573" y="41300"/>
                      <a:pt x="12803" y="41528"/>
                      <a:pt x="13983" y="41330"/>
                    </a:cubicBezTo>
                    <a:cubicBezTo>
                      <a:pt x="14678" y="40987"/>
                      <a:pt x="14905" y="40585"/>
                      <a:pt x="15218" y="39893"/>
                    </a:cubicBezTo>
                    <a:cubicBezTo>
                      <a:pt x="15595" y="39092"/>
                      <a:pt x="16010" y="38377"/>
                      <a:pt x="16525" y="37660"/>
                    </a:cubicBezTo>
                    <a:cubicBezTo>
                      <a:pt x="17123" y="36710"/>
                      <a:pt x="17095" y="35668"/>
                      <a:pt x="16983" y="34580"/>
                    </a:cubicBezTo>
                    <a:cubicBezTo>
                      <a:pt x="16733" y="33665"/>
                      <a:pt x="16390" y="32925"/>
                      <a:pt x="15688" y="32283"/>
                    </a:cubicBezTo>
                    <a:cubicBezTo>
                      <a:pt x="15233" y="31830"/>
                      <a:pt x="15233" y="31830"/>
                      <a:pt x="15078" y="31330"/>
                    </a:cubicBezTo>
                    <a:cubicBezTo>
                      <a:pt x="15298" y="30625"/>
                      <a:pt x="15725" y="30452"/>
                      <a:pt x="16358" y="30110"/>
                    </a:cubicBezTo>
                    <a:cubicBezTo>
                      <a:pt x="16875" y="29725"/>
                      <a:pt x="17018" y="29442"/>
                      <a:pt x="17233" y="28830"/>
                    </a:cubicBezTo>
                    <a:cubicBezTo>
                      <a:pt x="17310" y="28185"/>
                      <a:pt x="17325" y="27540"/>
                      <a:pt x="17342" y="26893"/>
                    </a:cubicBezTo>
                    <a:cubicBezTo>
                      <a:pt x="17433" y="24987"/>
                      <a:pt x="17575" y="23263"/>
                      <a:pt x="19058" y="21908"/>
                    </a:cubicBezTo>
                    <a:cubicBezTo>
                      <a:pt x="19505" y="21562"/>
                      <a:pt x="19970" y="21250"/>
                      <a:pt x="20440" y="20933"/>
                    </a:cubicBezTo>
                    <a:cubicBezTo>
                      <a:pt x="22382" y="19602"/>
                      <a:pt x="24265" y="17795"/>
                      <a:pt x="24875" y="15438"/>
                    </a:cubicBezTo>
                    <a:cubicBezTo>
                      <a:pt x="24925" y="15070"/>
                      <a:pt x="24960" y="14700"/>
                      <a:pt x="24983" y="14330"/>
                    </a:cubicBezTo>
                    <a:cubicBezTo>
                      <a:pt x="25002" y="14112"/>
                      <a:pt x="25023" y="13898"/>
                      <a:pt x="25043" y="13675"/>
                    </a:cubicBezTo>
                    <a:cubicBezTo>
                      <a:pt x="25132" y="11895"/>
                      <a:pt x="24755" y="10428"/>
                      <a:pt x="23983" y="8830"/>
                    </a:cubicBezTo>
                    <a:cubicBezTo>
                      <a:pt x="23928" y="8715"/>
                      <a:pt x="23873" y="8600"/>
                      <a:pt x="23817" y="8482"/>
                    </a:cubicBezTo>
                    <a:cubicBezTo>
                      <a:pt x="22703" y="6265"/>
                      <a:pt x="20998" y="4960"/>
                      <a:pt x="18983" y="3580"/>
                    </a:cubicBezTo>
                    <a:cubicBezTo>
                      <a:pt x="18798" y="3445"/>
                      <a:pt x="18610" y="3310"/>
                      <a:pt x="18418" y="3173"/>
                    </a:cubicBezTo>
                    <a:cubicBezTo>
                      <a:pt x="14103" y="235"/>
                      <a:pt x="7110" y="622"/>
                      <a:pt x="3233" y="4080"/>
                    </a:cubicBezTo>
                    <a:close/>
                  </a:path>
                </a:pathLst>
              </a:custGeom>
              <a:solidFill>
                <a:srgbClr val="ECDDBB"/>
              </a:solidFill>
              <a:ln w="0">
                <a:noFill/>
              </a:ln>
            </p:spPr>
          </p:sp>
          <p:sp>
            <p:nvSpPr>
              <p:cNvPr id="517" name="question vector"/>
              <p:cNvSpPr/>
              <p:nvPr/>
            </p:nvSpPr>
            <p:spPr>
              <a:xfrm>
                <a:off x="1677924" y="6261354"/>
                <a:ext cx="84582" cy="182354"/>
              </a:xfrm>
              <a:custGeom>
                <a:avLst/>
                <a:gdLst/>
                <a:ahLst/>
                <a:cxnLst/>
                <a:rect l="0" t="0" r="r" b="b"/>
                <a:pathLst>
                  <a:path w="9250" h="19942" fill="norm" stroke="0">
                    <a:moveTo>
                      <a:pt x="9250" y="0"/>
                    </a:moveTo>
                    <a:cubicBezTo>
                      <a:pt x="9173" y="158"/>
                      <a:pt x="9095" y="315"/>
                      <a:pt x="9017" y="477"/>
                    </a:cubicBezTo>
                    <a:cubicBezTo>
                      <a:pt x="8618" y="1475"/>
                      <a:pt x="8577" y="2533"/>
                      <a:pt x="8485" y="3595"/>
                    </a:cubicBezTo>
                    <a:cubicBezTo>
                      <a:pt x="8407" y="4395"/>
                      <a:pt x="8330" y="5197"/>
                      <a:pt x="8250" y="6000"/>
                    </a:cubicBezTo>
                    <a:cubicBezTo>
                      <a:pt x="8235" y="6170"/>
                      <a:pt x="8218" y="6340"/>
                      <a:pt x="8200" y="6515"/>
                    </a:cubicBezTo>
                    <a:cubicBezTo>
                      <a:pt x="8042" y="7908"/>
                      <a:pt x="8042" y="7908"/>
                      <a:pt x="7390" y="8470"/>
                    </a:cubicBezTo>
                    <a:cubicBezTo>
                      <a:pt x="7338" y="8518"/>
                      <a:pt x="7338" y="8518"/>
                      <a:pt x="7062" y="8763"/>
                    </a:cubicBezTo>
                    <a:cubicBezTo>
                      <a:pt x="6750" y="9000"/>
                      <a:pt x="6750" y="9000"/>
                      <a:pt x="6250" y="9250"/>
                    </a:cubicBezTo>
                    <a:cubicBezTo>
                      <a:pt x="6338" y="10025"/>
                      <a:pt x="6482" y="10538"/>
                      <a:pt x="6985" y="11125"/>
                    </a:cubicBezTo>
                    <a:cubicBezTo>
                      <a:pt x="7852" y="12145"/>
                      <a:pt x="8115" y="13148"/>
                      <a:pt x="8080" y="14472"/>
                    </a:cubicBezTo>
                    <a:cubicBezTo>
                      <a:pt x="7870" y="15857"/>
                      <a:pt x="7005" y="17043"/>
                      <a:pt x="6220" y="18170"/>
                    </a:cubicBezTo>
                    <a:cubicBezTo>
                      <a:pt x="6000" y="18500"/>
                      <a:pt x="6000" y="18500"/>
                      <a:pt x="5720" y="19077"/>
                    </a:cubicBezTo>
                    <a:cubicBezTo>
                      <a:pt x="5500" y="19500"/>
                      <a:pt x="5500" y="19500"/>
                      <a:pt x="5000" y="19750"/>
                    </a:cubicBezTo>
                    <a:cubicBezTo>
                      <a:pt x="3657" y="19942"/>
                      <a:pt x="2175" y="19675"/>
                      <a:pt x="1000" y="19000"/>
                    </a:cubicBezTo>
                    <a:cubicBezTo>
                      <a:pt x="810" y="18472"/>
                      <a:pt x="810" y="18472"/>
                      <a:pt x="750" y="18000"/>
                    </a:cubicBezTo>
                    <a:cubicBezTo>
                      <a:pt x="1325" y="17712"/>
                      <a:pt x="1770" y="17673"/>
                      <a:pt x="2405" y="17610"/>
                    </a:cubicBezTo>
                    <a:cubicBezTo>
                      <a:pt x="2610" y="17587"/>
                      <a:pt x="2815" y="17567"/>
                      <a:pt x="3025" y="17545"/>
                    </a:cubicBezTo>
                    <a:cubicBezTo>
                      <a:pt x="3183" y="17530"/>
                      <a:pt x="3338" y="17515"/>
                      <a:pt x="3500" y="17500"/>
                    </a:cubicBezTo>
                    <a:cubicBezTo>
                      <a:pt x="3465" y="15438"/>
                      <a:pt x="3398" y="13403"/>
                      <a:pt x="2000" y="11750"/>
                    </a:cubicBezTo>
                    <a:cubicBezTo>
                      <a:pt x="1338" y="11418"/>
                      <a:pt x="738" y="11290"/>
                      <a:pt x="0" y="11250"/>
                    </a:cubicBezTo>
                    <a:cubicBezTo>
                      <a:pt x="230" y="10372"/>
                      <a:pt x="450" y="9960"/>
                      <a:pt x="1243" y="9495"/>
                    </a:cubicBezTo>
                    <a:cubicBezTo>
                      <a:pt x="1535" y="9342"/>
                      <a:pt x="1830" y="9192"/>
                      <a:pt x="2125" y="9048"/>
                    </a:cubicBezTo>
                    <a:cubicBezTo>
                      <a:pt x="2200" y="9008"/>
                      <a:pt x="2200" y="9008"/>
                      <a:pt x="2575" y="8810"/>
                    </a:cubicBezTo>
                    <a:cubicBezTo>
                      <a:pt x="3667" y="8250"/>
                      <a:pt x="3667" y="8250"/>
                      <a:pt x="4250" y="8250"/>
                    </a:cubicBezTo>
                    <a:cubicBezTo>
                      <a:pt x="4245" y="8075"/>
                      <a:pt x="4238" y="7900"/>
                      <a:pt x="4232" y="7720"/>
                    </a:cubicBezTo>
                    <a:cubicBezTo>
                      <a:pt x="4188" y="5312"/>
                      <a:pt x="4405" y="3678"/>
                      <a:pt x="5980" y="1763"/>
                    </a:cubicBezTo>
                    <a:cubicBezTo>
                      <a:pt x="6822" y="930"/>
                      <a:pt x="8015" y="0"/>
                      <a:pt x="9250" y="0"/>
                    </a:cubicBezTo>
                    <a:close/>
                  </a:path>
                </a:pathLst>
              </a:custGeom>
              <a:solidFill>
                <a:srgbClr val="E68A3C"/>
              </a:solidFill>
              <a:ln w="0">
                <a:noFill/>
              </a:ln>
            </p:spPr>
          </p:sp>
          <p:sp>
            <p:nvSpPr>
              <p:cNvPr id="518" name="question vector"/>
              <p:cNvSpPr/>
              <p:nvPr/>
            </p:nvSpPr>
            <p:spPr>
              <a:xfrm>
                <a:off x="1615265" y="6352794"/>
                <a:ext cx="186103" cy="99852"/>
              </a:xfrm>
              <a:custGeom>
                <a:avLst/>
                <a:gdLst/>
                <a:ahLst/>
                <a:cxnLst/>
                <a:rect l="0" t="0" r="r" b="b"/>
                <a:pathLst>
                  <a:path w="20352" h="10920" fill="norm" stroke="0">
                    <a:moveTo>
                      <a:pt x="5352" y="0"/>
                    </a:moveTo>
                    <a:cubicBezTo>
                      <a:pt x="5517" y="82"/>
                      <a:pt x="5683" y="165"/>
                      <a:pt x="5852" y="250"/>
                    </a:cubicBezTo>
                    <a:cubicBezTo>
                      <a:pt x="5688" y="425"/>
                      <a:pt x="5522" y="600"/>
                      <a:pt x="5352" y="780"/>
                    </a:cubicBezTo>
                    <a:cubicBezTo>
                      <a:pt x="4757" y="1660"/>
                      <a:pt x="4757" y="2490"/>
                      <a:pt x="4757" y="3515"/>
                    </a:cubicBezTo>
                    <a:cubicBezTo>
                      <a:pt x="4757" y="3665"/>
                      <a:pt x="4757" y="3817"/>
                      <a:pt x="4757" y="3972"/>
                    </a:cubicBezTo>
                    <a:cubicBezTo>
                      <a:pt x="4775" y="4692"/>
                      <a:pt x="4835" y="5207"/>
                      <a:pt x="5107" y="5885"/>
                    </a:cubicBezTo>
                    <a:cubicBezTo>
                      <a:pt x="5412" y="6648"/>
                      <a:pt x="5410" y="7268"/>
                      <a:pt x="5382" y="8077"/>
                    </a:cubicBezTo>
                    <a:cubicBezTo>
                      <a:pt x="5382" y="8215"/>
                      <a:pt x="5380" y="8352"/>
                      <a:pt x="5377" y="8495"/>
                    </a:cubicBezTo>
                    <a:cubicBezTo>
                      <a:pt x="5370" y="8830"/>
                      <a:pt x="5362" y="9165"/>
                      <a:pt x="5352" y="9500"/>
                    </a:cubicBezTo>
                    <a:cubicBezTo>
                      <a:pt x="7227" y="9870"/>
                      <a:pt x="9050" y="10048"/>
                      <a:pt x="10963" y="10048"/>
                    </a:cubicBezTo>
                    <a:cubicBezTo>
                      <a:pt x="11058" y="10048"/>
                      <a:pt x="11058" y="10048"/>
                      <a:pt x="11535" y="10048"/>
                    </a:cubicBezTo>
                    <a:cubicBezTo>
                      <a:pt x="12585" y="10038"/>
                      <a:pt x="13572" y="9955"/>
                      <a:pt x="14602" y="9750"/>
                    </a:cubicBezTo>
                    <a:cubicBezTo>
                      <a:pt x="14595" y="9572"/>
                      <a:pt x="14585" y="9393"/>
                      <a:pt x="14575" y="9210"/>
                    </a:cubicBezTo>
                    <a:cubicBezTo>
                      <a:pt x="14537" y="7880"/>
                      <a:pt x="14575" y="6875"/>
                      <a:pt x="15182" y="5670"/>
                    </a:cubicBezTo>
                    <a:cubicBezTo>
                      <a:pt x="15707" y="4367"/>
                      <a:pt x="15352" y="3000"/>
                      <a:pt x="14852" y="1750"/>
                    </a:cubicBezTo>
                    <a:cubicBezTo>
                      <a:pt x="15182" y="1915"/>
                      <a:pt x="15512" y="2080"/>
                      <a:pt x="15852" y="2250"/>
                    </a:cubicBezTo>
                    <a:cubicBezTo>
                      <a:pt x="15852" y="2003"/>
                      <a:pt x="15852" y="1755"/>
                      <a:pt x="15852" y="1500"/>
                    </a:cubicBezTo>
                    <a:cubicBezTo>
                      <a:pt x="16017" y="1500"/>
                      <a:pt x="16182" y="1500"/>
                      <a:pt x="16352" y="1500"/>
                    </a:cubicBezTo>
                    <a:cubicBezTo>
                      <a:pt x="16335" y="1673"/>
                      <a:pt x="16317" y="1842"/>
                      <a:pt x="16297" y="2020"/>
                    </a:cubicBezTo>
                    <a:cubicBezTo>
                      <a:pt x="16275" y="2245"/>
                      <a:pt x="16252" y="2470"/>
                      <a:pt x="16227" y="2702"/>
                    </a:cubicBezTo>
                    <a:cubicBezTo>
                      <a:pt x="16205" y="2928"/>
                      <a:pt x="16180" y="3150"/>
                      <a:pt x="16157" y="3380"/>
                    </a:cubicBezTo>
                    <a:cubicBezTo>
                      <a:pt x="16102" y="4000"/>
                      <a:pt x="16102" y="4000"/>
                      <a:pt x="16102" y="4750"/>
                    </a:cubicBezTo>
                    <a:cubicBezTo>
                      <a:pt x="16267" y="4750"/>
                      <a:pt x="16432" y="4750"/>
                      <a:pt x="16602" y="4750"/>
                    </a:cubicBezTo>
                    <a:cubicBezTo>
                      <a:pt x="16685" y="4008"/>
                      <a:pt x="16767" y="3265"/>
                      <a:pt x="16852" y="2500"/>
                    </a:cubicBezTo>
                    <a:cubicBezTo>
                      <a:pt x="17017" y="2500"/>
                      <a:pt x="17182" y="2500"/>
                      <a:pt x="17352" y="2500"/>
                    </a:cubicBezTo>
                    <a:cubicBezTo>
                      <a:pt x="17675" y="2910"/>
                      <a:pt x="17675" y="2910"/>
                      <a:pt x="18007" y="3452"/>
                    </a:cubicBezTo>
                    <a:cubicBezTo>
                      <a:pt x="18120" y="3630"/>
                      <a:pt x="18232" y="3808"/>
                      <a:pt x="18347" y="3990"/>
                    </a:cubicBezTo>
                    <a:cubicBezTo>
                      <a:pt x="18602" y="4500"/>
                      <a:pt x="18602" y="4500"/>
                      <a:pt x="18602" y="5250"/>
                    </a:cubicBezTo>
                    <a:cubicBezTo>
                      <a:pt x="18850" y="5168"/>
                      <a:pt x="19097" y="5085"/>
                      <a:pt x="19352" y="5000"/>
                    </a:cubicBezTo>
                    <a:cubicBezTo>
                      <a:pt x="19367" y="5080"/>
                      <a:pt x="19367" y="5080"/>
                      <a:pt x="19447" y="5485"/>
                    </a:cubicBezTo>
                    <a:cubicBezTo>
                      <a:pt x="19472" y="5570"/>
                      <a:pt x="19472" y="5570"/>
                      <a:pt x="19602" y="6000"/>
                    </a:cubicBezTo>
                    <a:cubicBezTo>
                      <a:pt x="19767" y="6082"/>
                      <a:pt x="19932" y="6165"/>
                      <a:pt x="20102" y="6250"/>
                    </a:cubicBezTo>
                    <a:cubicBezTo>
                      <a:pt x="20102" y="6663"/>
                      <a:pt x="20102" y="7075"/>
                      <a:pt x="20102" y="7500"/>
                    </a:cubicBezTo>
                    <a:cubicBezTo>
                      <a:pt x="19855" y="7500"/>
                      <a:pt x="19607" y="7500"/>
                      <a:pt x="19352" y="7500"/>
                    </a:cubicBezTo>
                    <a:cubicBezTo>
                      <a:pt x="19352" y="7665"/>
                      <a:pt x="19352" y="7830"/>
                      <a:pt x="19352" y="8000"/>
                    </a:cubicBezTo>
                    <a:cubicBezTo>
                      <a:pt x="19062" y="8040"/>
                      <a:pt x="19062" y="8040"/>
                      <a:pt x="17602" y="8250"/>
                    </a:cubicBezTo>
                    <a:cubicBezTo>
                      <a:pt x="17602" y="8497"/>
                      <a:pt x="17602" y="8745"/>
                      <a:pt x="17602" y="9000"/>
                    </a:cubicBezTo>
                    <a:cubicBezTo>
                      <a:pt x="17737" y="8995"/>
                      <a:pt x="17875" y="8987"/>
                      <a:pt x="18012" y="8982"/>
                    </a:cubicBezTo>
                    <a:cubicBezTo>
                      <a:pt x="18192" y="8977"/>
                      <a:pt x="18373" y="8972"/>
                      <a:pt x="18555" y="8970"/>
                    </a:cubicBezTo>
                    <a:cubicBezTo>
                      <a:pt x="18645" y="8965"/>
                      <a:pt x="18645" y="8965"/>
                      <a:pt x="19092" y="8950"/>
                    </a:cubicBezTo>
                    <a:cubicBezTo>
                      <a:pt x="19662" y="9005"/>
                      <a:pt x="19895" y="9170"/>
                      <a:pt x="20352" y="9500"/>
                    </a:cubicBezTo>
                    <a:cubicBezTo>
                      <a:pt x="13890" y="10622"/>
                      <a:pt x="7610" y="10920"/>
                      <a:pt x="1102" y="9750"/>
                    </a:cubicBezTo>
                    <a:cubicBezTo>
                      <a:pt x="1115" y="9633"/>
                      <a:pt x="1125" y="9515"/>
                      <a:pt x="1137" y="9393"/>
                    </a:cubicBezTo>
                    <a:cubicBezTo>
                      <a:pt x="1165" y="8913"/>
                      <a:pt x="1175" y="8477"/>
                      <a:pt x="1102" y="8000"/>
                    </a:cubicBezTo>
                    <a:cubicBezTo>
                      <a:pt x="938" y="7875"/>
                      <a:pt x="772" y="7753"/>
                      <a:pt x="602" y="7625"/>
                    </a:cubicBezTo>
                    <a:cubicBezTo>
                      <a:pt x="102" y="7250"/>
                      <a:pt x="102" y="7250"/>
                      <a:pt x="17" y="6852"/>
                    </a:cubicBezTo>
                    <a:cubicBezTo>
                      <a:pt x="0" y="5947"/>
                      <a:pt x="105" y="5278"/>
                      <a:pt x="602" y="4500"/>
                    </a:cubicBezTo>
                    <a:cubicBezTo>
                      <a:pt x="933" y="4500"/>
                      <a:pt x="1262" y="4500"/>
                      <a:pt x="1602" y="4500"/>
                    </a:cubicBezTo>
                    <a:cubicBezTo>
                      <a:pt x="1602" y="4335"/>
                      <a:pt x="1602" y="4170"/>
                      <a:pt x="1602" y="4000"/>
                    </a:cubicBezTo>
                    <a:cubicBezTo>
                      <a:pt x="1767" y="4000"/>
                      <a:pt x="1933" y="4000"/>
                      <a:pt x="2102" y="4000"/>
                    </a:cubicBezTo>
                    <a:cubicBezTo>
                      <a:pt x="2185" y="3753"/>
                      <a:pt x="2267" y="3505"/>
                      <a:pt x="2352" y="3250"/>
                    </a:cubicBezTo>
                    <a:cubicBezTo>
                      <a:pt x="2517" y="3250"/>
                      <a:pt x="2683" y="3250"/>
                      <a:pt x="2852" y="3250"/>
                    </a:cubicBezTo>
                    <a:cubicBezTo>
                      <a:pt x="3017" y="3663"/>
                      <a:pt x="3183" y="4075"/>
                      <a:pt x="3352" y="4500"/>
                    </a:cubicBezTo>
                    <a:cubicBezTo>
                      <a:pt x="3517" y="4500"/>
                      <a:pt x="3683" y="4500"/>
                      <a:pt x="3852" y="4500"/>
                    </a:cubicBezTo>
                    <a:cubicBezTo>
                      <a:pt x="3855" y="4410"/>
                      <a:pt x="3855" y="4410"/>
                      <a:pt x="3862" y="3960"/>
                    </a:cubicBezTo>
                    <a:cubicBezTo>
                      <a:pt x="3945" y="2322"/>
                      <a:pt x="4207" y="1237"/>
                      <a:pt x="5352" y="0"/>
                    </a:cubicBezTo>
                    <a:close/>
                  </a:path>
                </a:pathLst>
              </a:custGeom>
              <a:solidFill>
                <a:srgbClr val="F2F0E8"/>
              </a:solidFill>
              <a:ln w="0">
                <a:noFill/>
              </a:ln>
            </p:spPr>
          </p:sp>
          <p:sp>
            <p:nvSpPr>
              <p:cNvPr id="519" name="question vector"/>
              <p:cNvSpPr/>
              <p:nvPr/>
            </p:nvSpPr>
            <p:spPr>
              <a:xfrm>
                <a:off x="1608658" y="6124194"/>
                <a:ext cx="90160" cy="69929"/>
              </a:xfrm>
              <a:custGeom>
                <a:avLst/>
                <a:gdLst/>
                <a:ahLst/>
                <a:cxnLst/>
                <a:rect l="0" t="0" r="r" b="b"/>
                <a:pathLst>
                  <a:path w="9860" h="7648" fill="norm" stroke="0">
                    <a:moveTo>
                      <a:pt x="3575" y="0"/>
                    </a:moveTo>
                    <a:cubicBezTo>
                      <a:pt x="4385" y="1158"/>
                      <a:pt x="4623" y="2195"/>
                      <a:pt x="4575" y="3580"/>
                    </a:cubicBezTo>
                    <a:cubicBezTo>
                      <a:pt x="4575" y="4158"/>
                      <a:pt x="4690" y="4692"/>
                      <a:pt x="4825" y="5250"/>
                    </a:cubicBezTo>
                    <a:cubicBezTo>
                      <a:pt x="5325" y="5000"/>
                      <a:pt x="5325" y="5000"/>
                      <a:pt x="5547" y="4410"/>
                    </a:cubicBezTo>
                    <a:cubicBezTo>
                      <a:pt x="5625" y="4163"/>
                      <a:pt x="5702" y="3918"/>
                      <a:pt x="5777" y="3673"/>
                    </a:cubicBezTo>
                    <a:cubicBezTo>
                      <a:pt x="6310" y="2112"/>
                      <a:pt x="6310" y="2112"/>
                      <a:pt x="6902" y="1577"/>
                    </a:cubicBezTo>
                    <a:cubicBezTo>
                      <a:pt x="7722" y="1178"/>
                      <a:pt x="8427" y="1055"/>
                      <a:pt x="9325" y="1250"/>
                    </a:cubicBezTo>
                    <a:cubicBezTo>
                      <a:pt x="9825" y="1750"/>
                      <a:pt x="9825" y="1750"/>
                      <a:pt x="9860" y="2288"/>
                    </a:cubicBezTo>
                    <a:cubicBezTo>
                      <a:pt x="9845" y="2505"/>
                      <a:pt x="9832" y="2722"/>
                      <a:pt x="9820" y="2947"/>
                    </a:cubicBezTo>
                    <a:cubicBezTo>
                      <a:pt x="9805" y="3183"/>
                      <a:pt x="9792" y="3418"/>
                      <a:pt x="9780" y="3660"/>
                    </a:cubicBezTo>
                    <a:cubicBezTo>
                      <a:pt x="9765" y="3908"/>
                      <a:pt x="9748" y="4153"/>
                      <a:pt x="9730" y="4405"/>
                    </a:cubicBezTo>
                    <a:cubicBezTo>
                      <a:pt x="9718" y="4658"/>
                      <a:pt x="9702" y="4908"/>
                      <a:pt x="9688" y="5158"/>
                    </a:cubicBezTo>
                    <a:cubicBezTo>
                      <a:pt x="9652" y="5773"/>
                      <a:pt x="9615" y="6385"/>
                      <a:pt x="9575" y="7000"/>
                    </a:cubicBezTo>
                    <a:cubicBezTo>
                      <a:pt x="7757" y="7638"/>
                      <a:pt x="6590" y="7648"/>
                      <a:pt x="4762" y="6982"/>
                    </a:cubicBezTo>
                    <a:cubicBezTo>
                      <a:pt x="3873" y="6683"/>
                      <a:pt x="2970" y="6442"/>
                      <a:pt x="2060" y="6202"/>
                    </a:cubicBezTo>
                    <a:cubicBezTo>
                      <a:pt x="1890" y="6158"/>
                      <a:pt x="1720" y="6112"/>
                      <a:pt x="1545" y="6067"/>
                    </a:cubicBezTo>
                    <a:cubicBezTo>
                      <a:pt x="1137" y="5960"/>
                      <a:pt x="732" y="5855"/>
                      <a:pt x="325" y="5750"/>
                    </a:cubicBezTo>
                    <a:cubicBezTo>
                      <a:pt x="0" y="3895"/>
                      <a:pt x="100" y="2367"/>
                      <a:pt x="840" y="625"/>
                    </a:cubicBezTo>
                    <a:cubicBezTo>
                      <a:pt x="1642" y="5"/>
                      <a:pt x="2587" y="43"/>
                      <a:pt x="3575" y="0"/>
                    </a:cubicBezTo>
                    <a:close/>
                  </a:path>
                </a:pathLst>
              </a:custGeom>
              <a:solidFill>
                <a:srgbClr val="F1A946"/>
              </a:solidFill>
              <a:ln w="0">
                <a:noFill/>
              </a:ln>
            </p:spPr>
          </p:sp>
          <p:sp>
            <p:nvSpPr>
              <p:cNvPr id="520" name="question vector"/>
              <p:cNvSpPr/>
              <p:nvPr/>
            </p:nvSpPr>
            <p:spPr>
              <a:xfrm>
                <a:off x="1721358" y="6142482"/>
                <a:ext cx="69883" cy="123444"/>
              </a:xfrm>
              <a:custGeom>
                <a:avLst/>
                <a:gdLst/>
                <a:ahLst/>
                <a:cxnLst/>
                <a:rect l="0" t="0" r="r" b="b"/>
                <a:pathLst>
                  <a:path w="7642" h="13500" fill="norm" stroke="0">
                    <a:moveTo>
                      <a:pt x="1750" y="0"/>
                    </a:moveTo>
                    <a:cubicBezTo>
                      <a:pt x="2330" y="100"/>
                      <a:pt x="2667" y="168"/>
                      <a:pt x="3085" y="595"/>
                    </a:cubicBezTo>
                    <a:cubicBezTo>
                      <a:pt x="3572" y="1072"/>
                      <a:pt x="4072" y="1350"/>
                      <a:pt x="4673" y="1673"/>
                    </a:cubicBezTo>
                    <a:cubicBezTo>
                      <a:pt x="4875" y="1780"/>
                      <a:pt x="5075" y="1890"/>
                      <a:pt x="5285" y="2003"/>
                    </a:cubicBezTo>
                    <a:cubicBezTo>
                      <a:pt x="5438" y="2085"/>
                      <a:pt x="5593" y="2165"/>
                      <a:pt x="5750" y="2250"/>
                    </a:cubicBezTo>
                    <a:cubicBezTo>
                      <a:pt x="5750" y="2415"/>
                      <a:pt x="5750" y="2580"/>
                      <a:pt x="5750" y="2750"/>
                    </a:cubicBezTo>
                    <a:cubicBezTo>
                      <a:pt x="5998" y="2832"/>
                      <a:pt x="6245" y="2915"/>
                      <a:pt x="6500" y="3000"/>
                    </a:cubicBezTo>
                    <a:cubicBezTo>
                      <a:pt x="6500" y="4072"/>
                      <a:pt x="6500" y="5145"/>
                      <a:pt x="6500" y="6250"/>
                    </a:cubicBezTo>
                    <a:cubicBezTo>
                      <a:pt x="6748" y="6250"/>
                      <a:pt x="6995" y="6250"/>
                      <a:pt x="7250" y="6250"/>
                    </a:cubicBezTo>
                    <a:cubicBezTo>
                      <a:pt x="7642" y="7523"/>
                      <a:pt x="7387" y="8290"/>
                      <a:pt x="6810" y="9472"/>
                    </a:cubicBezTo>
                    <a:cubicBezTo>
                      <a:pt x="6458" y="10072"/>
                      <a:pt x="6088" y="10515"/>
                      <a:pt x="5567" y="10972"/>
                    </a:cubicBezTo>
                    <a:cubicBezTo>
                      <a:pt x="5250" y="11250"/>
                      <a:pt x="5250" y="11250"/>
                      <a:pt x="4980" y="11567"/>
                    </a:cubicBezTo>
                    <a:cubicBezTo>
                      <a:pt x="4048" y="12655"/>
                      <a:pt x="2827" y="13038"/>
                      <a:pt x="1500" y="13500"/>
                    </a:cubicBezTo>
                    <a:cubicBezTo>
                      <a:pt x="1775" y="12737"/>
                      <a:pt x="1995" y="12163"/>
                      <a:pt x="2610" y="11625"/>
                    </a:cubicBezTo>
                    <a:cubicBezTo>
                      <a:pt x="3053" y="11215"/>
                      <a:pt x="3375" y="10840"/>
                      <a:pt x="3673" y="10312"/>
                    </a:cubicBezTo>
                    <a:cubicBezTo>
                      <a:pt x="4000" y="9750"/>
                      <a:pt x="4000" y="9750"/>
                      <a:pt x="4500" y="9500"/>
                    </a:cubicBezTo>
                    <a:cubicBezTo>
                      <a:pt x="4898" y="8197"/>
                      <a:pt x="5072" y="6857"/>
                      <a:pt x="5000" y="5500"/>
                    </a:cubicBezTo>
                    <a:cubicBezTo>
                      <a:pt x="4340" y="5170"/>
                      <a:pt x="3680" y="4840"/>
                      <a:pt x="3000" y="4500"/>
                    </a:cubicBezTo>
                    <a:cubicBezTo>
                      <a:pt x="3000" y="4335"/>
                      <a:pt x="3000" y="4170"/>
                      <a:pt x="3000" y="4000"/>
                    </a:cubicBezTo>
                    <a:cubicBezTo>
                      <a:pt x="2423" y="4000"/>
                      <a:pt x="1845" y="4000"/>
                      <a:pt x="1250" y="4000"/>
                    </a:cubicBezTo>
                    <a:cubicBezTo>
                      <a:pt x="1250" y="3423"/>
                      <a:pt x="1250" y="2845"/>
                      <a:pt x="1250" y="2250"/>
                    </a:cubicBezTo>
                    <a:cubicBezTo>
                      <a:pt x="838" y="2168"/>
                      <a:pt x="425" y="2085"/>
                      <a:pt x="0" y="2000"/>
                    </a:cubicBezTo>
                    <a:cubicBezTo>
                      <a:pt x="0" y="1670"/>
                      <a:pt x="0" y="1340"/>
                      <a:pt x="0" y="1000"/>
                    </a:cubicBezTo>
                    <a:cubicBezTo>
                      <a:pt x="97" y="987"/>
                      <a:pt x="97" y="987"/>
                      <a:pt x="595" y="923"/>
                    </a:cubicBezTo>
                    <a:cubicBezTo>
                      <a:pt x="1250" y="750"/>
                      <a:pt x="1250" y="750"/>
                      <a:pt x="1577" y="360"/>
                    </a:cubicBezTo>
                    <a:cubicBezTo>
                      <a:pt x="1635" y="240"/>
                      <a:pt x="1692" y="122"/>
                      <a:pt x="1750" y="0"/>
                    </a:cubicBezTo>
                    <a:close/>
                  </a:path>
                </a:pathLst>
              </a:custGeom>
              <a:solidFill>
                <a:srgbClr val="F3C04E"/>
              </a:solidFill>
              <a:ln w="0">
                <a:noFill/>
              </a:ln>
            </p:spPr>
          </p:sp>
          <p:sp>
            <p:nvSpPr>
              <p:cNvPr id="521" name="question vector"/>
              <p:cNvSpPr/>
              <p:nvPr/>
            </p:nvSpPr>
            <p:spPr>
              <a:xfrm>
                <a:off x="1762506" y="6160770"/>
                <a:ext cx="58110" cy="98298"/>
              </a:xfrm>
              <a:custGeom>
                <a:avLst/>
                <a:gdLst/>
                <a:ahLst/>
                <a:cxnLst/>
                <a:rect l="0" t="0" r="r" b="b"/>
                <a:pathLst>
                  <a:path w="6355" h="10750" fill="norm" stroke="0">
                    <a:moveTo>
                      <a:pt x="5000" y="0"/>
                    </a:moveTo>
                    <a:cubicBezTo>
                      <a:pt x="5360" y="62"/>
                      <a:pt x="5360" y="62"/>
                      <a:pt x="5750" y="250"/>
                    </a:cubicBezTo>
                    <a:cubicBezTo>
                      <a:pt x="6355" y="1692"/>
                      <a:pt x="6308" y="4148"/>
                      <a:pt x="5892" y="5635"/>
                    </a:cubicBezTo>
                    <a:cubicBezTo>
                      <a:pt x="5610" y="6327"/>
                      <a:pt x="5202" y="6913"/>
                      <a:pt x="4750" y="7500"/>
                    </a:cubicBezTo>
                    <a:cubicBezTo>
                      <a:pt x="4710" y="7560"/>
                      <a:pt x="4710" y="7560"/>
                      <a:pt x="4505" y="7867"/>
                    </a:cubicBezTo>
                    <a:cubicBezTo>
                      <a:pt x="3852" y="8795"/>
                      <a:pt x="2938" y="9385"/>
                      <a:pt x="2000" y="10000"/>
                    </a:cubicBezTo>
                    <a:cubicBezTo>
                      <a:pt x="1880" y="10080"/>
                      <a:pt x="1760" y="10163"/>
                      <a:pt x="1635" y="10245"/>
                    </a:cubicBezTo>
                    <a:cubicBezTo>
                      <a:pt x="1020" y="10640"/>
                      <a:pt x="755" y="10750"/>
                      <a:pt x="0" y="10750"/>
                    </a:cubicBezTo>
                    <a:cubicBezTo>
                      <a:pt x="220" y="10375"/>
                      <a:pt x="220" y="10375"/>
                      <a:pt x="500" y="10000"/>
                    </a:cubicBezTo>
                    <a:cubicBezTo>
                      <a:pt x="665" y="10000"/>
                      <a:pt x="830" y="10000"/>
                      <a:pt x="1000" y="10000"/>
                    </a:cubicBezTo>
                    <a:cubicBezTo>
                      <a:pt x="1058" y="9815"/>
                      <a:pt x="1113" y="9630"/>
                      <a:pt x="1173" y="9438"/>
                    </a:cubicBezTo>
                    <a:cubicBezTo>
                      <a:pt x="1438" y="8758"/>
                      <a:pt x="1838" y="8482"/>
                      <a:pt x="2425" y="8058"/>
                    </a:cubicBezTo>
                    <a:cubicBezTo>
                      <a:pt x="2965" y="7548"/>
                      <a:pt x="3218" y="6905"/>
                      <a:pt x="3523" y="6237"/>
                    </a:cubicBezTo>
                    <a:cubicBezTo>
                      <a:pt x="3718" y="5820"/>
                      <a:pt x="3928" y="5470"/>
                      <a:pt x="4188" y="5095"/>
                    </a:cubicBezTo>
                    <a:cubicBezTo>
                      <a:pt x="4678" y="4163"/>
                      <a:pt x="4610" y="3390"/>
                      <a:pt x="4327" y="2390"/>
                    </a:cubicBezTo>
                    <a:cubicBezTo>
                      <a:pt x="4215" y="1462"/>
                      <a:pt x="4585" y="815"/>
                      <a:pt x="5000" y="0"/>
                    </a:cubicBezTo>
                    <a:close/>
                  </a:path>
                </a:pathLst>
              </a:custGeom>
              <a:solidFill>
                <a:srgbClr val="E6883C"/>
              </a:solidFill>
              <a:ln w="0">
                <a:noFill/>
              </a:ln>
            </p:spPr>
          </p:sp>
          <p:sp>
            <p:nvSpPr>
              <p:cNvPr id="522" name="question vector"/>
              <p:cNvSpPr/>
              <p:nvPr/>
            </p:nvSpPr>
            <p:spPr>
              <a:xfrm>
                <a:off x="1769364" y="6112764"/>
                <a:ext cx="58293" cy="93726"/>
              </a:xfrm>
              <a:custGeom>
                <a:avLst/>
                <a:gdLst/>
                <a:ahLst/>
                <a:cxnLst/>
                <a:rect l="0" t="0" r="r" b="b"/>
                <a:pathLst>
                  <a:path w="6375" h="10250" fill="norm" stroke="0">
                    <a:moveTo>
                      <a:pt x="2000" y="0"/>
                    </a:moveTo>
                    <a:cubicBezTo>
                      <a:pt x="3130" y="562"/>
                      <a:pt x="3650" y="1202"/>
                      <a:pt x="4280" y="2280"/>
                    </a:cubicBezTo>
                    <a:cubicBezTo>
                      <a:pt x="4368" y="2428"/>
                      <a:pt x="4455" y="2572"/>
                      <a:pt x="4542" y="2722"/>
                    </a:cubicBezTo>
                    <a:cubicBezTo>
                      <a:pt x="5965" y="5178"/>
                      <a:pt x="6375" y="7442"/>
                      <a:pt x="5750" y="10250"/>
                    </a:cubicBezTo>
                    <a:cubicBezTo>
                      <a:pt x="5667" y="10250"/>
                      <a:pt x="5585" y="10250"/>
                      <a:pt x="5500" y="10250"/>
                    </a:cubicBezTo>
                    <a:cubicBezTo>
                      <a:pt x="5507" y="10045"/>
                      <a:pt x="5517" y="9840"/>
                      <a:pt x="5528" y="9628"/>
                    </a:cubicBezTo>
                    <a:cubicBezTo>
                      <a:pt x="5597" y="7268"/>
                      <a:pt x="5460" y="5095"/>
                      <a:pt x="3795" y="3265"/>
                    </a:cubicBezTo>
                    <a:cubicBezTo>
                      <a:pt x="3500" y="3000"/>
                      <a:pt x="3500" y="3000"/>
                      <a:pt x="3000" y="2750"/>
                    </a:cubicBezTo>
                    <a:cubicBezTo>
                      <a:pt x="3000" y="3327"/>
                      <a:pt x="3000" y="3905"/>
                      <a:pt x="3000" y="4500"/>
                    </a:cubicBezTo>
                    <a:cubicBezTo>
                      <a:pt x="2835" y="4582"/>
                      <a:pt x="2835" y="4582"/>
                      <a:pt x="2000" y="5000"/>
                    </a:cubicBezTo>
                    <a:cubicBezTo>
                      <a:pt x="2083" y="4670"/>
                      <a:pt x="2165" y="4340"/>
                      <a:pt x="2250" y="4000"/>
                    </a:cubicBezTo>
                    <a:cubicBezTo>
                      <a:pt x="2100" y="3985"/>
                      <a:pt x="1950" y="3970"/>
                      <a:pt x="1798" y="3952"/>
                    </a:cubicBezTo>
                    <a:cubicBezTo>
                      <a:pt x="1032" y="3670"/>
                      <a:pt x="882" y="3197"/>
                      <a:pt x="500" y="2500"/>
                    </a:cubicBezTo>
                    <a:cubicBezTo>
                      <a:pt x="335" y="2418"/>
                      <a:pt x="170" y="2335"/>
                      <a:pt x="0" y="2250"/>
                    </a:cubicBezTo>
                    <a:cubicBezTo>
                      <a:pt x="267" y="1520"/>
                      <a:pt x="445" y="1055"/>
                      <a:pt x="1000" y="500"/>
                    </a:cubicBezTo>
                    <a:cubicBezTo>
                      <a:pt x="1530" y="470"/>
                      <a:pt x="1530" y="470"/>
                      <a:pt x="2000" y="500"/>
                    </a:cubicBezTo>
                    <a:cubicBezTo>
                      <a:pt x="2000" y="335"/>
                      <a:pt x="2000" y="170"/>
                      <a:pt x="2000" y="0"/>
                    </a:cubicBezTo>
                    <a:close/>
                  </a:path>
                </a:pathLst>
              </a:custGeom>
              <a:solidFill>
                <a:srgbClr val="F3C14D"/>
              </a:solidFill>
              <a:ln w="0">
                <a:noFill/>
              </a:ln>
            </p:spPr>
          </p:sp>
          <p:sp>
            <p:nvSpPr>
              <p:cNvPr id="523" name="question vector"/>
              <p:cNvSpPr/>
              <p:nvPr/>
            </p:nvSpPr>
            <p:spPr>
              <a:xfrm>
                <a:off x="1662516" y="6140196"/>
                <a:ext cx="31410" cy="50772"/>
              </a:xfrm>
              <a:custGeom>
                <a:avLst/>
                <a:gdLst/>
                <a:ahLst/>
                <a:cxnLst/>
                <a:rect l="0" t="0" r="r" b="b"/>
                <a:pathLst>
                  <a:path w="3435" h="5553" fill="norm" stroke="0">
                    <a:moveTo>
                      <a:pt x="2185" y="0"/>
                    </a:moveTo>
                    <a:cubicBezTo>
                      <a:pt x="2393" y="82"/>
                      <a:pt x="2393" y="82"/>
                      <a:pt x="3435" y="500"/>
                    </a:cubicBezTo>
                    <a:cubicBezTo>
                      <a:pt x="3423" y="1192"/>
                      <a:pt x="3398" y="1885"/>
                      <a:pt x="3373" y="2577"/>
                    </a:cubicBezTo>
                    <a:cubicBezTo>
                      <a:pt x="3370" y="2678"/>
                      <a:pt x="3370" y="2678"/>
                      <a:pt x="3363" y="3173"/>
                    </a:cubicBezTo>
                    <a:cubicBezTo>
                      <a:pt x="3300" y="4620"/>
                      <a:pt x="3300" y="4620"/>
                      <a:pt x="2733" y="5265"/>
                    </a:cubicBezTo>
                    <a:cubicBezTo>
                      <a:pt x="2140" y="5520"/>
                      <a:pt x="1870" y="5553"/>
                      <a:pt x="1248" y="5423"/>
                    </a:cubicBezTo>
                    <a:cubicBezTo>
                      <a:pt x="1095" y="5393"/>
                      <a:pt x="940" y="5362"/>
                      <a:pt x="782" y="5330"/>
                    </a:cubicBezTo>
                    <a:cubicBezTo>
                      <a:pt x="667" y="5305"/>
                      <a:pt x="553" y="5278"/>
                      <a:pt x="435" y="5250"/>
                    </a:cubicBezTo>
                    <a:cubicBezTo>
                      <a:pt x="0" y="3925"/>
                      <a:pt x="285" y="2553"/>
                      <a:pt x="685" y="1250"/>
                    </a:cubicBezTo>
                    <a:cubicBezTo>
                      <a:pt x="1118" y="692"/>
                      <a:pt x="1567" y="335"/>
                      <a:pt x="2185" y="0"/>
                    </a:cubicBezTo>
                    <a:close/>
                  </a:path>
                </a:pathLst>
              </a:custGeom>
              <a:solidFill>
                <a:srgbClr val="E6883C"/>
              </a:solidFill>
              <a:ln w="0">
                <a:noFill/>
              </a:ln>
            </p:spPr>
          </p:sp>
          <p:sp>
            <p:nvSpPr>
              <p:cNvPr id="524" name="question vector"/>
              <p:cNvSpPr/>
              <p:nvPr/>
            </p:nvSpPr>
            <p:spPr>
              <a:xfrm>
                <a:off x="1659636" y="6169914"/>
                <a:ext cx="67117" cy="148590"/>
              </a:xfrm>
              <a:custGeom>
                <a:avLst/>
                <a:gdLst/>
                <a:ahLst/>
                <a:cxnLst/>
                <a:rect l="0" t="0" r="r" b="b"/>
                <a:pathLst>
                  <a:path w="7340" h="16250" fill="norm" stroke="0">
                    <a:moveTo>
                      <a:pt x="6500" y="0"/>
                    </a:moveTo>
                    <a:cubicBezTo>
                      <a:pt x="6748" y="0"/>
                      <a:pt x="6995" y="0"/>
                      <a:pt x="7250" y="0"/>
                    </a:cubicBezTo>
                    <a:cubicBezTo>
                      <a:pt x="7340" y="1075"/>
                      <a:pt x="7130" y="1410"/>
                      <a:pt x="6500" y="2250"/>
                    </a:cubicBezTo>
                    <a:cubicBezTo>
                      <a:pt x="6377" y="2617"/>
                      <a:pt x="6265" y="2987"/>
                      <a:pt x="6155" y="3360"/>
                    </a:cubicBezTo>
                    <a:cubicBezTo>
                      <a:pt x="5817" y="4423"/>
                      <a:pt x="5438" y="5125"/>
                      <a:pt x="4500" y="5750"/>
                    </a:cubicBezTo>
                    <a:cubicBezTo>
                      <a:pt x="4218" y="5867"/>
                      <a:pt x="3930" y="5975"/>
                      <a:pt x="3640" y="6077"/>
                    </a:cubicBezTo>
                    <a:cubicBezTo>
                      <a:pt x="2458" y="6543"/>
                      <a:pt x="1843" y="7403"/>
                      <a:pt x="1250" y="8500"/>
                    </a:cubicBezTo>
                    <a:cubicBezTo>
                      <a:pt x="403" y="10658"/>
                      <a:pt x="567" y="13477"/>
                      <a:pt x="750" y="15750"/>
                    </a:cubicBezTo>
                    <a:cubicBezTo>
                      <a:pt x="833" y="15915"/>
                      <a:pt x="915" y="16080"/>
                      <a:pt x="1000" y="16250"/>
                    </a:cubicBezTo>
                    <a:cubicBezTo>
                      <a:pt x="670" y="16085"/>
                      <a:pt x="340" y="15920"/>
                      <a:pt x="0" y="15750"/>
                    </a:cubicBezTo>
                    <a:cubicBezTo>
                      <a:pt x="5" y="14870"/>
                      <a:pt x="18" y="13990"/>
                      <a:pt x="37" y="13110"/>
                    </a:cubicBezTo>
                    <a:cubicBezTo>
                      <a:pt x="45" y="12812"/>
                      <a:pt x="48" y="12515"/>
                      <a:pt x="50" y="12215"/>
                    </a:cubicBezTo>
                    <a:cubicBezTo>
                      <a:pt x="62" y="9715"/>
                      <a:pt x="475" y="7795"/>
                      <a:pt x="2250" y="5890"/>
                    </a:cubicBezTo>
                    <a:cubicBezTo>
                      <a:pt x="2873" y="5320"/>
                      <a:pt x="3523" y="4923"/>
                      <a:pt x="4250" y="4500"/>
                    </a:cubicBezTo>
                    <a:cubicBezTo>
                      <a:pt x="5173" y="3732"/>
                      <a:pt x="5435" y="3133"/>
                      <a:pt x="5655" y="1970"/>
                    </a:cubicBezTo>
                    <a:cubicBezTo>
                      <a:pt x="5940" y="560"/>
                      <a:pt x="5940" y="560"/>
                      <a:pt x="6500" y="0"/>
                    </a:cubicBezTo>
                    <a:close/>
                  </a:path>
                </a:pathLst>
              </a:custGeom>
              <a:solidFill>
                <a:srgbClr val="F3C04D"/>
              </a:solidFill>
              <a:ln w="0">
                <a:noFill/>
              </a:ln>
            </p:spPr>
          </p:sp>
          <p:sp>
            <p:nvSpPr>
              <p:cNvPr id="525" name="question vector"/>
              <p:cNvSpPr/>
              <p:nvPr/>
            </p:nvSpPr>
            <p:spPr>
              <a:xfrm>
                <a:off x="1599537" y="6119622"/>
                <a:ext cx="89817" cy="77724"/>
              </a:xfrm>
              <a:custGeom>
                <a:avLst/>
                <a:gdLst/>
                <a:ahLst/>
                <a:cxnLst/>
                <a:rect l="0" t="0" r="r" b="b"/>
                <a:pathLst>
                  <a:path w="9822" h="8500" fill="norm" stroke="0">
                    <a:moveTo>
                      <a:pt x="1322" y="0"/>
                    </a:moveTo>
                    <a:cubicBezTo>
                      <a:pt x="1337" y="80"/>
                      <a:pt x="1337" y="80"/>
                      <a:pt x="1417" y="485"/>
                    </a:cubicBezTo>
                    <a:cubicBezTo>
                      <a:pt x="1442" y="570"/>
                      <a:pt x="1442" y="570"/>
                      <a:pt x="1572" y="1000"/>
                    </a:cubicBezTo>
                    <a:cubicBezTo>
                      <a:pt x="1737" y="1082"/>
                      <a:pt x="1903" y="1165"/>
                      <a:pt x="2072" y="1250"/>
                    </a:cubicBezTo>
                    <a:cubicBezTo>
                      <a:pt x="2032" y="1320"/>
                      <a:pt x="2032" y="1320"/>
                      <a:pt x="1832" y="1675"/>
                    </a:cubicBezTo>
                    <a:cubicBezTo>
                      <a:pt x="1550" y="2298"/>
                      <a:pt x="1472" y="2788"/>
                      <a:pt x="1417" y="3470"/>
                    </a:cubicBezTo>
                    <a:cubicBezTo>
                      <a:pt x="1397" y="3688"/>
                      <a:pt x="1380" y="3905"/>
                      <a:pt x="1360" y="4130"/>
                    </a:cubicBezTo>
                    <a:cubicBezTo>
                      <a:pt x="1317" y="4840"/>
                      <a:pt x="1305" y="5538"/>
                      <a:pt x="1322" y="6250"/>
                    </a:cubicBezTo>
                    <a:cubicBezTo>
                      <a:pt x="1395" y="6263"/>
                      <a:pt x="1395" y="6263"/>
                      <a:pt x="1765" y="6332"/>
                    </a:cubicBezTo>
                    <a:cubicBezTo>
                      <a:pt x="3000" y="6572"/>
                      <a:pt x="4225" y="6837"/>
                      <a:pt x="5447" y="7140"/>
                    </a:cubicBezTo>
                    <a:cubicBezTo>
                      <a:pt x="5577" y="7173"/>
                      <a:pt x="5705" y="7205"/>
                      <a:pt x="5837" y="7237"/>
                    </a:cubicBezTo>
                    <a:cubicBezTo>
                      <a:pt x="6367" y="7370"/>
                      <a:pt x="6835" y="7505"/>
                      <a:pt x="7322" y="7750"/>
                    </a:cubicBezTo>
                    <a:cubicBezTo>
                      <a:pt x="7750" y="7768"/>
                      <a:pt x="8177" y="7770"/>
                      <a:pt x="8602" y="7765"/>
                    </a:cubicBezTo>
                    <a:cubicBezTo>
                      <a:pt x="8718" y="7765"/>
                      <a:pt x="8718" y="7765"/>
                      <a:pt x="9292" y="7760"/>
                    </a:cubicBezTo>
                    <a:cubicBezTo>
                      <a:pt x="9468" y="7755"/>
                      <a:pt x="9642" y="7753"/>
                      <a:pt x="9822" y="7750"/>
                    </a:cubicBezTo>
                    <a:cubicBezTo>
                      <a:pt x="9125" y="8447"/>
                      <a:pt x="8540" y="8485"/>
                      <a:pt x="7572" y="8500"/>
                    </a:cubicBezTo>
                    <a:cubicBezTo>
                      <a:pt x="6802" y="8398"/>
                      <a:pt x="6070" y="8207"/>
                      <a:pt x="5322" y="8000"/>
                    </a:cubicBezTo>
                    <a:cubicBezTo>
                      <a:pt x="5112" y="7942"/>
                      <a:pt x="4903" y="7885"/>
                      <a:pt x="4685" y="7825"/>
                    </a:cubicBezTo>
                    <a:cubicBezTo>
                      <a:pt x="1407" y="6885"/>
                      <a:pt x="1407" y="6885"/>
                      <a:pt x="780" y="6163"/>
                    </a:cubicBezTo>
                    <a:cubicBezTo>
                      <a:pt x="0" y="4607"/>
                      <a:pt x="722" y="2143"/>
                      <a:pt x="1072" y="500"/>
                    </a:cubicBezTo>
                    <a:cubicBezTo>
                      <a:pt x="1155" y="335"/>
                      <a:pt x="1237" y="170"/>
                      <a:pt x="1322" y="0"/>
                    </a:cubicBezTo>
                    <a:close/>
                  </a:path>
                </a:pathLst>
              </a:custGeom>
              <a:solidFill>
                <a:srgbClr val="F3C04E"/>
              </a:solidFill>
              <a:ln w="0">
                <a:noFill/>
              </a:ln>
            </p:spPr>
          </p:sp>
          <p:sp>
            <p:nvSpPr>
              <p:cNvPr id="526" name="question vector"/>
              <p:cNvSpPr/>
              <p:nvPr/>
            </p:nvSpPr>
            <p:spPr>
              <a:xfrm>
                <a:off x="1591948" y="6087549"/>
                <a:ext cx="47114" cy="100881"/>
              </a:xfrm>
              <a:custGeom>
                <a:avLst/>
                <a:gdLst/>
                <a:ahLst/>
                <a:cxnLst/>
                <a:rect l="0" t="0" r="r" b="b"/>
                <a:pathLst>
                  <a:path w="5153" h="11033" fill="norm" stroke="0">
                    <a:moveTo>
                      <a:pt x="5153" y="258"/>
                    </a:moveTo>
                    <a:cubicBezTo>
                      <a:pt x="4912" y="383"/>
                      <a:pt x="4675" y="508"/>
                      <a:pt x="4433" y="633"/>
                    </a:cubicBezTo>
                    <a:cubicBezTo>
                      <a:pt x="4300" y="703"/>
                      <a:pt x="4167" y="773"/>
                      <a:pt x="4030" y="843"/>
                    </a:cubicBezTo>
                    <a:cubicBezTo>
                      <a:pt x="3653" y="1008"/>
                      <a:pt x="3653" y="1008"/>
                      <a:pt x="3153" y="1008"/>
                    </a:cubicBezTo>
                    <a:cubicBezTo>
                      <a:pt x="3090" y="1183"/>
                      <a:pt x="3030" y="1358"/>
                      <a:pt x="2965" y="1538"/>
                    </a:cubicBezTo>
                    <a:cubicBezTo>
                      <a:pt x="2700" y="2208"/>
                      <a:pt x="2333" y="2753"/>
                      <a:pt x="1903" y="3328"/>
                    </a:cubicBezTo>
                    <a:cubicBezTo>
                      <a:pt x="1125" y="4668"/>
                      <a:pt x="1080" y="5915"/>
                      <a:pt x="1105" y="7430"/>
                    </a:cubicBezTo>
                    <a:cubicBezTo>
                      <a:pt x="1105" y="7525"/>
                      <a:pt x="1105" y="7525"/>
                      <a:pt x="1105" y="8005"/>
                    </a:cubicBezTo>
                    <a:cubicBezTo>
                      <a:pt x="1120" y="9615"/>
                      <a:pt x="1120" y="9615"/>
                      <a:pt x="1403" y="10258"/>
                    </a:cubicBezTo>
                    <a:cubicBezTo>
                      <a:pt x="1755" y="10440"/>
                      <a:pt x="1755" y="10440"/>
                      <a:pt x="2167" y="10555"/>
                    </a:cubicBezTo>
                    <a:cubicBezTo>
                      <a:pt x="2238" y="10575"/>
                      <a:pt x="2238" y="10575"/>
                      <a:pt x="2583" y="10675"/>
                    </a:cubicBezTo>
                    <a:cubicBezTo>
                      <a:pt x="2688" y="10703"/>
                      <a:pt x="2795" y="10730"/>
                      <a:pt x="2903" y="10758"/>
                    </a:cubicBezTo>
                    <a:cubicBezTo>
                      <a:pt x="2215" y="10955"/>
                      <a:pt x="1618" y="11033"/>
                      <a:pt x="903" y="11008"/>
                    </a:cubicBezTo>
                    <a:cubicBezTo>
                      <a:pt x="23" y="9223"/>
                      <a:pt x="0" y="6660"/>
                      <a:pt x="545" y="4763"/>
                    </a:cubicBezTo>
                    <a:cubicBezTo>
                      <a:pt x="985" y="3643"/>
                      <a:pt x="1548" y="2613"/>
                      <a:pt x="2403" y="1758"/>
                    </a:cubicBezTo>
                    <a:cubicBezTo>
                      <a:pt x="2558" y="1103"/>
                      <a:pt x="2558" y="1103"/>
                      <a:pt x="2653" y="508"/>
                    </a:cubicBezTo>
                    <a:cubicBezTo>
                      <a:pt x="2928" y="418"/>
                      <a:pt x="3205" y="328"/>
                      <a:pt x="3480" y="243"/>
                    </a:cubicBezTo>
                    <a:cubicBezTo>
                      <a:pt x="3635" y="192"/>
                      <a:pt x="3787" y="143"/>
                      <a:pt x="3947" y="93"/>
                    </a:cubicBezTo>
                    <a:cubicBezTo>
                      <a:pt x="4447" y="0"/>
                      <a:pt x="4692" y="55"/>
                      <a:pt x="5153" y="258"/>
                    </a:cubicBezTo>
                    <a:close/>
                  </a:path>
                </a:pathLst>
              </a:custGeom>
              <a:solidFill>
                <a:srgbClr val="F2F0E8"/>
              </a:solidFill>
              <a:ln w="0">
                <a:noFill/>
              </a:ln>
            </p:spPr>
          </p:sp>
          <p:sp>
            <p:nvSpPr>
              <p:cNvPr id="527" name="question vector"/>
              <p:cNvSpPr/>
              <p:nvPr/>
            </p:nvSpPr>
            <p:spPr>
              <a:xfrm>
                <a:off x="1647817" y="6236208"/>
                <a:ext cx="32393" cy="100584"/>
              </a:xfrm>
              <a:custGeom>
                <a:avLst/>
                <a:gdLst/>
                <a:ahLst/>
                <a:cxnLst/>
                <a:rect l="0" t="0" r="r" b="b"/>
                <a:pathLst>
                  <a:path w="3542" h="11000" fill="norm" stroke="0">
                    <a:moveTo>
                      <a:pt x="1542" y="0"/>
                    </a:moveTo>
                    <a:cubicBezTo>
                      <a:pt x="1542" y="685"/>
                      <a:pt x="1455" y="1195"/>
                      <a:pt x="1302" y="1857"/>
                    </a:cubicBezTo>
                    <a:cubicBezTo>
                      <a:pt x="998" y="3330"/>
                      <a:pt x="932" y="4785"/>
                      <a:pt x="887" y="6280"/>
                    </a:cubicBezTo>
                    <a:cubicBezTo>
                      <a:pt x="877" y="6548"/>
                      <a:pt x="867" y="6812"/>
                      <a:pt x="857" y="7077"/>
                    </a:cubicBezTo>
                    <a:cubicBezTo>
                      <a:pt x="832" y="7717"/>
                      <a:pt x="812" y="8360"/>
                      <a:pt x="792" y="9000"/>
                    </a:cubicBezTo>
                    <a:cubicBezTo>
                      <a:pt x="1432" y="9322"/>
                      <a:pt x="2070" y="9628"/>
                      <a:pt x="2730" y="9905"/>
                    </a:cubicBezTo>
                    <a:cubicBezTo>
                      <a:pt x="2882" y="9972"/>
                      <a:pt x="3037" y="10038"/>
                      <a:pt x="3195" y="10102"/>
                    </a:cubicBezTo>
                    <a:cubicBezTo>
                      <a:pt x="3310" y="10153"/>
                      <a:pt x="3425" y="10200"/>
                      <a:pt x="3542" y="10250"/>
                    </a:cubicBezTo>
                    <a:cubicBezTo>
                      <a:pt x="2882" y="10602"/>
                      <a:pt x="2275" y="10842"/>
                      <a:pt x="1542" y="11000"/>
                    </a:cubicBezTo>
                    <a:cubicBezTo>
                      <a:pt x="1445" y="10635"/>
                      <a:pt x="1347" y="10268"/>
                      <a:pt x="1250" y="9903"/>
                    </a:cubicBezTo>
                    <a:cubicBezTo>
                      <a:pt x="1042" y="9500"/>
                      <a:pt x="1042" y="9500"/>
                      <a:pt x="520" y="9145"/>
                    </a:cubicBezTo>
                    <a:cubicBezTo>
                      <a:pt x="362" y="9015"/>
                      <a:pt x="205" y="8885"/>
                      <a:pt x="42" y="8750"/>
                    </a:cubicBezTo>
                    <a:cubicBezTo>
                      <a:pt x="0" y="8227"/>
                      <a:pt x="0" y="8227"/>
                      <a:pt x="105" y="7625"/>
                    </a:cubicBezTo>
                    <a:cubicBezTo>
                      <a:pt x="240" y="6695"/>
                      <a:pt x="307" y="5815"/>
                      <a:pt x="292" y="4875"/>
                    </a:cubicBezTo>
                    <a:cubicBezTo>
                      <a:pt x="272" y="1425"/>
                      <a:pt x="272" y="1425"/>
                      <a:pt x="782" y="622"/>
                    </a:cubicBezTo>
                    <a:cubicBezTo>
                      <a:pt x="1057" y="345"/>
                      <a:pt x="1057" y="345"/>
                      <a:pt x="1542" y="0"/>
                    </a:cubicBezTo>
                    <a:close/>
                  </a:path>
                </a:pathLst>
              </a:custGeom>
              <a:solidFill>
                <a:srgbClr val="F2F0E8"/>
              </a:solidFill>
              <a:ln w="0">
                <a:noFill/>
              </a:ln>
            </p:spPr>
          </p:sp>
          <p:sp>
            <p:nvSpPr>
              <p:cNvPr id="528" name="question vector"/>
              <p:cNvSpPr/>
              <p:nvPr/>
            </p:nvSpPr>
            <p:spPr>
              <a:xfrm>
                <a:off x="1643634" y="6121908"/>
                <a:ext cx="22860" cy="50292"/>
              </a:xfrm>
              <a:custGeom>
                <a:avLst/>
                <a:gdLst/>
                <a:ahLst/>
                <a:cxnLst/>
                <a:rect l="0" t="0" r="r" b="b"/>
                <a:pathLst>
                  <a:path w="2500" h="5500" fill="norm" stroke="0">
                    <a:moveTo>
                      <a:pt x="1500" y="0"/>
                    </a:moveTo>
                    <a:cubicBezTo>
                      <a:pt x="1773" y="628"/>
                      <a:pt x="1738" y="955"/>
                      <a:pt x="1515" y="1595"/>
                    </a:cubicBezTo>
                    <a:cubicBezTo>
                      <a:pt x="1280" y="2337"/>
                      <a:pt x="1202" y="2965"/>
                      <a:pt x="1250" y="3750"/>
                    </a:cubicBezTo>
                    <a:cubicBezTo>
                      <a:pt x="1662" y="3337"/>
                      <a:pt x="2075" y="2925"/>
                      <a:pt x="2500" y="2500"/>
                    </a:cubicBezTo>
                    <a:cubicBezTo>
                      <a:pt x="2395" y="2955"/>
                      <a:pt x="2285" y="3408"/>
                      <a:pt x="2173" y="3860"/>
                    </a:cubicBezTo>
                    <a:cubicBezTo>
                      <a:pt x="2143" y="3987"/>
                      <a:pt x="2113" y="4117"/>
                      <a:pt x="2083" y="4250"/>
                    </a:cubicBezTo>
                    <a:cubicBezTo>
                      <a:pt x="1988" y="4625"/>
                      <a:pt x="1988" y="4625"/>
                      <a:pt x="1750" y="5250"/>
                    </a:cubicBezTo>
                    <a:cubicBezTo>
                      <a:pt x="1347" y="5462"/>
                      <a:pt x="1347" y="5462"/>
                      <a:pt x="1000" y="5500"/>
                    </a:cubicBezTo>
                    <a:cubicBezTo>
                      <a:pt x="648" y="4775"/>
                      <a:pt x="470" y="4247"/>
                      <a:pt x="500" y="3438"/>
                    </a:cubicBezTo>
                    <a:cubicBezTo>
                      <a:pt x="540" y="2335"/>
                      <a:pt x="270" y="1312"/>
                      <a:pt x="0" y="250"/>
                    </a:cubicBezTo>
                    <a:cubicBezTo>
                      <a:pt x="520" y="112"/>
                      <a:pt x="960" y="0"/>
                      <a:pt x="1500" y="0"/>
                    </a:cubicBezTo>
                    <a:close/>
                  </a:path>
                </a:pathLst>
              </a:custGeom>
              <a:solidFill>
                <a:srgbClr val="F3C04E"/>
              </a:solidFill>
              <a:ln w="0">
                <a:noFill/>
              </a:ln>
            </p:spPr>
          </p:sp>
          <p:sp>
            <p:nvSpPr>
              <p:cNvPr id="529" name="question vector"/>
              <p:cNvSpPr/>
              <p:nvPr/>
            </p:nvSpPr>
            <p:spPr>
              <a:xfrm>
                <a:off x="1810512" y="6126480"/>
                <a:ext cx="22266" cy="107442"/>
              </a:xfrm>
              <a:custGeom>
                <a:avLst/>
                <a:gdLst/>
                <a:ahLst/>
                <a:cxnLst/>
                <a:rect l="0" t="0" r="r" b="b"/>
                <a:pathLst>
                  <a:path w="2435" h="11750" fill="norm" stroke="0">
                    <a:moveTo>
                      <a:pt x="0" y="0"/>
                    </a:moveTo>
                    <a:cubicBezTo>
                      <a:pt x="165" y="0"/>
                      <a:pt x="330" y="0"/>
                      <a:pt x="500" y="0"/>
                    </a:cubicBezTo>
                    <a:cubicBezTo>
                      <a:pt x="2330" y="2097"/>
                      <a:pt x="2435" y="4920"/>
                      <a:pt x="2287" y="7570"/>
                    </a:cubicBezTo>
                    <a:cubicBezTo>
                      <a:pt x="2180" y="8800"/>
                      <a:pt x="1983" y="10175"/>
                      <a:pt x="1173" y="11143"/>
                    </a:cubicBezTo>
                    <a:cubicBezTo>
                      <a:pt x="827" y="11423"/>
                      <a:pt x="827" y="11423"/>
                      <a:pt x="250" y="11750"/>
                    </a:cubicBezTo>
                    <a:cubicBezTo>
                      <a:pt x="317" y="11625"/>
                      <a:pt x="385" y="11503"/>
                      <a:pt x="452" y="11375"/>
                    </a:cubicBezTo>
                    <a:cubicBezTo>
                      <a:pt x="1795" y="8550"/>
                      <a:pt x="2295" y="5520"/>
                      <a:pt x="1250" y="2500"/>
                    </a:cubicBezTo>
                    <a:cubicBezTo>
                      <a:pt x="880" y="1643"/>
                      <a:pt x="447" y="820"/>
                      <a:pt x="0" y="0"/>
                    </a:cubicBezTo>
                    <a:close/>
                  </a:path>
                </a:pathLst>
              </a:custGeom>
              <a:solidFill>
                <a:srgbClr val="F2F0E8"/>
              </a:solidFill>
              <a:ln w="0">
                <a:noFill/>
              </a:ln>
            </p:spPr>
          </p:sp>
        </p:grpSp>
        <p:sp>
          <p:nvSpPr>
            <p:cNvPr id="531" name="Judge Fake or Real"/>
            <p:cNvSpPr txBox="1"/>
            <p:nvPr/>
          </p:nvSpPr>
          <p:spPr>
            <a:xfrm>
              <a:off x="1847088" y="6112764"/>
              <a:ext cx="1143000" cy="5486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F3B318"/>
                  </a:solidFill>
                  <a:latin typeface="Arial Narrow"/>
                </a:rPr>
                <a:t>Judge Fake</a:t>
              </a:r>
            </a:p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F3B318"/>
                  </a:solidFill>
                  <a:latin typeface="Arial Narrow"/>
                </a:rPr>
                <a:t>or Real</a:t>
              </a:r>
            </a:p>
          </p:txBody>
        </p:sp>
        <p:sp>
          <p:nvSpPr>
            <p:cNvPr id="532" name="Arrow"/>
            <p:cNvSpPr/>
            <p:nvPr/>
          </p:nvSpPr>
          <p:spPr>
            <a:xfrm>
              <a:off x="2670048" y="5468112"/>
              <a:ext cx="283464" cy="164592"/>
            </a:xfrm>
            <a:custGeom>
              <a:avLst/>
              <a:gdLst/>
              <a:ahLst/>
              <a:cxnLst/>
              <a:rect l="0" t="0" r="r" b="b"/>
              <a:pathLst>
                <a:path w="31000" h="18000" fill="norm" stroke="1">
                  <a:moveTo>
                    <a:pt x="0" y="5000"/>
                  </a:moveTo>
                  <a:lnTo>
                    <a:pt x="19000" y="5000"/>
                  </a:lnTo>
                  <a:lnTo>
                    <a:pt x="19000" y="0"/>
                  </a:lnTo>
                  <a:lnTo>
                    <a:pt x="31000" y="9000"/>
                  </a:lnTo>
                  <a:lnTo>
                    <a:pt x="19000" y="18000"/>
                  </a:lnTo>
                  <a:lnTo>
                    <a:pt x="19000" y="13000"/>
                  </a:lnTo>
                  <a:lnTo>
                    <a:pt x="0" y="13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sp>
          <p:nvSpPr>
            <p:cNvPr id="533" name="Misinformation Long-cot Data"/>
            <p:cNvSpPr txBox="1"/>
            <p:nvPr/>
          </p:nvSpPr>
          <p:spPr>
            <a:xfrm>
              <a:off x="3383280" y="4622292"/>
              <a:ext cx="1572768" cy="57150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Misinformation</a:t>
              </a:r>
            </a:p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Long-cot Data</a:t>
              </a:r>
            </a:p>
          </p:txBody>
        </p:sp>
        <p:sp>
          <p:nvSpPr>
            <p:cNvPr id="534" name="Rectangle"/>
            <p:cNvSpPr/>
            <p:nvPr/>
          </p:nvSpPr>
          <p:spPr>
            <a:xfrm>
              <a:off x="3072384" y="5166360"/>
              <a:ext cx="1947672" cy="731520"/>
            </a:xfrm>
            <a:prstGeom prst="roundRect">
              <a:avLst>
                <a:gd name="adj" fmla="val 12500"/>
              </a:avLst>
            </a:prstGeom>
            <a:solidFill>
              <a:srgbClr val="A5C8EB"/>
            </a:solidFill>
            <a:ln w="27432">
              <a:solidFill>
                <a:srgbClr val="DCEAF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5" name="&lt;think&gt;... &lt;think&gt; &lt;answer&gt;...&lt;answer&gt;"/>
            <p:cNvSpPr txBox="1"/>
            <p:nvPr/>
          </p:nvSpPr>
          <p:spPr>
            <a:xfrm>
              <a:off x="3118104" y="5298948"/>
              <a:ext cx="1856232" cy="5486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Arial Narrow"/>
                </a:rPr>
                <a:t>&lt;think&gt;... &lt;think&gt;</a:t>
              </a:r>
            </a:p>
            <a:p>
              <a:pPr algn="ctr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Arial Narrow"/>
                </a:rPr>
                <a:t>&lt;answer&gt;...&lt;answer&gt;</a:t>
              </a:r>
            </a:p>
          </p:txBody>
        </p:sp>
        <p:sp>
          <p:nvSpPr>
            <p:cNvPr id="536" name="Ellipse"/>
            <p:cNvSpPr/>
            <p:nvPr/>
          </p:nvSpPr>
          <p:spPr>
            <a:xfrm>
              <a:off x="3328416" y="5980176"/>
              <a:ext cx="201168" cy="201168"/>
            </a:xfrm>
            <a:prstGeom prst="ellipse">
              <a:avLst/>
            </a:prstGeom>
            <a:solidFill>
              <a:srgbClr val="0CAF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Check mark"/>
            <p:cNvSpPr/>
            <p:nvPr/>
          </p:nvSpPr>
          <p:spPr>
            <a:xfrm>
              <a:off x="3376696" y="6040526"/>
              <a:ext cx="106619" cy="78456"/>
            </a:xfrm>
            <a:custGeom>
              <a:avLst/>
              <a:gdLst/>
              <a:ahLst/>
              <a:cxnLst/>
              <a:rect l="0" t="0" r="r" b="b"/>
              <a:pathLst>
                <a:path w="11660" h="8580" fill="none" stroke="1">
                  <a:moveTo>
                    <a:pt x="0" y="4400"/>
                  </a:moveTo>
                  <a:lnTo>
                    <a:pt x="4180" y="8580"/>
                  </a:lnTo>
                  <a:lnTo>
                    <a:pt x="11660" y="0"/>
                  </a:lnTo>
                </a:path>
              </a:pathLst>
            </a:custGeom>
            <a:noFill/>
            <a:ln w="21031">
              <a:solidFill>
                <a:srgbClr val="FFFFFF"/>
              </a:solidFill>
              <a:round/>
            </a:ln>
          </p:spPr>
        </p:sp>
        <p:sp>
          <p:nvSpPr>
            <p:cNvPr id="538" name="Label"/>
            <p:cNvSpPr txBox="1"/>
            <p:nvPr/>
          </p:nvSpPr>
          <p:spPr>
            <a:xfrm>
              <a:off x="3593592" y="5957316"/>
              <a:ext cx="1252728" cy="28575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8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B559"/>
                  </a:solidFill>
                  <a:latin typeface="Arial Narrow"/>
                </a:rPr>
                <a:t>Label</a:t>
              </a:r>
            </a:p>
          </p:txBody>
        </p:sp>
        <p:sp>
          <p:nvSpPr>
            <p:cNvPr id="539" name="Ellipse"/>
            <p:cNvSpPr/>
            <p:nvPr/>
          </p:nvSpPr>
          <p:spPr>
            <a:xfrm>
              <a:off x="3328416" y="6227064"/>
              <a:ext cx="201168" cy="201168"/>
            </a:xfrm>
            <a:prstGeom prst="ellipse">
              <a:avLst/>
            </a:prstGeom>
            <a:solidFill>
              <a:srgbClr val="0CAF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0" name="Check mark"/>
            <p:cNvSpPr/>
            <p:nvPr/>
          </p:nvSpPr>
          <p:spPr>
            <a:xfrm>
              <a:off x="3376696" y="6287414"/>
              <a:ext cx="106619" cy="78456"/>
            </a:xfrm>
            <a:custGeom>
              <a:avLst/>
              <a:gdLst/>
              <a:ahLst/>
              <a:cxnLst/>
              <a:rect l="0" t="0" r="r" b="b"/>
              <a:pathLst>
                <a:path w="11660" h="8580" fill="none" stroke="1">
                  <a:moveTo>
                    <a:pt x="0" y="4400"/>
                  </a:moveTo>
                  <a:lnTo>
                    <a:pt x="4180" y="8580"/>
                  </a:lnTo>
                  <a:lnTo>
                    <a:pt x="11660" y="0"/>
                  </a:lnTo>
                </a:path>
              </a:pathLst>
            </a:custGeom>
            <a:noFill/>
            <a:ln w="21031">
              <a:solidFill>
                <a:srgbClr val="FFFFFF"/>
              </a:solidFill>
              <a:round/>
            </a:ln>
          </p:spPr>
        </p:sp>
        <p:sp>
          <p:nvSpPr>
            <p:cNvPr id="541" name="Explainability"/>
            <p:cNvSpPr txBox="1"/>
            <p:nvPr/>
          </p:nvSpPr>
          <p:spPr>
            <a:xfrm>
              <a:off x="3593592" y="6231636"/>
              <a:ext cx="1408176" cy="292608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8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B559"/>
                  </a:solidFill>
                  <a:latin typeface="Arial Narrow"/>
                </a:rPr>
                <a:t>Explainability</a:t>
              </a:r>
            </a:p>
          </p:txBody>
        </p:sp>
      </p:grpSp>
      <p:grpSp>
        <p:nvGrpSpPr>
          <p:cNvPr id="601" name="Thinking SFT"/>
          <p:cNvGrpSpPr/>
          <p:nvPr/>
        </p:nvGrpSpPr>
        <p:grpSpPr>
          <a:xfrm>
            <a:off x="210312" y="6652260"/>
            <a:ext cx="4868951" cy="3255264"/>
            <a:chOff x="210312" y="6652260"/>
            <a:chExt cx="4868951" cy="3255264"/>
          </a:xfrm>
        </p:grpSpPr>
        <p:sp>
          <p:nvSpPr>
            <p:cNvPr id="543" name="(b) Thinking SFT"/>
            <p:cNvSpPr txBox="1"/>
            <p:nvPr/>
          </p:nvSpPr>
          <p:spPr>
            <a:xfrm>
              <a:off x="210312" y="6652260"/>
              <a:ext cx="4690872" cy="36576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11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2" b="1" i="0">
                  <a:solidFill>
                    <a:srgbClr val="000000"/>
                  </a:solidFill>
                  <a:latin typeface="Times New Roman"/>
                </a:rPr>
                <a:t>(b) Thinking SFT</a:t>
              </a:r>
            </a:p>
          </p:txBody>
        </p:sp>
        <p:grpSp>
          <p:nvGrpSpPr>
            <p:cNvPr id="546" name="SFT generation text"/>
            <p:cNvGrpSpPr/>
            <p:nvPr/>
          </p:nvGrpSpPr>
          <p:grpSpPr>
            <a:xfrm>
              <a:off x="2176272" y="6972300"/>
              <a:ext cx="2902991" cy="261518"/>
              <a:chOff x="2176272" y="6972300"/>
              <a:chExt cx="2902991" cy="261518"/>
            </a:xfrm>
          </p:grpSpPr>
          <p:sp>
            <p:nvSpPr>
              <p:cNvPr id="544" name="Generation: "/>
              <p:cNvSpPr txBox="1"/>
              <p:nvPr/>
            </p:nvSpPr>
            <p:spPr>
              <a:xfrm>
                <a:off x="2176272" y="6972300"/>
                <a:ext cx="1094923" cy="261518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31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1" i="0">
                    <a:solidFill>
                      <a:srgbClr val="000000"/>
                    </a:solidFill>
                    <a:latin typeface="Times New Roman"/>
                  </a:rPr>
                  <a:t>Generation: </a:t>
                </a:r>
              </a:p>
            </p:txBody>
          </p:sp>
          <p:sp>
            <p:nvSpPr>
              <p:cNvPr id="545" name="&lt;think&gt;\nThe video…"/>
              <p:cNvSpPr txBox="1"/>
              <p:nvPr/>
            </p:nvSpPr>
            <p:spPr>
              <a:xfrm>
                <a:off x="3265708" y="6972300"/>
                <a:ext cx="1813555" cy="261518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31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0" i="0">
                    <a:solidFill>
                      <a:srgbClr val="000000"/>
                    </a:solidFill>
                    <a:latin typeface="Times New Roman"/>
                  </a:rPr>
                  <a:t>&lt;think&gt;\nThe video…</a:t>
                </a:r>
              </a:p>
            </p:txBody>
          </p:sp>
        </p:grpSp>
        <p:sp>
          <p:nvSpPr>
            <p:cNvPr id="547" name="Arrow"/>
            <p:cNvSpPr/>
            <p:nvPr/>
          </p:nvSpPr>
          <p:spPr>
            <a:xfrm>
              <a:off x="3659886" y="7168896"/>
              <a:ext cx="178308" cy="201168"/>
            </a:xfrm>
            <a:custGeom>
              <a:avLst/>
              <a:gdLst/>
              <a:ahLst/>
              <a:cxnLst/>
              <a:rect l="0" t="0" r="r" b="b"/>
              <a:pathLst>
                <a:path w="19500" h="22000" fill="norm" stroke="1">
                  <a:moveTo>
                    <a:pt x="2750" y="22000"/>
                  </a:moveTo>
                  <a:lnTo>
                    <a:pt x="2750" y="13000"/>
                  </a:lnTo>
                  <a:lnTo>
                    <a:pt x="0" y="13000"/>
                  </a:lnTo>
                  <a:lnTo>
                    <a:pt x="9750" y="0"/>
                  </a:lnTo>
                  <a:lnTo>
                    <a:pt x="19500" y="13000"/>
                  </a:lnTo>
                  <a:lnTo>
                    <a:pt x="16750" y="13000"/>
                  </a:lnTo>
                  <a:lnTo>
                    <a:pt x="16750" y="22000"/>
                  </a:lnTo>
                  <a:lnTo>
                    <a:pt x="2750" y="22000"/>
                  </a:lnTo>
                  <a:close/>
                </a:path>
              </a:pathLst>
            </a:custGeom>
            <a:solidFill>
              <a:srgbClr val="559CDF"/>
            </a:solidFill>
            <a:ln w="0">
              <a:solidFill>
                <a:srgbClr val="559CDF"/>
              </a:solidFill>
              <a:round/>
            </a:ln>
          </p:spPr>
        </p:sp>
        <p:sp>
          <p:nvSpPr>
            <p:cNvPr id="548" name="Rectangle"/>
            <p:cNvSpPr/>
            <p:nvPr/>
          </p:nvSpPr>
          <p:spPr>
            <a:xfrm>
              <a:off x="274320" y="7415784"/>
              <a:ext cx="4782312" cy="530352"/>
            </a:xfrm>
            <a:prstGeom prst="roundRect">
              <a:avLst>
                <a:gd name="adj" fmla="val 18965"/>
              </a:avLst>
            </a:prstGeom>
            <a:solidFill>
              <a:srgbClr val="DEEB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angle"/>
            <p:cNvSpPr/>
            <p:nvPr/>
          </p:nvSpPr>
          <p:spPr>
            <a:xfrm>
              <a:off x="301752" y="7461504"/>
              <a:ext cx="896112" cy="420624"/>
            </a:xfrm>
            <a:prstGeom prst="roundRect">
              <a:avLst>
                <a:gd name="adj" fmla="val 21739"/>
              </a:avLst>
            </a:prstGeom>
            <a:solidFill>
              <a:srgbClr val="F6C6A6"/>
            </a:solidFill>
            <a:ln w="27432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59" name="Vector icon - flame_lora"/>
            <p:cNvGrpSpPr/>
            <p:nvPr/>
          </p:nvGrpSpPr>
          <p:grpSpPr>
            <a:xfrm>
              <a:off x="328887" y="7534656"/>
              <a:ext cx="248625" cy="283464"/>
              <a:chOff x="328887" y="7534656"/>
              <a:chExt cx="248625" cy="283464"/>
            </a:xfrm>
          </p:grpSpPr>
          <p:sp>
            <p:nvSpPr>
              <p:cNvPr id="550" name="flame_lora vector"/>
              <p:cNvSpPr/>
              <p:nvPr/>
            </p:nvSpPr>
            <p:spPr>
              <a:xfrm>
                <a:off x="329184" y="7534656"/>
                <a:ext cx="246888" cy="283464"/>
              </a:xfrm>
              <a:custGeom>
                <a:avLst/>
                <a:gdLst/>
                <a:ahLst/>
                <a:cxnLst/>
                <a:rect l="0" t="0" r="r" b="b"/>
                <a:pathLst>
                  <a:path w="27000" h="31000" fill="norm" stroke="0">
                    <a:moveTo>
                      <a:pt x="0" y="0"/>
                    </a:moveTo>
                    <a:cubicBezTo>
                      <a:pt x="8910" y="0"/>
                      <a:pt x="17820" y="0"/>
                      <a:pt x="27000" y="0"/>
                    </a:cubicBezTo>
                    <a:cubicBezTo>
                      <a:pt x="27000" y="10230"/>
                      <a:pt x="27000" y="20460"/>
                      <a:pt x="27000" y="31000"/>
                    </a:cubicBezTo>
                    <a:cubicBezTo>
                      <a:pt x="18090" y="31000"/>
                      <a:pt x="9180" y="31000"/>
                      <a:pt x="0" y="31000"/>
                    </a:cubicBezTo>
                    <a:cubicBezTo>
                      <a:pt x="0" y="20770"/>
                      <a:pt x="0" y="10540"/>
                      <a:pt x="0" y="0"/>
                    </a:cubicBezTo>
                    <a:close/>
                  </a:path>
                </a:pathLst>
              </a:custGeom>
              <a:solidFill>
                <a:srgbClr val="F1AC89"/>
              </a:solidFill>
              <a:ln w="0">
                <a:noFill/>
              </a:ln>
            </p:spPr>
          </p:sp>
          <p:sp>
            <p:nvSpPr>
              <p:cNvPr id="551" name="flame_lora vector"/>
              <p:cNvSpPr/>
              <p:nvPr/>
            </p:nvSpPr>
            <p:spPr>
              <a:xfrm>
                <a:off x="346626" y="7550064"/>
                <a:ext cx="213650" cy="229194"/>
              </a:xfrm>
              <a:custGeom>
                <a:avLst/>
                <a:gdLst/>
                <a:ahLst/>
                <a:cxnLst/>
                <a:rect l="0" t="0" r="r" b="b"/>
                <a:pathLst>
                  <a:path w="23365" h="25065" fill="norm" stroke="0">
                    <a:moveTo>
                      <a:pt x="15843" y="65"/>
                    </a:moveTo>
                    <a:cubicBezTo>
                      <a:pt x="15737" y="698"/>
                      <a:pt x="15642" y="1225"/>
                      <a:pt x="15330" y="1788"/>
                    </a:cubicBezTo>
                    <a:cubicBezTo>
                      <a:pt x="14918" y="2705"/>
                      <a:pt x="15127" y="3608"/>
                      <a:pt x="15343" y="4565"/>
                    </a:cubicBezTo>
                    <a:cubicBezTo>
                      <a:pt x="15555" y="5028"/>
                      <a:pt x="15800" y="5395"/>
                      <a:pt x="16093" y="5815"/>
                    </a:cubicBezTo>
                    <a:cubicBezTo>
                      <a:pt x="16093" y="5980"/>
                      <a:pt x="16093" y="6145"/>
                      <a:pt x="16093" y="6315"/>
                    </a:cubicBezTo>
                    <a:cubicBezTo>
                      <a:pt x="16218" y="6355"/>
                      <a:pt x="16218" y="6355"/>
                      <a:pt x="16842" y="6565"/>
                    </a:cubicBezTo>
                    <a:cubicBezTo>
                      <a:pt x="16850" y="6675"/>
                      <a:pt x="16855" y="6783"/>
                      <a:pt x="16862" y="6895"/>
                    </a:cubicBezTo>
                    <a:cubicBezTo>
                      <a:pt x="16945" y="7760"/>
                      <a:pt x="17068" y="8360"/>
                      <a:pt x="17592" y="9065"/>
                    </a:cubicBezTo>
                    <a:cubicBezTo>
                      <a:pt x="18183" y="9855"/>
                      <a:pt x="18285" y="10598"/>
                      <a:pt x="18342" y="11565"/>
                    </a:cubicBezTo>
                    <a:cubicBezTo>
                      <a:pt x="18508" y="11565"/>
                      <a:pt x="18672" y="11565"/>
                      <a:pt x="18842" y="11565"/>
                    </a:cubicBezTo>
                    <a:cubicBezTo>
                      <a:pt x="18868" y="11475"/>
                      <a:pt x="18868" y="11475"/>
                      <a:pt x="18998" y="11018"/>
                    </a:cubicBezTo>
                    <a:cubicBezTo>
                      <a:pt x="19303" y="10248"/>
                      <a:pt x="19818" y="9860"/>
                      <a:pt x="20463" y="9368"/>
                    </a:cubicBezTo>
                    <a:cubicBezTo>
                      <a:pt x="20812" y="9090"/>
                      <a:pt x="21083" y="8808"/>
                      <a:pt x="21373" y="8470"/>
                    </a:cubicBezTo>
                    <a:cubicBezTo>
                      <a:pt x="21528" y="8338"/>
                      <a:pt x="21683" y="8203"/>
                      <a:pt x="21842" y="8065"/>
                    </a:cubicBezTo>
                    <a:cubicBezTo>
                      <a:pt x="22373" y="8165"/>
                      <a:pt x="22373" y="8165"/>
                      <a:pt x="22842" y="8315"/>
                    </a:cubicBezTo>
                    <a:cubicBezTo>
                      <a:pt x="22842" y="8368"/>
                      <a:pt x="22842" y="8368"/>
                      <a:pt x="22838" y="8640"/>
                    </a:cubicBezTo>
                    <a:cubicBezTo>
                      <a:pt x="22833" y="9130"/>
                      <a:pt x="22830" y="9620"/>
                      <a:pt x="22828" y="10113"/>
                    </a:cubicBezTo>
                    <a:cubicBezTo>
                      <a:pt x="22825" y="10280"/>
                      <a:pt x="22823" y="10448"/>
                      <a:pt x="22820" y="10623"/>
                    </a:cubicBezTo>
                    <a:cubicBezTo>
                      <a:pt x="22815" y="11560"/>
                      <a:pt x="22898" y="12393"/>
                      <a:pt x="23092" y="13315"/>
                    </a:cubicBezTo>
                    <a:cubicBezTo>
                      <a:pt x="23365" y="16448"/>
                      <a:pt x="23365" y="16448"/>
                      <a:pt x="22540" y="17735"/>
                    </a:cubicBezTo>
                    <a:cubicBezTo>
                      <a:pt x="22305" y="18128"/>
                      <a:pt x="22205" y="18498"/>
                      <a:pt x="22092" y="18940"/>
                    </a:cubicBezTo>
                    <a:cubicBezTo>
                      <a:pt x="21520" y="21053"/>
                      <a:pt x="20345" y="22188"/>
                      <a:pt x="18675" y="23533"/>
                    </a:cubicBezTo>
                    <a:cubicBezTo>
                      <a:pt x="18342" y="23815"/>
                      <a:pt x="18342" y="23815"/>
                      <a:pt x="17982" y="24253"/>
                    </a:cubicBezTo>
                    <a:cubicBezTo>
                      <a:pt x="17358" y="24753"/>
                      <a:pt x="16625" y="24753"/>
                      <a:pt x="15843" y="24815"/>
                    </a:cubicBezTo>
                    <a:cubicBezTo>
                      <a:pt x="15680" y="24480"/>
                      <a:pt x="15680" y="24480"/>
                      <a:pt x="15593" y="24065"/>
                    </a:cubicBezTo>
                    <a:cubicBezTo>
                      <a:pt x="15832" y="23743"/>
                      <a:pt x="15832" y="23743"/>
                      <a:pt x="16188" y="23410"/>
                    </a:cubicBezTo>
                    <a:cubicBezTo>
                      <a:pt x="17030" y="22463"/>
                      <a:pt x="17103" y="21553"/>
                      <a:pt x="17092" y="20315"/>
                    </a:cubicBezTo>
                    <a:cubicBezTo>
                      <a:pt x="17043" y="19640"/>
                      <a:pt x="16960" y="18980"/>
                      <a:pt x="16842" y="18315"/>
                    </a:cubicBezTo>
                    <a:cubicBezTo>
                      <a:pt x="16595" y="18315"/>
                      <a:pt x="16347" y="18315"/>
                      <a:pt x="16093" y="18315"/>
                    </a:cubicBezTo>
                    <a:cubicBezTo>
                      <a:pt x="15627" y="18808"/>
                      <a:pt x="15233" y="19338"/>
                      <a:pt x="14820" y="19878"/>
                    </a:cubicBezTo>
                    <a:cubicBezTo>
                      <a:pt x="14343" y="20315"/>
                      <a:pt x="14343" y="20315"/>
                      <a:pt x="13660" y="20378"/>
                    </a:cubicBezTo>
                    <a:cubicBezTo>
                      <a:pt x="13472" y="20358"/>
                      <a:pt x="13285" y="20335"/>
                      <a:pt x="13093" y="20315"/>
                    </a:cubicBezTo>
                    <a:cubicBezTo>
                      <a:pt x="13235" y="19598"/>
                      <a:pt x="13308" y="19350"/>
                      <a:pt x="13843" y="18815"/>
                    </a:cubicBezTo>
                    <a:cubicBezTo>
                      <a:pt x="13938" y="18263"/>
                      <a:pt x="13938" y="18263"/>
                      <a:pt x="13983" y="17613"/>
                    </a:cubicBezTo>
                    <a:cubicBezTo>
                      <a:pt x="14093" y="16218"/>
                      <a:pt x="14093" y="16218"/>
                      <a:pt x="14248" y="15565"/>
                    </a:cubicBezTo>
                    <a:cubicBezTo>
                      <a:pt x="14343" y="15065"/>
                      <a:pt x="14343" y="15065"/>
                      <a:pt x="14093" y="14565"/>
                    </a:cubicBezTo>
                    <a:cubicBezTo>
                      <a:pt x="14080" y="14233"/>
                      <a:pt x="14070" y="13898"/>
                      <a:pt x="14062" y="13565"/>
                    </a:cubicBezTo>
                    <a:cubicBezTo>
                      <a:pt x="13918" y="12018"/>
                      <a:pt x="13032" y="10990"/>
                      <a:pt x="12093" y="9815"/>
                    </a:cubicBezTo>
                    <a:cubicBezTo>
                      <a:pt x="12010" y="9855"/>
                      <a:pt x="12010" y="9855"/>
                      <a:pt x="11593" y="10065"/>
                    </a:cubicBezTo>
                    <a:cubicBezTo>
                      <a:pt x="11508" y="10500"/>
                      <a:pt x="11508" y="10500"/>
                      <a:pt x="11468" y="11035"/>
                    </a:cubicBezTo>
                    <a:cubicBezTo>
                      <a:pt x="11410" y="11810"/>
                      <a:pt x="11272" y="12180"/>
                      <a:pt x="10843" y="12815"/>
                    </a:cubicBezTo>
                    <a:cubicBezTo>
                      <a:pt x="10767" y="13058"/>
                      <a:pt x="10695" y="13303"/>
                      <a:pt x="10627" y="13548"/>
                    </a:cubicBezTo>
                    <a:cubicBezTo>
                      <a:pt x="10373" y="14353"/>
                      <a:pt x="9913" y="14808"/>
                      <a:pt x="9280" y="15345"/>
                    </a:cubicBezTo>
                    <a:cubicBezTo>
                      <a:pt x="8127" y="16403"/>
                      <a:pt x="7502" y="17550"/>
                      <a:pt x="6865" y="18963"/>
                    </a:cubicBezTo>
                    <a:cubicBezTo>
                      <a:pt x="6593" y="19565"/>
                      <a:pt x="6593" y="19565"/>
                      <a:pt x="6343" y="19815"/>
                    </a:cubicBezTo>
                    <a:cubicBezTo>
                      <a:pt x="6248" y="20975"/>
                      <a:pt x="6520" y="21808"/>
                      <a:pt x="7248" y="22710"/>
                    </a:cubicBezTo>
                    <a:cubicBezTo>
                      <a:pt x="7492" y="22995"/>
                      <a:pt x="7742" y="23270"/>
                      <a:pt x="7992" y="23545"/>
                    </a:cubicBezTo>
                    <a:cubicBezTo>
                      <a:pt x="8343" y="24065"/>
                      <a:pt x="8343" y="24065"/>
                      <a:pt x="8270" y="24633"/>
                    </a:cubicBezTo>
                    <a:cubicBezTo>
                      <a:pt x="8213" y="24775"/>
                      <a:pt x="8153" y="24918"/>
                      <a:pt x="8093" y="25065"/>
                    </a:cubicBezTo>
                    <a:cubicBezTo>
                      <a:pt x="6727" y="24812"/>
                      <a:pt x="5850" y="24120"/>
                      <a:pt x="4922" y="23145"/>
                    </a:cubicBezTo>
                    <a:cubicBezTo>
                      <a:pt x="4575" y="22798"/>
                      <a:pt x="4210" y="22495"/>
                      <a:pt x="3828" y="22190"/>
                    </a:cubicBezTo>
                    <a:cubicBezTo>
                      <a:pt x="2718" y="21278"/>
                      <a:pt x="2093" y="20420"/>
                      <a:pt x="1593" y="19065"/>
                    </a:cubicBezTo>
                    <a:cubicBezTo>
                      <a:pt x="1510" y="18948"/>
                      <a:pt x="1430" y="18830"/>
                      <a:pt x="1345" y="18708"/>
                    </a:cubicBezTo>
                    <a:cubicBezTo>
                      <a:pt x="992" y="18160"/>
                      <a:pt x="885" y="17598"/>
                      <a:pt x="733" y="16970"/>
                    </a:cubicBezTo>
                    <a:cubicBezTo>
                      <a:pt x="593" y="16565"/>
                      <a:pt x="593" y="16565"/>
                      <a:pt x="93" y="16065"/>
                    </a:cubicBezTo>
                    <a:cubicBezTo>
                      <a:pt x="35" y="15560"/>
                      <a:pt x="13" y="15100"/>
                      <a:pt x="15" y="14595"/>
                    </a:cubicBezTo>
                    <a:cubicBezTo>
                      <a:pt x="10" y="14465"/>
                      <a:pt x="8" y="14333"/>
                      <a:pt x="2" y="14195"/>
                    </a:cubicBezTo>
                    <a:cubicBezTo>
                      <a:pt x="0" y="13235"/>
                      <a:pt x="227" y="12783"/>
                      <a:pt x="843" y="12065"/>
                    </a:cubicBezTo>
                    <a:cubicBezTo>
                      <a:pt x="905" y="11843"/>
                      <a:pt x="968" y="11623"/>
                      <a:pt x="1030" y="11393"/>
                    </a:cubicBezTo>
                    <a:cubicBezTo>
                      <a:pt x="1380" y="10200"/>
                      <a:pt x="2310" y="9255"/>
                      <a:pt x="3093" y="8315"/>
                    </a:cubicBezTo>
                    <a:cubicBezTo>
                      <a:pt x="3422" y="8398"/>
                      <a:pt x="3752" y="8480"/>
                      <a:pt x="4093" y="8565"/>
                    </a:cubicBezTo>
                    <a:cubicBezTo>
                      <a:pt x="4093" y="9143"/>
                      <a:pt x="4093" y="9720"/>
                      <a:pt x="4093" y="10315"/>
                    </a:cubicBezTo>
                    <a:cubicBezTo>
                      <a:pt x="4562" y="10275"/>
                      <a:pt x="4562" y="10275"/>
                      <a:pt x="5093" y="10065"/>
                    </a:cubicBezTo>
                    <a:cubicBezTo>
                      <a:pt x="5308" y="9595"/>
                      <a:pt x="5448" y="9200"/>
                      <a:pt x="5578" y="8705"/>
                    </a:cubicBezTo>
                    <a:cubicBezTo>
                      <a:pt x="6638" y="5145"/>
                      <a:pt x="8280" y="2988"/>
                      <a:pt x="11508" y="1185"/>
                    </a:cubicBezTo>
                    <a:cubicBezTo>
                      <a:pt x="12983" y="415"/>
                      <a:pt x="14168" y="0"/>
                      <a:pt x="15843" y="65"/>
                    </a:cubicBezTo>
                    <a:close/>
                  </a:path>
                </a:pathLst>
              </a:custGeom>
              <a:solidFill>
                <a:srgbClr val="EE713B"/>
              </a:solidFill>
              <a:ln w="0">
                <a:noFill/>
              </a:ln>
            </p:spPr>
          </p:sp>
          <p:sp>
            <p:nvSpPr>
              <p:cNvPr id="552" name="flame_lora vector"/>
              <p:cNvSpPr/>
              <p:nvPr/>
            </p:nvSpPr>
            <p:spPr>
              <a:xfrm>
                <a:off x="328887" y="7534656"/>
                <a:ext cx="248625" cy="178308"/>
              </a:xfrm>
              <a:custGeom>
                <a:avLst/>
                <a:gdLst/>
                <a:ahLst/>
                <a:cxnLst/>
                <a:rect l="0" t="0" r="r" b="b"/>
                <a:pathLst>
                  <a:path w="27190" h="19500" fill="norm" stroke="0">
                    <a:moveTo>
                      <a:pt x="32" y="0"/>
                    </a:moveTo>
                    <a:cubicBezTo>
                      <a:pt x="8942" y="0"/>
                      <a:pt x="17852" y="0"/>
                      <a:pt x="27032" y="0"/>
                    </a:cubicBezTo>
                    <a:cubicBezTo>
                      <a:pt x="27052" y="2845"/>
                      <a:pt x="27075" y="5692"/>
                      <a:pt x="27095" y="8625"/>
                    </a:cubicBezTo>
                    <a:cubicBezTo>
                      <a:pt x="27105" y="9520"/>
                      <a:pt x="27112" y="10415"/>
                      <a:pt x="27123" y="11337"/>
                    </a:cubicBezTo>
                    <a:cubicBezTo>
                      <a:pt x="27127" y="12440"/>
                      <a:pt x="27127" y="12440"/>
                      <a:pt x="27127" y="12957"/>
                    </a:cubicBezTo>
                    <a:cubicBezTo>
                      <a:pt x="27130" y="13315"/>
                      <a:pt x="27132" y="13673"/>
                      <a:pt x="27138" y="14030"/>
                    </a:cubicBezTo>
                    <a:cubicBezTo>
                      <a:pt x="27190" y="17908"/>
                      <a:pt x="27190" y="17908"/>
                      <a:pt x="26032" y="19500"/>
                    </a:cubicBezTo>
                    <a:cubicBezTo>
                      <a:pt x="25868" y="19500"/>
                      <a:pt x="25702" y="19500"/>
                      <a:pt x="25532" y="19500"/>
                    </a:cubicBezTo>
                    <a:cubicBezTo>
                      <a:pt x="25495" y="18523"/>
                      <a:pt x="25460" y="17545"/>
                      <a:pt x="25425" y="16567"/>
                    </a:cubicBezTo>
                    <a:cubicBezTo>
                      <a:pt x="25415" y="16235"/>
                      <a:pt x="25403" y="15905"/>
                      <a:pt x="25390" y="15575"/>
                    </a:cubicBezTo>
                    <a:cubicBezTo>
                      <a:pt x="25310" y="13465"/>
                      <a:pt x="25265" y="11360"/>
                      <a:pt x="25282" y="9250"/>
                    </a:cubicBezTo>
                    <a:cubicBezTo>
                      <a:pt x="24330" y="8982"/>
                      <a:pt x="24330" y="8982"/>
                      <a:pt x="23910" y="9133"/>
                    </a:cubicBezTo>
                    <a:cubicBezTo>
                      <a:pt x="22995" y="9775"/>
                      <a:pt x="22317" y="10495"/>
                      <a:pt x="21630" y="11378"/>
                    </a:cubicBezTo>
                    <a:cubicBezTo>
                      <a:pt x="21268" y="11768"/>
                      <a:pt x="21045" y="11888"/>
                      <a:pt x="20532" y="12000"/>
                    </a:cubicBezTo>
                    <a:cubicBezTo>
                      <a:pt x="20287" y="11237"/>
                      <a:pt x="20287" y="10763"/>
                      <a:pt x="20532" y="10000"/>
                    </a:cubicBezTo>
                    <a:cubicBezTo>
                      <a:pt x="20368" y="10000"/>
                      <a:pt x="20202" y="10000"/>
                      <a:pt x="20032" y="10000"/>
                    </a:cubicBezTo>
                    <a:cubicBezTo>
                      <a:pt x="19970" y="9862"/>
                      <a:pt x="19905" y="9722"/>
                      <a:pt x="19840" y="9580"/>
                    </a:cubicBezTo>
                    <a:cubicBezTo>
                      <a:pt x="19755" y="9400"/>
                      <a:pt x="19668" y="9217"/>
                      <a:pt x="19580" y="9030"/>
                    </a:cubicBezTo>
                    <a:cubicBezTo>
                      <a:pt x="19495" y="8852"/>
                      <a:pt x="19410" y="8673"/>
                      <a:pt x="19325" y="8487"/>
                    </a:cubicBezTo>
                    <a:cubicBezTo>
                      <a:pt x="19018" y="7977"/>
                      <a:pt x="18770" y="7815"/>
                      <a:pt x="18282" y="7500"/>
                    </a:cubicBezTo>
                    <a:cubicBezTo>
                      <a:pt x="18200" y="7082"/>
                      <a:pt x="18115" y="6668"/>
                      <a:pt x="18032" y="6250"/>
                    </a:cubicBezTo>
                    <a:cubicBezTo>
                      <a:pt x="17908" y="6178"/>
                      <a:pt x="17782" y="6107"/>
                      <a:pt x="17653" y="6033"/>
                    </a:cubicBezTo>
                    <a:cubicBezTo>
                      <a:pt x="17282" y="5750"/>
                      <a:pt x="17282" y="5750"/>
                      <a:pt x="17210" y="5210"/>
                    </a:cubicBezTo>
                    <a:cubicBezTo>
                      <a:pt x="17218" y="5005"/>
                      <a:pt x="17228" y="4803"/>
                      <a:pt x="17235" y="4595"/>
                    </a:cubicBezTo>
                    <a:cubicBezTo>
                      <a:pt x="17240" y="4492"/>
                      <a:pt x="17240" y="4492"/>
                      <a:pt x="17255" y="3975"/>
                    </a:cubicBezTo>
                    <a:cubicBezTo>
                      <a:pt x="17265" y="3817"/>
                      <a:pt x="17272" y="3663"/>
                      <a:pt x="17282" y="3500"/>
                    </a:cubicBezTo>
                    <a:cubicBezTo>
                      <a:pt x="17530" y="3418"/>
                      <a:pt x="17778" y="3335"/>
                      <a:pt x="18032" y="3250"/>
                    </a:cubicBezTo>
                    <a:cubicBezTo>
                      <a:pt x="18032" y="2590"/>
                      <a:pt x="18032" y="1930"/>
                      <a:pt x="18032" y="1250"/>
                    </a:cubicBezTo>
                    <a:cubicBezTo>
                      <a:pt x="16812" y="1470"/>
                      <a:pt x="16812" y="1470"/>
                      <a:pt x="16532" y="1750"/>
                    </a:cubicBezTo>
                    <a:cubicBezTo>
                      <a:pt x="16220" y="1758"/>
                      <a:pt x="15907" y="1763"/>
                      <a:pt x="15595" y="1765"/>
                    </a:cubicBezTo>
                    <a:cubicBezTo>
                      <a:pt x="13775" y="1938"/>
                      <a:pt x="11877" y="3155"/>
                      <a:pt x="10593" y="4440"/>
                    </a:cubicBezTo>
                    <a:cubicBezTo>
                      <a:pt x="10490" y="4543"/>
                      <a:pt x="10388" y="4645"/>
                      <a:pt x="10282" y="4750"/>
                    </a:cubicBezTo>
                    <a:cubicBezTo>
                      <a:pt x="10118" y="4750"/>
                      <a:pt x="9952" y="4750"/>
                      <a:pt x="9782" y="4750"/>
                    </a:cubicBezTo>
                    <a:cubicBezTo>
                      <a:pt x="9725" y="4880"/>
                      <a:pt x="9670" y="5008"/>
                      <a:pt x="9610" y="5140"/>
                    </a:cubicBezTo>
                    <a:cubicBezTo>
                      <a:pt x="9322" y="5675"/>
                      <a:pt x="9017" y="6125"/>
                      <a:pt x="8657" y="6610"/>
                    </a:cubicBezTo>
                    <a:cubicBezTo>
                      <a:pt x="8148" y="7308"/>
                      <a:pt x="7820" y="7938"/>
                      <a:pt x="7532" y="8750"/>
                    </a:cubicBezTo>
                    <a:cubicBezTo>
                      <a:pt x="7450" y="8832"/>
                      <a:pt x="7368" y="8915"/>
                      <a:pt x="7282" y="9000"/>
                    </a:cubicBezTo>
                    <a:cubicBezTo>
                      <a:pt x="7185" y="9420"/>
                      <a:pt x="7097" y="9842"/>
                      <a:pt x="7017" y="10265"/>
                    </a:cubicBezTo>
                    <a:cubicBezTo>
                      <a:pt x="6972" y="10495"/>
                      <a:pt x="6927" y="10725"/>
                      <a:pt x="6882" y="10962"/>
                    </a:cubicBezTo>
                    <a:cubicBezTo>
                      <a:pt x="6850" y="11140"/>
                      <a:pt x="6817" y="11317"/>
                      <a:pt x="6782" y="11500"/>
                    </a:cubicBezTo>
                    <a:cubicBezTo>
                      <a:pt x="6618" y="11500"/>
                      <a:pt x="6453" y="11500"/>
                      <a:pt x="6282" y="11500"/>
                    </a:cubicBezTo>
                    <a:cubicBezTo>
                      <a:pt x="6285" y="11357"/>
                      <a:pt x="6288" y="11217"/>
                      <a:pt x="6292" y="11072"/>
                    </a:cubicBezTo>
                    <a:cubicBezTo>
                      <a:pt x="6292" y="10888"/>
                      <a:pt x="6295" y="10705"/>
                      <a:pt x="6297" y="10515"/>
                    </a:cubicBezTo>
                    <a:cubicBezTo>
                      <a:pt x="6300" y="10332"/>
                      <a:pt x="6305" y="10150"/>
                      <a:pt x="6307" y="9962"/>
                    </a:cubicBezTo>
                    <a:cubicBezTo>
                      <a:pt x="6282" y="9500"/>
                      <a:pt x="6282" y="9500"/>
                      <a:pt x="6032" y="9250"/>
                    </a:cubicBezTo>
                    <a:cubicBezTo>
                      <a:pt x="5440" y="9173"/>
                      <a:pt x="5440" y="9173"/>
                      <a:pt x="4782" y="9250"/>
                    </a:cubicBezTo>
                    <a:cubicBezTo>
                      <a:pt x="4087" y="9920"/>
                      <a:pt x="3913" y="10560"/>
                      <a:pt x="3782" y="11500"/>
                    </a:cubicBezTo>
                    <a:cubicBezTo>
                      <a:pt x="3617" y="11540"/>
                      <a:pt x="3617" y="11540"/>
                      <a:pt x="2782" y="11750"/>
                    </a:cubicBezTo>
                    <a:cubicBezTo>
                      <a:pt x="2752" y="11870"/>
                      <a:pt x="2722" y="11990"/>
                      <a:pt x="2690" y="12115"/>
                    </a:cubicBezTo>
                    <a:cubicBezTo>
                      <a:pt x="2650" y="12273"/>
                      <a:pt x="2608" y="12430"/>
                      <a:pt x="2562" y="12595"/>
                    </a:cubicBezTo>
                    <a:cubicBezTo>
                      <a:pt x="2523" y="12750"/>
                      <a:pt x="2483" y="12908"/>
                      <a:pt x="2440" y="13067"/>
                    </a:cubicBezTo>
                    <a:cubicBezTo>
                      <a:pt x="2282" y="13500"/>
                      <a:pt x="2282" y="13500"/>
                      <a:pt x="1782" y="14000"/>
                    </a:cubicBezTo>
                    <a:cubicBezTo>
                      <a:pt x="1680" y="14597"/>
                      <a:pt x="1680" y="14597"/>
                      <a:pt x="1627" y="15312"/>
                    </a:cubicBezTo>
                    <a:cubicBezTo>
                      <a:pt x="1608" y="15558"/>
                      <a:pt x="1590" y="15803"/>
                      <a:pt x="1570" y="16055"/>
                    </a:cubicBezTo>
                    <a:cubicBezTo>
                      <a:pt x="1530" y="16790"/>
                      <a:pt x="1512" y="17515"/>
                      <a:pt x="1532" y="18250"/>
                    </a:cubicBezTo>
                    <a:cubicBezTo>
                      <a:pt x="1285" y="18250"/>
                      <a:pt x="1038" y="18250"/>
                      <a:pt x="782" y="18250"/>
                    </a:cubicBezTo>
                    <a:cubicBezTo>
                      <a:pt x="652" y="17605"/>
                      <a:pt x="525" y="16960"/>
                      <a:pt x="407" y="16312"/>
                    </a:cubicBezTo>
                    <a:cubicBezTo>
                      <a:pt x="282" y="15750"/>
                      <a:pt x="282" y="15750"/>
                      <a:pt x="32" y="15500"/>
                    </a:cubicBezTo>
                    <a:cubicBezTo>
                      <a:pt x="10" y="15013"/>
                      <a:pt x="0" y="14535"/>
                      <a:pt x="5" y="14050"/>
                    </a:cubicBezTo>
                    <a:cubicBezTo>
                      <a:pt x="5" y="13895"/>
                      <a:pt x="5" y="13742"/>
                      <a:pt x="5" y="13582"/>
                    </a:cubicBezTo>
                    <a:cubicBezTo>
                      <a:pt x="5" y="13082"/>
                      <a:pt x="5" y="12585"/>
                      <a:pt x="8" y="12085"/>
                    </a:cubicBezTo>
                    <a:cubicBezTo>
                      <a:pt x="8" y="11778"/>
                      <a:pt x="8" y="11470"/>
                      <a:pt x="10" y="11163"/>
                    </a:cubicBezTo>
                    <a:cubicBezTo>
                      <a:pt x="10" y="10020"/>
                      <a:pt x="12" y="8878"/>
                      <a:pt x="17" y="7735"/>
                    </a:cubicBezTo>
                    <a:cubicBezTo>
                      <a:pt x="23" y="5183"/>
                      <a:pt x="27" y="2630"/>
                      <a:pt x="32" y="0"/>
                    </a:cubicBezTo>
                    <a:close/>
                  </a:path>
                </a:pathLst>
              </a:custGeom>
              <a:solidFill>
                <a:srgbClr val="F3BC9E"/>
              </a:solidFill>
              <a:ln w="0">
                <a:noFill/>
              </a:ln>
            </p:spPr>
          </p:sp>
          <p:sp>
            <p:nvSpPr>
              <p:cNvPr id="553" name="flame_lora vector"/>
              <p:cNvSpPr/>
              <p:nvPr/>
            </p:nvSpPr>
            <p:spPr>
              <a:xfrm>
                <a:off x="346626" y="7550064"/>
                <a:ext cx="213650" cy="229194"/>
              </a:xfrm>
              <a:custGeom>
                <a:avLst/>
                <a:gdLst/>
                <a:ahLst/>
                <a:cxnLst/>
                <a:rect l="0" t="0" r="r" b="b"/>
                <a:pathLst>
                  <a:path w="23365" h="25065" fill="norm" stroke="0">
                    <a:moveTo>
                      <a:pt x="15843" y="65"/>
                    </a:moveTo>
                    <a:cubicBezTo>
                      <a:pt x="15737" y="698"/>
                      <a:pt x="15642" y="1225"/>
                      <a:pt x="15330" y="1788"/>
                    </a:cubicBezTo>
                    <a:cubicBezTo>
                      <a:pt x="14918" y="2705"/>
                      <a:pt x="15127" y="3608"/>
                      <a:pt x="15343" y="4565"/>
                    </a:cubicBezTo>
                    <a:cubicBezTo>
                      <a:pt x="15555" y="5028"/>
                      <a:pt x="15800" y="5395"/>
                      <a:pt x="16093" y="5815"/>
                    </a:cubicBezTo>
                    <a:cubicBezTo>
                      <a:pt x="16093" y="5980"/>
                      <a:pt x="16093" y="6145"/>
                      <a:pt x="16093" y="6315"/>
                    </a:cubicBezTo>
                    <a:cubicBezTo>
                      <a:pt x="16218" y="6355"/>
                      <a:pt x="16218" y="6355"/>
                      <a:pt x="16842" y="6565"/>
                    </a:cubicBezTo>
                    <a:cubicBezTo>
                      <a:pt x="16850" y="6675"/>
                      <a:pt x="16855" y="6783"/>
                      <a:pt x="16862" y="6895"/>
                    </a:cubicBezTo>
                    <a:cubicBezTo>
                      <a:pt x="16945" y="7760"/>
                      <a:pt x="17068" y="8360"/>
                      <a:pt x="17592" y="9065"/>
                    </a:cubicBezTo>
                    <a:cubicBezTo>
                      <a:pt x="18183" y="9855"/>
                      <a:pt x="18285" y="10598"/>
                      <a:pt x="18342" y="11565"/>
                    </a:cubicBezTo>
                    <a:cubicBezTo>
                      <a:pt x="18508" y="11565"/>
                      <a:pt x="18672" y="11565"/>
                      <a:pt x="18842" y="11565"/>
                    </a:cubicBezTo>
                    <a:cubicBezTo>
                      <a:pt x="18868" y="11475"/>
                      <a:pt x="18868" y="11475"/>
                      <a:pt x="18998" y="11018"/>
                    </a:cubicBezTo>
                    <a:cubicBezTo>
                      <a:pt x="19303" y="10248"/>
                      <a:pt x="19818" y="9860"/>
                      <a:pt x="20463" y="9368"/>
                    </a:cubicBezTo>
                    <a:cubicBezTo>
                      <a:pt x="20812" y="9090"/>
                      <a:pt x="21083" y="8808"/>
                      <a:pt x="21373" y="8470"/>
                    </a:cubicBezTo>
                    <a:cubicBezTo>
                      <a:pt x="21528" y="8338"/>
                      <a:pt x="21683" y="8203"/>
                      <a:pt x="21842" y="8065"/>
                    </a:cubicBezTo>
                    <a:cubicBezTo>
                      <a:pt x="22373" y="8165"/>
                      <a:pt x="22373" y="8165"/>
                      <a:pt x="22842" y="8315"/>
                    </a:cubicBezTo>
                    <a:cubicBezTo>
                      <a:pt x="22842" y="8368"/>
                      <a:pt x="22842" y="8368"/>
                      <a:pt x="22838" y="8640"/>
                    </a:cubicBezTo>
                    <a:cubicBezTo>
                      <a:pt x="22833" y="9130"/>
                      <a:pt x="22830" y="9620"/>
                      <a:pt x="22828" y="10113"/>
                    </a:cubicBezTo>
                    <a:cubicBezTo>
                      <a:pt x="22825" y="10280"/>
                      <a:pt x="22823" y="10448"/>
                      <a:pt x="22820" y="10623"/>
                    </a:cubicBezTo>
                    <a:cubicBezTo>
                      <a:pt x="22815" y="11560"/>
                      <a:pt x="22898" y="12393"/>
                      <a:pt x="23092" y="13315"/>
                    </a:cubicBezTo>
                    <a:cubicBezTo>
                      <a:pt x="23365" y="16448"/>
                      <a:pt x="23365" y="16448"/>
                      <a:pt x="22540" y="17735"/>
                    </a:cubicBezTo>
                    <a:cubicBezTo>
                      <a:pt x="22305" y="18128"/>
                      <a:pt x="22205" y="18498"/>
                      <a:pt x="22092" y="18940"/>
                    </a:cubicBezTo>
                    <a:cubicBezTo>
                      <a:pt x="21520" y="21053"/>
                      <a:pt x="20345" y="22188"/>
                      <a:pt x="18675" y="23533"/>
                    </a:cubicBezTo>
                    <a:cubicBezTo>
                      <a:pt x="18342" y="23815"/>
                      <a:pt x="18342" y="23815"/>
                      <a:pt x="17982" y="24253"/>
                    </a:cubicBezTo>
                    <a:cubicBezTo>
                      <a:pt x="17358" y="24753"/>
                      <a:pt x="16625" y="24753"/>
                      <a:pt x="15843" y="24815"/>
                    </a:cubicBezTo>
                    <a:cubicBezTo>
                      <a:pt x="15680" y="24480"/>
                      <a:pt x="15680" y="24480"/>
                      <a:pt x="15593" y="24065"/>
                    </a:cubicBezTo>
                    <a:cubicBezTo>
                      <a:pt x="15832" y="23743"/>
                      <a:pt x="15832" y="23743"/>
                      <a:pt x="16188" y="23410"/>
                    </a:cubicBezTo>
                    <a:cubicBezTo>
                      <a:pt x="17030" y="22463"/>
                      <a:pt x="17103" y="21553"/>
                      <a:pt x="17092" y="20315"/>
                    </a:cubicBezTo>
                    <a:cubicBezTo>
                      <a:pt x="17043" y="19640"/>
                      <a:pt x="16960" y="18980"/>
                      <a:pt x="16842" y="18315"/>
                    </a:cubicBezTo>
                    <a:cubicBezTo>
                      <a:pt x="16595" y="18315"/>
                      <a:pt x="16347" y="18315"/>
                      <a:pt x="16093" y="18315"/>
                    </a:cubicBezTo>
                    <a:cubicBezTo>
                      <a:pt x="15627" y="18808"/>
                      <a:pt x="15233" y="19338"/>
                      <a:pt x="14820" y="19878"/>
                    </a:cubicBezTo>
                    <a:cubicBezTo>
                      <a:pt x="14343" y="20315"/>
                      <a:pt x="14343" y="20315"/>
                      <a:pt x="13660" y="20378"/>
                    </a:cubicBezTo>
                    <a:cubicBezTo>
                      <a:pt x="13472" y="20358"/>
                      <a:pt x="13285" y="20335"/>
                      <a:pt x="13093" y="20315"/>
                    </a:cubicBezTo>
                    <a:cubicBezTo>
                      <a:pt x="13235" y="19598"/>
                      <a:pt x="13308" y="19350"/>
                      <a:pt x="13843" y="18815"/>
                    </a:cubicBezTo>
                    <a:cubicBezTo>
                      <a:pt x="13938" y="18263"/>
                      <a:pt x="13938" y="18263"/>
                      <a:pt x="13983" y="17613"/>
                    </a:cubicBezTo>
                    <a:cubicBezTo>
                      <a:pt x="14093" y="16218"/>
                      <a:pt x="14093" y="16218"/>
                      <a:pt x="14248" y="15565"/>
                    </a:cubicBezTo>
                    <a:cubicBezTo>
                      <a:pt x="14343" y="15065"/>
                      <a:pt x="14343" y="15065"/>
                      <a:pt x="14093" y="14565"/>
                    </a:cubicBezTo>
                    <a:cubicBezTo>
                      <a:pt x="14080" y="14233"/>
                      <a:pt x="14070" y="13898"/>
                      <a:pt x="14062" y="13565"/>
                    </a:cubicBezTo>
                    <a:cubicBezTo>
                      <a:pt x="13918" y="12018"/>
                      <a:pt x="13032" y="10990"/>
                      <a:pt x="12093" y="9815"/>
                    </a:cubicBezTo>
                    <a:cubicBezTo>
                      <a:pt x="12010" y="9855"/>
                      <a:pt x="12010" y="9855"/>
                      <a:pt x="11593" y="10065"/>
                    </a:cubicBezTo>
                    <a:cubicBezTo>
                      <a:pt x="11508" y="10500"/>
                      <a:pt x="11508" y="10500"/>
                      <a:pt x="11468" y="11035"/>
                    </a:cubicBezTo>
                    <a:cubicBezTo>
                      <a:pt x="11410" y="11810"/>
                      <a:pt x="11272" y="12180"/>
                      <a:pt x="10843" y="12815"/>
                    </a:cubicBezTo>
                    <a:cubicBezTo>
                      <a:pt x="10767" y="13058"/>
                      <a:pt x="10695" y="13303"/>
                      <a:pt x="10627" y="13548"/>
                    </a:cubicBezTo>
                    <a:cubicBezTo>
                      <a:pt x="10373" y="14353"/>
                      <a:pt x="9913" y="14808"/>
                      <a:pt x="9280" y="15345"/>
                    </a:cubicBezTo>
                    <a:cubicBezTo>
                      <a:pt x="8127" y="16403"/>
                      <a:pt x="7502" y="17550"/>
                      <a:pt x="6865" y="18963"/>
                    </a:cubicBezTo>
                    <a:cubicBezTo>
                      <a:pt x="6593" y="19565"/>
                      <a:pt x="6593" y="19565"/>
                      <a:pt x="6343" y="19815"/>
                    </a:cubicBezTo>
                    <a:cubicBezTo>
                      <a:pt x="6248" y="20975"/>
                      <a:pt x="6520" y="21808"/>
                      <a:pt x="7248" y="22710"/>
                    </a:cubicBezTo>
                    <a:cubicBezTo>
                      <a:pt x="7492" y="22995"/>
                      <a:pt x="7742" y="23270"/>
                      <a:pt x="7992" y="23545"/>
                    </a:cubicBezTo>
                    <a:cubicBezTo>
                      <a:pt x="8343" y="24065"/>
                      <a:pt x="8343" y="24065"/>
                      <a:pt x="8270" y="24633"/>
                    </a:cubicBezTo>
                    <a:cubicBezTo>
                      <a:pt x="8213" y="24775"/>
                      <a:pt x="8153" y="24918"/>
                      <a:pt x="8093" y="25065"/>
                    </a:cubicBezTo>
                    <a:cubicBezTo>
                      <a:pt x="6727" y="24812"/>
                      <a:pt x="5850" y="24120"/>
                      <a:pt x="4922" y="23145"/>
                    </a:cubicBezTo>
                    <a:cubicBezTo>
                      <a:pt x="4575" y="22798"/>
                      <a:pt x="4210" y="22495"/>
                      <a:pt x="3828" y="22190"/>
                    </a:cubicBezTo>
                    <a:cubicBezTo>
                      <a:pt x="2718" y="21278"/>
                      <a:pt x="2093" y="20420"/>
                      <a:pt x="1593" y="19065"/>
                    </a:cubicBezTo>
                    <a:cubicBezTo>
                      <a:pt x="1510" y="18948"/>
                      <a:pt x="1430" y="18830"/>
                      <a:pt x="1345" y="18708"/>
                    </a:cubicBezTo>
                    <a:cubicBezTo>
                      <a:pt x="992" y="18160"/>
                      <a:pt x="885" y="17598"/>
                      <a:pt x="733" y="16970"/>
                    </a:cubicBezTo>
                    <a:cubicBezTo>
                      <a:pt x="593" y="16565"/>
                      <a:pt x="593" y="16565"/>
                      <a:pt x="93" y="16065"/>
                    </a:cubicBezTo>
                    <a:cubicBezTo>
                      <a:pt x="35" y="15560"/>
                      <a:pt x="13" y="15100"/>
                      <a:pt x="15" y="14595"/>
                    </a:cubicBezTo>
                    <a:cubicBezTo>
                      <a:pt x="10" y="14465"/>
                      <a:pt x="8" y="14333"/>
                      <a:pt x="2" y="14195"/>
                    </a:cubicBezTo>
                    <a:cubicBezTo>
                      <a:pt x="0" y="13235"/>
                      <a:pt x="227" y="12783"/>
                      <a:pt x="843" y="12065"/>
                    </a:cubicBezTo>
                    <a:cubicBezTo>
                      <a:pt x="905" y="11843"/>
                      <a:pt x="968" y="11623"/>
                      <a:pt x="1030" y="11393"/>
                    </a:cubicBezTo>
                    <a:cubicBezTo>
                      <a:pt x="1380" y="10200"/>
                      <a:pt x="2310" y="9255"/>
                      <a:pt x="3093" y="8315"/>
                    </a:cubicBezTo>
                    <a:cubicBezTo>
                      <a:pt x="3422" y="8398"/>
                      <a:pt x="3752" y="8480"/>
                      <a:pt x="4093" y="8565"/>
                    </a:cubicBezTo>
                    <a:cubicBezTo>
                      <a:pt x="4093" y="9143"/>
                      <a:pt x="4093" y="9720"/>
                      <a:pt x="4093" y="10315"/>
                    </a:cubicBezTo>
                    <a:cubicBezTo>
                      <a:pt x="4562" y="10275"/>
                      <a:pt x="4562" y="10275"/>
                      <a:pt x="5093" y="10065"/>
                    </a:cubicBezTo>
                    <a:cubicBezTo>
                      <a:pt x="5308" y="9595"/>
                      <a:pt x="5448" y="9200"/>
                      <a:pt x="5578" y="8705"/>
                    </a:cubicBezTo>
                    <a:cubicBezTo>
                      <a:pt x="6638" y="5145"/>
                      <a:pt x="8280" y="2988"/>
                      <a:pt x="11508" y="1185"/>
                    </a:cubicBezTo>
                    <a:cubicBezTo>
                      <a:pt x="12983" y="415"/>
                      <a:pt x="14168" y="0"/>
                      <a:pt x="15843" y="65"/>
                    </a:cubicBezTo>
                    <a:close/>
                    <a:moveTo>
                      <a:pt x="12952" y="1103"/>
                    </a:moveTo>
                    <a:cubicBezTo>
                      <a:pt x="12593" y="1315"/>
                      <a:pt x="12593" y="1315"/>
                      <a:pt x="12013" y="1535"/>
                    </a:cubicBezTo>
                    <a:cubicBezTo>
                      <a:pt x="9782" y="2468"/>
                      <a:pt x="8365" y="3893"/>
                      <a:pt x="7343" y="6065"/>
                    </a:cubicBezTo>
                    <a:cubicBezTo>
                      <a:pt x="7170" y="6312"/>
                      <a:pt x="6992" y="6558"/>
                      <a:pt x="6812" y="6800"/>
                    </a:cubicBezTo>
                    <a:cubicBezTo>
                      <a:pt x="5823" y="8243"/>
                      <a:pt x="5528" y="10108"/>
                      <a:pt x="5343" y="11815"/>
                    </a:cubicBezTo>
                    <a:cubicBezTo>
                      <a:pt x="5178" y="11855"/>
                      <a:pt x="5178" y="11855"/>
                      <a:pt x="4343" y="12065"/>
                    </a:cubicBezTo>
                    <a:cubicBezTo>
                      <a:pt x="4013" y="11323"/>
                      <a:pt x="3683" y="10580"/>
                      <a:pt x="3343" y="9815"/>
                    </a:cubicBezTo>
                    <a:cubicBezTo>
                      <a:pt x="2343" y="10065"/>
                      <a:pt x="2343" y="10065"/>
                      <a:pt x="2098" y="10410"/>
                    </a:cubicBezTo>
                    <a:cubicBezTo>
                      <a:pt x="2045" y="10555"/>
                      <a:pt x="1992" y="10698"/>
                      <a:pt x="1938" y="10845"/>
                    </a:cubicBezTo>
                    <a:cubicBezTo>
                      <a:pt x="1877" y="11005"/>
                      <a:pt x="1818" y="11163"/>
                      <a:pt x="1758" y="11325"/>
                    </a:cubicBezTo>
                    <a:cubicBezTo>
                      <a:pt x="1703" y="11488"/>
                      <a:pt x="1648" y="11648"/>
                      <a:pt x="1593" y="11815"/>
                    </a:cubicBezTo>
                    <a:cubicBezTo>
                      <a:pt x="1540" y="11958"/>
                      <a:pt x="1487" y="12103"/>
                      <a:pt x="1435" y="12250"/>
                    </a:cubicBezTo>
                    <a:cubicBezTo>
                      <a:pt x="735" y="14383"/>
                      <a:pt x="1170" y="16223"/>
                      <a:pt x="1843" y="18315"/>
                    </a:cubicBezTo>
                    <a:cubicBezTo>
                      <a:pt x="1867" y="18398"/>
                      <a:pt x="1867" y="18398"/>
                      <a:pt x="1990" y="18818"/>
                    </a:cubicBezTo>
                    <a:cubicBezTo>
                      <a:pt x="2398" y="19998"/>
                      <a:pt x="3150" y="20645"/>
                      <a:pt x="4108" y="21420"/>
                    </a:cubicBezTo>
                    <a:cubicBezTo>
                      <a:pt x="4593" y="21815"/>
                      <a:pt x="4593" y="21815"/>
                      <a:pt x="4998" y="22240"/>
                    </a:cubicBezTo>
                    <a:cubicBezTo>
                      <a:pt x="5343" y="22565"/>
                      <a:pt x="5343" y="22565"/>
                      <a:pt x="5843" y="22565"/>
                    </a:cubicBezTo>
                    <a:cubicBezTo>
                      <a:pt x="5825" y="22383"/>
                      <a:pt x="5808" y="22203"/>
                      <a:pt x="5790" y="22015"/>
                    </a:cubicBezTo>
                    <a:cubicBezTo>
                      <a:pt x="5642" y="19748"/>
                      <a:pt x="6240" y="17930"/>
                      <a:pt x="7678" y="16153"/>
                    </a:cubicBezTo>
                    <a:cubicBezTo>
                      <a:pt x="7873" y="15955"/>
                      <a:pt x="8075" y="15765"/>
                      <a:pt x="8285" y="15583"/>
                    </a:cubicBezTo>
                    <a:cubicBezTo>
                      <a:pt x="9270" y="14723"/>
                      <a:pt x="9900" y="13790"/>
                      <a:pt x="10343" y="12565"/>
                    </a:cubicBezTo>
                    <a:cubicBezTo>
                      <a:pt x="10508" y="12400"/>
                      <a:pt x="10672" y="12235"/>
                      <a:pt x="10843" y="12065"/>
                    </a:cubicBezTo>
                    <a:cubicBezTo>
                      <a:pt x="10958" y="11593"/>
                      <a:pt x="11050" y="11138"/>
                      <a:pt x="11123" y="10660"/>
                    </a:cubicBezTo>
                    <a:cubicBezTo>
                      <a:pt x="11145" y="10530"/>
                      <a:pt x="11168" y="10400"/>
                      <a:pt x="11190" y="10268"/>
                    </a:cubicBezTo>
                    <a:cubicBezTo>
                      <a:pt x="11242" y="9950"/>
                      <a:pt x="11293" y="9633"/>
                      <a:pt x="11343" y="9315"/>
                    </a:cubicBezTo>
                    <a:cubicBezTo>
                      <a:pt x="11898" y="9353"/>
                      <a:pt x="12325" y="9385"/>
                      <a:pt x="12843" y="9565"/>
                    </a:cubicBezTo>
                    <a:cubicBezTo>
                      <a:pt x="13183" y="10005"/>
                      <a:pt x="13373" y="10323"/>
                      <a:pt x="13593" y="10815"/>
                    </a:cubicBezTo>
                    <a:cubicBezTo>
                      <a:pt x="13625" y="10870"/>
                      <a:pt x="13625" y="10870"/>
                      <a:pt x="13785" y="11153"/>
                    </a:cubicBezTo>
                    <a:cubicBezTo>
                      <a:pt x="14632" y="12658"/>
                      <a:pt x="15090" y="14590"/>
                      <a:pt x="14843" y="16315"/>
                    </a:cubicBezTo>
                    <a:cubicBezTo>
                      <a:pt x="14680" y="16568"/>
                      <a:pt x="14515" y="16818"/>
                      <a:pt x="14343" y="17065"/>
                    </a:cubicBezTo>
                    <a:cubicBezTo>
                      <a:pt x="14298" y="17573"/>
                      <a:pt x="14320" y="18055"/>
                      <a:pt x="14343" y="18565"/>
                    </a:cubicBezTo>
                    <a:cubicBezTo>
                      <a:pt x="14590" y="18648"/>
                      <a:pt x="14838" y="18730"/>
                      <a:pt x="15093" y="18815"/>
                    </a:cubicBezTo>
                    <a:cubicBezTo>
                      <a:pt x="15340" y="18320"/>
                      <a:pt x="15588" y="17825"/>
                      <a:pt x="15843" y="17315"/>
                    </a:cubicBezTo>
                    <a:cubicBezTo>
                      <a:pt x="16255" y="17398"/>
                      <a:pt x="16668" y="17480"/>
                      <a:pt x="17092" y="17565"/>
                    </a:cubicBezTo>
                    <a:cubicBezTo>
                      <a:pt x="17755" y="19328"/>
                      <a:pt x="17920" y="20708"/>
                      <a:pt x="17592" y="22565"/>
                    </a:cubicBezTo>
                    <a:cubicBezTo>
                      <a:pt x="17710" y="22550"/>
                      <a:pt x="17710" y="22550"/>
                      <a:pt x="18312" y="22470"/>
                    </a:cubicBezTo>
                    <a:cubicBezTo>
                      <a:pt x="18377" y="22463"/>
                      <a:pt x="18377" y="22463"/>
                      <a:pt x="18715" y="22418"/>
                    </a:cubicBezTo>
                    <a:cubicBezTo>
                      <a:pt x="19092" y="22315"/>
                      <a:pt x="19092" y="22315"/>
                      <a:pt x="19592" y="21815"/>
                    </a:cubicBezTo>
                    <a:cubicBezTo>
                      <a:pt x="19623" y="21285"/>
                      <a:pt x="19623" y="21285"/>
                      <a:pt x="19592" y="20815"/>
                    </a:cubicBezTo>
                    <a:cubicBezTo>
                      <a:pt x="19922" y="20815"/>
                      <a:pt x="20252" y="20815"/>
                      <a:pt x="20592" y="20815"/>
                    </a:cubicBezTo>
                    <a:cubicBezTo>
                      <a:pt x="21930" y="18053"/>
                      <a:pt x="22528" y="15595"/>
                      <a:pt x="21955" y="12540"/>
                    </a:cubicBezTo>
                    <a:cubicBezTo>
                      <a:pt x="21840" y="11805"/>
                      <a:pt x="21862" y="11208"/>
                      <a:pt x="21952" y="10470"/>
                    </a:cubicBezTo>
                    <a:cubicBezTo>
                      <a:pt x="21978" y="10253"/>
                      <a:pt x="22002" y="10035"/>
                      <a:pt x="22030" y="9810"/>
                    </a:cubicBezTo>
                    <a:cubicBezTo>
                      <a:pt x="22040" y="9728"/>
                      <a:pt x="22040" y="9728"/>
                      <a:pt x="22092" y="9315"/>
                    </a:cubicBezTo>
                    <a:cubicBezTo>
                      <a:pt x="21562" y="9315"/>
                      <a:pt x="21312" y="9335"/>
                      <a:pt x="20842" y="9565"/>
                    </a:cubicBezTo>
                    <a:cubicBezTo>
                      <a:pt x="19940" y="10508"/>
                      <a:pt x="19232" y="11568"/>
                      <a:pt x="18842" y="12815"/>
                    </a:cubicBezTo>
                    <a:cubicBezTo>
                      <a:pt x="18513" y="12815"/>
                      <a:pt x="18183" y="12815"/>
                      <a:pt x="17842" y="12815"/>
                    </a:cubicBezTo>
                    <a:cubicBezTo>
                      <a:pt x="17860" y="12660"/>
                      <a:pt x="17877" y="12508"/>
                      <a:pt x="17895" y="12348"/>
                    </a:cubicBezTo>
                    <a:cubicBezTo>
                      <a:pt x="18000" y="10708"/>
                      <a:pt x="17685" y="9888"/>
                      <a:pt x="16705" y="8588"/>
                    </a:cubicBezTo>
                    <a:cubicBezTo>
                      <a:pt x="16280" y="7975"/>
                      <a:pt x="16125" y="7450"/>
                      <a:pt x="15968" y="6730"/>
                    </a:cubicBezTo>
                    <a:cubicBezTo>
                      <a:pt x="15825" y="6253"/>
                      <a:pt x="15603" y="5918"/>
                      <a:pt x="15328" y="5503"/>
                    </a:cubicBezTo>
                    <a:cubicBezTo>
                      <a:pt x="14433" y="4028"/>
                      <a:pt x="14455" y="2200"/>
                      <a:pt x="14843" y="565"/>
                    </a:cubicBezTo>
                    <a:cubicBezTo>
                      <a:pt x="14045" y="478"/>
                      <a:pt x="13610" y="648"/>
                      <a:pt x="12952" y="1103"/>
                    </a:cubicBezTo>
                    <a:close/>
                  </a:path>
                </a:pathLst>
              </a:custGeom>
              <a:solidFill>
                <a:srgbClr val="E17E4F"/>
              </a:solidFill>
              <a:ln w="0">
                <a:noFill/>
              </a:ln>
            </p:spPr>
          </p:sp>
          <p:sp>
            <p:nvSpPr>
              <p:cNvPr id="554" name="flame_lora vector"/>
              <p:cNvSpPr/>
              <p:nvPr/>
            </p:nvSpPr>
            <p:spPr>
              <a:xfrm>
                <a:off x="343014" y="7543800"/>
                <a:ext cx="219570" cy="256032"/>
              </a:xfrm>
              <a:custGeom>
                <a:avLst/>
                <a:gdLst/>
                <a:ahLst/>
                <a:cxnLst/>
                <a:rect l="0" t="0" r="r" b="b"/>
                <a:pathLst>
                  <a:path w="24012" h="28000" fill="norm" stroke="0">
                    <a:moveTo>
                      <a:pt x="15487" y="0"/>
                    </a:moveTo>
                    <a:cubicBezTo>
                      <a:pt x="16142" y="95"/>
                      <a:pt x="16142" y="95"/>
                      <a:pt x="16737" y="250"/>
                    </a:cubicBezTo>
                    <a:cubicBezTo>
                      <a:pt x="16810" y="1347"/>
                      <a:pt x="16810" y="1347"/>
                      <a:pt x="16737" y="1750"/>
                    </a:cubicBezTo>
                    <a:cubicBezTo>
                      <a:pt x="16615" y="1867"/>
                      <a:pt x="16492" y="1982"/>
                      <a:pt x="16365" y="2102"/>
                    </a:cubicBezTo>
                    <a:cubicBezTo>
                      <a:pt x="15867" y="2628"/>
                      <a:pt x="15887" y="2930"/>
                      <a:pt x="15892" y="3640"/>
                    </a:cubicBezTo>
                    <a:cubicBezTo>
                      <a:pt x="15892" y="3837"/>
                      <a:pt x="15890" y="4033"/>
                      <a:pt x="15887" y="4235"/>
                    </a:cubicBezTo>
                    <a:cubicBezTo>
                      <a:pt x="15987" y="4750"/>
                      <a:pt x="15987" y="4750"/>
                      <a:pt x="16360" y="5030"/>
                    </a:cubicBezTo>
                    <a:cubicBezTo>
                      <a:pt x="16485" y="5102"/>
                      <a:pt x="16610" y="5175"/>
                      <a:pt x="16737" y="5250"/>
                    </a:cubicBezTo>
                    <a:cubicBezTo>
                      <a:pt x="16820" y="5668"/>
                      <a:pt x="16905" y="6082"/>
                      <a:pt x="16987" y="6500"/>
                    </a:cubicBezTo>
                    <a:cubicBezTo>
                      <a:pt x="17235" y="6670"/>
                      <a:pt x="17485" y="6835"/>
                      <a:pt x="17737" y="7000"/>
                    </a:cubicBezTo>
                    <a:cubicBezTo>
                      <a:pt x="18137" y="7640"/>
                      <a:pt x="18487" y="8237"/>
                      <a:pt x="18487" y="9000"/>
                    </a:cubicBezTo>
                    <a:cubicBezTo>
                      <a:pt x="18652" y="9000"/>
                      <a:pt x="18817" y="9000"/>
                      <a:pt x="18987" y="9000"/>
                    </a:cubicBezTo>
                    <a:cubicBezTo>
                      <a:pt x="18987" y="9577"/>
                      <a:pt x="18987" y="10155"/>
                      <a:pt x="18987" y="10750"/>
                    </a:cubicBezTo>
                    <a:cubicBezTo>
                      <a:pt x="19785" y="10340"/>
                      <a:pt x="20307" y="9960"/>
                      <a:pt x="20862" y="9250"/>
                    </a:cubicBezTo>
                    <a:cubicBezTo>
                      <a:pt x="21430" y="8535"/>
                      <a:pt x="21895" y="8117"/>
                      <a:pt x="22737" y="7750"/>
                    </a:cubicBezTo>
                    <a:cubicBezTo>
                      <a:pt x="23290" y="7812"/>
                      <a:pt x="23592" y="7855"/>
                      <a:pt x="23987" y="8250"/>
                    </a:cubicBezTo>
                    <a:cubicBezTo>
                      <a:pt x="24012" y="8640"/>
                      <a:pt x="24012" y="8640"/>
                      <a:pt x="24005" y="9150"/>
                    </a:cubicBezTo>
                    <a:cubicBezTo>
                      <a:pt x="24002" y="9340"/>
                      <a:pt x="24000" y="9530"/>
                      <a:pt x="23997" y="9727"/>
                    </a:cubicBezTo>
                    <a:cubicBezTo>
                      <a:pt x="23992" y="9933"/>
                      <a:pt x="23987" y="10140"/>
                      <a:pt x="23982" y="10355"/>
                    </a:cubicBezTo>
                    <a:cubicBezTo>
                      <a:pt x="23982" y="10460"/>
                      <a:pt x="23982" y="10460"/>
                      <a:pt x="23970" y="10997"/>
                    </a:cubicBezTo>
                    <a:cubicBezTo>
                      <a:pt x="23962" y="11450"/>
                      <a:pt x="23952" y="11900"/>
                      <a:pt x="23940" y="12352"/>
                    </a:cubicBezTo>
                    <a:cubicBezTo>
                      <a:pt x="23925" y="13040"/>
                      <a:pt x="23915" y="13727"/>
                      <a:pt x="23905" y="14415"/>
                    </a:cubicBezTo>
                    <a:cubicBezTo>
                      <a:pt x="23895" y="14852"/>
                      <a:pt x="23885" y="15290"/>
                      <a:pt x="23875" y="15730"/>
                    </a:cubicBezTo>
                    <a:cubicBezTo>
                      <a:pt x="23872" y="15935"/>
                      <a:pt x="23870" y="16140"/>
                      <a:pt x="23868" y="16350"/>
                    </a:cubicBezTo>
                    <a:cubicBezTo>
                      <a:pt x="23835" y="17430"/>
                      <a:pt x="23730" y="18240"/>
                      <a:pt x="23170" y="19178"/>
                    </a:cubicBezTo>
                    <a:cubicBezTo>
                      <a:pt x="22970" y="19533"/>
                      <a:pt x="22852" y="19875"/>
                      <a:pt x="22737" y="20265"/>
                    </a:cubicBezTo>
                    <a:cubicBezTo>
                      <a:pt x="22027" y="22485"/>
                      <a:pt x="20302" y="23690"/>
                      <a:pt x="18487" y="25000"/>
                    </a:cubicBezTo>
                    <a:cubicBezTo>
                      <a:pt x="18780" y="24352"/>
                      <a:pt x="19012" y="23908"/>
                      <a:pt x="19597" y="23500"/>
                    </a:cubicBezTo>
                    <a:cubicBezTo>
                      <a:pt x="20057" y="23158"/>
                      <a:pt x="20302" y="22913"/>
                      <a:pt x="20660" y="22438"/>
                    </a:cubicBezTo>
                    <a:cubicBezTo>
                      <a:pt x="20768" y="22293"/>
                      <a:pt x="20875" y="22148"/>
                      <a:pt x="20987" y="22000"/>
                    </a:cubicBezTo>
                    <a:cubicBezTo>
                      <a:pt x="21152" y="22000"/>
                      <a:pt x="21317" y="22000"/>
                      <a:pt x="21487" y="22000"/>
                    </a:cubicBezTo>
                    <a:cubicBezTo>
                      <a:pt x="21502" y="21903"/>
                      <a:pt x="21502" y="21903"/>
                      <a:pt x="21582" y="21405"/>
                    </a:cubicBezTo>
                    <a:cubicBezTo>
                      <a:pt x="21737" y="20750"/>
                      <a:pt x="21737" y="20750"/>
                      <a:pt x="22237" y="20250"/>
                    </a:cubicBezTo>
                    <a:cubicBezTo>
                      <a:pt x="22377" y="19800"/>
                      <a:pt x="22377" y="19800"/>
                      <a:pt x="22487" y="19280"/>
                    </a:cubicBezTo>
                    <a:cubicBezTo>
                      <a:pt x="22608" y="18720"/>
                      <a:pt x="22718" y="18285"/>
                      <a:pt x="23000" y="17785"/>
                    </a:cubicBezTo>
                    <a:cubicBezTo>
                      <a:pt x="23315" y="17077"/>
                      <a:pt x="23302" y="16430"/>
                      <a:pt x="23285" y="15673"/>
                    </a:cubicBezTo>
                    <a:cubicBezTo>
                      <a:pt x="23282" y="15525"/>
                      <a:pt x="23280" y="15380"/>
                      <a:pt x="23280" y="15230"/>
                    </a:cubicBezTo>
                    <a:cubicBezTo>
                      <a:pt x="23265" y="14383"/>
                      <a:pt x="23195" y="13575"/>
                      <a:pt x="23042" y="12740"/>
                    </a:cubicBezTo>
                    <a:cubicBezTo>
                      <a:pt x="22902" y="11505"/>
                      <a:pt x="22970" y="10242"/>
                      <a:pt x="22987" y="9000"/>
                    </a:cubicBezTo>
                    <a:cubicBezTo>
                      <a:pt x="21840" y="9160"/>
                      <a:pt x="21840" y="9160"/>
                      <a:pt x="21377" y="9567"/>
                    </a:cubicBezTo>
                    <a:cubicBezTo>
                      <a:pt x="21285" y="9695"/>
                      <a:pt x="21192" y="9822"/>
                      <a:pt x="21097" y="9952"/>
                    </a:cubicBezTo>
                    <a:cubicBezTo>
                      <a:pt x="20728" y="10440"/>
                      <a:pt x="20367" y="10890"/>
                      <a:pt x="19925" y="11312"/>
                    </a:cubicBezTo>
                    <a:cubicBezTo>
                      <a:pt x="19487" y="11750"/>
                      <a:pt x="19487" y="11750"/>
                      <a:pt x="19237" y="12250"/>
                    </a:cubicBezTo>
                    <a:cubicBezTo>
                      <a:pt x="19072" y="12250"/>
                      <a:pt x="18908" y="12250"/>
                      <a:pt x="18737" y="12250"/>
                    </a:cubicBezTo>
                    <a:cubicBezTo>
                      <a:pt x="18692" y="12100"/>
                      <a:pt x="18647" y="11947"/>
                      <a:pt x="18600" y="11793"/>
                    </a:cubicBezTo>
                    <a:cubicBezTo>
                      <a:pt x="18070" y="10107"/>
                      <a:pt x="18070" y="10107"/>
                      <a:pt x="17582" y="9470"/>
                    </a:cubicBezTo>
                    <a:cubicBezTo>
                      <a:pt x="17205" y="8955"/>
                      <a:pt x="17177" y="8727"/>
                      <a:pt x="17112" y="8110"/>
                    </a:cubicBezTo>
                    <a:cubicBezTo>
                      <a:pt x="17027" y="7310"/>
                      <a:pt x="16862" y="7030"/>
                      <a:pt x="16237" y="6500"/>
                    </a:cubicBezTo>
                    <a:cubicBezTo>
                      <a:pt x="15312" y="5362"/>
                      <a:pt x="15135" y="3945"/>
                      <a:pt x="15237" y="2500"/>
                    </a:cubicBezTo>
                    <a:cubicBezTo>
                      <a:pt x="15595" y="2102"/>
                      <a:pt x="15595" y="2102"/>
                      <a:pt x="15987" y="1750"/>
                    </a:cubicBezTo>
                    <a:cubicBezTo>
                      <a:pt x="16160" y="1202"/>
                      <a:pt x="16160" y="1202"/>
                      <a:pt x="16237" y="750"/>
                    </a:cubicBezTo>
                    <a:cubicBezTo>
                      <a:pt x="13835" y="1128"/>
                      <a:pt x="12075" y="1918"/>
                      <a:pt x="10070" y="3288"/>
                    </a:cubicBezTo>
                    <a:cubicBezTo>
                      <a:pt x="9737" y="3500"/>
                      <a:pt x="9737" y="3500"/>
                      <a:pt x="9175" y="3750"/>
                    </a:cubicBezTo>
                    <a:cubicBezTo>
                      <a:pt x="8602" y="4077"/>
                      <a:pt x="8492" y="4398"/>
                      <a:pt x="8237" y="5000"/>
                    </a:cubicBezTo>
                    <a:cubicBezTo>
                      <a:pt x="8035" y="5350"/>
                      <a:pt x="7832" y="5697"/>
                      <a:pt x="7627" y="6048"/>
                    </a:cubicBezTo>
                    <a:cubicBezTo>
                      <a:pt x="7093" y="7003"/>
                      <a:pt x="6732" y="7938"/>
                      <a:pt x="6407" y="8980"/>
                    </a:cubicBezTo>
                    <a:cubicBezTo>
                      <a:pt x="6165" y="9720"/>
                      <a:pt x="5902" y="10337"/>
                      <a:pt x="5487" y="11000"/>
                    </a:cubicBezTo>
                    <a:cubicBezTo>
                      <a:pt x="4957" y="11235"/>
                      <a:pt x="4957" y="11235"/>
                      <a:pt x="4487" y="11250"/>
                    </a:cubicBezTo>
                    <a:cubicBezTo>
                      <a:pt x="4237" y="11000"/>
                      <a:pt x="4237" y="11000"/>
                      <a:pt x="4212" y="10592"/>
                    </a:cubicBezTo>
                    <a:cubicBezTo>
                      <a:pt x="4215" y="10433"/>
                      <a:pt x="4220" y="10273"/>
                      <a:pt x="4222" y="10110"/>
                    </a:cubicBezTo>
                    <a:cubicBezTo>
                      <a:pt x="4225" y="9950"/>
                      <a:pt x="4227" y="9790"/>
                      <a:pt x="4227" y="9625"/>
                    </a:cubicBezTo>
                    <a:cubicBezTo>
                      <a:pt x="4232" y="9500"/>
                      <a:pt x="4235" y="9378"/>
                      <a:pt x="4237" y="9250"/>
                    </a:cubicBezTo>
                    <a:cubicBezTo>
                      <a:pt x="3597" y="9345"/>
                      <a:pt x="3292" y="9445"/>
                      <a:pt x="2830" y="9910"/>
                    </a:cubicBezTo>
                    <a:cubicBezTo>
                      <a:pt x="2087" y="10930"/>
                      <a:pt x="1575" y="11788"/>
                      <a:pt x="1237" y="13000"/>
                    </a:cubicBezTo>
                    <a:cubicBezTo>
                      <a:pt x="1152" y="13107"/>
                      <a:pt x="1067" y="13215"/>
                      <a:pt x="980" y="13325"/>
                    </a:cubicBezTo>
                    <a:cubicBezTo>
                      <a:pt x="627" y="13942"/>
                      <a:pt x="655" y="14543"/>
                      <a:pt x="660" y="15235"/>
                    </a:cubicBezTo>
                    <a:cubicBezTo>
                      <a:pt x="655" y="15365"/>
                      <a:pt x="652" y="15497"/>
                      <a:pt x="647" y="15633"/>
                    </a:cubicBezTo>
                    <a:cubicBezTo>
                      <a:pt x="645" y="16592"/>
                      <a:pt x="882" y="17030"/>
                      <a:pt x="1487" y="17750"/>
                    </a:cubicBezTo>
                    <a:cubicBezTo>
                      <a:pt x="1652" y="18212"/>
                      <a:pt x="1652" y="18212"/>
                      <a:pt x="1752" y="18655"/>
                    </a:cubicBezTo>
                    <a:cubicBezTo>
                      <a:pt x="1907" y="19332"/>
                      <a:pt x="1970" y="19482"/>
                      <a:pt x="2487" y="20000"/>
                    </a:cubicBezTo>
                    <a:cubicBezTo>
                      <a:pt x="2522" y="20095"/>
                      <a:pt x="2522" y="20095"/>
                      <a:pt x="2707" y="20577"/>
                    </a:cubicBezTo>
                    <a:cubicBezTo>
                      <a:pt x="3347" y="22110"/>
                      <a:pt x="4477" y="22915"/>
                      <a:pt x="5780" y="23862"/>
                    </a:cubicBezTo>
                    <a:cubicBezTo>
                      <a:pt x="5932" y="23990"/>
                      <a:pt x="6082" y="24117"/>
                      <a:pt x="6237" y="24250"/>
                    </a:cubicBezTo>
                    <a:cubicBezTo>
                      <a:pt x="6237" y="24415"/>
                      <a:pt x="6237" y="24580"/>
                      <a:pt x="6237" y="24750"/>
                    </a:cubicBezTo>
                    <a:cubicBezTo>
                      <a:pt x="6422" y="24822"/>
                      <a:pt x="6607" y="24895"/>
                      <a:pt x="6800" y="24970"/>
                    </a:cubicBezTo>
                    <a:cubicBezTo>
                      <a:pt x="7380" y="25205"/>
                      <a:pt x="7932" y="25462"/>
                      <a:pt x="8487" y="25750"/>
                    </a:cubicBezTo>
                    <a:cubicBezTo>
                      <a:pt x="8452" y="25513"/>
                      <a:pt x="8415" y="25275"/>
                      <a:pt x="8377" y="25030"/>
                    </a:cubicBezTo>
                    <a:cubicBezTo>
                      <a:pt x="8358" y="24898"/>
                      <a:pt x="8337" y="24765"/>
                      <a:pt x="8317" y="24628"/>
                    </a:cubicBezTo>
                    <a:cubicBezTo>
                      <a:pt x="8237" y="24250"/>
                      <a:pt x="8237" y="24250"/>
                      <a:pt x="7987" y="23750"/>
                    </a:cubicBezTo>
                    <a:cubicBezTo>
                      <a:pt x="8317" y="23832"/>
                      <a:pt x="8647" y="23915"/>
                      <a:pt x="8987" y="24000"/>
                    </a:cubicBezTo>
                    <a:cubicBezTo>
                      <a:pt x="9070" y="24495"/>
                      <a:pt x="9152" y="24990"/>
                      <a:pt x="9237" y="25500"/>
                    </a:cubicBezTo>
                    <a:cubicBezTo>
                      <a:pt x="9402" y="25500"/>
                      <a:pt x="9567" y="25500"/>
                      <a:pt x="9737" y="25500"/>
                    </a:cubicBezTo>
                    <a:cubicBezTo>
                      <a:pt x="9820" y="25830"/>
                      <a:pt x="9902" y="26160"/>
                      <a:pt x="9987" y="26500"/>
                    </a:cubicBezTo>
                    <a:cubicBezTo>
                      <a:pt x="9822" y="26500"/>
                      <a:pt x="9657" y="26500"/>
                      <a:pt x="9487" y="26500"/>
                    </a:cubicBezTo>
                    <a:cubicBezTo>
                      <a:pt x="9322" y="26995"/>
                      <a:pt x="9157" y="27490"/>
                      <a:pt x="8987" y="28000"/>
                    </a:cubicBezTo>
                    <a:cubicBezTo>
                      <a:pt x="8237" y="28000"/>
                      <a:pt x="7487" y="28000"/>
                      <a:pt x="6737" y="28000"/>
                    </a:cubicBezTo>
                    <a:cubicBezTo>
                      <a:pt x="6777" y="27875"/>
                      <a:pt x="6777" y="27875"/>
                      <a:pt x="6987" y="27250"/>
                    </a:cubicBezTo>
                    <a:cubicBezTo>
                      <a:pt x="7400" y="27250"/>
                      <a:pt x="7812" y="27250"/>
                      <a:pt x="8237" y="27250"/>
                    </a:cubicBezTo>
                    <a:cubicBezTo>
                      <a:pt x="8237" y="27085"/>
                      <a:pt x="8237" y="26920"/>
                      <a:pt x="8237" y="26750"/>
                    </a:cubicBezTo>
                    <a:cubicBezTo>
                      <a:pt x="8072" y="26625"/>
                      <a:pt x="7907" y="26503"/>
                      <a:pt x="7737" y="26375"/>
                    </a:cubicBezTo>
                    <a:cubicBezTo>
                      <a:pt x="7572" y="26250"/>
                      <a:pt x="7407" y="26128"/>
                      <a:pt x="7237" y="26000"/>
                    </a:cubicBezTo>
                    <a:cubicBezTo>
                      <a:pt x="7237" y="25835"/>
                      <a:pt x="7237" y="25670"/>
                      <a:pt x="7237" y="25500"/>
                    </a:cubicBezTo>
                    <a:cubicBezTo>
                      <a:pt x="7020" y="25445"/>
                      <a:pt x="6800" y="25390"/>
                      <a:pt x="6578" y="25335"/>
                    </a:cubicBezTo>
                    <a:cubicBezTo>
                      <a:pt x="5595" y="25005"/>
                      <a:pt x="5012" y="24398"/>
                      <a:pt x="4315" y="23655"/>
                    </a:cubicBezTo>
                    <a:cubicBezTo>
                      <a:pt x="4197" y="23535"/>
                      <a:pt x="4080" y="23415"/>
                      <a:pt x="3957" y="23290"/>
                    </a:cubicBezTo>
                    <a:cubicBezTo>
                      <a:pt x="2320" y="21600"/>
                      <a:pt x="2320" y="21600"/>
                      <a:pt x="2112" y="20720"/>
                    </a:cubicBezTo>
                    <a:cubicBezTo>
                      <a:pt x="2072" y="20565"/>
                      <a:pt x="2030" y="20410"/>
                      <a:pt x="1987" y="20250"/>
                    </a:cubicBezTo>
                    <a:cubicBezTo>
                      <a:pt x="1862" y="20183"/>
                      <a:pt x="1740" y="20115"/>
                      <a:pt x="1612" y="20048"/>
                    </a:cubicBezTo>
                    <a:cubicBezTo>
                      <a:pt x="1237" y="19750"/>
                      <a:pt x="1237" y="19750"/>
                      <a:pt x="1160" y="19357"/>
                    </a:cubicBezTo>
                    <a:cubicBezTo>
                      <a:pt x="1127" y="19053"/>
                      <a:pt x="1105" y="18745"/>
                      <a:pt x="1090" y="18438"/>
                    </a:cubicBezTo>
                    <a:cubicBezTo>
                      <a:pt x="987" y="18000"/>
                      <a:pt x="987" y="18000"/>
                      <a:pt x="610" y="17695"/>
                    </a:cubicBezTo>
                    <a:cubicBezTo>
                      <a:pt x="0" y="16967"/>
                      <a:pt x="130" y="16165"/>
                      <a:pt x="142" y="15250"/>
                    </a:cubicBezTo>
                    <a:cubicBezTo>
                      <a:pt x="140" y="15070"/>
                      <a:pt x="137" y="14888"/>
                      <a:pt x="135" y="14700"/>
                    </a:cubicBezTo>
                    <a:cubicBezTo>
                      <a:pt x="142" y="13362"/>
                      <a:pt x="142" y="13362"/>
                      <a:pt x="607" y="12808"/>
                    </a:cubicBezTo>
                    <a:cubicBezTo>
                      <a:pt x="732" y="12705"/>
                      <a:pt x="857" y="12605"/>
                      <a:pt x="987" y="12500"/>
                    </a:cubicBezTo>
                    <a:cubicBezTo>
                      <a:pt x="1115" y="12045"/>
                      <a:pt x="1115" y="12045"/>
                      <a:pt x="1160" y="11577"/>
                    </a:cubicBezTo>
                    <a:cubicBezTo>
                      <a:pt x="1175" y="11423"/>
                      <a:pt x="1192" y="11268"/>
                      <a:pt x="1210" y="11107"/>
                    </a:cubicBezTo>
                    <a:cubicBezTo>
                      <a:pt x="1218" y="10990"/>
                      <a:pt x="1227" y="10870"/>
                      <a:pt x="1237" y="10750"/>
                    </a:cubicBezTo>
                    <a:cubicBezTo>
                      <a:pt x="1402" y="10710"/>
                      <a:pt x="1402" y="10710"/>
                      <a:pt x="2237" y="10500"/>
                    </a:cubicBezTo>
                    <a:cubicBezTo>
                      <a:pt x="2247" y="10383"/>
                      <a:pt x="2255" y="10265"/>
                      <a:pt x="2265" y="10143"/>
                    </a:cubicBezTo>
                    <a:cubicBezTo>
                      <a:pt x="2343" y="9420"/>
                      <a:pt x="2400" y="8885"/>
                      <a:pt x="2800" y="8265"/>
                    </a:cubicBezTo>
                    <a:cubicBezTo>
                      <a:pt x="3397" y="7903"/>
                      <a:pt x="3800" y="7913"/>
                      <a:pt x="4487" y="8000"/>
                    </a:cubicBezTo>
                    <a:cubicBezTo>
                      <a:pt x="4652" y="8165"/>
                      <a:pt x="4817" y="8330"/>
                      <a:pt x="4987" y="8500"/>
                    </a:cubicBezTo>
                    <a:cubicBezTo>
                      <a:pt x="4982" y="8987"/>
                      <a:pt x="4982" y="8987"/>
                      <a:pt x="4892" y="9530"/>
                    </a:cubicBezTo>
                    <a:cubicBezTo>
                      <a:pt x="4865" y="9712"/>
                      <a:pt x="4837" y="9893"/>
                      <a:pt x="4810" y="10080"/>
                    </a:cubicBezTo>
                    <a:cubicBezTo>
                      <a:pt x="4797" y="10150"/>
                      <a:pt x="4797" y="10150"/>
                      <a:pt x="4737" y="10500"/>
                    </a:cubicBezTo>
                    <a:cubicBezTo>
                      <a:pt x="4902" y="10500"/>
                      <a:pt x="5067" y="10500"/>
                      <a:pt x="5237" y="10500"/>
                    </a:cubicBezTo>
                    <a:cubicBezTo>
                      <a:pt x="5250" y="10325"/>
                      <a:pt x="5262" y="10150"/>
                      <a:pt x="5275" y="9970"/>
                    </a:cubicBezTo>
                    <a:cubicBezTo>
                      <a:pt x="5292" y="9742"/>
                      <a:pt x="5312" y="9515"/>
                      <a:pt x="5332" y="9280"/>
                    </a:cubicBezTo>
                    <a:cubicBezTo>
                      <a:pt x="5347" y="9055"/>
                      <a:pt x="5365" y="8830"/>
                      <a:pt x="5385" y="8595"/>
                    </a:cubicBezTo>
                    <a:cubicBezTo>
                      <a:pt x="5487" y="8000"/>
                      <a:pt x="5487" y="8000"/>
                      <a:pt x="5987" y="7500"/>
                    </a:cubicBezTo>
                    <a:cubicBezTo>
                      <a:pt x="6100" y="7242"/>
                      <a:pt x="6205" y="6982"/>
                      <a:pt x="6300" y="6720"/>
                    </a:cubicBezTo>
                    <a:cubicBezTo>
                      <a:pt x="7282" y="4395"/>
                      <a:pt x="8947" y="3095"/>
                      <a:pt x="10987" y="1750"/>
                    </a:cubicBezTo>
                    <a:cubicBezTo>
                      <a:pt x="11147" y="1638"/>
                      <a:pt x="11310" y="1528"/>
                      <a:pt x="11475" y="1410"/>
                    </a:cubicBezTo>
                    <a:cubicBezTo>
                      <a:pt x="12465" y="770"/>
                      <a:pt x="13332" y="620"/>
                      <a:pt x="14507" y="567"/>
                    </a:cubicBezTo>
                    <a:cubicBezTo>
                      <a:pt x="14987" y="500"/>
                      <a:pt x="14987" y="500"/>
                      <a:pt x="15487" y="0"/>
                    </a:cubicBezTo>
                    <a:close/>
                  </a:path>
                </a:pathLst>
              </a:custGeom>
              <a:solidFill>
                <a:srgbClr val="EAA682"/>
              </a:solidFill>
              <a:ln w="0">
                <a:noFill/>
              </a:ln>
            </p:spPr>
          </p:sp>
          <p:sp>
            <p:nvSpPr>
              <p:cNvPr id="555" name="flame_lora vector"/>
              <p:cNvSpPr/>
              <p:nvPr/>
            </p:nvSpPr>
            <p:spPr>
              <a:xfrm>
                <a:off x="401650" y="7637526"/>
                <a:ext cx="110414" cy="150876"/>
              </a:xfrm>
              <a:custGeom>
                <a:avLst/>
                <a:gdLst/>
                <a:ahLst/>
                <a:cxnLst/>
                <a:rect l="0" t="0" r="r" b="b"/>
                <a:pathLst>
                  <a:path w="12075" h="16500" fill="norm" stroke="0">
                    <a:moveTo>
                      <a:pt x="5825" y="0"/>
                    </a:moveTo>
                    <a:cubicBezTo>
                      <a:pt x="7468" y="1520"/>
                      <a:pt x="8202" y="2745"/>
                      <a:pt x="8325" y="5000"/>
                    </a:cubicBezTo>
                    <a:cubicBezTo>
                      <a:pt x="8373" y="5293"/>
                      <a:pt x="8425" y="5585"/>
                      <a:pt x="8480" y="5875"/>
                    </a:cubicBezTo>
                    <a:cubicBezTo>
                      <a:pt x="8513" y="6082"/>
                      <a:pt x="8543" y="6288"/>
                      <a:pt x="8575" y="6500"/>
                    </a:cubicBezTo>
                    <a:cubicBezTo>
                      <a:pt x="8535" y="6540"/>
                      <a:pt x="8535" y="6540"/>
                      <a:pt x="8325" y="6750"/>
                    </a:cubicBezTo>
                    <a:cubicBezTo>
                      <a:pt x="8265" y="7380"/>
                      <a:pt x="8230" y="8008"/>
                      <a:pt x="8195" y="8638"/>
                    </a:cubicBezTo>
                    <a:cubicBezTo>
                      <a:pt x="8055" y="9347"/>
                      <a:pt x="7850" y="9528"/>
                      <a:pt x="7325" y="10000"/>
                    </a:cubicBezTo>
                    <a:cubicBezTo>
                      <a:pt x="7153" y="10423"/>
                      <a:pt x="7153" y="10423"/>
                      <a:pt x="7075" y="10750"/>
                    </a:cubicBezTo>
                    <a:cubicBezTo>
                      <a:pt x="8550" y="10435"/>
                      <a:pt x="9183" y="9683"/>
                      <a:pt x="10075" y="8500"/>
                    </a:cubicBezTo>
                    <a:cubicBezTo>
                      <a:pt x="10405" y="8582"/>
                      <a:pt x="10735" y="8665"/>
                      <a:pt x="11075" y="8750"/>
                    </a:cubicBezTo>
                    <a:cubicBezTo>
                      <a:pt x="11543" y="12330"/>
                      <a:pt x="11543" y="12330"/>
                      <a:pt x="10780" y="13423"/>
                    </a:cubicBezTo>
                    <a:cubicBezTo>
                      <a:pt x="10558" y="13683"/>
                      <a:pt x="10328" y="13938"/>
                      <a:pt x="10090" y="14185"/>
                    </a:cubicBezTo>
                    <a:cubicBezTo>
                      <a:pt x="9825" y="14500"/>
                      <a:pt x="9825" y="14500"/>
                      <a:pt x="9825" y="15000"/>
                    </a:cubicBezTo>
                    <a:cubicBezTo>
                      <a:pt x="10195" y="14960"/>
                      <a:pt x="10195" y="14960"/>
                      <a:pt x="12075" y="14750"/>
                    </a:cubicBezTo>
                    <a:cubicBezTo>
                      <a:pt x="11828" y="14997"/>
                      <a:pt x="11580" y="15245"/>
                      <a:pt x="11325" y="15500"/>
                    </a:cubicBezTo>
                    <a:cubicBezTo>
                      <a:pt x="11028" y="16048"/>
                      <a:pt x="11028" y="16048"/>
                      <a:pt x="10825" y="16500"/>
                    </a:cubicBezTo>
                    <a:cubicBezTo>
                      <a:pt x="10495" y="16395"/>
                      <a:pt x="10168" y="16285"/>
                      <a:pt x="9840" y="16173"/>
                    </a:cubicBezTo>
                    <a:cubicBezTo>
                      <a:pt x="9657" y="16110"/>
                      <a:pt x="9475" y="16050"/>
                      <a:pt x="9288" y="15987"/>
                    </a:cubicBezTo>
                    <a:cubicBezTo>
                      <a:pt x="8825" y="15750"/>
                      <a:pt x="8825" y="15750"/>
                      <a:pt x="8610" y="15393"/>
                    </a:cubicBezTo>
                    <a:cubicBezTo>
                      <a:pt x="8565" y="14875"/>
                      <a:pt x="8693" y="14697"/>
                      <a:pt x="8998" y="14280"/>
                    </a:cubicBezTo>
                    <a:cubicBezTo>
                      <a:pt x="9090" y="14150"/>
                      <a:pt x="9183" y="14018"/>
                      <a:pt x="9278" y="13880"/>
                    </a:cubicBezTo>
                    <a:cubicBezTo>
                      <a:pt x="9575" y="13500"/>
                      <a:pt x="9575" y="13500"/>
                      <a:pt x="9865" y="13222"/>
                    </a:cubicBezTo>
                    <a:cubicBezTo>
                      <a:pt x="10505" y="12590"/>
                      <a:pt x="10633" y="12102"/>
                      <a:pt x="10655" y="11195"/>
                    </a:cubicBezTo>
                    <a:cubicBezTo>
                      <a:pt x="10645" y="9570"/>
                      <a:pt x="10645" y="9570"/>
                      <a:pt x="10325" y="9250"/>
                    </a:cubicBezTo>
                    <a:cubicBezTo>
                      <a:pt x="10240" y="9372"/>
                      <a:pt x="10155" y="9497"/>
                      <a:pt x="10068" y="9625"/>
                    </a:cubicBezTo>
                    <a:cubicBezTo>
                      <a:pt x="9090" y="10918"/>
                      <a:pt x="9090" y="10918"/>
                      <a:pt x="8280" y="11173"/>
                    </a:cubicBezTo>
                    <a:cubicBezTo>
                      <a:pt x="7790" y="11227"/>
                      <a:pt x="7318" y="11260"/>
                      <a:pt x="6825" y="11250"/>
                    </a:cubicBezTo>
                    <a:cubicBezTo>
                      <a:pt x="6613" y="10567"/>
                      <a:pt x="6528" y="10160"/>
                      <a:pt x="6825" y="9500"/>
                    </a:cubicBezTo>
                    <a:cubicBezTo>
                      <a:pt x="6990" y="9500"/>
                      <a:pt x="7155" y="9500"/>
                      <a:pt x="7325" y="9500"/>
                    </a:cubicBezTo>
                    <a:cubicBezTo>
                      <a:pt x="7333" y="9058"/>
                      <a:pt x="7338" y="8615"/>
                      <a:pt x="7340" y="8173"/>
                    </a:cubicBezTo>
                    <a:cubicBezTo>
                      <a:pt x="7343" y="7925"/>
                      <a:pt x="7348" y="7680"/>
                      <a:pt x="7350" y="7425"/>
                    </a:cubicBezTo>
                    <a:cubicBezTo>
                      <a:pt x="7328" y="6852"/>
                      <a:pt x="7255" y="6523"/>
                      <a:pt x="7075" y="6000"/>
                    </a:cubicBezTo>
                    <a:cubicBezTo>
                      <a:pt x="7105" y="5587"/>
                      <a:pt x="7105" y="5587"/>
                      <a:pt x="7185" y="5155"/>
                    </a:cubicBezTo>
                    <a:cubicBezTo>
                      <a:pt x="7490" y="3215"/>
                      <a:pt x="7490" y="3215"/>
                      <a:pt x="6998" y="2312"/>
                    </a:cubicBezTo>
                    <a:cubicBezTo>
                      <a:pt x="6455" y="1590"/>
                      <a:pt x="6455" y="1590"/>
                      <a:pt x="5825" y="1500"/>
                    </a:cubicBezTo>
                    <a:cubicBezTo>
                      <a:pt x="5800" y="1707"/>
                      <a:pt x="5773" y="1913"/>
                      <a:pt x="5748" y="2125"/>
                    </a:cubicBezTo>
                    <a:cubicBezTo>
                      <a:pt x="5535" y="3345"/>
                      <a:pt x="5280" y="4747"/>
                      <a:pt x="4230" y="5515"/>
                    </a:cubicBezTo>
                    <a:cubicBezTo>
                      <a:pt x="4125" y="5587"/>
                      <a:pt x="4017" y="5663"/>
                      <a:pt x="3907" y="5737"/>
                    </a:cubicBezTo>
                    <a:cubicBezTo>
                      <a:pt x="3230" y="6273"/>
                      <a:pt x="2793" y="7033"/>
                      <a:pt x="2325" y="7750"/>
                    </a:cubicBezTo>
                    <a:cubicBezTo>
                      <a:pt x="2250" y="7865"/>
                      <a:pt x="2175" y="7980"/>
                      <a:pt x="2098" y="8097"/>
                    </a:cubicBezTo>
                    <a:cubicBezTo>
                      <a:pt x="1500" y="9048"/>
                      <a:pt x="975" y="10130"/>
                      <a:pt x="825" y="11250"/>
                    </a:cubicBezTo>
                    <a:cubicBezTo>
                      <a:pt x="990" y="11503"/>
                      <a:pt x="1155" y="11753"/>
                      <a:pt x="1325" y="12000"/>
                    </a:cubicBezTo>
                    <a:cubicBezTo>
                      <a:pt x="1355" y="12673"/>
                      <a:pt x="1355" y="12673"/>
                      <a:pt x="1325" y="13250"/>
                    </a:cubicBezTo>
                    <a:cubicBezTo>
                      <a:pt x="568" y="12665"/>
                      <a:pt x="248" y="12235"/>
                      <a:pt x="75" y="11280"/>
                    </a:cubicBezTo>
                    <a:cubicBezTo>
                      <a:pt x="0" y="10330"/>
                      <a:pt x="203" y="9870"/>
                      <a:pt x="785" y="9138"/>
                    </a:cubicBezTo>
                    <a:cubicBezTo>
                      <a:pt x="1105" y="8710"/>
                      <a:pt x="1288" y="8288"/>
                      <a:pt x="1498" y="7798"/>
                    </a:cubicBezTo>
                    <a:cubicBezTo>
                      <a:pt x="1993" y="6753"/>
                      <a:pt x="2705" y="6100"/>
                      <a:pt x="3535" y="5325"/>
                    </a:cubicBezTo>
                    <a:cubicBezTo>
                      <a:pt x="4260" y="4628"/>
                      <a:pt x="4605" y="4065"/>
                      <a:pt x="4770" y="3077"/>
                    </a:cubicBezTo>
                    <a:cubicBezTo>
                      <a:pt x="4825" y="2750"/>
                      <a:pt x="4825" y="2750"/>
                      <a:pt x="5075" y="2500"/>
                    </a:cubicBezTo>
                    <a:cubicBezTo>
                      <a:pt x="5145" y="1992"/>
                      <a:pt x="5188" y="1487"/>
                      <a:pt x="5230" y="977"/>
                    </a:cubicBezTo>
                    <a:cubicBezTo>
                      <a:pt x="5325" y="500"/>
                      <a:pt x="5325" y="500"/>
                      <a:pt x="5825" y="0"/>
                    </a:cubicBezTo>
                    <a:close/>
                  </a:path>
                </a:pathLst>
              </a:custGeom>
              <a:solidFill>
                <a:srgbClr val="E9A481"/>
              </a:solidFill>
              <a:ln w="0">
                <a:noFill/>
              </a:ln>
            </p:spPr>
          </p:sp>
          <p:sp>
            <p:nvSpPr>
              <p:cNvPr id="556" name="flame_lora vector"/>
              <p:cNvSpPr/>
              <p:nvPr/>
            </p:nvSpPr>
            <p:spPr>
              <a:xfrm>
                <a:off x="446799" y="7767828"/>
                <a:ext cx="28689" cy="50292"/>
              </a:xfrm>
              <a:custGeom>
                <a:avLst/>
                <a:gdLst/>
                <a:ahLst/>
                <a:cxnLst/>
                <a:rect l="0" t="0" r="r" b="b"/>
                <a:pathLst>
                  <a:path w="3138" h="5500" fill="norm" stroke="0">
                    <a:moveTo>
                      <a:pt x="1888" y="0"/>
                    </a:moveTo>
                    <a:cubicBezTo>
                      <a:pt x="2135" y="165"/>
                      <a:pt x="2383" y="330"/>
                      <a:pt x="2638" y="500"/>
                    </a:cubicBezTo>
                    <a:cubicBezTo>
                      <a:pt x="2528" y="1245"/>
                      <a:pt x="2358" y="1842"/>
                      <a:pt x="1998" y="2500"/>
                    </a:cubicBezTo>
                    <a:cubicBezTo>
                      <a:pt x="1630" y="3188"/>
                      <a:pt x="1568" y="3715"/>
                      <a:pt x="1638" y="4500"/>
                    </a:cubicBezTo>
                    <a:cubicBezTo>
                      <a:pt x="2050" y="4582"/>
                      <a:pt x="2463" y="4665"/>
                      <a:pt x="2888" y="4750"/>
                    </a:cubicBezTo>
                    <a:cubicBezTo>
                      <a:pt x="2970" y="4997"/>
                      <a:pt x="3053" y="5245"/>
                      <a:pt x="3138" y="5500"/>
                    </a:cubicBezTo>
                    <a:cubicBezTo>
                      <a:pt x="2230" y="5500"/>
                      <a:pt x="1323" y="5500"/>
                      <a:pt x="388" y="5500"/>
                    </a:cubicBezTo>
                    <a:cubicBezTo>
                      <a:pt x="0" y="2590"/>
                      <a:pt x="0" y="2590"/>
                      <a:pt x="450" y="1812"/>
                    </a:cubicBezTo>
                    <a:cubicBezTo>
                      <a:pt x="888" y="1250"/>
                      <a:pt x="888" y="1250"/>
                      <a:pt x="1435" y="1173"/>
                    </a:cubicBezTo>
                    <a:cubicBezTo>
                      <a:pt x="1585" y="1197"/>
                      <a:pt x="1733" y="1222"/>
                      <a:pt x="1888" y="1250"/>
                    </a:cubicBezTo>
                    <a:cubicBezTo>
                      <a:pt x="1888" y="1085"/>
                      <a:pt x="1888" y="920"/>
                      <a:pt x="1888" y="750"/>
                    </a:cubicBezTo>
                    <a:cubicBezTo>
                      <a:pt x="1723" y="750"/>
                      <a:pt x="1558" y="750"/>
                      <a:pt x="1388" y="750"/>
                    </a:cubicBezTo>
                    <a:cubicBezTo>
                      <a:pt x="1388" y="585"/>
                      <a:pt x="1388" y="420"/>
                      <a:pt x="1388" y="250"/>
                    </a:cubicBezTo>
                    <a:cubicBezTo>
                      <a:pt x="1553" y="168"/>
                      <a:pt x="1718" y="85"/>
                      <a:pt x="1888" y="0"/>
                    </a:cubicBezTo>
                    <a:close/>
                  </a:path>
                </a:pathLst>
              </a:custGeom>
              <a:solidFill>
                <a:srgbClr val="EAA783"/>
              </a:solidFill>
              <a:ln w="0">
                <a:noFill/>
              </a:ln>
            </p:spPr>
          </p:sp>
          <p:sp>
            <p:nvSpPr>
              <p:cNvPr id="557" name="flame_lora vector"/>
              <p:cNvSpPr/>
              <p:nvPr/>
            </p:nvSpPr>
            <p:spPr>
              <a:xfrm>
                <a:off x="452628" y="7655814"/>
                <a:ext cx="18814" cy="66294"/>
              </a:xfrm>
              <a:custGeom>
                <a:avLst/>
                <a:gdLst/>
                <a:ahLst/>
                <a:cxnLst/>
                <a:rect l="0" t="0" r="r" b="b"/>
                <a:pathLst>
                  <a:path w="2058" h="7250" fill="norm" stroke="0">
                    <a:moveTo>
                      <a:pt x="500" y="0"/>
                    </a:moveTo>
                    <a:cubicBezTo>
                      <a:pt x="1117" y="288"/>
                      <a:pt x="1513" y="513"/>
                      <a:pt x="2000" y="1000"/>
                    </a:cubicBezTo>
                    <a:cubicBezTo>
                      <a:pt x="2058" y="1560"/>
                      <a:pt x="2058" y="1560"/>
                      <a:pt x="2047" y="2220"/>
                    </a:cubicBezTo>
                    <a:cubicBezTo>
                      <a:pt x="2045" y="2327"/>
                      <a:pt x="2045" y="2327"/>
                      <a:pt x="2043" y="2872"/>
                    </a:cubicBezTo>
                    <a:cubicBezTo>
                      <a:pt x="2000" y="3500"/>
                      <a:pt x="2000" y="3500"/>
                      <a:pt x="1858" y="4065"/>
                    </a:cubicBezTo>
                    <a:cubicBezTo>
                      <a:pt x="1822" y="4207"/>
                      <a:pt x="1785" y="4352"/>
                      <a:pt x="1750" y="4500"/>
                    </a:cubicBezTo>
                    <a:cubicBezTo>
                      <a:pt x="1832" y="4582"/>
                      <a:pt x="1915" y="4665"/>
                      <a:pt x="2000" y="4750"/>
                    </a:cubicBezTo>
                    <a:cubicBezTo>
                      <a:pt x="2017" y="5130"/>
                      <a:pt x="2020" y="5510"/>
                      <a:pt x="2015" y="5890"/>
                    </a:cubicBezTo>
                    <a:cubicBezTo>
                      <a:pt x="2013" y="6097"/>
                      <a:pt x="2010" y="6305"/>
                      <a:pt x="2010" y="6518"/>
                    </a:cubicBezTo>
                    <a:cubicBezTo>
                      <a:pt x="2005" y="6675"/>
                      <a:pt x="2002" y="6835"/>
                      <a:pt x="2000" y="7000"/>
                    </a:cubicBezTo>
                    <a:cubicBezTo>
                      <a:pt x="1752" y="7082"/>
                      <a:pt x="1505" y="7165"/>
                      <a:pt x="1250" y="7250"/>
                    </a:cubicBezTo>
                    <a:cubicBezTo>
                      <a:pt x="1168" y="5765"/>
                      <a:pt x="1085" y="4280"/>
                      <a:pt x="1000" y="2750"/>
                    </a:cubicBezTo>
                    <a:cubicBezTo>
                      <a:pt x="670" y="2750"/>
                      <a:pt x="340" y="2750"/>
                      <a:pt x="0" y="2750"/>
                    </a:cubicBezTo>
                    <a:cubicBezTo>
                      <a:pt x="150" y="1830"/>
                      <a:pt x="312" y="915"/>
                      <a:pt x="500" y="0"/>
                    </a:cubicBezTo>
                    <a:close/>
                  </a:path>
                </a:pathLst>
              </a:custGeom>
              <a:solidFill>
                <a:srgbClr val="F3BA9B"/>
              </a:solidFill>
              <a:ln w="0">
                <a:noFill/>
              </a:ln>
            </p:spPr>
          </p:sp>
          <p:sp>
            <p:nvSpPr>
              <p:cNvPr id="558" name="flame_lora vector"/>
              <p:cNvSpPr/>
              <p:nvPr/>
            </p:nvSpPr>
            <p:spPr>
              <a:xfrm>
                <a:off x="374904" y="7767828"/>
                <a:ext cx="23569" cy="34290"/>
              </a:xfrm>
              <a:custGeom>
                <a:avLst/>
                <a:gdLst/>
                <a:ahLst/>
                <a:cxnLst/>
                <a:rect l="0" t="0" r="r" b="b"/>
                <a:pathLst>
                  <a:path w="2578" h="3750" fill="norm" stroke="0">
                    <a:moveTo>
                      <a:pt x="0" y="0"/>
                    </a:moveTo>
                    <a:cubicBezTo>
                      <a:pt x="330" y="0"/>
                      <a:pt x="660" y="0"/>
                      <a:pt x="1000" y="0"/>
                    </a:cubicBezTo>
                    <a:cubicBezTo>
                      <a:pt x="1015" y="155"/>
                      <a:pt x="1030" y="310"/>
                      <a:pt x="1047" y="470"/>
                    </a:cubicBezTo>
                    <a:cubicBezTo>
                      <a:pt x="1250" y="1000"/>
                      <a:pt x="1250" y="1000"/>
                      <a:pt x="1890" y="1312"/>
                    </a:cubicBezTo>
                    <a:cubicBezTo>
                      <a:pt x="2093" y="1375"/>
                      <a:pt x="2293" y="1438"/>
                      <a:pt x="2500" y="1500"/>
                    </a:cubicBezTo>
                    <a:cubicBezTo>
                      <a:pt x="2578" y="1923"/>
                      <a:pt x="2578" y="1923"/>
                      <a:pt x="2500" y="2500"/>
                    </a:cubicBezTo>
                    <a:cubicBezTo>
                      <a:pt x="2125" y="2965"/>
                      <a:pt x="1700" y="3357"/>
                      <a:pt x="1250" y="3750"/>
                    </a:cubicBezTo>
                    <a:cubicBezTo>
                      <a:pt x="1002" y="3585"/>
                      <a:pt x="755" y="3420"/>
                      <a:pt x="500" y="3250"/>
                    </a:cubicBezTo>
                    <a:cubicBezTo>
                      <a:pt x="582" y="2755"/>
                      <a:pt x="665" y="2260"/>
                      <a:pt x="750" y="1750"/>
                    </a:cubicBezTo>
                    <a:cubicBezTo>
                      <a:pt x="502" y="1668"/>
                      <a:pt x="255" y="1585"/>
                      <a:pt x="0" y="1500"/>
                    </a:cubicBezTo>
                    <a:cubicBezTo>
                      <a:pt x="0" y="1005"/>
                      <a:pt x="0" y="510"/>
                      <a:pt x="0" y="0"/>
                    </a:cubicBezTo>
                    <a:close/>
                  </a:path>
                </a:pathLst>
              </a:custGeom>
              <a:solidFill>
                <a:srgbClr val="EAA682"/>
              </a:solidFill>
              <a:ln w="0">
                <a:noFill/>
              </a:ln>
            </p:spPr>
          </p:sp>
        </p:grpSp>
        <p:sp>
          <p:nvSpPr>
            <p:cNvPr id="560" name="LoRA"/>
            <p:cNvSpPr txBox="1"/>
            <p:nvPr/>
          </p:nvSpPr>
          <p:spPr>
            <a:xfrm>
              <a:off x="576072" y="7557516"/>
              <a:ext cx="594360" cy="27432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 i="0">
                  <a:solidFill>
                    <a:srgbClr val="000000"/>
                  </a:solidFill>
                  <a:latin typeface="Times New Roman"/>
                </a:rPr>
                <a:t>LoRA</a:t>
              </a:r>
            </a:p>
          </p:txBody>
        </p:sp>
        <p:sp>
          <p:nvSpPr>
            <p:cNvPr id="561" name="Large Language Model"/>
            <p:cNvSpPr txBox="1"/>
            <p:nvPr/>
          </p:nvSpPr>
          <p:spPr>
            <a:xfrm>
              <a:off x="1380744" y="7566660"/>
              <a:ext cx="3557016" cy="338328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0">
                  <a:solidFill>
                    <a:srgbClr val="000000"/>
                  </a:solidFill>
                  <a:latin typeface="Times New Roman"/>
                </a:rPr>
                <a:t>Large Language Model</a:t>
              </a:r>
            </a:p>
          </p:txBody>
        </p:sp>
        <p:sp>
          <p:nvSpPr>
            <p:cNvPr id="562" name="Arrow"/>
            <p:cNvSpPr/>
            <p:nvPr/>
          </p:nvSpPr>
          <p:spPr>
            <a:xfrm>
              <a:off x="1355598" y="7973568"/>
              <a:ext cx="178308" cy="210312"/>
            </a:xfrm>
            <a:custGeom>
              <a:avLst/>
              <a:gdLst/>
              <a:ahLst/>
              <a:cxnLst/>
              <a:rect l="0" t="0" r="r" b="b"/>
              <a:pathLst>
                <a:path w="19500" h="23000" fill="norm" stroke="1">
                  <a:moveTo>
                    <a:pt x="3250" y="23000"/>
                  </a:moveTo>
                  <a:lnTo>
                    <a:pt x="3250" y="13000"/>
                  </a:lnTo>
                  <a:lnTo>
                    <a:pt x="0" y="13000"/>
                  </a:lnTo>
                  <a:lnTo>
                    <a:pt x="9750" y="0"/>
                  </a:lnTo>
                  <a:lnTo>
                    <a:pt x="19500" y="13000"/>
                  </a:lnTo>
                  <a:lnTo>
                    <a:pt x="16250" y="13000"/>
                  </a:lnTo>
                  <a:lnTo>
                    <a:pt x="16250" y="23000"/>
                  </a:lnTo>
                  <a:lnTo>
                    <a:pt x="3250" y="23000"/>
                  </a:lnTo>
                  <a:close/>
                </a:path>
              </a:pathLst>
            </a:custGeom>
            <a:solidFill>
              <a:srgbClr val="549CDE"/>
            </a:solidFill>
            <a:ln w="0">
              <a:solidFill>
                <a:srgbClr val="549CDE"/>
              </a:solidFill>
              <a:round/>
            </a:ln>
          </p:spPr>
        </p:sp>
        <p:sp>
          <p:nvSpPr>
            <p:cNvPr id="563" name="Arrow"/>
            <p:cNvSpPr/>
            <p:nvPr/>
          </p:nvSpPr>
          <p:spPr>
            <a:xfrm>
              <a:off x="3650742" y="7991856"/>
              <a:ext cx="178308" cy="192024"/>
            </a:xfrm>
            <a:custGeom>
              <a:avLst/>
              <a:gdLst/>
              <a:ahLst/>
              <a:cxnLst/>
              <a:rect l="0" t="0" r="r" b="b"/>
              <a:pathLst>
                <a:path w="19500" h="21000" fill="norm" stroke="1">
                  <a:moveTo>
                    <a:pt x="3250" y="21000"/>
                  </a:moveTo>
                  <a:lnTo>
                    <a:pt x="3250" y="13000"/>
                  </a:lnTo>
                  <a:lnTo>
                    <a:pt x="0" y="13000"/>
                  </a:lnTo>
                  <a:lnTo>
                    <a:pt x="9750" y="0"/>
                  </a:lnTo>
                  <a:lnTo>
                    <a:pt x="19500" y="13000"/>
                  </a:lnTo>
                  <a:lnTo>
                    <a:pt x="16250" y="13000"/>
                  </a:lnTo>
                  <a:lnTo>
                    <a:pt x="16250" y="21000"/>
                  </a:lnTo>
                  <a:lnTo>
                    <a:pt x="3250" y="21000"/>
                  </a:lnTo>
                  <a:close/>
                </a:path>
              </a:pathLst>
            </a:custGeom>
            <a:solidFill>
              <a:srgbClr val="549CDE"/>
            </a:solidFill>
            <a:ln w="0">
              <a:solidFill>
                <a:srgbClr val="549CDE"/>
              </a:solidFill>
              <a:round/>
            </a:ln>
          </p:spPr>
        </p:sp>
        <p:sp>
          <p:nvSpPr>
            <p:cNvPr id="564" name="Rectangle"/>
            <p:cNvSpPr/>
            <p:nvPr/>
          </p:nvSpPr>
          <p:spPr>
            <a:xfrm>
              <a:off x="438912" y="8275320"/>
              <a:ext cx="1947672" cy="393192"/>
            </a:xfrm>
            <a:prstGeom prst="roundRect">
              <a:avLst>
                <a:gd name="adj" fmla="val 23255"/>
              </a:avLst>
            </a:prstGeom>
            <a:solidFill>
              <a:srgbClr val="C4C4C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5" name="Rectangle"/>
            <p:cNvSpPr/>
            <p:nvPr/>
          </p:nvSpPr>
          <p:spPr>
            <a:xfrm>
              <a:off x="457200" y="8229600"/>
              <a:ext cx="1901952" cy="374904"/>
            </a:xfrm>
            <a:prstGeom prst="roundRect">
              <a:avLst>
                <a:gd name="adj" fmla="val 24390"/>
              </a:avLst>
            </a:prstGeom>
            <a:solidFill>
              <a:srgbClr val="D8D8D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70" name="Vector icon - flame_projector"/>
            <p:cNvGrpSpPr/>
            <p:nvPr/>
          </p:nvGrpSpPr>
          <p:grpSpPr>
            <a:xfrm>
              <a:off x="512064" y="8256809"/>
              <a:ext cx="265176" cy="301975"/>
              <a:chOff x="512064" y="8256809"/>
              <a:chExt cx="265176" cy="301975"/>
            </a:xfrm>
          </p:grpSpPr>
          <p:sp>
            <p:nvSpPr>
              <p:cNvPr id="566" name="flame_projector vector"/>
              <p:cNvSpPr/>
              <p:nvPr/>
            </p:nvSpPr>
            <p:spPr>
              <a:xfrm>
                <a:off x="512064" y="8257032"/>
                <a:ext cx="265176" cy="301752"/>
              </a:xfrm>
              <a:custGeom>
                <a:avLst/>
                <a:gdLst/>
                <a:ahLst/>
                <a:cxnLst/>
                <a:rect l="0" t="0" r="r" b="b"/>
                <a:pathLst>
                  <a:path w="29000" h="33000" fill="norm" stroke="0">
                    <a:moveTo>
                      <a:pt x="0" y="0"/>
                    </a:moveTo>
                    <a:cubicBezTo>
                      <a:pt x="9570" y="0"/>
                      <a:pt x="19140" y="0"/>
                      <a:pt x="29000" y="0"/>
                    </a:cubicBezTo>
                    <a:cubicBezTo>
                      <a:pt x="29000" y="10890"/>
                      <a:pt x="29000" y="21780"/>
                      <a:pt x="29000" y="33000"/>
                    </a:cubicBezTo>
                    <a:cubicBezTo>
                      <a:pt x="19430" y="33000"/>
                      <a:pt x="9860" y="33000"/>
                      <a:pt x="0" y="33000"/>
                    </a:cubicBezTo>
                    <a:cubicBezTo>
                      <a:pt x="0" y="22110"/>
                      <a:pt x="0" y="11220"/>
                      <a:pt x="0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w="0">
                <a:noFill/>
              </a:ln>
            </p:spPr>
          </p:sp>
          <p:sp>
            <p:nvSpPr>
              <p:cNvPr id="567" name="flame_projector vector"/>
              <p:cNvSpPr/>
              <p:nvPr/>
            </p:nvSpPr>
            <p:spPr>
              <a:xfrm>
                <a:off x="526255" y="8256809"/>
                <a:ext cx="233218" cy="272263"/>
              </a:xfrm>
              <a:custGeom>
                <a:avLst/>
                <a:gdLst/>
                <a:ahLst/>
                <a:cxnLst/>
                <a:rect l="0" t="0" r="r" b="b"/>
                <a:pathLst>
                  <a:path w="25505" h="29775" fill="norm" stroke="0">
                    <a:moveTo>
                      <a:pt x="15910" y="0"/>
                    </a:moveTo>
                    <a:cubicBezTo>
                      <a:pt x="16093" y="3"/>
                      <a:pt x="16275" y="5"/>
                      <a:pt x="16462" y="10"/>
                    </a:cubicBezTo>
                    <a:cubicBezTo>
                      <a:pt x="16555" y="10"/>
                      <a:pt x="16555" y="10"/>
                      <a:pt x="17020" y="15"/>
                    </a:cubicBezTo>
                    <a:cubicBezTo>
                      <a:pt x="17160" y="18"/>
                      <a:pt x="17302" y="23"/>
                      <a:pt x="17447" y="25"/>
                    </a:cubicBezTo>
                    <a:cubicBezTo>
                      <a:pt x="17412" y="390"/>
                      <a:pt x="17375" y="753"/>
                      <a:pt x="17337" y="1117"/>
                    </a:cubicBezTo>
                    <a:cubicBezTo>
                      <a:pt x="17328" y="1220"/>
                      <a:pt x="17328" y="1220"/>
                      <a:pt x="17278" y="1732"/>
                    </a:cubicBezTo>
                    <a:cubicBezTo>
                      <a:pt x="17197" y="2275"/>
                      <a:pt x="17197" y="2275"/>
                      <a:pt x="16947" y="2775"/>
                    </a:cubicBezTo>
                    <a:cubicBezTo>
                      <a:pt x="16697" y="4450"/>
                      <a:pt x="17257" y="5780"/>
                      <a:pt x="17947" y="7275"/>
                    </a:cubicBezTo>
                    <a:cubicBezTo>
                      <a:pt x="18007" y="7408"/>
                      <a:pt x="18067" y="7538"/>
                      <a:pt x="18130" y="7675"/>
                    </a:cubicBezTo>
                    <a:cubicBezTo>
                      <a:pt x="18450" y="8378"/>
                      <a:pt x="18775" y="9080"/>
                      <a:pt x="19102" y="9780"/>
                    </a:cubicBezTo>
                    <a:cubicBezTo>
                      <a:pt x="19752" y="11175"/>
                      <a:pt x="20312" y="12530"/>
                      <a:pt x="20697" y="14025"/>
                    </a:cubicBezTo>
                    <a:cubicBezTo>
                      <a:pt x="21268" y="13740"/>
                      <a:pt x="21298" y="13643"/>
                      <a:pt x="21542" y="13087"/>
                    </a:cubicBezTo>
                    <a:cubicBezTo>
                      <a:pt x="22185" y="11753"/>
                      <a:pt x="23060" y="10640"/>
                      <a:pt x="24447" y="10025"/>
                    </a:cubicBezTo>
                    <a:cubicBezTo>
                      <a:pt x="25042" y="10087"/>
                      <a:pt x="25042" y="10087"/>
                      <a:pt x="25447" y="10275"/>
                    </a:cubicBezTo>
                    <a:cubicBezTo>
                      <a:pt x="25412" y="10495"/>
                      <a:pt x="25375" y="10717"/>
                      <a:pt x="25338" y="10947"/>
                    </a:cubicBezTo>
                    <a:cubicBezTo>
                      <a:pt x="25067" y="12888"/>
                      <a:pt x="24822" y="14840"/>
                      <a:pt x="25132" y="16788"/>
                    </a:cubicBezTo>
                    <a:cubicBezTo>
                      <a:pt x="25505" y="19535"/>
                      <a:pt x="25048" y="22590"/>
                      <a:pt x="23438" y="24898"/>
                    </a:cubicBezTo>
                    <a:cubicBezTo>
                      <a:pt x="23197" y="25195"/>
                      <a:pt x="22947" y="25485"/>
                      <a:pt x="22697" y="25775"/>
                    </a:cubicBezTo>
                    <a:cubicBezTo>
                      <a:pt x="22590" y="25970"/>
                      <a:pt x="22480" y="26168"/>
                      <a:pt x="22370" y="26370"/>
                    </a:cubicBezTo>
                    <a:cubicBezTo>
                      <a:pt x="21942" y="27095"/>
                      <a:pt x="21392" y="27550"/>
                      <a:pt x="20730" y="28055"/>
                    </a:cubicBezTo>
                    <a:cubicBezTo>
                      <a:pt x="20625" y="28140"/>
                      <a:pt x="20518" y="28222"/>
                      <a:pt x="20410" y="28308"/>
                    </a:cubicBezTo>
                    <a:cubicBezTo>
                      <a:pt x="19705" y="28860"/>
                      <a:pt x="18998" y="29370"/>
                      <a:pt x="18197" y="29775"/>
                    </a:cubicBezTo>
                    <a:cubicBezTo>
                      <a:pt x="17745" y="29697"/>
                      <a:pt x="17745" y="29697"/>
                      <a:pt x="17447" y="29525"/>
                    </a:cubicBezTo>
                    <a:cubicBezTo>
                      <a:pt x="17512" y="29415"/>
                      <a:pt x="17575" y="29308"/>
                      <a:pt x="17640" y="29195"/>
                    </a:cubicBezTo>
                    <a:cubicBezTo>
                      <a:pt x="17820" y="28883"/>
                      <a:pt x="18000" y="28567"/>
                      <a:pt x="18175" y="28253"/>
                    </a:cubicBezTo>
                    <a:cubicBezTo>
                      <a:pt x="18447" y="27775"/>
                      <a:pt x="18447" y="27775"/>
                      <a:pt x="18683" y="27430"/>
                    </a:cubicBezTo>
                    <a:cubicBezTo>
                      <a:pt x="19457" y="26185"/>
                      <a:pt x="19347" y="24683"/>
                      <a:pt x="19197" y="23275"/>
                    </a:cubicBezTo>
                    <a:cubicBezTo>
                      <a:pt x="19005" y="22697"/>
                      <a:pt x="18775" y="22293"/>
                      <a:pt x="18447" y="21775"/>
                    </a:cubicBezTo>
                    <a:cubicBezTo>
                      <a:pt x="18447" y="21610"/>
                      <a:pt x="18447" y="21445"/>
                      <a:pt x="18447" y="21275"/>
                    </a:cubicBezTo>
                    <a:cubicBezTo>
                      <a:pt x="18117" y="21275"/>
                      <a:pt x="17787" y="21275"/>
                      <a:pt x="17447" y="21275"/>
                    </a:cubicBezTo>
                    <a:cubicBezTo>
                      <a:pt x="17417" y="21385"/>
                      <a:pt x="17417" y="21385"/>
                      <a:pt x="17260" y="21947"/>
                    </a:cubicBezTo>
                    <a:cubicBezTo>
                      <a:pt x="16980" y="22803"/>
                      <a:pt x="16540" y="23352"/>
                      <a:pt x="15947" y="24025"/>
                    </a:cubicBezTo>
                    <a:cubicBezTo>
                      <a:pt x="15700" y="23942"/>
                      <a:pt x="15452" y="23860"/>
                      <a:pt x="15197" y="23775"/>
                    </a:cubicBezTo>
                    <a:cubicBezTo>
                      <a:pt x="15275" y="23378"/>
                      <a:pt x="15355" y="22982"/>
                      <a:pt x="15433" y="22587"/>
                    </a:cubicBezTo>
                    <a:cubicBezTo>
                      <a:pt x="15475" y="22367"/>
                      <a:pt x="15520" y="22145"/>
                      <a:pt x="15565" y="21920"/>
                    </a:cubicBezTo>
                    <a:cubicBezTo>
                      <a:pt x="15645" y="21535"/>
                      <a:pt x="15730" y="21155"/>
                      <a:pt x="15835" y="20778"/>
                    </a:cubicBezTo>
                    <a:cubicBezTo>
                      <a:pt x="16410" y="18220"/>
                      <a:pt x="15792" y="15317"/>
                      <a:pt x="14447" y="13087"/>
                    </a:cubicBezTo>
                    <a:cubicBezTo>
                      <a:pt x="14127" y="12612"/>
                      <a:pt x="13980" y="12535"/>
                      <a:pt x="13417" y="12365"/>
                    </a:cubicBezTo>
                    <a:cubicBezTo>
                      <a:pt x="13262" y="12335"/>
                      <a:pt x="13108" y="12305"/>
                      <a:pt x="12947" y="12275"/>
                    </a:cubicBezTo>
                    <a:cubicBezTo>
                      <a:pt x="12912" y="12440"/>
                      <a:pt x="12875" y="12607"/>
                      <a:pt x="12837" y="12780"/>
                    </a:cubicBezTo>
                    <a:cubicBezTo>
                      <a:pt x="12212" y="15342"/>
                      <a:pt x="11105" y="17357"/>
                      <a:pt x="9425" y="19383"/>
                    </a:cubicBezTo>
                    <a:cubicBezTo>
                      <a:pt x="7947" y="21163"/>
                      <a:pt x="6532" y="23170"/>
                      <a:pt x="6625" y="25565"/>
                    </a:cubicBezTo>
                    <a:cubicBezTo>
                      <a:pt x="6733" y="26242"/>
                      <a:pt x="7070" y="26707"/>
                      <a:pt x="7447" y="27275"/>
                    </a:cubicBezTo>
                    <a:cubicBezTo>
                      <a:pt x="7647" y="27850"/>
                      <a:pt x="7802" y="28433"/>
                      <a:pt x="7947" y="29025"/>
                    </a:cubicBezTo>
                    <a:cubicBezTo>
                      <a:pt x="6432" y="28683"/>
                      <a:pt x="5560" y="27820"/>
                      <a:pt x="4447" y="26775"/>
                    </a:cubicBezTo>
                    <a:cubicBezTo>
                      <a:pt x="4375" y="26715"/>
                      <a:pt x="4375" y="26715"/>
                      <a:pt x="4002" y="26420"/>
                    </a:cubicBezTo>
                    <a:cubicBezTo>
                      <a:pt x="2850" y="25440"/>
                      <a:pt x="2255" y="24280"/>
                      <a:pt x="1605" y="22930"/>
                    </a:cubicBezTo>
                    <a:cubicBezTo>
                      <a:pt x="1517" y="22755"/>
                      <a:pt x="1432" y="22577"/>
                      <a:pt x="1342" y="22395"/>
                    </a:cubicBezTo>
                    <a:cubicBezTo>
                      <a:pt x="222" y="19950"/>
                      <a:pt x="0" y="16590"/>
                      <a:pt x="870" y="14013"/>
                    </a:cubicBezTo>
                    <a:cubicBezTo>
                      <a:pt x="2122" y="11018"/>
                      <a:pt x="2122" y="11018"/>
                      <a:pt x="3197" y="10275"/>
                    </a:cubicBezTo>
                    <a:cubicBezTo>
                      <a:pt x="3527" y="10357"/>
                      <a:pt x="3857" y="10440"/>
                      <a:pt x="4197" y="10525"/>
                    </a:cubicBezTo>
                    <a:cubicBezTo>
                      <a:pt x="4280" y="11350"/>
                      <a:pt x="4362" y="12175"/>
                      <a:pt x="4447" y="13025"/>
                    </a:cubicBezTo>
                    <a:cubicBezTo>
                      <a:pt x="4572" y="13065"/>
                      <a:pt x="4572" y="13065"/>
                      <a:pt x="5197" y="13275"/>
                    </a:cubicBezTo>
                    <a:cubicBezTo>
                      <a:pt x="5665" y="12150"/>
                      <a:pt x="6000" y="11060"/>
                      <a:pt x="6245" y="9867"/>
                    </a:cubicBezTo>
                    <a:cubicBezTo>
                      <a:pt x="7177" y="5865"/>
                      <a:pt x="9822" y="3383"/>
                      <a:pt x="13197" y="1275"/>
                    </a:cubicBezTo>
                    <a:cubicBezTo>
                      <a:pt x="13552" y="1085"/>
                      <a:pt x="13912" y="900"/>
                      <a:pt x="14275" y="727"/>
                    </a:cubicBezTo>
                    <a:cubicBezTo>
                      <a:pt x="15785" y="8"/>
                      <a:pt x="15785" y="8"/>
                      <a:pt x="15910" y="0"/>
                    </a:cubicBezTo>
                    <a:close/>
                  </a:path>
                </a:pathLst>
              </a:custGeom>
              <a:solidFill>
                <a:srgbClr val="F3723A"/>
              </a:solidFill>
              <a:ln w="0">
                <a:noFill/>
              </a:ln>
            </p:spPr>
          </p:sp>
          <p:sp>
            <p:nvSpPr>
              <p:cNvPr id="568" name="flame_projector vector"/>
              <p:cNvSpPr/>
              <p:nvPr/>
            </p:nvSpPr>
            <p:spPr>
              <a:xfrm>
                <a:off x="524226" y="8257032"/>
                <a:ext cx="241882" cy="285750"/>
              </a:xfrm>
              <a:custGeom>
                <a:avLst/>
                <a:gdLst/>
                <a:ahLst/>
                <a:cxnLst/>
                <a:rect l="0" t="0" r="r" b="b"/>
                <a:pathLst>
                  <a:path w="26452" h="31250" fill="norm" stroke="0">
                    <a:moveTo>
                      <a:pt x="14420" y="0"/>
                    </a:moveTo>
                    <a:cubicBezTo>
                      <a:pt x="14832" y="0"/>
                      <a:pt x="15245" y="0"/>
                      <a:pt x="15670" y="0"/>
                    </a:cubicBezTo>
                    <a:cubicBezTo>
                      <a:pt x="15085" y="685"/>
                      <a:pt x="14568" y="1075"/>
                      <a:pt x="13748" y="1452"/>
                    </a:cubicBezTo>
                    <a:cubicBezTo>
                      <a:pt x="12498" y="2043"/>
                      <a:pt x="11485" y="2880"/>
                      <a:pt x="10420" y="3750"/>
                    </a:cubicBezTo>
                    <a:cubicBezTo>
                      <a:pt x="10320" y="3820"/>
                      <a:pt x="10218" y="3890"/>
                      <a:pt x="10115" y="3962"/>
                    </a:cubicBezTo>
                    <a:cubicBezTo>
                      <a:pt x="9142" y="4665"/>
                      <a:pt x="8608" y="5525"/>
                      <a:pt x="8030" y="6562"/>
                    </a:cubicBezTo>
                    <a:cubicBezTo>
                      <a:pt x="7933" y="6735"/>
                      <a:pt x="7832" y="6910"/>
                      <a:pt x="7733" y="7087"/>
                    </a:cubicBezTo>
                    <a:cubicBezTo>
                      <a:pt x="6830" y="8773"/>
                      <a:pt x="6370" y="10490"/>
                      <a:pt x="6032" y="12360"/>
                    </a:cubicBezTo>
                    <a:cubicBezTo>
                      <a:pt x="5903" y="12810"/>
                      <a:pt x="5695" y="13125"/>
                      <a:pt x="5420" y="13500"/>
                    </a:cubicBezTo>
                    <a:cubicBezTo>
                      <a:pt x="4933" y="13330"/>
                      <a:pt x="4933" y="13330"/>
                      <a:pt x="4420" y="13000"/>
                    </a:cubicBezTo>
                    <a:cubicBezTo>
                      <a:pt x="4267" y="12405"/>
                      <a:pt x="4267" y="12405"/>
                      <a:pt x="4233" y="11720"/>
                    </a:cubicBezTo>
                    <a:cubicBezTo>
                      <a:pt x="4218" y="11490"/>
                      <a:pt x="4205" y="11263"/>
                      <a:pt x="4190" y="11030"/>
                    </a:cubicBezTo>
                    <a:cubicBezTo>
                      <a:pt x="4183" y="10855"/>
                      <a:pt x="4178" y="10680"/>
                      <a:pt x="4170" y="10500"/>
                    </a:cubicBezTo>
                    <a:cubicBezTo>
                      <a:pt x="3543" y="10592"/>
                      <a:pt x="3245" y="10663"/>
                      <a:pt x="2825" y="11150"/>
                    </a:cubicBezTo>
                    <a:cubicBezTo>
                      <a:pt x="2727" y="11317"/>
                      <a:pt x="2630" y="11485"/>
                      <a:pt x="2530" y="11655"/>
                    </a:cubicBezTo>
                    <a:cubicBezTo>
                      <a:pt x="2480" y="11737"/>
                      <a:pt x="2480" y="11737"/>
                      <a:pt x="2233" y="12150"/>
                    </a:cubicBezTo>
                    <a:cubicBezTo>
                      <a:pt x="2127" y="12347"/>
                      <a:pt x="2025" y="12545"/>
                      <a:pt x="1920" y="12750"/>
                    </a:cubicBezTo>
                    <a:cubicBezTo>
                      <a:pt x="1888" y="12812"/>
                      <a:pt x="1888" y="12812"/>
                      <a:pt x="1723" y="13125"/>
                    </a:cubicBezTo>
                    <a:cubicBezTo>
                      <a:pt x="1130" y="14357"/>
                      <a:pt x="1020" y="15505"/>
                      <a:pt x="968" y="16860"/>
                    </a:cubicBezTo>
                    <a:cubicBezTo>
                      <a:pt x="955" y="17062"/>
                      <a:pt x="943" y="17263"/>
                      <a:pt x="928" y="17470"/>
                    </a:cubicBezTo>
                    <a:cubicBezTo>
                      <a:pt x="780" y="20565"/>
                      <a:pt x="2083" y="23735"/>
                      <a:pt x="4093" y="26085"/>
                    </a:cubicBezTo>
                    <a:cubicBezTo>
                      <a:pt x="5275" y="27355"/>
                      <a:pt x="6513" y="28405"/>
                      <a:pt x="8170" y="29000"/>
                    </a:cubicBezTo>
                    <a:cubicBezTo>
                      <a:pt x="7968" y="28548"/>
                      <a:pt x="7765" y="28092"/>
                      <a:pt x="7560" y="27640"/>
                    </a:cubicBezTo>
                    <a:cubicBezTo>
                      <a:pt x="7502" y="27513"/>
                      <a:pt x="7445" y="27383"/>
                      <a:pt x="7388" y="27250"/>
                    </a:cubicBezTo>
                    <a:cubicBezTo>
                      <a:pt x="6948" y="26278"/>
                      <a:pt x="6948" y="26278"/>
                      <a:pt x="6670" y="26000"/>
                    </a:cubicBezTo>
                    <a:cubicBezTo>
                      <a:pt x="6392" y="24220"/>
                      <a:pt x="7000" y="22735"/>
                      <a:pt x="7993" y="21278"/>
                    </a:cubicBezTo>
                    <a:cubicBezTo>
                      <a:pt x="8233" y="20957"/>
                      <a:pt x="8478" y="20640"/>
                      <a:pt x="8725" y="20325"/>
                    </a:cubicBezTo>
                    <a:cubicBezTo>
                      <a:pt x="10528" y="17995"/>
                      <a:pt x="12320" y="15665"/>
                      <a:pt x="12772" y="12697"/>
                    </a:cubicBezTo>
                    <a:cubicBezTo>
                      <a:pt x="12820" y="12550"/>
                      <a:pt x="12870" y="12403"/>
                      <a:pt x="12920" y="12250"/>
                    </a:cubicBezTo>
                    <a:cubicBezTo>
                      <a:pt x="13310" y="12062"/>
                      <a:pt x="13310" y="12062"/>
                      <a:pt x="13670" y="12000"/>
                    </a:cubicBezTo>
                    <a:cubicBezTo>
                      <a:pt x="15552" y="13750"/>
                      <a:pt x="16400" y="15808"/>
                      <a:pt x="16510" y="18375"/>
                    </a:cubicBezTo>
                    <a:cubicBezTo>
                      <a:pt x="16528" y="19820"/>
                      <a:pt x="16267" y="21060"/>
                      <a:pt x="15835" y="22430"/>
                    </a:cubicBezTo>
                    <a:cubicBezTo>
                      <a:pt x="15670" y="23000"/>
                      <a:pt x="15670" y="23000"/>
                      <a:pt x="15670" y="23750"/>
                    </a:cubicBezTo>
                    <a:cubicBezTo>
                      <a:pt x="16545" y="23400"/>
                      <a:pt x="16848" y="23072"/>
                      <a:pt x="17232" y="22220"/>
                    </a:cubicBezTo>
                    <a:cubicBezTo>
                      <a:pt x="17318" y="22038"/>
                      <a:pt x="17400" y="21857"/>
                      <a:pt x="17487" y="21670"/>
                    </a:cubicBezTo>
                    <a:cubicBezTo>
                      <a:pt x="17518" y="21600"/>
                      <a:pt x="17518" y="21600"/>
                      <a:pt x="17670" y="21250"/>
                    </a:cubicBezTo>
                    <a:cubicBezTo>
                      <a:pt x="18000" y="21250"/>
                      <a:pt x="18330" y="21250"/>
                      <a:pt x="18670" y="21250"/>
                    </a:cubicBezTo>
                    <a:cubicBezTo>
                      <a:pt x="19748" y="22888"/>
                      <a:pt x="19892" y="24352"/>
                      <a:pt x="19670" y="26250"/>
                    </a:cubicBezTo>
                    <a:cubicBezTo>
                      <a:pt x="19502" y="26825"/>
                      <a:pt x="19255" y="27258"/>
                      <a:pt x="18920" y="27750"/>
                    </a:cubicBezTo>
                    <a:cubicBezTo>
                      <a:pt x="18735" y="28072"/>
                      <a:pt x="18555" y="28395"/>
                      <a:pt x="18373" y="28720"/>
                    </a:cubicBezTo>
                    <a:cubicBezTo>
                      <a:pt x="18223" y="28980"/>
                      <a:pt x="18073" y="29240"/>
                      <a:pt x="17920" y="29500"/>
                    </a:cubicBezTo>
                    <a:cubicBezTo>
                      <a:pt x="20028" y="28758"/>
                      <a:pt x="22150" y="27268"/>
                      <a:pt x="23170" y="25250"/>
                    </a:cubicBezTo>
                    <a:cubicBezTo>
                      <a:pt x="23270" y="25077"/>
                      <a:pt x="23370" y="24903"/>
                      <a:pt x="23473" y="24725"/>
                    </a:cubicBezTo>
                    <a:cubicBezTo>
                      <a:pt x="25018" y="22048"/>
                      <a:pt x="25408" y="19540"/>
                      <a:pt x="25095" y="16465"/>
                    </a:cubicBezTo>
                    <a:cubicBezTo>
                      <a:pt x="24873" y="14245"/>
                      <a:pt x="25117" y="12423"/>
                      <a:pt x="25670" y="10250"/>
                    </a:cubicBezTo>
                    <a:cubicBezTo>
                      <a:pt x="24470" y="10362"/>
                      <a:pt x="23752" y="10612"/>
                      <a:pt x="22920" y="11500"/>
                    </a:cubicBezTo>
                    <a:cubicBezTo>
                      <a:pt x="22318" y="12278"/>
                      <a:pt x="21832" y="13107"/>
                      <a:pt x="21420" y="14000"/>
                    </a:cubicBezTo>
                    <a:cubicBezTo>
                      <a:pt x="21255" y="14000"/>
                      <a:pt x="21090" y="14000"/>
                      <a:pt x="20920" y="14000"/>
                    </a:cubicBezTo>
                    <a:cubicBezTo>
                      <a:pt x="20177" y="12570"/>
                      <a:pt x="19513" y="11148"/>
                      <a:pt x="18930" y="9645"/>
                    </a:cubicBezTo>
                    <a:cubicBezTo>
                      <a:pt x="18645" y="8940"/>
                      <a:pt x="18332" y="8253"/>
                      <a:pt x="18015" y="7562"/>
                    </a:cubicBezTo>
                    <a:cubicBezTo>
                      <a:pt x="16732" y="4765"/>
                      <a:pt x="16772" y="2903"/>
                      <a:pt x="17670" y="0"/>
                    </a:cubicBezTo>
                    <a:cubicBezTo>
                      <a:pt x="17918" y="0"/>
                      <a:pt x="18165" y="0"/>
                      <a:pt x="18420" y="0"/>
                    </a:cubicBezTo>
                    <a:cubicBezTo>
                      <a:pt x="18388" y="178"/>
                      <a:pt x="18353" y="357"/>
                      <a:pt x="18320" y="540"/>
                    </a:cubicBezTo>
                    <a:cubicBezTo>
                      <a:pt x="18228" y="1038"/>
                      <a:pt x="18138" y="1533"/>
                      <a:pt x="18050" y="2030"/>
                    </a:cubicBezTo>
                    <a:cubicBezTo>
                      <a:pt x="17978" y="2435"/>
                      <a:pt x="17897" y="2842"/>
                      <a:pt x="17805" y="3242"/>
                    </a:cubicBezTo>
                    <a:cubicBezTo>
                      <a:pt x="17460" y="4857"/>
                      <a:pt x="18120" y="6265"/>
                      <a:pt x="18960" y="7625"/>
                    </a:cubicBezTo>
                    <a:cubicBezTo>
                      <a:pt x="19413" y="8438"/>
                      <a:pt x="19742" y="9310"/>
                      <a:pt x="20092" y="10173"/>
                    </a:cubicBezTo>
                    <a:cubicBezTo>
                      <a:pt x="20172" y="10365"/>
                      <a:pt x="20252" y="10558"/>
                      <a:pt x="20335" y="10758"/>
                    </a:cubicBezTo>
                    <a:cubicBezTo>
                      <a:pt x="20920" y="12185"/>
                      <a:pt x="20920" y="12185"/>
                      <a:pt x="20920" y="12750"/>
                    </a:cubicBezTo>
                    <a:cubicBezTo>
                      <a:pt x="21660" y="12033"/>
                      <a:pt x="22308" y="11250"/>
                      <a:pt x="22965" y="10460"/>
                    </a:cubicBezTo>
                    <a:cubicBezTo>
                      <a:pt x="23558" y="9862"/>
                      <a:pt x="24058" y="9538"/>
                      <a:pt x="24900" y="9450"/>
                    </a:cubicBezTo>
                    <a:cubicBezTo>
                      <a:pt x="25052" y="9457"/>
                      <a:pt x="25202" y="9462"/>
                      <a:pt x="25358" y="9470"/>
                    </a:cubicBezTo>
                    <a:cubicBezTo>
                      <a:pt x="25510" y="9472"/>
                      <a:pt x="25665" y="9477"/>
                      <a:pt x="25823" y="9482"/>
                    </a:cubicBezTo>
                    <a:cubicBezTo>
                      <a:pt x="25938" y="9487"/>
                      <a:pt x="26052" y="9495"/>
                      <a:pt x="26170" y="9500"/>
                    </a:cubicBezTo>
                    <a:cubicBezTo>
                      <a:pt x="26452" y="10688"/>
                      <a:pt x="26452" y="10688"/>
                      <a:pt x="26170" y="11250"/>
                    </a:cubicBezTo>
                    <a:cubicBezTo>
                      <a:pt x="26108" y="11700"/>
                      <a:pt x="26062" y="12140"/>
                      <a:pt x="26030" y="12595"/>
                    </a:cubicBezTo>
                    <a:cubicBezTo>
                      <a:pt x="26018" y="12740"/>
                      <a:pt x="26005" y="12885"/>
                      <a:pt x="25995" y="13038"/>
                    </a:cubicBezTo>
                    <a:cubicBezTo>
                      <a:pt x="25918" y="14175"/>
                      <a:pt x="25925" y="15303"/>
                      <a:pt x="25957" y="16442"/>
                    </a:cubicBezTo>
                    <a:cubicBezTo>
                      <a:pt x="25963" y="16750"/>
                      <a:pt x="25970" y="17058"/>
                      <a:pt x="25975" y="17365"/>
                    </a:cubicBezTo>
                    <a:cubicBezTo>
                      <a:pt x="25985" y="17827"/>
                      <a:pt x="25998" y="18288"/>
                      <a:pt x="26020" y="18750"/>
                    </a:cubicBezTo>
                    <a:cubicBezTo>
                      <a:pt x="26110" y="20780"/>
                      <a:pt x="25905" y="22170"/>
                      <a:pt x="24795" y="23898"/>
                    </a:cubicBezTo>
                    <a:cubicBezTo>
                      <a:pt x="24420" y="24500"/>
                      <a:pt x="24172" y="25090"/>
                      <a:pt x="23920" y="25750"/>
                    </a:cubicBezTo>
                    <a:cubicBezTo>
                      <a:pt x="23228" y="26867"/>
                      <a:pt x="22485" y="27830"/>
                      <a:pt x="21345" y="28500"/>
                    </a:cubicBezTo>
                    <a:cubicBezTo>
                      <a:pt x="20810" y="28815"/>
                      <a:pt x="20318" y="29175"/>
                      <a:pt x="19810" y="29530"/>
                    </a:cubicBezTo>
                    <a:cubicBezTo>
                      <a:pt x="18982" y="30085"/>
                      <a:pt x="18265" y="30438"/>
                      <a:pt x="17298" y="30658"/>
                    </a:cubicBezTo>
                    <a:cubicBezTo>
                      <a:pt x="16798" y="30780"/>
                      <a:pt x="16368" y="31000"/>
                      <a:pt x="15920" y="31250"/>
                    </a:cubicBezTo>
                    <a:cubicBezTo>
                      <a:pt x="15838" y="30920"/>
                      <a:pt x="15755" y="30590"/>
                      <a:pt x="15670" y="30250"/>
                    </a:cubicBezTo>
                    <a:cubicBezTo>
                      <a:pt x="15845" y="30125"/>
                      <a:pt x="16020" y="30003"/>
                      <a:pt x="16200" y="29875"/>
                    </a:cubicBezTo>
                    <a:cubicBezTo>
                      <a:pt x="17385" y="28928"/>
                      <a:pt x="18565" y="27490"/>
                      <a:pt x="18920" y="26000"/>
                    </a:cubicBezTo>
                    <a:cubicBezTo>
                      <a:pt x="19022" y="24660"/>
                      <a:pt x="19062" y="23455"/>
                      <a:pt x="18420" y="22250"/>
                    </a:cubicBezTo>
                    <a:cubicBezTo>
                      <a:pt x="18255" y="22250"/>
                      <a:pt x="18090" y="22250"/>
                      <a:pt x="17920" y="22250"/>
                    </a:cubicBezTo>
                    <a:cubicBezTo>
                      <a:pt x="17858" y="22385"/>
                      <a:pt x="17795" y="22518"/>
                      <a:pt x="17732" y="22655"/>
                    </a:cubicBezTo>
                    <a:cubicBezTo>
                      <a:pt x="17630" y="22852"/>
                      <a:pt x="17525" y="23048"/>
                      <a:pt x="17420" y="23250"/>
                    </a:cubicBezTo>
                    <a:cubicBezTo>
                      <a:pt x="17353" y="23380"/>
                      <a:pt x="17285" y="23508"/>
                      <a:pt x="17218" y="23643"/>
                    </a:cubicBezTo>
                    <a:cubicBezTo>
                      <a:pt x="16625" y="24665"/>
                      <a:pt x="16625" y="24665"/>
                      <a:pt x="16030" y="24910"/>
                    </a:cubicBezTo>
                    <a:cubicBezTo>
                      <a:pt x="15623" y="24985"/>
                      <a:pt x="15623" y="24985"/>
                      <a:pt x="14920" y="25000"/>
                    </a:cubicBezTo>
                    <a:cubicBezTo>
                      <a:pt x="14670" y="24750"/>
                      <a:pt x="14670" y="24750"/>
                      <a:pt x="14623" y="24030"/>
                    </a:cubicBezTo>
                    <a:cubicBezTo>
                      <a:pt x="14633" y="23342"/>
                      <a:pt x="14782" y="23067"/>
                      <a:pt x="15170" y="22500"/>
                    </a:cubicBezTo>
                    <a:cubicBezTo>
                      <a:pt x="15840" y="19465"/>
                      <a:pt x="15702" y="16283"/>
                      <a:pt x="14168" y="13553"/>
                    </a:cubicBezTo>
                    <a:cubicBezTo>
                      <a:pt x="14085" y="13452"/>
                      <a:pt x="14005" y="13352"/>
                      <a:pt x="13920" y="13250"/>
                    </a:cubicBezTo>
                    <a:cubicBezTo>
                      <a:pt x="13755" y="13250"/>
                      <a:pt x="13590" y="13250"/>
                      <a:pt x="13420" y="13250"/>
                    </a:cubicBezTo>
                    <a:cubicBezTo>
                      <a:pt x="13392" y="13395"/>
                      <a:pt x="13365" y="13540"/>
                      <a:pt x="13338" y="13690"/>
                    </a:cubicBezTo>
                    <a:cubicBezTo>
                      <a:pt x="13318" y="13788"/>
                      <a:pt x="13318" y="13788"/>
                      <a:pt x="13218" y="14280"/>
                    </a:cubicBezTo>
                    <a:cubicBezTo>
                      <a:pt x="13180" y="14472"/>
                      <a:pt x="13142" y="14665"/>
                      <a:pt x="13103" y="14862"/>
                    </a:cubicBezTo>
                    <a:cubicBezTo>
                      <a:pt x="12688" y="16315"/>
                      <a:pt x="11897" y="17423"/>
                      <a:pt x="10968" y="18595"/>
                    </a:cubicBezTo>
                    <a:cubicBezTo>
                      <a:pt x="10913" y="18665"/>
                      <a:pt x="10913" y="18665"/>
                      <a:pt x="10633" y="19025"/>
                    </a:cubicBezTo>
                    <a:cubicBezTo>
                      <a:pt x="10155" y="19638"/>
                      <a:pt x="9675" y="20245"/>
                      <a:pt x="9183" y="20845"/>
                    </a:cubicBezTo>
                    <a:cubicBezTo>
                      <a:pt x="8425" y="21785"/>
                      <a:pt x="8043" y="22420"/>
                      <a:pt x="7972" y="23635"/>
                    </a:cubicBezTo>
                    <a:cubicBezTo>
                      <a:pt x="7895" y="24170"/>
                      <a:pt x="7550" y="24388"/>
                      <a:pt x="7170" y="24750"/>
                    </a:cubicBezTo>
                    <a:cubicBezTo>
                      <a:pt x="7237" y="25492"/>
                      <a:pt x="7383" y="25712"/>
                      <a:pt x="7920" y="26250"/>
                    </a:cubicBezTo>
                    <a:cubicBezTo>
                      <a:pt x="8038" y="26540"/>
                      <a:pt x="8153" y="26832"/>
                      <a:pt x="8258" y="27128"/>
                    </a:cubicBezTo>
                    <a:cubicBezTo>
                      <a:pt x="8455" y="27580"/>
                      <a:pt x="8715" y="27975"/>
                      <a:pt x="8983" y="28390"/>
                    </a:cubicBezTo>
                    <a:cubicBezTo>
                      <a:pt x="9248" y="28837"/>
                      <a:pt x="9248" y="28837"/>
                      <a:pt x="9420" y="29250"/>
                    </a:cubicBezTo>
                    <a:cubicBezTo>
                      <a:pt x="9233" y="29860"/>
                      <a:pt x="9233" y="29860"/>
                      <a:pt x="8920" y="30250"/>
                    </a:cubicBezTo>
                    <a:cubicBezTo>
                      <a:pt x="7888" y="30115"/>
                      <a:pt x="7180" y="29755"/>
                      <a:pt x="6358" y="29140"/>
                    </a:cubicBezTo>
                    <a:cubicBezTo>
                      <a:pt x="6238" y="29053"/>
                      <a:pt x="6120" y="28962"/>
                      <a:pt x="5998" y="28870"/>
                    </a:cubicBezTo>
                    <a:cubicBezTo>
                      <a:pt x="3288" y="26780"/>
                      <a:pt x="550" y="23327"/>
                      <a:pt x="83" y="19840"/>
                    </a:cubicBezTo>
                    <a:cubicBezTo>
                      <a:pt x="47" y="19065"/>
                      <a:pt x="20" y="18293"/>
                      <a:pt x="15" y="17515"/>
                    </a:cubicBezTo>
                    <a:cubicBezTo>
                      <a:pt x="13" y="17375"/>
                      <a:pt x="10" y="17237"/>
                      <a:pt x="10" y="17092"/>
                    </a:cubicBezTo>
                    <a:cubicBezTo>
                      <a:pt x="0" y="14543"/>
                      <a:pt x="545" y="12760"/>
                      <a:pt x="2170" y="10750"/>
                    </a:cubicBezTo>
                    <a:cubicBezTo>
                      <a:pt x="2258" y="10630"/>
                      <a:pt x="2343" y="10510"/>
                      <a:pt x="2433" y="10388"/>
                    </a:cubicBezTo>
                    <a:cubicBezTo>
                      <a:pt x="3060" y="9535"/>
                      <a:pt x="3060" y="9535"/>
                      <a:pt x="3588" y="9370"/>
                    </a:cubicBezTo>
                    <a:cubicBezTo>
                      <a:pt x="4642" y="9472"/>
                      <a:pt x="4642" y="9472"/>
                      <a:pt x="4920" y="9750"/>
                    </a:cubicBezTo>
                    <a:cubicBezTo>
                      <a:pt x="4938" y="10217"/>
                      <a:pt x="4943" y="10675"/>
                      <a:pt x="4935" y="11140"/>
                    </a:cubicBezTo>
                    <a:cubicBezTo>
                      <a:pt x="4935" y="11270"/>
                      <a:pt x="4933" y="11400"/>
                      <a:pt x="4933" y="11535"/>
                    </a:cubicBezTo>
                    <a:cubicBezTo>
                      <a:pt x="4930" y="11857"/>
                      <a:pt x="4925" y="12178"/>
                      <a:pt x="4920" y="12500"/>
                    </a:cubicBezTo>
                    <a:cubicBezTo>
                      <a:pt x="5085" y="12500"/>
                      <a:pt x="5250" y="12500"/>
                      <a:pt x="5420" y="12500"/>
                    </a:cubicBezTo>
                    <a:cubicBezTo>
                      <a:pt x="5448" y="12332"/>
                      <a:pt x="5475" y="12168"/>
                      <a:pt x="5502" y="11995"/>
                    </a:cubicBezTo>
                    <a:cubicBezTo>
                      <a:pt x="5610" y="11375"/>
                      <a:pt x="5725" y="10755"/>
                      <a:pt x="5845" y="10138"/>
                    </a:cubicBezTo>
                    <a:cubicBezTo>
                      <a:pt x="5915" y="9780"/>
                      <a:pt x="5977" y="9420"/>
                      <a:pt x="6040" y="9060"/>
                    </a:cubicBezTo>
                    <a:cubicBezTo>
                      <a:pt x="6562" y="6640"/>
                      <a:pt x="8093" y="4430"/>
                      <a:pt x="10123" y="2990"/>
                    </a:cubicBezTo>
                    <a:cubicBezTo>
                      <a:pt x="10420" y="2750"/>
                      <a:pt x="10420" y="2750"/>
                      <a:pt x="10665" y="2367"/>
                    </a:cubicBezTo>
                    <a:cubicBezTo>
                      <a:pt x="10955" y="1950"/>
                      <a:pt x="11163" y="1830"/>
                      <a:pt x="11623" y="1625"/>
                    </a:cubicBezTo>
                    <a:cubicBezTo>
                      <a:pt x="12138" y="1388"/>
                      <a:pt x="12615" y="1135"/>
                      <a:pt x="13093" y="827"/>
                    </a:cubicBezTo>
                    <a:cubicBezTo>
                      <a:pt x="13670" y="500"/>
                      <a:pt x="13670" y="500"/>
                      <a:pt x="14420" y="500"/>
                    </a:cubicBezTo>
                    <a:cubicBezTo>
                      <a:pt x="14420" y="335"/>
                      <a:pt x="14420" y="170"/>
                      <a:pt x="14420" y="0"/>
                    </a:cubicBezTo>
                    <a:close/>
                  </a:path>
                </a:pathLst>
              </a:custGeom>
              <a:solidFill>
                <a:srgbClr val="D1BEB5"/>
              </a:solidFill>
              <a:ln w="0">
                <a:noFill/>
              </a:ln>
            </p:spPr>
          </p:sp>
          <p:sp>
            <p:nvSpPr>
              <p:cNvPr id="569" name="flame_projector vector"/>
              <p:cNvSpPr/>
              <p:nvPr/>
            </p:nvSpPr>
            <p:spPr>
              <a:xfrm>
                <a:off x="526255" y="8256809"/>
                <a:ext cx="233218" cy="272263"/>
              </a:xfrm>
              <a:custGeom>
                <a:avLst/>
                <a:gdLst/>
                <a:ahLst/>
                <a:cxnLst/>
                <a:rect l="0" t="0" r="r" b="b"/>
                <a:pathLst>
                  <a:path w="25505" h="29775" fill="norm" stroke="0">
                    <a:moveTo>
                      <a:pt x="15910" y="0"/>
                    </a:moveTo>
                    <a:cubicBezTo>
                      <a:pt x="16093" y="3"/>
                      <a:pt x="16275" y="5"/>
                      <a:pt x="16462" y="10"/>
                    </a:cubicBezTo>
                    <a:cubicBezTo>
                      <a:pt x="16555" y="10"/>
                      <a:pt x="16555" y="10"/>
                      <a:pt x="17020" y="15"/>
                    </a:cubicBezTo>
                    <a:cubicBezTo>
                      <a:pt x="17160" y="18"/>
                      <a:pt x="17302" y="23"/>
                      <a:pt x="17447" y="25"/>
                    </a:cubicBezTo>
                    <a:cubicBezTo>
                      <a:pt x="17412" y="390"/>
                      <a:pt x="17375" y="753"/>
                      <a:pt x="17337" y="1117"/>
                    </a:cubicBezTo>
                    <a:cubicBezTo>
                      <a:pt x="17328" y="1220"/>
                      <a:pt x="17328" y="1220"/>
                      <a:pt x="17278" y="1732"/>
                    </a:cubicBezTo>
                    <a:cubicBezTo>
                      <a:pt x="17197" y="2275"/>
                      <a:pt x="17197" y="2275"/>
                      <a:pt x="16947" y="2775"/>
                    </a:cubicBezTo>
                    <a:cubicBezTo>
                      <a:pt x="16697" y="4450"/>
                      <a:pt x="17257" y="5780"/>
                      <a:pt x="17947" y="7275"/>
                    </a:cubicBezTo>
                    <a:cubicBezTo>
                      <a:pt x="18007" y="7408"/>
                      <a:pt x="18067" y="7538"/>
                      <a:pt x="18130" y="7675"/>
                    </a:cubicBezTo>
                    <a:cubicBezTo>
                      <a:pt x="18450" y="8378"/>
                      <a:pt x="18775" y="9080"/>
                      <a:pt x="19102" y="9780"/>
                    </a:cubicBezTo>
                    <a:cubicBezTo>
                      <a:pt x="19752" y="11175"/>
                      <a:pt x="20312" y="12530"/>
                      <a:pt x="20697" y="14025"/>
                    </a:cubicBezTo>
                    <a:cubicBezTo>
                      <a:pt x="21268" y="13740"/>
                      <a:pt x="21298" y="13643"/>
                      <a:pt x="21542" y="13087"/>
                    </a:cubicBezTo>
                    <a:cubicBezTo>
                      <a:pt x="22185" y="11753"/>
                      <a:pt x="23060" y="10640"/>
                      <a:pt x="24447" y="10025"/>
                    </a:cubicBezTo>
                    <a:cubicBezTo>
                      <a:pt x="25042" y="10087"/>
                      <a:pt x="25042" y="10087"/>
                      <a:pt x="25447" y="10275"/>
                    </a:cubicBezTo>
                    <a:cubicBezTo>
                      <a:pt x="25412" y="10495"/>
                      <a:pt x="25375" y="10717"/>
                      <a:pt x="25338" y="10947"/>
                    </a:cubicBezTo>
                    <a:cubicBezTo>
                      <a:pt x="25067" y="12888"/>
                      <a:pt x="24822" y="14840"/>
                      <a:pt x="25132" y="16788"/>
                    </a:cubicBezTo>
                    <a:cubicBezTo>
                      <a:pt x="25505" y="19535"/>
                      <a:pt x="25048" y="22590"/>
                      <a:pt x="23438" y="24898"/>
                    </a:cubicBezTo>
                    <a:cubicBezTo>
                      <a:pt x="23197" y="25195"/>
                      <a:pt x="22947" y="25485"/>
                      <a:pt x="22697" y="25775"/>
                    </a:cubicBezTo>
                    <a:cubicBezTo>
                      <a:pt x="22590" y="25970"/>
                      <a:pt x="22480" y="26168"/>
                      <a:pt x="22370" y="26370"/>
                    </a:cubicBezTo>
                    <a:cubicBezTo>
                      <a:pt x="21942" y="27095"/>
                      <a:pt x="21392" y="27550"/>
                      <a:pt x="20730" y="28055"/>
                    </a:cubicBezTo>
                    <a:cubicBezTo>
                      <a:pt x="20625" y="28140"/>
                      <a:pt x="20518" y="28222"/>
                      <a:pt x="20410" y="28308"/>
                    </a:cubicBezTo>
                    <a:cubicBezTo>
                      <a:pt x="19705" y="28860"/>
                      <a:pt x="18998" y="29370"/>
                      <a:pt x="18197" y="29775"/>
                    </a:cubicBezTo>
                    <a:cubicBezTo>
                      <a:pt x="17745" y="29697"/>
                      <a:pt x="17745" y="29697"/>
                      <a:pt x="17447" y="29525"/>
                    </a:cubicBezTo>
                    <a:cubicBezTo>
                      <a:pt x="17512" y="29415"/>
                      <a:pt x="17575" y="29308"/>
                      <a:pt x="17640" y="29195"/>
                    </a:cubicBezTo>
                    <a:cubicBezTo>
                      <a:pt x="17820" y="28883"/>
                      <a:pt x="18000" y="28567"/>
                      <a:pt x="18175" y="28253"/>
                    </a:cubicBezTo>
                    <a:cubicBezTo>
                      <a:pt x="18447" y="27775"/>
                      <a:pt x="18447" y="27775"/>
                      <a:pt x="18683" y="27430"/>
                    </a:cubicBezTo>
                    <a:cubicBezTo>
                      <a:pt x="19457" y="26185"/>
                      <a:pt x="19347" y="24683"/>
                      <a:pt x="19197" y="23275"/>
                    </a:cubicBezTo>
                    <a:cubicBezTo>
                      <a:pt x="19005" y="22697"/>
                      <a:pt x="18775" y="22293"/>
                      <a:pt x="18447" y="21775"/>
                    </a:cubicBezTo>
                    <a:cubicBezTo>
                      <a:pt x="18447" y="21610"/>
                      <a:pt x="18447" y="21445"/>
                      <a:pt x="18447" y="21275"/>
                    </a:cubicBezTo>
                    <a:cubicBezTo>
                      <a:pt x="18117" y="21275"/>
                      <a:pt x="17787" y="21275"/>
                      <a:pt x="17447" y="21275"/>
                    </a:cubicBezTo>
                    <a:cubicBezTo>
                      <a:pt x="17417" y="21385"/>
                      <a:pt x="17417" y="21385"/>
                      <a:pt x="17260" y="21947"/>
                    </a:cubicBezTo>
                    <a:cubicBezTo>
                      <a:pt x="16980" y="22803"/>
                      <a:pt x="16540" y="23352"/>
                      <a:pt x="15947" y="24025"/>
                    </a:cubicBezTo>
                    <a:cubicBezTo>
                      <a:pt x="15700" y="23942"/>
                      <a:pt x="15452" y="23860"/>
                      <a:pt x="15197" y="23775"/>
                    </a:cubicBezTo>
                    <a:cubicBezTo>
                      <a:pt x="15275" y="23378"/>
                      <a:pt x="15355" y="22982"/>
                      <a:pt x="15433" y="22587"/>
                    </a:cubicBezTo>
                    <a:cubicBezTo>
                      <a:pt x="15475" y="22367"/>
                      <a:pt x="15520" y="22145"/>
                      <a:pt x="15565" y="21920"/>
                    </a:cubicBezTo>
                    <a:cubicBezTo>
                      <a:pt x="15645" y="21535"/>
                      <a:pt x="15730" y="21155"/>
                      <a:pt x="15835" y="20778"/>
                    </a:cubicBezTo>
                    <a:cubicBezTo>
                      <a:pt x="16410" y="18220"/>
                      <a:pt x="15792" y="15317"/>
                      <a:pt x="14447" y="13087"/>
                    </a:cubicBezTo>
                    <a:cubicBezTo>
                      <a:pt x="14127" y="12612"/>
                      <a:pt x="13980" y="12535"/>
                      <a:pt x="13417" y="12365"/>
                    </a:cubicBezTo>
                    <a:cubicBezTo>
                      <a:pt x="13262" y="12335"/>
                      <a:pt x="13108" y="12305"/>
                      <a:pt x="12947" y="12275"/>
                    </a:cubicBezTo>
                    <a:cubicBezTo>
                      <a:pt x="12912" y="12440"/>
                      <a:pt x="12875" y="12607"/>
                      <a:pt x="12837" y="12780"/>
                    </a:cubicBezTo>
                    <a:cubicBezTo>
                      <a:pt x="12212" y="15342"/>
                      <a:pt x="11105" y="17357"/>
                      <a:pt x="9425" y="19383"/>
                    </a:cubicBezTo>
                    <a:cubicBezTo>
                      <a:pt x="7947" y="21163"/>
                      <a:pt x="6532" y="23170"/>
                      <a:pt x="6625" y="25565"/>
                    </a:cubicBezTo>
                    <a:cubicBezTo>
                      <a:pt x="6733" y="26242"/>
                      <a:pt x="7070" y="26707"/>
                      <a:pt x="7447" y="27275"/>
                    </a:cubicBezTo>
                    <a:cubicBezTo>
                      <a:pt x="7647" y="27850"/>
                      <a:pt x="7802" y="28433"/>
                      <a:pt x="7947" y="29025"/>
                    </a:cubicBezTo>
                    <a:cubicBezTo>
                      <a:pt x="6432" y="28683"/>
                      <a:pt x="5560" y="27820"/>
                      <a:pt x="4447" y="26775"/>
                    </a:cubicBezTo>
                    <a:cubicBezTo>
                      <a:pt x="4375" y="26715"/>
                      <a:pt x="4375" y="26715"/>
                      <a:pt x="4002" y="26420"/>
                    </a:cubicBezTo>
                    <a:cubicBezTo>
                      <a:pt x="2850" y="25440"/>
                      <a:pt x="2255" y="24280"/>
                      <a:pt x="1605" y="22930"/>
                    </a:cubicBezTo>
                    <a:cubicBezTo>
                      <a:pt x="1517" y="22755"/>
                      <a:pt x="1432" y="22577"/>
                      <a:pt x="1342" y="22395"/>
                    </a:cubicBezTo>
                    <a:cubicBezTo>
                      <a:pt x="222" y="19950"/>
                      <a:pt x="0" y="16590"/>
                      <a:pt x="870" y="14013"/>
                    </a:cubicBezTo>
                    <a:cubicBezTo>
                      <a:pt x="2122" y="11018"/>
                      <a:pt x="2122" y="11018"/>
                      <a:pt x="3197" y="10275"/>
                    </a:cubicBezTo>
                    <a:cubicBezTo>
                      <a:pt x="3527" y="10357"/>
                      <a:pt x="3857" y="10440"/>
                      <a:pt x="4197" y="10525"/>
                    </a:cubicBezTo>
                    <a:cubicBezTo>
                      <a:pt x="4280" y="11350"/>
                      <a:pt x="4362" y="12175"/>
                      <a:pt x="4447" y="13025"/>
                    </a:cubicBezTo>
                    <a:cubicBezTo>
                      <a:pt x="4572" y="13065"/>
                      <a:pt x="4572" y="13065"/>
                      <a:pt x="5197" y="13275"/>
                    </a:cubicBezTo>
                    <a:cubicBezTo>
                      <a:pt x="5665" y="12150"/>
                      <a:pt x="6000" y="11060"/>
                      <a:pt x="6245" y="9867"/>
                    </a:cubicBezTo>
                    <a:cubicBezTo>
                      <a:pt x="7177" y="5865"/>
                      <a:pt x="9822" y="3383"/>
                      <a:pt x="13197" y="1275"/>
                    </a:cubicBezTo>
                    <a:cubicBezTo>
                      <a:pt x="13552" y="1085"/>
                      <a:pt x="13912" y="900"/>
                      <a:pt x="14275" y="727"/>
                    </a:cubicBezTo>
                    <a:cubicBezTo>
                      <a:pt x="15785" y="8"/>
                      <a:pt x="15785" y="8"/>
                      <a:pt x="15910" y="0"/>
                    </a:cubicBezTo>
                    <a:close/>
                    <a:moveTo>
                      <a:pt x="13093" y="1982"/>
                    </a:moveTo>
                    <a:cubicBezTo>
                      <a:pt x="12365" y="2460"/>
                      <a:pt x="11680" y="2990"/>
                      <a:pt x="11002" y="3535"/>
                    </a:cubicBezTo>
                    <a:cubicBezTo>
                      <a:pt x="10742" y="3740"/>
                      <a:pt x="10470" y="3930"/>
                      <a:pt x="10197" y="4115"/>
                    </a:cubicBezTo>
                    <a:cubicBezTo>
                      <a:pt x="8730" y="5175"/>
                      <a:pt x="8108" y="6785"/>
                      <a:pt x="7387" y="8393"/>
                    </a:cubicBezTo>
                    <a:cubicBezTo>
                      <a:pt x="7197" y="8775"/>
                      <a:pt x="7197" y="8775"/>
                      <a:pt x="6930" y="9165"/>
                    </a:cubicBezTo>
                    <a:cubicBezTo>
                      <a:pt x="6615" y="9653"/>
                      <a:pt x="6612" y="10058"/>
                      <a:pt x="6572" y="10635"/>
                    </a:cubicBezTo>
                    <a:cubicBezTo>
                      <a:pt x="6530" y="11278"/>
                      <a:pt x="6485" y="11705"/>
                      <a:pt x="6185" y="12280"/>
                    </a:cubicBezTo>
                    <a:cubicBezTo>
                      <a:pt x="5900" y="12878"/>
                      <a:pt x="5935" y="13192"/>
                      <a:pt x="6042" y="13837"/>
                    </a:cubicBezTo>
                    <a:cubicBezTo>
                      <a:pt x="6070" y="14013"/>
                      <a:pt x="6097" y="14190"/>
                      <a:pt x="6125" y="14372"/>
                    </a:cubicBezTo>
                    <a:cubicBezTo>
                      <a:pt x="6150" y="14505"/>
                      <a:pt x="6172" y="14638"/>
                      <a:pt x="6197" y="14775"/>
                    </a:cubicBezTo>
                    <a:cubicBezTo>
                      <a:pt x="4825" y="14440"/>
                      <a:pt x="4825" y="14440"/>
                      <a:pt x="4260" y="13712"/>
                    </a:cubicBezTo>
                    <a:cubicBezTo>
                      <a:pt x="3907" y="13013"/>
                      <a:pt x="3675" y="12273"/>
                      <a:pt x="3447" y="11525"/>
                    </a:cubicBezTo>
                    <a:cubicBezTo>
                      <a:pt x="3200" y="11525"/>
                      <a:pt x="2953" y="11525"/>
                      <a:pt x="2697" y="11525"/>
                    </a:cubicBezTo>
                    <a:cubicBezTo>
                      <a:pt x="1022" y="14053"/>
                      <a:pt x="842" y="17570"/>
                      <a:pt x="1270" y="20518"/>
                    </a:cubicBezTo>
                    <a:cubicBezTo>
                      <a:pt x="1460" y="21337"/>
                      <a:pt x="1790" y="22045"/>
                      <a:pt x="2197" y="22775"/>
                    </a:cubicBezTo>
                    <a:cubicBezTo>
                      <a:pt x="2292" y="22970"/>
                      <a:pt x="2385" y="23165"/>
                      <a:pt x="2482" y="23365"/>
                    </a:cubicBezTo>
                    <a:cubicBezTo>
                      <a:pt x="3357" y="25095"/>
                      <a:pt x="4570" y="26690"/>
                      <a:pt x="6197" y="27775"/>
                    </a:cubicBezTo>
                    <a:cubicBezTo>
                      <a:pt x="6362" y="27775"/>
                      <a:pt x="6528" y="27775"/>
                      <a:pt x="6697" y="27775"/>
                    </a:cubicBezTo>
                    <a:cubicBezTo>
                      <a:pt x="6480" y="26587"/>
                      <a:pt x="6480" y="26587"/>
                      <a:pt x="6197" y="26025"/>
                    </a:cubicBezTo>
                    <a:cubicBezTo>
                      <a:pt x="5835" y="24005"/>
                      <a:pt x="6837" y="21920"/>
                      <a:pt x="7900" y="20242"/>
                    </a:cubicBezTo>
                    <a:cubicBezTo>
                      <a:pt x="8222" y="19798"/>
                      <a:pt x="8570" y="19375"/>
                      <a:pt x="8920" y="18950"/>
                    </a:cubicBezTo>
                    <a:cubicBezTo>
                      <a:pt x="9947" y="17697"/>
                      <a:pt x="10802" y="16528"/>
                      <a:pt x="11447" y="15025"/>
                    </a:cubicBezTo>
                    <a:cubicBezTo>
                      <a:pt x="11517" y="14878"/>
                      <a:pt x="11585" y="14732"/>
                      <a:pt x="11655" y="14582"/>
                    </a:cubicBezTo>
                    <a:cubicBezTo>
                      <a:pt x="12147" y="13510"/>
                      <a:pt x="12445" y="12425"/>
                      <a:pt x="12697" y="11275"/>
                    </a:cubicBezTo>
                    <a:cubicBezTo>
                      <a:pt x="13757" y="11462"/>
                      <a:pt x="14165" y="11890"/>
                      <a:pt x="14817" y="12712"/>
                    </a:cubicBezTo>
                    <a:cubicBezTo>
                      <a:pt x="16582" y="15312"/>
                      <a:pt x="16672" y="17950"/>
                      <a:pt x="16697" y="21025"/>
                    </a:cubicBezTo>
                    <a:cubicBezTo>
                      <a:pt x="16855" y="20945"/>
                      <a:pt x="17010" y="20865"/>
                      <a:pt x="17170" y="20785"/>
                    </a:cubicBezTo>
                    <a:cubicBezTo>
                      <a:pt x="17597" y="20575"/>
                      <a:pt x="17995" y="20410"/>
                      <a:pt x="18447" y="20275"/>
                    </a:cubicBezTo>
                    <a:cubicBezTo>
                      <a:pt x="18555" y="20560"/>
                      <a:pt x="18660" y="20845"/>
                      <a:pt x="18765" y="21130"/>
                    </a:cubicBezTo>
                    <a:cubicBezTo>
                      <a:pt x="18947" y="21525"/>
                      <a:pt x="18947" y="21525"/>
                      <a:pt x="19338" y="22077"/>
                    </a:cubicBezTo>
                    <a:cubicBezTo>
                      <a:pt x="19840" y="22900"/>
                      <a:pt x="19790" y="23695"/>
                      <a:pt x="19760" y="24635"/>
                    </a:cubicBezTo>
                    <a:cubicBezTo>
                      <a:pt x="19760" y="24795"/>
                      <a:pt x="19757" y="24955"/>
                      <a:pt x="19757" y="25120"/>
                    </a:cubicBezTo>
                    <a:cubicBezTo>
                      <a:pt x="19740" y="26112"/>
                      <a:pt x="19635" y="27050"/>
                      <a:pt x="19447" y="28025"/>
                    </a:cubicBezTo>
                    <a:cubicBezTo>
                      <a:pt x="20222" y="27585"/>
                      <a:pt x="20842" y="27185"/>
                      <a:pt x="21447" y="26525"/>
                    </a:cubicBezTo>
                    <a:cubicBezTo>
                      <a:pt x="21567" y="26410"/>
                      <a:pt x="21685" y="26298"/>
                      <a:pt x="21808" y="26180"/>
                    </a:cubicBezTo>
                    <a:cubicBezTo>
                      <a:pt x="21938" y="26048"/>
                      <a:pt x="22065" y="25913"/>
                      <a:pt x="22197" y="25775"/>
                    </a:cubicBezTo>
                    <a:cubicBezTo>
                      <a:pt x="22278" y="25692"/>
                      <a:pt x="22278" y="25692"/>
                      <a:pt x="22683" y="25275"/>
                    </a:cubicBezTo>
                    <a:cubicBezTo>
                      <a:pt x="24850" y="22430"/>
                      <a:pt x="24602" y="18375"/>
                      <a:pt x="24265" y="15010"/>
                    </a:cubicBezTo>
                    <a:cubicBezTo>
                      <a:pt x="24137" y="13553"/>
                      <a:pt x="24382" y="12195"/>
                      <a:pt x="24697" y="10775"/>
                    </a:cubicBezTo>
                    <a:cubicBezTo>
                      <a:pt x="23285" y="11245"/>
                      <a:pt x="22707" y="12035"/>
                      <a:pt x="21947" y="13275"/>
                    </a:cubicBezTo>
                    <a:cubicBezTo>
                      <a:pt x="21725" y="13780"/>
                      <a:pt x="21582" y="14237"/>
                      <a:pt x="21447" y="14775"/>
                    </a:cubicBezTo>
                    <a:cubicBezTo>
                      <a:pt x="21035" y="14857"/>
                      <a:pt x="20623" y="14940"/>
                      <a:pt x="20197" y="15025"/>
                    </a:cubicBezTo>
                    <a:cubicBezTo>
                      <a:pt x="20192" y="14905"/>
                      <a:pt x="20185" y="14788"/>
                      <a:pt x="20177" y="14665"/>
                    </a:cubicBezTo>
                    <a:cubicBezTo>
                      <a:pt x="20022" y="12840"/>
                      <a:pt x="19265" y="11405"/>
                      <a:pt x="18455" y="9795"/>
                    </a:cubicBezTo>
                    <a:cubicBezTo>
                      <a:pt x="18367" y="9620"/>
                      <a:pt x="18278" y="9445"/>
                      <a:pt x="18188" y="9263"/>
                    </a:cubicBezTo>
                    <a:cubicBezTo>
                      <a:pt x="18010" y="8913"/>
                      <a:pt x="17832" y="8562"/>
                      <a:pt x="17653" y="8215"/>
                    </a:cubicBezTo>
                    <a:cubicBezTo>
                      <a:pt x="16895" y="6727"/>
                      <a:pt x="16360" y="5435"/>
                      <a:pt x="16400" y="3742"/>
                    </a:cubicBezTo>
                    <a:cubicBezTo>
                      <a:pt x="16403" y="3615"/>
                      <a:pt x="16403" y="3487"/>
                      <a:pt x="16403" y="3355"/>
                    </a:cubicBezTo>
                    <a:cubicBezTo>
                      <a:pt x="16410" y="2628"/>
                      <a:pt x="16490" y="1972"/>
                      <a:pt x="16697" y="1275"/>
                    </a:cubicBezTo>
                    <a:cubicBezTo>
                      <a:pt x="15537" y="742"/>
                      <a:pt x="14132" y="1375"/>
                      <a:pt x="13093" y="1982"/>
                    </a:cubicBezTo>
                    <a:close/>
                  </a:path>
                </a:pathLst>
              </a:custGeom>
              <a:solidFill>
                <a:srgbClr val="E3865C"/>
              </a:solidFill>
              <a:ln w="0">
                <a:noFill/>
              </a:ln>
            </p:spPr>
          </p:sp>
        </p:grpSp>
        <p:sp>
          <p:nvSpPr>
            <p:cNvPr id="571" name="Projector"/>
            <p:cNvSpPr txBox="1"/>
            <p:nvPr/>
          </p:nvSpPr>
          <p:spPr>
            <a:xfrm>
              <a:off x="996696" y="8298180"/>
              <a:ext cx="1316736" cy="32918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00000"/>
                  </a:solidFill>
                  <a:latin typeface="Times New Roman"/>
                </a:rPr>
                <a:t>Projector</a:t>
              </a:r>
            </a:p>
          </p:txBody>
        </p:sp>
        <p:sp>
          <p:nvSpPr>
            <p:cNvPr id="572" name="Rectangle"/>
            <p:cNvSpPr/>
            <p:nvPr/>
          </p:nvSpPr>
          <p:spPr>
            <a:xfrm>
              <a:off x="2734056" y="8275320"/>
              <a:ext cx="1929384" cy="393192"/>
            </a:xfrm>
            <a:prstGeom prst="roundRect">
              <a:avLst>
                <a:gd name="adj" fmla="val 23255"/>
              </a:avLst>
            </a:prstGeom>
            <a:solidFill>
              <a:srgbClr val="C4C4C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angle"/>
            <p:cNvSpPr/>
            <p:nvPr/>
          </p:nvSpPr>
          <p:spPr>
            <a:xfrm>
              <a:off x="2752344" y="8229600"/>
              <a:ext cx="1892808" cy="374904"/>
            </a:xfrm>
            <a:prstGeom prst="roundRect">
              <a:avLst>
                <a:gd name="adj" fmla="val 24390"/>
              </a:avLst>
            </a:prstGeom>
            <a:solidFill>
              <a:srgbClr val="DEEB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Embedding"/>
            <p:cNvSpPr txBox="1"/>
            <p:nvPr/>
          </p:nvSpPr>
          <p:spPr>
            <a:xfrm>
              <a:off x="2935224" y="8298180"/>
              <a:ext cx="1563624" cy="32918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0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00000"/>
                  </a:solidFill>
                  <a:latin typeface="Times New Roman"/>
                </a:rPr>
                <a:t>Embedding</a:t>
              </a:r>
            </a:p>
          </p:txBody>
        </p:sp>
        <p:sp>
          <p:nvSpPr>
            <p:cNvPr id="575" name="Rectangle"/>
            <p:cNvSpPr/>
            <p:nvPr/>
          </p:nvSpPr>
          <p:spPr>
            <a:xfrm>
              <a:off x="420624" y="8741664"/>
              <a:ext cx="1947672" cy="402336"/>
            </a:xfrm>
            <a:prstGeom prst="roundRect">
              <a:avLst>
                <a:gd name="adj" fmla="val 22727"/>
              </a:avLst>
            </a:prstGeom>
            <a:solidFill>
              <a:srgbClr val="C4C4C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6" name="Rectangle"/>
            <p:cNvSpPr/>
            <p:nvPr/>
          </p:nvSpPr>
          <p:spPr>
            <a:xfrm>
              <a:off x="448056" y="8695944"/>
              <a:ext cx="1911096" cy="384048"/>
            </a:xfrm>
            <a:prstGeom prst="roundRect">
              <a:avLst>
                <a:gd name="adj" fmla="val 23809"/>
              </a:avLst>
            </a:prstGeom>
            <a:solidFill>
              <a:srgbClr val="FFEBC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93" name="Vector icon - snowflake"/>
            <p:cNvGrpSpPr/>
            <p:nvPr/>
          </p:nvGrpSpPr>
          <p:grpSpPr>
            <a:xfrm>
              <a:off x="466344" y="8732520"/>
              <a:ext cx="310896" cy="292608"/>
              <a:chOff x="466344" y="8732520"/>
              <a:chExt cx="310896" cy="292608"/>
            </a:xfrm>
          </p:grpSpPr>
          <p:sp>
            <p:nvSpPr>
              <p:cNvPr id="577" name="snowflake vector"/>
              <p:cNvSpPr/>
              <p:nvPr/>
            </p:nvSpPr>
            <p:spPr>
              <a:xfrm>
                <a:off x="466344" y="8732520"/>
                <a:ext cx="310896" cy="292608"/>
              </a:xfrm>
              <a:custGeom>
                <a:avLst/>
                <a:gdLst/>
                <a:ahLst/>
                <a:cxnLst/>
                <a:rect l="0" t="0" r="r" b="b"/>
                <a:pathLst>
                  <a:path w="34000" h="32000" fill="norm" stroke="0">
                    <a:moveTo>
                      <a:pt x="0" y="0"/>
                    </a:moveTo>
                    <a:cubicBezTo>
                      <a:pt x="11220" y="0"/>
                      <a:pt x="22440" y="0"/>
                      <a:pt x="34000" y="0"/>
                    </a:cubicBezTo>
                    <a:cubicBezTo>
                      <a:pt x="34000" y="10560"/>
                      <a:pt x="34000" y="21120"/>
                      <a:pt x="34000" y="32000"/>
                    </a:cubicBezTo>
                    <a:cubicBezTo>
                      <a:pt x="22780" y="32000"/>
                      <a:pt x="11560" y="32000"/>
                      <a:pt x="0" y="32000"/>
                    </a:cubicBezTo>
                    <a:cubicBezTo>
                      <a:pt x="0" y="21440"/>
                      <a:pt x="0" y="10880"/>
                      <a:pt x="0" y="0"/>
                    </a:cubicBezTo>
                    <a:close/>
                  </a:path>
                </a:pathLst>
              </a:custGeom>
              <a:solidFill>
                <a:srgbClr val="F8E4CA"/>
              </a:solidFill>
              <a:ln w="0">
                <a:noFill/>
              </a:ln>
            </p:spPr>
          </p:sp>
          <p:sp>
            <p:nvSpPr>
              <p:cNvPr id="578" name="snowflake vector"/>
              <p:cNvSpPr/>
              <p:nvPr/>
            </p:nvSpPr>
            <p:spPr>
              <a:xfrm>
                <a:off x="475495" y="8759511"/>
                <a:ext cx="284378" cy="238178"/>
              </a:xfrm>
              <a:custGeom>
                <a:avLst/>
                <a:gdLst/>
                <a:ahLst/>
                <a:cxnLst/>
                <a:rect l="0" t="0" r="r" b="b"/>
                <a:pathLst>
                  <a:path w="31100" h="26048" fill="norm" stroke="0">
                    <a:moveTo>
                      <a:pt x="7862" y="15"/>
                    </a:moveTo>
                    <a:cubicBezTo>
                      <a:pt x="8777" y="20"/>
                      <a:pt x="9600" y="112"/>
                      <a:pt x="10500" y="298"/>
                    </a:cubicBezTo>
                    <a:cubicBezTo>
                      <a:pt x="10582" y="215"/>
                      <a:pt x="10665" y="132"/>
                      <a:pt x="10750" y="48"/>
                    </a:cubicBezTo>
                    <a:cubicBezTo>
                      <a:pt x="11375" y="18"/>
                      <a:pt x="11375" y="18"/>
                      <a:pt x="12000" y="48"/>
                    </a:cubicBezTo>
                    <a:cubicBezTo>
                      <a:pt x="12250" y="298"/>
                      <a:pt x="12250" y="298"/>
                      <a:pt x="12282" y="635"/>
                    </a:cubicBezTo>
                    <a:cubicBezTo>
                      <a:pt x="12277" y="1465"/>
                      <a:pt x="12227" y="2257"/>
                      <a:pt x="12108" y="3080"/>
                    </a:cubicBezTo>
                    <a:cubicBezTo>
                      <a:pt x="11995" y="3898"/>
                      <a:pt x="12027" y="4505"/>
                      <a:pt x="12250" y="5298"/>
                    </a:cubicBezTo>
                    <a:cubicBezTo>
                      <a:pt x="13240" y="5040"/>
                      <a:pt x="13655" y="4245"/>
                      <a:pt x="14215" y="3447"/>
                    </a:cubicBezTo>
                    <a:cubicBezTo>
                      <a:pt x="14672" y="2835"/>
                      <a:pt x="14905" y="2582"/>
                      <a:pt x="15647" y="2320"/>
                    </a:cubicBezTo>
                    <a:cubicBezTo>
                      <a:pt x="16440" y="2290"/>
                      <a:pt x="16665" y="2460"/>
                      <a:pt x="17235" y="2967"/>
                    </a:cubicBezTo>
                    <a:cubicBezTo>
                      <a:pt x="17530" y="3337"/>
                      <a:pt x="17647" y="3643"/>
                      <a:pt x="17780" y="4095"/>
                    </a:cubicBezTo>
                    <a:cubicBezTo>
                      <a:pt x="17853" y="4327"/>
                      <a:pt x="17925" y="4560"/>
                      <a:pt x="18000" y="4798"/>
                    </a:cubicBezTo>
                    <a:cubicBezTo>
                      <a:pt x="18388" y="4967"/>
                      <a:pt x="18388" y="4967"/>
                      <a:pt x="18750" y="5048"/>
                    </a:cubicBezTo>
                    <a:cubicBezTo>
                      <a:pt x="19168" y="4717"/>
                      <a:pt x="19462" y="4487"/>
                      <a:pt x="19750" y="4048"/>
                    </a:cubicBezTo>
                    <a:cubicBezTo>
                      <a:pt x="19712" y="3202"/>
                      <a:pt x="19557" y="2680"/>
                      <a:pt x="19218" y="1908"/>
                    </a:cubicBezTo>
                    <a:cubicBezTo>
                      <a:pt x="18957" y="1183"/>
                      <a:pt x="19040" y="778"/>
                      <a:pt x="19250" y="48"/>
                    </a:cubicBezTo>
                    <a:cubicBezTo>
                      <a:pt x="20250" y="2"/>
                      <a:pt x="20872" y="7"/>
                      <a:pt x="21750" y="548"/>
                    </a:cubicBezTo>
                    <a:cubicBezTo>
                      <a:pt x="21915" y="382"/>
                      <a:pt x="22080" y="217"/>
                      <a:pt x="22250" y="48"/>
                    </a:cubicBezTo>
                    <a:cubicBezTo>
                      <a:pt x="22680" y="0"/>
                      <a:pt x="22680" y="0"/>
                      <a:pt x="23155" y="18"/>
                    </a:cubicBezTo>
                    <a:cubicBezTo>
                      <a:pt x="23312" y="23"/>
                      <a:pt x="23472" y="25"/>
                      <a:pt x="23635" y="30"/>
                    </a:cubicBezTo>
                    <a:cubicBezTo>
                      <a:pt x="23755" y="38"/>
                      <a:pt x="23875" y="43"/>
                      <a:pt x="24000" y="48"/>
                    </a:cubicBezTo>
                    <a:cubicBezTo>
                      <a:pt x="24020" y="188"/>
                      <a:pt x="24043" y="325"/>
                      <a:pt x="24065" y="467"/>
                    </a:cubicBezTo>
                    <a:cubicBezTo>
                      <a:pt x="24172" y="1023"/>
                      <a:pt x="24285" y="1525"/>
                      <a:pt x="24500" y="2048"/>
                    </a:cubicBezTo>
                    <a:cubicBezTo>
                      <a:pt x="25140" y="2360"/>
                      <a:pt x="25140" y="2360"/>
                      <a:pt x="25750" y="2548"/>
                    </a:cubicBezTo>
                    <a:cubicBezTo>
                      <a:pt x="26000" y="3033"/>
                      <a:pt x="26000" y="3033"/>
                      <a:pt x="26000" y="3548"/>
                    </a:cubicBezTo>
                    <a:cubicBezTo>
                      <a:pt x="25720" y="3952"/>
                      <a:pt x="25720" y="3952"/>
                      <a:pt x="25250" y="4298"/>
                    </a:cubicBezTo>
                    <a:cubicBezTo>
                      <a:pt x="24707" y="4352"/>
                      <a:pt x="24240" y="4370"/>
                      <a:pt x="23702" y="4345"/>
                    </a:cubicBezTo>
                    <a:cubicBezTo>
                      <a:pt x="23632" y="4342"/>
                      <a:pt x="23632" y="4342"/>
                      <a:pt x="23280" y="4335"/>
                    </a:cubicBezTo>
                    <a:cubicBezTo>
                      <a:pt x="22935" y="4325"/>
                      <a:pt x="22592" y="4312"/>
                      <a:pt x="22250" y="4298"/>
                    </a:cubicBezTo>
                    <a:cubicBezTo>
                      <a:pt x="22210" y="4395"/>
                      <a:pt x="22210" y="4395"/>
                      <a:pt x="22018" y="4887"/>
                    </a:cubicBezTo>
                    <a:cubicBezTo>
                      <a:pt x="21785" y="5457"/>
                      <a:pt x="21532" y="6002"/>
                      <a:pt x="21250" y="6548"/>
                    </a:cubicBezTo>
                    <a:cubicBezTo>
                      <a:pt x="21597" y="6898"/>
                      <a:pt x="21830" y="6837"/>
                      <a:pt x="22317" y="6850"/>
                    </a:cubicBezTo>
                    <a:cubicBezTo>
                      <a:pt x="22400" y="6855"/>
                      <a:pt x="22400" y="6855"/>
                      <a:pt x="22817" y="6872"/>
                    </a:cubicBezTo>
                    <a:cubicBezTo>
                      <a:pt x="23165" y="6885"/>
                      <a:pt x="23515" y="6898"/>
                      <a:pt x="23862" y="6905"/>
                    </a:cubicBezTo>
                    <a:cubicBezTo>
                      <a:pt x="25142" y="6965"/>
                      <a:pt x="25142" y="6965"/>
                      <a:pt x="25742" y="7433"/>
                    </a:cubicBezTo>
                    <a:cubicBezTo>
                      <a:pt x="25785" y="7492"/>
                      <a:pt x="25785" y="7492"/>
                      <a:pt x="26000" y="7798"/>
                    </a:cubicBezTo>
                    <a:cubicBezTo>
                      <a:pt x="25692" y="8690"/>
                      <a:pt x="25350" y="9285"/>
                      <a:pt x="24700" y="9970"/>
                    </a:cubicBezTo>
                    <a:cubicBezTo>
                      <a:pt x="24422" y="10423"/>
                      <a:pt x="24468" y="10780"/>
                      <a:pt x="24500" y="11298"/>
                    </a:cubicBezTo>
                    <a:cubicBezTo>
                      <a:pt x="25290" y="11440"/>
                      <a:pt x="25965" y="11492"/>
                      <a:pt x="26750" y="11298"/>
                    </a:cubicBezTo>
                    <a:cubicBezTo>
                      <a:pt x="27400" y="10625"/>
                      <a:pt x="27828" y="9880"/>
                      <a:pt x="28250" y="9048"/>
                    </a:cubicBezTo>
                    <a:cubicBezTo>
                      <a:pt x="28850" y="9112"/>
                      <a:pt x="28850" y="9112"/>
                      <a:pt x="29500" y="9298"/>
                    </a:cubicBezTo>
                    <a:cubicBezTo>
                      <a:pt x="29760" y="9742"/>
                      <a:pt x="29760" y="9742"/>
                      <a:pt x="29905" y="10283"/>
                    </a:cubicBezTo>
                    <a:cubicBezTo>
                      <a:pt x="30135" y="11102"/>
                      <a:pt x="30298" y="11342"/>
                      <a:pt x="31000" y="11798"/>
                    </a:cubicBezTo>
                    <a:cubicBezTo>
                      <a:pt x="31100" y="12158"/>
                      <a:pt x="31100" y="12158"/>
                      <a:pt x="31092" y="12548"/>
                    </a:cubicBezTo>
                    <a:cubicBezTo>
                      <a:pt x="31095" y="12612"/>
                      <a:pt x="31095" y="12612"/>
                      <a:pt x="31100" y="12940"/>
                    </a:cubicBezTo>
                    <a:cubicBezTo>
                      <a:pt x="31000" y="13298"/>
                      <a:pt x="31000" y="13298"/>
                      <a:pt x="30635" y="13533"/>
                    </a:cubicBezTo>
                    <a:cubicBezTo>
                      <a:pt x="30108" y="13895"/>
                      <a:pt x="30090" y="14197"/>
                      <a:pt x="29968" y="14815"/>
                    </a:cubicBezTo>
                    <a:cubicBezTo>
                      <a:pt x="29770" y="15778"/>
                      <a:pt x="29770" y="15778"/>
                      <a:pt x="29500" y="16048"/>
                    </a:cubicBezTo>
                    <a:cubicBezTo>
                      <a:pt x="28952" y="16173"/>
                      <a:pt x="28952" y="16173"/>
                      <a:pt x="28250" y="16048"/>
                    </a:cubicBezTo>
                    <a:cubicBezTo>
                      <a:pt x="27668" y="15525"/>
                      <a:pt x="27180" y="14952"/>
                      <a:pt x="26750" y="14298"/>
                    </a:cubicBezTo>
                    <a:cubicBezTo>
                      <a:pt x="26750" y="14132"/>
                      <a:pt x="26750" y="13967"/>
                      <a:pt x="26750" y="13798"/>
                    </a:cubicBezTo>
                    <a:cubicBezTo>
                      <a:pt x="26427" y="13785"/>
                      <a:pt x="26102" y="13775"/>
                      <a:pt x="25780" y="13768"/>
                    </a:cubicBezTo>
                    <a:cubicBezTo>
                      <a:pt x="25690" y="13765"/>
                      <a:pt x="25690" y="13765"/>
                      <a:pt x="25235" y="13750"/>
                    </a:cubicBezTo>
                    <a:cubicBezTo>
                      <a:pt x="24750" y="13798"/>
                      <a:pt x="24750" y="13798"/>
                      <a:pt x="24250" y="14298"/>
                    </a:cubicBezTo>
                    <a:cubicBezTo>
                      <a:pt x="24362" y="14477"/>
                      <a:pt x="24475" y="14660"/>
                      <a:pt x="24592" y="14845"/>
                    </a:cubicBezTo>
                    <a:cubicBezTo>
                      <a:pt x="24970" y="15472"/>
                      <a:pt x="25235" y="16115"/>
                      <a:pt x="25500" y="16798"/>
                    </a:cubicBezTo>
                    <a:cubicBezTo>
                      <a:pt x="25662" y="17132"/>
                      <a:pt x="25828" y="17467"/>
                      <a:pt x="26000" y="17798"/>
                    </a:cubicBezTo>
                    <a:cubicBezTo>
                      <a:pt x="25490" y="18450"/>
                      <a:pt x="24955" y="18980"/>
                      <a:pt x="24110" y="19107"/>
                    </a:cubicBezTo>
                    <a:cubicBezTo>
                      <a:pt x="23152" y="19160"/>
                      <a:pt x="22202" y="19112"/>
                      <a:pt x="21250" y="19048"/>
                    </a:cubicBezTo>
                    <a:cubicBezTo>
                      <a:pt x="21367" y="19250"/>
                      <a:pt x="21487" y="19450"/>
                      <a:pt x="21608" y="19658"/>
                    </a:cubicBezTo>
                    <a:cubicBezTo>
                      <a:pt x="21675" y="19770"/>
                      <a:pt x="21742" y="19885"/>
                      <a:pt x="21810" y="20000"/>
                    </a:cubicBezTo>
                    <a:cubicBezTo>
                      <a:pt x="22000" y="20298"/>
                      <a:pt x="22000" y="20298"/>
                      <a:pt x="22250" y="20548"/>
                    </a:cubicBezTo>
                    <a:cubicBezTo>
                      <a:pt x="22650" y="20580"/>
                      <a:pt x="23050" y="20605"/>
                      <a:pt x="23452" y="20627"/>
                    </a:cubicBezTo>
                    <a:cubicBezTo>
                      <a:pt x="24877" y="20757"/>
                      <a:pt x="24877" y="20757"/>
                      <a:pt x="25420" y="21252"/>
                    </a:cubicBezTo>
                    <a:cubicBezTo>
                      <a:pt x="25750" y="21798"/>
                      <a:pt x="25750" y="21798"/>
                      <a:pt x="25750" y="22315"/>
                    </a:cubicBezTo>
                    <a:cubicBezTo>
                      <a:pt x="25500" y="22798"/>
                      <a:pt x="25500" y="22798"/>
                      <a:pt x="25015" y="23127"/>
                    </a:cubicBezTo>
                    <a:cubicBezTo>
                      <a:pt x="24358" y="23665"/>
                      <a:pt x="24280" y="24110"/>
                      <a:pt x="24097" y="24918"/>
                    </a:cubicBezTo>
                    <a:cubicBezTo>
                      <a:pt x="24000" y="25298"/>
                      <a:pt x="24000" y="25298"/>
                      <a:pt x="23750" y="25548"/>
                    </a:cubicBezTo>
                    <a:cubicBezTo>
                      <a:pt x="23155" y="25627"/>
                      <a:pt x="23155" y="25627"/>
                      <a:pt x="22500" y="25548"/>
                    </a:cubicBezTo>
                    <a:cubicBezTo>
                      <a:pt x="22078" y="25048"/>
                      <a:pt x="22078" y="25048"/>
                      <a:pt x="21750" y="24548"/>
                    </a:cubicBezTo>
                    <a:cubicBezTo>
                      <a:pt x="21585" y="24548"/>
                      <a:pt x="21420" y="24548"/>
                      <a:pt x="21250" y="24548"/>
                    </a:cubicBezTo>
                    <a:cubicBezTo>
                      <a:pt x="21085" y="24960"/>
                      <a:pt x="20920" y="25372"/>
                      <a:pt x="20750" y="25798"/>
                    </a:cubicBezTo>
                    <a:cubicBezTo>
                      <a:pt x="19828" y="25673"/>
                      <a:pt x="19347" y="25523"/>
                      <a:pt x="18750" y="24798"/>
                    </a:cubicBezTo>
                    <a:cubicBezTo>
                      <a:pt x="19198" y="23612"/>
                      <a:pt x="19198" y="23612"/>
                      <a:pt x="19545" y="23173"/>
                    </a:cubicBezTo>
                    <a:cubicBezTo>
                      <a:pt x="19750" y="22798"/>
                      <a:pt x="19750" y="22798"/>
                      <a:pt x="19702" y="22205"/>
                    </a:cubicBezTo>
                    <a:cubicBezTo>
                      <a:pt x="19472" y="21465"/>
                      <a:pt x="19172" y="20942"/>
                      <a:pt x="18750" y="20298"/>
                    </a:cubicBezTo>
                    <a:cubicBezTo>
                      <a:pt x="18158" y="20842"/>
                      <a:pt x="17800" y="21372"/>
                      <a:pt x="17420" y="22080"/>
                    </a:cubicBezTo>
                    <a:cubicBezTo>
                      <a:pt x="16870" y="22977"/>
                      <a:pt x="16870" y="22977"/>
                      <a:pt x="16370" y="23270"/>
                    </a:cubicBezTo>
                    <a:cubicBezTo>
                      <a:pt x="15983" y="23360"/>
                      <a:pt x="15983" y="23360"/>
                      <a:pt x="15250" y="23298"/>
                    </a:cubicBezTo>
                    <a:cubicBezTo>
                      <a:pt x="14615" y="22827"/>
                      <a:pt x="14252" y="22320"/>
                      <a:pt x="13875" y="21643"/>
                    </a:cubicBezTo>
                    <a:cubicBezTo>
                      <a:pt x="13470" y="21000"/>
                      <a:pt x="13198" y="20812"/>
                      <a:pt x="12500" y="20548"/>
                    </a:cubicBezTo>
                    <a:cubicBezTo>
                      <a:pt x="12108" y="20970"/>
                      <a:pt x="12108" y="20970"/>
                      <a:pt x="11750" y="21548"/>
                    </a:cubicBezTo>
                    <a:cubicBezTo>
                      <a:pt x="11812" y="22222"/>
                      <a:pt x="11947" y="22695"/>
                      <a:pt x="12250" y="23298"/>
                    </a:cubicBezTo>
                    <a:cubicBezTo>
                      <a:pt x="12282" y="23768"/>
                      <a:pt x="12282" y="23768"/>
                      <a:pt x="12280" y="24298"/>
                    </a:cubicBezTo>
                    <a:cubicBezTo>
                      <a:pt x="12280" y="24385"/>
                      <a:pt x="12280" y="24385"/>
                      <a:pt x="12282" y="24830"/>
                    </a:cubicBezTo>
                    <a:cubicBezTo>
                      <a:pt x="12250" y="25298"/>
                      <a:pt x="12250" y="25298"/>
                      <a:pt x="12000" y="25798"/>
                    </a:cubicBezTo>
                    <a:cubicBezTo>
                      <a:pt x="11587" y="25798"/>
                      <a:pt x="11175" y="25798"/>
                      <a:pt x="10750" y="25798"/>
                    </a:cubicBezTo>
                    <a:cubicBezTo>
                      <a:pt x="10667" y="25550"/>
                      <a:pt x="10585" y="25303"/>
                      <a:pt x="10500" y="25048"/>
                    </a:cubicBezTo>
                    <a:cubicBezTo>
                      <a:pt x="10252" y="25090"/>
                      <a:pt x="10252" y="25090"/>
                      <a:pt x="9000" y="25298"/>
                    </a:cubicBezTo>
                    <a:cubicBezTo>
                      <a:pt x="9000" y="25462"/>
                      <a:pt x="9000" y="25627"/>
                      <a:pt x="9000" y="25798"/>
                    </a:cubicBezTo>
                    <a:cubicBezTo>
                      <a:pt x="8752" y="25880"/>
                      <a:pt x="8505" y="25962"/>
                      <a:pt x="8250" y="26048"/>
                    </a:cubicBezTo>
                    <a:cubicBezTo>
                      <a:pt x="7387" y="25330"/>
                      <a:pt x="7110" y="24795"/>
                      <a:pt x="6897" y="23695"/>
                    </a:cubicBezTo>
                    <a:cubicBezTo>
                      <a:pt x="6707" y="23188"/>
                      <a:pt x="6445" y="23085"/>
                      <a:pt x="6000" y="22798"/>
                    </a:cubicBezTo>
                    <a:cubicBezTo>
                      <a:pt x="5890" y="22190"/>
                      <a:pt x="5890" y="22190"/>
                      <a:pt x="6000" y="21548"/>
                    </a:cubicBezTo>
                    <a:cubicBezTo>
                      <a:pt x="6735" y="20847"/>
                      <a:pt x="7282" y="20705"/>
                      <a:pt x="8280" y="20658"/>
                    </a:cubicBezTo>
                    <a:cubicBezTo>
                      <a:pt x="9447" y="20600"/>
                      <a:pt x="9447" y="20600"/>
                      <a:pt x="10000" y="20048"/>
                    </a:cubicBezTo>
                    <a:cubicBezTo>
                      <a:pt x="10000" y="19800"/>
                      <a:pt x="10000" y="19553"/>
                      <a:pt x="10000" y="19298"/>
                    </a:cubicBezTo>
                    <a:cubicBezTo>
                      <a:pt x="9835" y="19295"/>
                      <a:pt x="9672" y="19290"/>
                      <a:pt x="9505" y="19288"/>
                    </a:cubicBezTo>
                    <a:cubicBezTo>
                      <a:pt x="8180" y="19215"/>
                      <a:pt x="7215" y="19105"/>
                      <a:pt x="6250" y="18145"/>
                    </a:cubicBezTo>
                    <a:cubicBezTo>
                      <a:pt x="6000" y="17798"/>
                      <a:pt x="6000" y="17798"/>
                      <a:pt x="5843" y="17205"/>
                    </a:cubicBezTo>
                    <a:cubicBezTo>
                      <a:pt x="6025" y="16442"/>
                      <a:pt x="6335" y="15890"/>
                      <a:pt x="6755" y="15235"/>
                    </a:cubicBezTo>
                    <a:cubicBezTo>
                      <a:pt x="7000" y="14798"/>
                      <a:pt x="7000" y="14798"/>
                      <a:pt x="7250" y="13798"/>
                    </a:cubicBezTo>
                    <a:cubicBezTo>
                      <a:pt x="6507" y="13798"/>
                      <a:pt x="5765" y="13798"/>
                      <a:pt x="5000" y="13798"/>
                    </a:cubicBezTo>
                    <a:cubicBezTo>
                      <a:pt x="4947" y="13977"/>
                      <a:pt x="4895" y="14160"/>
                      <a:pt x="4843" y="14345"/>
                    </a:cubicBezTo>
                    <a:cubicBezTo>
                      <a:pt x="4485" y="15232"/>
                      <a:pt x="3835" y="15842"/>
                      <a:pt x="3000" y="16298"/>
                    </a:cubicBezTo>
                    <a:cubicBezTo>
                      <a:pt x="2280" y="16252"/>
                      <a:pt x="2280" y="16252"/>
                      <a:pt x="1750" y="16048"/>
                    </a:cubicBezTo>
                    <a:cubicBezTo>
                      <a:pt x="1522" y="15280"/>
                      <a:pt x="1477" y="14597"/>
                      <a:pt x="1500" y="13798"/>
                    </a:cubicBezTo>
                    <a:cubicBezTo>
                      <a:pt x="1297" y="13737"/>
                      <a:pt x="1097" y="13675"/>
                      <a:pt x="890" y="13610"/>
                    </a:cubicBezTo>
                    <a:cubicBezTo>
                      <a:pt x="250" y="13298"/>
                      <a:pt x="250" y="13298"/>
                      <a:pt x="45" y="12768"/>
                    </a:cubicBezTo>
                    <a:cubicBezTo>
                      <a:pt x="30" y="12612"/>
                      <a:pt x="15" y="12457"/>
                      <a:pt x="0" y="12298"/>
                    </a:cubicBezTo>
                    <a:cubicBezTo>
                      <a:pt x="102" y="12250"/>
                      <a:pt x="102" y="12250"/>
                      <a:pt x="625" y="12002"/>
                    </a:cubicBezTo>
                    <a:cubicBezTo>
                      <a:pt x="977" y="11793"/>
                      <a:pt x="977" y="11793"/>
                      <a:pt x="1250" y="11548"/>
                    </a:cubicBezTo>
                    <a:cubicBezTo>
                      <a:pt x="1245" y="11352"/>
                      <a:pt x="1240" y="11158"/>
                      <a:pt x="1232" y="10955"/>
                    </a:cubicBezTo>
                    <a:cubicBezTo>
                      <a:pt x="1250" y="10298"/>
                      <a:pt x="1250" y="10298"/>
                      <a:pt x="1542" y="9930"/>
                    </a:cubicBezTo>
                    <a:cubicBezTo>
                      <a:pt x="2115" y="9420"/>
                      <a:pt x="2520" y="9067"/>
                      <a:pt x="3295" y="9002"/>
                    </a:cubicBezTo>
                    <a:cubicBezTo>
                      <a:pt x="3882" y="9385"/>
                      <a:pt x="4042" y="9790"/>
                      <a:pt x="4297" y="10430"/>
                    </a:cubicBezTo>
                    <a:cubicBezTo>
                      <a:pt x="4555" y="10903"/>
                      <a:pt x="4762" y="11065"/>
                      <a:pt x="5250" y="11298"/>
                    </a:cubicBezTo>
                    <a:cubicBezTo>
                      <a:pt x="5815" y="11347"/>
                      <a:pt x="5815" y="11347"/>
                      <a:pt x="6420" y="11330"/>
                    </a:cubicBezTo>
                    <a:cubicBezTo>
                      <a:pt x="6622" y="11325"/>
                      <a:pt x="6825" y="11320"/>
                      <a:pt x="7032" y="11315"/>
                    </a:cubicBezTo>
                    <a:cubicBezTo>
                      <a:pt x="7188" y="11310"/>
                      <a:pt x="7340" y="11305"/>
                      <a:pt x="7500" y="11298"/>
                    </a:cubicBezTo>
                    <a:cubicBezTo>
                      <a:pt x="7390" y="11117"/>
                      <a:pt x="7282" y="10938"/>
                      <a:pt x="7170" y="10752"/>
                    </a:cubicBezTo>
                    <a:cubicBezTo>
                      <a:pt x="7102" y="10637"/>
                      <a:pt x="7035" y="10520"/>
                      <a:pt x="6965" y="10403"/>
                    </a:cubicBezTo>
                    <a:cubicBezTo>
                      <a:pt x="6767" y="10077"/>
                      <a:pt x="6547" y="9765"/>
                      <a:pt x="6328" y="9455"/>
                    </a:cubicBezTo>
                    <a:cubicBezTo>
                      <a:pt x="5910" y="8620"/>
                      <a:pt x="5927" y="7962"/>
                      <a:pt x="6000" y="7048"/>
                    </a:cubicBezTo>
                    <a:cubicBezTo>
                      <a:pt x="6940" y="6747"/>
                      <a:pt x="7837" y="6770"/>
                      <a:pt x="8812" y="6783"/>
                    </a:cubicBezTo>
                    <a:cubicBezTo>
                      <a:pt x="8975" y="6783"/>
                      <a:pt x="9137" y="6785"/>
                      <a:pt x="9305" y="6785"/>
                    </a:cubicBezTo>
                    <a:cubicBezTo>
                      <a:pt x="9702" y="6790"/>
                      <a:pt x="10100" y="6793"/>
                      <a:pt x="10500" y="6798"/>
                    </a:cubicBezTo>
                    <a:cubicBezTo>
                      <a:pt x="10200" y="5935"/>
                      <a:pt x="9875" y="5222"/>
                      <a:pt x="9250" y="4548"/>
                    </a:cubicBezTo>
                    <a:cubicBezTo>
                      <a:pt x="8607" y="4335"/>
                      <a:pt x="7968" y="4335"/>
                      <a:pt x="7297" y="4360"/>
                    </a:cubicBezTo>
                    <a:cubicBezTo>
                      <a:pt x="6910" y="4372"/>
                      <a:pt x="6910" y="4372"/>
                      <a:pt x="6250" y="4298"/>
                    </a:cubicBezTo>
                    <a:cubicBezTo>
                      <a:pt x="5897" y="3830"/>
                      <a:pt x="5897" y="3830"/>
                      <a:pt x="5750" y="3298"/>
                    </a:cubicBezTo>
                    <a:cubicBezTo>
                      <a:pt x="5905" y="2752"/>
                      <a:pt x="5905" y="2752"/>
                      <a:pt x="6250" y="2298"/>
                    </a:cubicBezTo>
                    <a:cubicBezTo>
                      <a:pt x="6780" y="2110"/>
                      <a:pt x="6780" y="2110"/>
                      <a:pt x="7250" y="2048"/>
                    </a:cubicBezTo>
                    <a:cubicBezTo>
                      <a:pt x="7247" y="1925"/>
                      <a:pt x="7242" y="1803"/>
                      <a:pt x="7240" y="1675"/>
                    </a:cubicBezTo>
                    <a:cubicBezTo>
                      <a:pt x="7237" y="1515"/>
                      <a:pt x="7235" y="1355"/>
                      <a:pt x="7232" y="1190"/>
                    </a:cubicBezTo>
                    <a:cubicBezTo>
                      <a:pt x="7230" y="1030"/>
                      <a:pt x="7227" y="870"/>
                      <a:pt x="7225" y="705"/>
                    </a:cubicBezTo>
                    <a:cubicBezTo>
                      <a:pt x="7257" y="178"/>
                      <a:pt x="7332" y="62"/>
                      <a:pt x="7862" y="15"/>
                    </a:cubicBezTo>
                    <a:close/>
                  </a:path>
                </a:pathLst>
              </a:custGeom>
              <a:solidFill>
                <a:srgbClr val="569BBD"/>
              </a:solidFill>
              <a:ln w="0">
                <a:noFill/>
              </a:ln>
            </p:spPr>
          </p:sp>
          <p:sp>
            <p:nvSpPr>
              <p:cNvPr id="579" name="snowflake vector"/>
              <p:cNvSpPr/>
              <p:nvPr/>
            </p:nvSpPr>
            <p:spPr>
              <a:xfrm>
                <a:off x="475495" y="8759511"/>
                <a:ext cx="284378" cy="238178"/>
              </a:xfrm>
              <a:custGeom>
                <a:avLst/>
                <a:gdLst/>
                <a:ahLst/>
                <a:cxnLst/>
                <a:rect l="0" t="0" r="r" b="b"/>
                <a:pathLst>
                  <a:path w="31100" h="26048" fill="norm" stroke="0">
                    <a:moveTo>
                      <a:pt x="7862" y="15"/>
                    </a:moveTo>
                    <a:cubicBezTo>
                      <a:pt x="8777" y="20"/>
                      <a:pt x="9600" y="112"/>
                      <a:pt x="10500" y="298"/>
                    </a:cubicBezTo>
                    <a:cubicBezTo>
                      <a:pt x="10582" y="215"/>
                      <a:pt x="10665" y="132"/>
                      <a:pt x="10750" y="48"/>
                    </a:cubicBezTo>
                    <a:cubicBezTo>
                      <a:pt x="11375" y="18"/>
                      <a:pt x="11375" y="18"/>
                      <a:pt x="12000" y="48"/>
                    </a:cubicBezTo>
                    <a:cubicBezTo>
                      <a:pt x="12250" y="298"/>
                      <a:pt x="12250" y="298"/>
                      <a:pt x="12282" y="635"/>
                    </a:cubicBezTo>
                    <a:cubicBezTo>
                      <a:pt x="12277" y="1465"/>
                      <a:pt x="12227" y="2257"/>
                      <a:pt x="12108" y="3080"/>
                    </a:cubicBezTo>
                    <a:cubicBezTo>
                      <a:pt x="11995" y="3898"/>
                      <a:pt x="12027" y="4505"/>
                      <a:pt x="12250" y="5298"/>
                    </a:cubicBezTo>
                    <a:cubicBezTo>
                      <a:pt x="13240" y="5040"/>
                      <a:pt x="13655" y="4245"/>
                      <a:pt x="14215" y="3447"/>
                    </a:cubicBezTo>
                    <a:cubicBezTo>
                      <a:pt x="14672" y="2835"/>
                      <a:pt x="14905" y="2582"/>
                      <a:pt x="15647" y="2320"/>
                    </a:cubicBezTo>
                    <a:cubicBezTo>
                      <a:pt x="16440" y="2290"/>
                      <a:pt x="16665" y="2460"/>
                      <a:pt x="17235" y="2967"/>
                    </a:cubicBezTo>
                    <a:cubicBezTo>
                      <a:pt x="17530" y="3337"/>
                      <a:pt x="17647" y="3643"/>
                      <a:pt x="17780" y="4095"/>
                    </a:cubicBezTo>
                    <a:cubicBezTo>
                      <a:pt x="17853" y="4327"/>
                      <a:pt x="17925" y="4560"/>
                      <a:pt x="18000" y="4798"/>
                    </a:cubicBezTo>
                    <a:cubicBezTo>
                      <a:pt x="18388" y="4967"/>
                      <a:pt x="18388" y="4967"/>
                      <a:pt x="18750" y="5048"/>
                    </a:cubicBezTo>
                    <a:cubicBezTo>
                      <a:pt x="19168" y="4717"/>
                      <a:pt x="19462" y="4487"/>
                      <a:pt x="19750" y="4048"/>
                    </a:cubicBezTo>
                    <a:cubicBezTo>
                      <a:pt x="19712" y="3202"/>
                      <a:pt x="19557" y="2680"/>
                      <a:pt x="19218" y="1908"/>
                    </a:cubicBezTo>
                    <a:cubicBezTo>
                      <a:pt x="18957" y="1183"/>
                      <a:pt x="19040" y="778"/>
                      <a:pt x="19250" y="48"/>
                    </a:cubicBezTo>
                    <a:cubicBezTo>
                      <a:pt x="20250" y="2"/>
                      <a:pt x="20872" y="7"/>
                      <a:pt x="21750" y="548"/>
                    </a:cubicBezTo>
                    <a:cubicBezTo>
                      <a:pt x="21915" y="382"/>
                      <a:pt x="22080" y="217"/>
                      <a:pt x="22250" y="48"/>
                    </a:cubicBezTo>
                    <a:cubicBezTo>
                      <a:pt x="22680" y="0"/>
                      <a:pt x="22680" y="0"/>
                      <a:pt x="23155" y="18"/>
                    </a:cubicBezTo>
                    <a:cubicBezTo>
                      <a:pt x="23312" y="23"/>
                      <a:pt x="23472" y="25"/>
                      <a:pt x="23635" y="30"/>
                    </a:cubicBezTo>
                    <a:cubicBezTo>
                      <a:pt x="23755" y="38"/>
                      <a:pt x="23875" y="43"/>
                      <a:pt x="24000" y="48"/>
                    </a:cubicBezTo>
                    <a:cubicBezTo>
                      <a:pt x="24020" y="188"/>
                      <a:pt x="24043" y="325"/>
                      <a:pt x="24065" y="467"/>
                    </a:cubicBezTo>
                    <a:cubicBezTo>
                      <a:pt x="24172" y="1023"/>
                      <a:pt x="24285" y="1525"/>
                      <a:pt x="24500" y="2048"/>
                    </a:cubicBezTo>
                    <a:cubicBezTo>
                      <a:pt x="25140" y="2360"/>
                      <a:pt x="25140" y="2360"/>
                      <a:pt x="25750" y="2548"/>
                    </a:cubicBezTo>
                    <a:cubicBezTo>
                      <a:pt x="26000" y="3033"/>
                      <a:pt x="26000" y="3033"/>
                      <a:pt x="26000" y="3548"/>
                    </a:cubicBezTo>
                    <a:cubicBezTo>
                      <a:pt x="25720" y="3952"/>
                      <a:pt x="25720" y="3952"/>
                      <a:pt x="25250" y="4298"/>
                    </a:cubicBezTo>
                    <a:cubicBezTo>
                      <a:pt x="24707" y="4352"/>
                      <a:pt x="24240" y="4370"/>
                      <a:pt x="23702" y="4345"/>
                    </a:cubicBezTo>
                    <a:cubicBezTo>
                      <a:pt x="23632" y="4342"/>
                      <a:pt x="23632" y="4342"/>
                      <a:pt x="23280" y="4335"/>
                    </a:cubicBezTo>
                    <a:cubicBezTo>
                      <a:pt x="22935" y="4325"/>
                      <a:pt x="22592" y="4312"/>
                      <a:pt x="22250" y="4298"/>
                    </a:cubicBezTo>
                    <a:cubicBezTo>
                      <a:pt x="22210" y="4395"/>
                      <a:pt x="22210" y="4395"/>
                      <a:pt x="22018" y="4887"/>
                    </a:cubicBezTo>
                    <a:cubicBezTo>
                      <a:pt x="21785" y="5457"/>
                      <a:pt x="21532" y="6002"/>
                      <a:pt x="21250" y="6548"/>
                    </a:cubicBezTo>
                    <a:cubicBezTo>
                      <a:pt x="21597" y="6898"/>
                      <a:pt x="21830" y="6837"/>
                      <a:pt x="22317" y="6850"/>
                    </a:cubicBezTo>
                    <a:cubicBezTo>
                      <a:pt x="22400" y="6855"/>
                      <a:pt x="22400" y="6855"/>
                      <a:pt x="22817" y="6872"/>
                    </a:cubicBezTo>
                    <a:cubicBezTo>
                      <a:pt x="23165" y="6885"/>
                      <a:pt x="23515" y="6898"/>
                      <a:pt x="23862" y="6905"/>
                    </a:cubicBezTo>
                    <a:cubicBezTo>
                      <a:pt x="25142" y="6965"/>
                      <a:pt x="25142" y="6965"/>
                      <a:pt x="25742" y="7433"/>
                    </a:cubicBezTo>
                    <a:cubicBezTo>
                      <a:pt x="25785" y="7492"/>
                      <a:pt x="25785" y="7492"/>
                      <a:pt x="26000" y="7798"/>
                    </a:cubicBezTo>
                    <a:cubicBezTo>
                      <a:pt x="25692" y="8690"/>
                      <a:pt x="25350" y="9285"/>
                      <a:pt x="24700" y="9970"/>
                    </a:cubicBezTo>
                    <a:cubicBezTo>
                      <a:pt x="24422" y="10423"/>
                      <a:pt x="24468" y="10780"/>
                      <a:pt x="24500" y="11298"/>
                    </a:cubicBezTo>
                    <a:cubicBezTo>
                      <a:pt x="25290" y="11440"/>
                      <a:pt x="25965" y="11492"/>
                      <a:pt x="26750" y="11298"/>
                    </a:cubicBezTo>
                    <a:cubicBezTo>
                      <a:pt x="27400" y="10625"/>
                      <a:pt x="27828" y="9880"/>
                      <a:pt x="28250" y="9048"/>
                    </a:cubicBezTo>
                    <a:cubicBezTo>
                      <a:pt x="28850" y="9112"/>
                      <a:pt x="28850" y="9112"/>
                      <a:pt x="29500" y="9298"/>
                    </a:cubicBezTo>
                    <a:cubicBezTo>
                      <a:pt x="29760" y="9742"/>
                      <a:pt x="29760" y="9742"/>
                      <a:pt x="29905" y="10283"/>
                    </a:cubicBezTo>
                    <a:cubicBezTo>
                      <a:pt x="30135" y="11102"/>
                      <a:pt x="30298" y="11342"/>
                      <a:pt x="31000" y="11798"/>
                    </a:cubicBezTo>
                    <a:cubicBezTo>
                      <a:pt x="31100" y="12158"/>
                      <a:pt x="31100" y="12158"/>
                      <a:pt x="31092" y="12548"/>
                    </a:cubicBezTo>
                    <a:cubicBezTo>
                      <a:pt x="31095" y="12612"/>
                      <a:pt x="31095" y="12612"/>
                      <a:pt x="31100" y="12940"/>
                    </a:cubicBezTo>
                    <a:cubicBezTo>
                      <a:pt x="31000" y="13298"/>
                      <a:pt x="31000" y="13298"/>
                      <a:pt x="30635" y="13533"/>
                    </a:cubicBezTo>
                    <a:cubicBezTo>
                      <a:pt x="30108" y="13895"/>
                      <a:pt x="30090" y="14197"/>
                      <a:pt x="29968" y="14815"/>
                    </a:cubicBezTo>
                    <a:cubicBezTo>
                      <a:pt x="29770" y="15778"/>
                      <a:pt x="29770" y="15778"/>
                      <a:pt x="29500" y="16048"/>
                    </a:cubicBezTo>
                    <a:cubicBezTo>
                      <a:pt x="28952" y="16173"/>
                      <a:pt x="28952" y="16173"/>
                      <a:pt x="28250" y="16048"/>
                    </a:cubicBezTo>
                    <a:cubicBezTo>
                      <a:pt x="27668" y="15525"/>
                      <a:pt x="27180" y="14952"/>
                      <a:pt x="26750" y="14298"/>
                    </a:cubicBezTo>
                    <a:cubicBezTo>
                      <a:pt x="26750" y="14132"/>
                      <a:pt x="26750" y="13967"/>
                      <a:pt x="26750" y="13798"/>
                    </a:cubicBezTo>
                    <a:cubicBezTo>
                      <a:pt x="26427" y="13785"/>
                      <a:pt x="26102" y="13775"/>
                      <a:pt x="25780" y="13768"/>
                    </a:cubicBezTo>
                    <a:cubicBezTo>
                      <a:pt x="25690" y="13765"/>
                      <a:pt x="25690" y="13765"/>
                      <a:pt x="25235" y="13750"/>
                    </a:cubicBezTo>
                    <a:cubicBezTo>
                      <a:pt x="24750" y="13798"/>
                      <a:pt x="24750" y="13798"/>
                      <a:pt x="24250" y="14298"/>
                    </a:cubicBezTo>
                    <a:cubicBezTo>
                      <a:pt x="24362" y="14477"/>
                      <a:pt x="24475" y="14660"/>
                      <a:pt x="24592" y="14845"/>
                    </a:cubicBezTo>
                    <a:cubicBezTo>
                      <a:pt x="24970" y="15472"/>
                      <a:pt x="25235" y="16115"/>
                      <a:pt x="25500" y="16798"/>
                    </a:cubicBezTo>
                    <a:cubicBezTo>
                      <a:pt x="25662" y="17132"/>
                      <a:pt x="25828" y="17467"/>
                      <a:pt x="26000" y="17798"/>
                    </a:cubicBezTo>
                    <a:cubicBezTo>
                      <a:pt x="25490" y="18450"/>
                      <a:pt x="24955" y="18980"/>
                      <a:pt x="24110" y="19107"/>
                    </a:cubicBezTo>
                    <a:cubicBezTo>
                      <a:pt x="23152" y="19160"/>
                      <a:pt x="22202" y="19112"/>
                      <a:pt x="21250" y="19048"/>
                    </a:cubicBezTo>
                    <a:cubicBezTo>
                      <a:pt x="21367" y="19250"/>
                      <a:pt x="21487" y="19450"/>
                      <a:pt x="21608" y="19658"/>
                    </a:cubicBezTo>
                    <a:cubicBezTo>
                      <a:pt x="21675" y="19770"/>
                      <a:pt x="21742" y="19885"/>
                      <a:pt x="21810" y="20000"/>
                    </a:cubicBezTo>
                    <a:cubicBezTo>
                      <a:pt x="22000" y="20298"/>
                      <a:pt x="22000" y="20298"/>
                      <a:pt x="22250" y="20548"/>
                    </a:cubicBezTo>
                    <a:cubicBezTo>
                      <a:pt x="22650" y="20580"/>
                      <a:pt x="23050" y="20605"/>
                      <a:pt x="23452" y="20627"/>
                    </a:cubicBezTo>
                    <a:cubicBezTo>
                      <a:pt x="24877" y="20757"/>
                      <a:pt x="24877" y="20757"/>
                      <a:pt x="25420" y="21252"/>
                    </a:cubicBezTo>
                    <a:cubicBezTo>
                      <a:pt x="25750" y="21798"/>
                      <a:pt x="25750" y="21798"/>
                      <a:pt x="25750" y="22315"/>
                    </a:cubicBezTo>
                    <a:cubicBezTo>
                      <a:pt x="25500" y="22798"/>
                      <a:pt x="25500" y="22798"/>
                      <a:pt x="25015" y="23127"/>
                    </a:cubicBezTo>
                    <a:cubicBezTo>
                      <a:pt x="24358" y="23665"/>
                      <a:pt x="24280" y="24110"/>
                      <a:pt x="24097" y="24918"/>
                    </a:cubicBezTo>
                    <a:cubicBezTo>
                      <a:pt x="24000" y="25298"/>
                      <a:pt x="24000" y="25298"/>
                      <a:pt x="23750" y="25548"/>
                    </a:cubicBezTo>
                    <a:cubicBezTo>
                      <a:pt x="23155" y="25627"/>
                      <a:pt x="23155" y="25627"/>
                      <a:pt x="22500" y="25548"/>
                    </a:cubicBezTo>
                    <a:cubicBezTo>
                      <a:pt x="22078" y="25048"/>
                      <a:pt x="22078" y="25048"/>
                      <a:pt x="21750" y="24548"/>
                    </a:cubicBezTo>
                    <a:cubicBezTo>
                      <a:pt x="21585" y="24548"/>
                      <a:pt x="21420" y="24548"/>
                      <a:pt x="21250" y="24548"/>
                    </a:cubicBezTo>
                    <a:cubicBezTo>
                      <a:pt x="21085" y="24960"/>
                      <a:pt x="20920" y="25372"/>
                      <a:pt x="20750" y="25798"/>
                    </a:cubicBezTo>
                    <a:cubicBezTo>
                      <a:pt x="19828" y="25673"/>
                      <a:pt x="19347" y="25523"/>
                      <a:pt x="18750" y="24798"/>
                    </a:cubicBezTo>
                    <a:cubicBezTo>
                      <a:pt x="19198" y="23612"/>
                      <a:pt x="19198" y="23612"/>
                      <a:pt x="19545" y="23173"/>
                    </a:cubicBezTo>
                    <a:cubicBezTo>
                      <a:pt x="19750" y="22798"/>
                      <a:pt x="19750" y="22798"/>
                      <a:pt x="19702" y="22205"/>
                    </a:cubicBezTo>
                    <a:cubicBezTo>
                      <a:pt x="19472" y="21465"/>
                      <a:pt x="19172" y="20942"/>
                      <a:pt x="18750" y="20298"/>
                    </a:cubicBezTo>
                    <a:cubicBezTo>
                      <a:pt x="18158" y="20842"/>
                      <a:pt x="17800" y="21372"/>
                      <a:pt x="17420" y="22080"/>
                    </a:cubicBezTo>
                    <a:cubicBezTo>
                      <a:pt x="16870" y="22977"/>
                      <a:pt x="16870" y="22977"/>
                      <a:pt x="16370" y="23270"/>
                    </a:cubicBezTo>
                    <a:cubicBezTo>
                      <a:pt x="15983" y="23360"/>
                      <a:pt x="15983" y="23360"/>
                      <a:pt x="15250" y="23298"/>
                    </a:cubicBezTo>
                    <a:cubicBezTo>
                      <a:pt x="14615" y="22827"/>
                      <a:pt x="14252" y="22320"/>
                      <a:pt x="13875" y="21643"/>
                    </a:cubicBezTo>
                    <a:cubicBezTo>
                      <a:pt x="13470" y="21000"/>
                      <a:pt x="13198" y="20812"/>
                      <a:pt x="12500" y="20548"/>
                    </a:cubicBezTo>
                    <a:cubicBezTo>
                      <a:pt x="12108" y="20970"/>
                      <a:pt x="12108" y="20970"/>
                      <a:pt x="11750" y="21548"/>
                    </a:cubicBezTo>
                    <a:cubicBezTo>
                      <a:pt x="11812" y="22222"/>
                      <a:pt x="11947" y="22695"/>
                      <a:pt x="12250" y="23298"/>
                    </a:cubicBezTo>
                    <a:cubicBezTo>
                      <a:pt x="12282" y="23768"/>
                      <a:pt x="12282" y="23768"/>
                      <a:pt x="12280" y="24298"/>
                    </a:cubicBezTo>
                    <a:cubicBezTo>
                      <a:pt x="12280" y="24385"/>
                      <a:pt x="12280" y="24385"/>
                      <a:pt x="12282" y="24830"/>
                    </a:cubicBezTo>
                    <a:cubicBezTo>
                      <a:pt x="12250" y="25298"/>
                      <a:pt x="12250" y="25298"/>
                      <a:pt x="12000" y="25798"/>
                    </a:cubicBezTo>
                    <a:cubicBezTo>
                      <a:pt x="11587" y="25798"/>
                      <a:pt x="11175" y="25798"/>
                      <a:pt x="10750" y="25798"/>
                    </a:cubicBezTo>
                    <a:cubicBezTo>
                      <a:pt x="10667" y="25550"/>
                      <a:pt x="10585" y="25303"/>
                      <a:pt x="10500" y="25048"/>
                    </a:cubicBezTo>
                    <a:cubicBezTo>
                      <a:pt x="10252" y="25090"/>
                      <a:pt x="10252" y="25090"/>
                      <a:pt x="9000" y="25298"/>
                    </a:cubicBezTo>
                    <a:cubicBezTo>
                      <a:pt x="9000" y="25462"/>
                      <a:pt x="9000" y="25627"/>
                      <a:pt x="9000" y="25798"/>
                    </a:cubicBezTo>
                    <a:cubicBezTo>
                      <a:pt x="8752" y="25880"/>
                      <a:pt x="8505" y="25962"/>
                      <a:pt x="8250" y="26048"/>
                    </a:cubicBezTo>
                    <a:cubicBezTo>
                      <a:pt x="7387" y="25330"/>
                      <a:pt x="7110" y="24795"/>
                      <a:pt x="6897" y="23695"/>
                    </a:cubicBezTo>
                    <a:cubicBezTo>
                      <a:pt x="6707" y="23188"/>
                      <a:pt x="6445" y="23085"/>
                      <a:pt x="6000" y="22798"/>
                    </a:cubicBezTo>
                    <a:cubicBezTo>
                      <a:pt x="5890" y="22190"/>
                      <a:pt x="5890" y="22190"/>
                      <a:pt x="6000" y="21548"/>
                    </a:cubicBezTo>
                    <a:cubicBezTo>
                      <a:pt x="6735" y="20847"/>
                      <a:pt x="7282" y="20705"/>
                      <a:pt x="8280" y="20658"/>
                    </a:cubicBezTo>
                    <a:cubicBezTo>
                      <a:pt x="9447" y="20600"/>
                      <a:pt x="9447" y="20600"/>
                      <a:pt x="10000" y="20048"/>
                    </a:cubicBezTo>
                    <a:cubicBezTo>
                      <a:pt x="10000" y="19800"/>
                      <a:pt x="10000" y="19553"/>
                      <a:pt x="10000" y="19298"/>
                    </a:cubicBezTo>
                    <a:cubicBezTo>
                      <a:pt x="9835" y="19295"/>
                      <a:pt x="9672" y="19290"/>
                      <a:pt x="9505" y="19288"/>
                    </a:cubicBezTo>
                    <a:cubicBezTo>
                      <a:pt x="8180" y="19215"/>
                      <a:pt x="7215" y="19105"/>
                      <a:pt x="6250" y="18145"/>
                    </a:cubicBezTo>
                    <a:cubicBezTo>
                      <a:pt x="6000" y="17798"/>
                      <a:pt x="6000" y="17798"/>
                      <a:pt x="5843" y="17205"/>
                    </a:cubicBezTo>
                    <a:cubicBezTo>
                      <a:pt x="6025" y="16442"/>
                      <a:pt x="6335" y="15890"/>
                      <a:pt x="6755" y="15235"/>
                    </a:cubicBezTo>
                    <a:cubicBezTo>
                      <a:pt x="7000" y="14798"/>
                      <a:pt x="7000" y="14798"/>
                      <a:pt x="7250" y="13798"/>
                    </a:cubicBezTo>
                    <a:cubicBezTo>
                      <a:pt x="6507" y="13798"/>
                      <a:pt x="5765" y="13798"/>
                      <a:pt x="5000" y="13798"/>
                    </a:cubicBezTo>
                    <a:cubicBezTo>
                      <a:pt x="4947" y="13977"/>
                      <a:pt x="4895" y="14160"/>
                      <a:pt x="4843" y="14345"/>
                    </a:cubicBezTo>
                    <a:cubicBezTo>
                      <a:pt x="4485" y="15232"/>
                      <a:pt x="3835" y="15842"/>
                      <a:pt x="3000" y="16298"/>
                    </a:cubicBezTo>
                    <a:cubicBezTo>
                      <a:pt x="2280" y="16252"/>
                      <a:pt x="2280" y="16252"/>
                      <a:pt x="1750" y="16048"/>
                    </a:cubicBezTo>
                    <a:cubicBezTo>
                      <a:pt x="1522" y="15280"/>
                      <a:pt x="1477" y="14597"/>
                      <a:pt x="1500" y="13798"/>
                    </a:cubicBezTo>
                    <a:cubicBezTo>
                      <a:pt x="1297" y="13737"/>
                      <a:pt x="1097" y="13675"/>
                      <a:pt x="890" y="13610"/>
                    </a:cubicBezTo>
                    <a:cubicBezTo>
                      <a:pt x="250" y="13298"/>
                      <a:pt x="250" y="13298"/>
                      <a:pt x="45" y="12768"/>
                    </a:cubicBezTo>
                    <a:cubicBezTo>
                      <a:pt x="30" y="12612"/>
                      <a:pt x="15" y="12457"/>
                      <a:pt x="0" y="12298"/>
                    </a:cubicBezTo>
                    <a:cubicBezTo>
                      <a:pt x="102" y="12250"/>
                      <a:pt x="102" y="12250"/>
                      <a:pt x="625" y="12002"/>
                    </a:cubicBezTo>
                    <a:cubicBezTo>
                      <a:pt x="977" y="11793"/>
                      <a:pt x="977" y="11793"/>
                      <a:pt x="1250" y="11548"/>
                    </a:cubicBezTo>
                    <a:cubicBezTo>
                      <a:pt x="1245" y="11352"/>
                      <a:pt x="1240" y="11158"/>
                      <a:pt x="1232" y="10955"/>
                    </a:cubicBezTo>
                    <a:cubicBezTo>
                      <a:pt x="1250" y="10298"/>
                      <a:pt x="1250" y="10298"/>
                      <a:pt x="1542" y="9930"/>
                    </a:cubicBezTo>
                    <a:cubicBezTo>
                      <a:pt x="2115" y="9420"/>
                      <a:pt x="2520" y="9067"/>
                      <a:pt x="3295" y="9002"/>
                    </a:cubicBezTo>
                    <a:cubicBezTo>
                      <a:pt x="3882" y="9385"/>
                      <a:pt x="4042" y="9790"/>
                      <a:pt x="4297" y="10430"/>
                    </a:cubicBezTo>
                    <a:cubicBezTo>
                      <a:pt x="4555" y="10903"/>
                      <a:pt x="4762" y="11065"/>
                      <a:pt x="5250" y="11298"/>
                    </a:cubicBezTo>
                    <a:cubicBezTo>
                      <a:pt x="5815" y="11347"/>
                      <a:pt x="5815" y="11347"/>
                      <a:pt x="6420" y="11330"/>
                    </a:cubicBezTo>
                    <a:cubicBezTo>
                      <a:pt x="6622" y="11325"/>
                      <a:pt x="6825" y="11320"/>
                      <a:pt x="7032" y="11315"/>
                    </a:cubicBezTo>
                    <a:cubicBezTo>
                      <a:pt x="7188" y="11310"/>
                      <a:pt x="7340" y="11305"/>
                      <a:pt x="7500" y="11298"/>
                    </a:cubicBezTo>
                    <a:cubicBezTo>
                      <a:pt x="7390" y="11117"/>
                      <a:pt x="7282" y="10938"/>
                      <a:pt x="7170" y="10752"/>
                    </a:cubicBezTo>
                    <a:cubicBezTo>
                      <a:pt x="7102" y="10637"/>
                      <a:pt x="7035" y="10520"/>
                      <a:pt x="6965" y="10403"/>
                    </a:cubicBezTo>
                    <a:cubicBezTo>
                      <a:pt x="6767" y="10077"/>
                      <a:pt x="6547" y="9765"/>
                      <a:pt x="6328" y="9455"/>
                    </a:cubicBezTo>
                    <a:cubicBezTo>
                      <a:pt x="5910" y="8620"/>
                      <a:pt x="5927" y="7962"/>
                      <a:pt x="6000" y="7048"/>
                    </a:cubicBezTo>
                    <a:cubicBezTo>
                      <a:pt x="6940" y="6747"/>
                      <a:pt x="7837" y="6770"/>
                      <a:pt x="8812" y="6783"/>
                    </a:cubicBezTo>
                    <a:cubicBezTo>
                      <a:pt x="8975" y="6783"/>
                      <a:pt x="9137" y="6785"/>
                      <a:pt x="9305" y="6785"/>
                    </a:cubicBezTo>
                    <a:cubicBezTo>
                      <a:pt x="9702" y="6790"/>
                      <a:pt x="10100" y="6793"/>
                      <a:pt x="10500" y="6798"/>
                    </a:cubicBezTo>
                    <a:cubicBezTo>
                      <a:pt x="10200" y="5935"/>
                      <a:pt x="9875" y="5222"/>
                      <a:pt x="9250" y="4548"/>
                    </a:cubicBezTo>
                    <a:cubicBezTo>
                      <a:pt x="8607" y="4335"/>
                      <a:pt x="7968" y="4335"/>
                      <a:pt x="7297" y="4360"/>
                    </a:cubicBezTo>
                    <a:cubicBezTo>
                      <a:pt x="6910" y="4372"/>
                      <a:pt x="6910" y="4372"/>
                      <a:pt x="6250" y="4298"/>
                    </a:cubicBezTo>
                    <a:cubicBezTo>
                      <a:pt x="5897" y="3830"/>
                      <a:pt x="5897" y="3830"/>
                      <a:pt x="5750" y="3298"/>
                    </a:cubicBezTo>
                    <a:cubicBezTo>
                      <a:pt x="5905" y="2752"/>
                      <a:pt x="5905" y="2752"/>
                      <a:pt x="6250" y="2298"/>
                    </a:cubicBezTo>
                    <a:cubicBezTo>
                      <a:pt x="6780" y="2110"/>
                      <a:pt x="6780" y="2110"/>
                      <a:pt x="7250" y="2048"/>
                    </a:cubicBezTo>
                    <a:cubicBezTo>
                      <a:pt x="7247" y="1925"/>
                      <a:pt x="7242" y="1803"/>
                      <a:pt x="7240" y="1675"/>
                    </a:cubicBezTo>
                    <a:cubicBezTo>
                      <a:pt x="7237" y="1515"/>
                      <a:pt x="7235" y="1355"/>
                      <a:pt x="7232" y="1190"/>
                    </a:cubicBezTo>
                    <a:cubicBezTo>
                      <a:pt x="7230" y="1030"/>
                      <a:pt x="7227" y="870"/>
                      <a:pt x="7225" y="705"/>
                    </a:cubicBezTo>
                    <a:cubicBezTo>
                      <a:pt x="7257" y="178"/>
                      <a:pt x="7332" y="62"/>
                      <a:pt x="7862" y="15"/>
                    </a:cubicBezTo>
                    <a:close/>
                    <a:moveTo>
                      <a:pt x="19750" y="298"/>
                    </a:moveTo>
                    <a:cubicBezTo>
                      <a:pt x="19700" y="945"/>
                      <a:pt x="19777" y="1433"/>
                      <a:pt x="20000" y="2033"/>
                    </a:cubicBezTo>
                    <a:cubicBezTo>
                      <a:pt x="20245" y="2752"/>
                      <a:pt x="20380" y="3280"/>
                      <a:pt x="20250" y="4048"/>
                    </a:cubicBezTo>
                    <a:cubicBezTo>
                      <a:pt x="19877" y="4668"/>
                      <a:pt x="19452" y="5235"/>
                      <a:pt x="19000" y="5798"/>
                    </a:cubicBezTo>
                    <a:cubicBezTo>
                      <a:pt x="18277" y="5475"/>
                      <a:pt x="17752" y="5165"/>
                      <a:pt x="17250" y="4548"/>
                    </a:cubicBezTo>
                    <a:cubicBezTo>
                      <a:pt x="17177" y="4337"/>
                      <a:pt x="17105" y="4125"/>
                      <a:pt x="17030" y="3908"/>
                    </a:cubicBezTo>
                    <a:cubicBezTo>
                      <a:pt x="16750" y="3298"/>
                      <a:pt x="16750" y="3298"/>
                      <a:pt x="16093" y="2970"/>
                    </a:cubicBezTo>
                    <a:cubicBezTo>
                      <a:pt x="15897" y="2913"/>
                      <a:pt x="15700" y="2857"/>
                      <a:pt x="15500" y="2798"/>
                    </a:cubicBezTo>
                    <a:cubicBezTo>
                      <a:pt x="15222" y="3110"/>
                      <a:pt x="14948" y="3423"/>
                      <a:pt x="14670" y="3735"/>
                    </a:cubicBezTo>
                    <a:cubicBezTo>
                      <a:pt x="14595" y="3822"/>
                      <a:pt x="14595" y="3822"/>
                      <a:pt x="14205" y="4262"/>
                    </a:cubicBezTo>
                    <a:cubicBezTo>
                      <a:pt x="13750" y="4798"/>
                      <a:pt x="13750" y="4798"/>
                      <a:pt x="13362" y="5365"/>
                    </a:cubicBezTo>
                    <a:cubicBezTo>
                      <a:pt x="13242" y="5507"/>
                      <a:pt x="13123" y="5650"/>
                      <a:pt x="13000" y="5798"/>
                    </a:cubicBezTo>
                    <a:cubicBezTo>
                      <a:pt x="12752" y="5798"/>
                      <a:pt x="12505" y="5798"/>
                      <a:pt x="12250" y="5798"/>
                    </a:cubicBezTo>
                    <a:cubicBezTo>
                      <a:pt x="11320" y="3720"/>
                      <a:pt x="11320" y="3720"/>
                      <a:pt x="11250" y="3048"/>
                    </a:cubicBezTo>
                    <a:cubicBezTo>
                      <a:pt x="11328" y="2940"/>
                      <a:pt x="11405" y="2832"/>
                      <a:pt x="11483" y="2720"/>
                    </a:cubicBezTo>
                    <a:cubicBezTo>
                      <a:pt x="11907" y="2045"/>
                      <a:pt x="11787" y="1325"/>
                      <a:pt x="11750" y="548"/>
                    </a:cubicBezTo>
                    <a:cubicBezTo>
                      <a:pt x="11590" y="570"/>
                      <a:pt x="11430" y="590"/>
                      <a:pt x="11265" y="612"/>
                    </a:cubicBezTo>
                    <a:cubicBezTo>
                      <a:pt x="11162" y="625"/>
                      <a:pt x="11162" y="625"/>
                      <a:pt x="10640" y="690"/>
                    </a:cubicBezTo>
                    <a:cubicBezTo>
                      <a:pt x="10435" y="715"/>
                      <a:pt x="10228" y="740"/>
                      <a:pt x="10015" y="768"/>
                    </a:cubicBezTo>
                    <a:cubicBezTo>
                      <a:pt x="9930" y="773"/>
                      <a:pt x="9930" y="773"/>
                      <a:pt x="9500" y="798"/>
                    </a:cubicBezTo>
                    <a:cubicBezTo>
                      <a:pt x="9457" y="757"/>
                      <a:pt x="9457" y="757"/>
                      <a:pt x="9250" y="548"/>
                    </a:cubicBezTo>
                    <a:cubicBezTo>
                      <a:pt x="8832" y="538"/>
                      <a:pt x="8415" y="538"/>
                      <a:pt x="8000" y="548"/>
                    </a:cubicBezTo>
                    <a:cubicBezTo>
                      <a:pt x="7755" y="1312"/>
                      <a:pt x="7755" y="1785"/>
                      <a:pt x="8000" y="2548"/>
                    </a:cubicBezTo>
                    <a:cubicBezTo>
                      <a:pt x="7422" y="2630"/>
                      <a:pt x="6845" y="2712"/>
                      <a:pt x="6250" y="2798"/>
                    </a:cubicBezTo>
                    <a:cubicBezTo>
                      <a:pt x="6332" y="3210"/>
                      <a:pt x="6415" y="3622"/>
                      <a:pt x="6500" y="4048"/>
                    </a:cubicBezTo>
                    <a:cubicBezTo>
                      <a:pt x="6690" y="4040"/>
                      <a:pt x="6880" y="4030"/>
                      <a:pt x="7075" y="4023"/>
                    </a:cubicBezTo>
                    <a:cubicBezTo>
                      <a:pt x="7325" y="4015"/>
                      <a:pt x="7578" y="4007"/>
                      <a:pt x="7828" y="4002"/>
                    </a:cubicBezTo>
                    <a:cubicBezTo>
                      <a:pt x="8075" y="3992"/>
                      <a:pt x="8320" y="3985"/>
                      <a:pt x="8575" y="3975"/>
                    </a:cubicBezTo>
                    <a:cubicBezTo>
                      <a:pt x="9250" y="4048"/>
                      <a:pt x="9250" y="4048"/>
                      <a:pt x="9688" y="4385"/>
                    </a:cubicBezTo>
                    <a:cubicBezTo>
                      <a:pt x="9955" y="4740"/>
                      <a:pt x="10185" y="5077"/>
                      <a:pt x="10390" y="5470"/>
                    </a:cubicBezTo>
                    <a:cubicBezTo>
                      <a:pt x="10507" y="5660"/>
                      <a:pt x="10627" y="5852"/>
                      <a:pt x="10750" y="6048"/>
                    </a:cubicBezTo>
                    <a:cubicBezTo>
                      <a:pt x="10915" y="6048"/>
                      <a:pt x="11080" y="6048"/>
                      <a:pt x="11250" y="6048"/>
                    </a:cubicBezTo>
                    <a:cubicBezTo>
                      <a:pt x="11167" y="6377"/>
                      <a:pt x="11085" y="6707"/>
                      <a:pt x="11000" y="7048"/>
                    </a:cubicBezTo>
                    <a:cubicBezTo>
                      <a:pt x="9432" y="7130"/>
                      <a:pt x="7865" y="7212"/>
                      <a:pt x="6250" y="7298"/>
                    </a:cubicBezTo>
                    <a:cubicBezTo>
                      <a:pt x="6527" y="8975"/>
                      <a:pt x="6527" y="8975"/>
                      <a:pt x="7250" y="9955"/>
                    </a:cubicBezTo>
                    <a:cubicBezTo>
                      <a:pt x="7760" y="10655"/>
                      <a:pt x="8095" y="11190"/>
                      <a:pt x="8250" y="12048"/>
                    </a:cubicBezTo>
                    <a:cubicBezTo>
                      <a:pt x="4982" y="11995"/>
                      <a:pt x="4982" y="11995"/>
                      <a:pt x="4188" y="11205"/>
                    </a:cubicBezTo>
                    <a:cubicBezTo>
                      <a:pt x="3835" y="10762"/>
                      <a:pt x="3657" y="10337"/>
                      <a:pt x="3500" y="9798"/>
                    </a:cubicBezTo>
                    <a:cubicBezTo>
                      <a:pt x="3292" y="9840"/>
                      <a:pt x="3292" y="9840"/>
                      <a:pt x="2250" y="10048"/>
                    </a:cubicBezTo>
                    <a:cubicBezTo>
                      <a:pt x="2247" y="10165"/>
                      <a:pt x="2247" y="10283"/>
                      <a:pt x="2247" y="10405"/>
                    </a:cubicBezTo>
                    <a:cubicBezTo>
                      <a:pt x="2215" y="10908"/>
                      <a:pt x="2167" y="11322"/>
                      <a:pt x="2000" y="11798"/>
                    </a:cubicBezTo>
                    <a:cubicBezTo>
                      <a:pt x="1540" y="12170"/>
                      <a:pt x="1060" y="12367"/>
                      <a:pt x="500" y="12548"/>
                    </a:cubicBezTo>
                    <a:cubicBezTo>
                      <a:pt x="750" y="13048"/>
                      <a:pt x="750" y="13048"/>
                      <a:pt x="1102" y="13207"/>
                    </a:cubicBezTo>
                    <a:cubicBezTo>
                      <a:pt x="1237" y="13247"/>
                      <a:pt x="1375" y="13288"/>
                      <a:pt x="1515" y="13330"/>
                    </a:cubicBezTo>
                    <a:cubicBezTo>
                      <a:pt x="1757" y="13403"/>
                      <a:pt x="2000" y="13475"/>
                      <a:pt x="2250" y="13548"/>
                    </a:cubicBezTo>
                    <a:cubicBezTo>
                      <a:pt x="2250" y="14125"/>
                      <a:pt x="2250" y="14702"/>
                      <a:pt x="2250" y="15298"/>
                    </a:cubicBezTo>
                    <a:cubicBezTo>
                      <a:pt x="2580" y="15380"/>
                      <a:pt x="2910" y="15462"/>
                      <a:pt x="3250" y="15548"/>
                    </a:cubicBezTo>
                    <a:cubicBezTo>
                      <a:pt x="4218" y="14355"/>
                      <a:pt x="4218" y="14355"/>
                      <a:pt x="4500" y="13860"/>
                    </a:cubicBezTo>
                    <a:cubicBezTo>
                      <a:pt x="4862" y="13408"/>
                      <a:pt x="5182" y="13405"/>
                      <a:pt x="5750" y="13298"/>
                    </a:cubicBezTo>
                    <a:cubicBezTo>
                      <a:pt x="6188" y="13283"/>
                      <a:pt x="6625" y="13278"/>
                      <a:pt x="7062" y="13283"/>
                    </a:cubicBezTo>
                    <a:cubicBezTo>
                      <a:pt x="7285" y="13285"/>
                      <a:pt x="7507" y="13288"/>
                      <a:pt x="7737" y="13290"/>
                    </a:cubicBezTo>
                    <a:cubicBezTo>
                      <a:pt x="7907" y="13293"/>
                      <a:pt x="8075" y="13295"/>
                      <a:pt x="8250" y="13298"/>
                    </a:cubicBezTo>
                    <a:cubicBezTo>
                      <a:pt x="7582" y="14632"/>
                      <a:pt x="6915" y="15965"/>
                      <a:pt x="6250" y="17298"/>
                    </a:cubicBezTo>
                    <a:cubicBezTo>
                      <a:pt x="7180" y="18497"/>
                      <a:pt x="7180" y="18497"/>
                      <a:pt x="7920" y="18612"/>
                    </a:cubicBezTo>
                    <a:cubicBezTo>
                      <a:pt x="8215" y="18600"/>
                      <a:pt x="8510" y="18582"/>
                      <a:pt x="8805" y="18560"/>
                    </a:cubicBezTo>
                    <a:cubicBezTo>
                      <a:pt x="9522" y="18543"/>
                      <a:pt x="10085" y="18790"/>
                      <a:pt x="10750" y="19048"/>
                    </a:cubicBezTo>
                    <a:cubicBezTo>
                      <a:pt x="10452" y="19893"/>
                      <a:pt x="10210" y="20490"/>
                      <a:pt x="9500" y="21048"/>
                    </a:cubicBezTo>
                    <a:cubicBezTo>
                      <a:pt x="8897" y="21158"/>
                      <a:pt x="8897" y="21158"/>
                      <a:pt x="8232" y="21190"/>
                    </a:cubicBezTo>
                    <a:cubicBezTo>
                      <a:pt x="7052" y="21245"/>
                      <a:pt x="7052" y="21245"/>
                      <a:pt x="6500" y="21798"/>
                    </a:cubicBezTo>
                    <a:cubicBezTo>
                      <a:pt x="6515" y="22298"/>
                      <a:pt x="6515" y="22298"/>
                      <a:pt x="6750" y="22798"/>
                    </a:cubicBezTo>
                    <a:cubicBezTo>
                      <a:pt x="7390" y="23110"/>
                      <a:pt x="7390" y="23110"/>
                      <a:pt x="8000" y="23298"/>
                    </a:cubicBezTo>
                    <a:cubicBezTo>
                      <a:pt x="8000" y="23957"/>
                      <a:pt x="8000" y="24617"/>
                      <a:pt x="8000" y="25298"/>
                    </a:cubicBezTo>
                    <a:cubicBezTo>
                      <a:pt x="8975" y="25102"/>
                      <a:pt x="9847" y="24702"/>
                      <a:pt x="10750" y="24298"/>
                    </a:cubicBezTo>
                    <a:cubicBezTo>
                      <a:pt x="10915" y="24627"/>
                      <a:pt x="11080" y="24957"/>
                      <a:pt x="11250" y="25298"/>
                    </a:cubicBezTo>
                    <a:cubicBezTo>
                      <a:pt x="11415" y="25298"/>
                      <a:pt x="11580" y="25298"/>
                      <a:pt x="11750" y="25298"/>
                    </a:cubicBezTo>
                    <a:cubicBezTo>
                      <a:pt x="11992" y="24330"/>
                      <a:pt x="11992" y="24330"/>
                      <a:pt x="12000" y="23798"/>
                    </a:cubicBezTo>
                    <a:cubicBezTo>
                      <a:pt x="11755" y="23460"/>
                      <a:pt x="11505" y="23127"/>
                      <a:pt x="11250" y="22798"/>
                    </a:cubicBezTo>
                    <a:cubicBezTo>
                      <a:pt x="11132" y="22242"/>
                      <a:pt x="11175" y="21877"/>
                      <a:pt x="11250" y="21298"/>
                    </a:cubicBezTo>
                    <a:cubicBezTo>
                      <a:pt x="11625" y="20860"/>
                      <a:pt x="11625" y="20860"/>
                      <a:pt x="12000" y="20548"/>
                    </a:cubicBezTo>
                    <a:cubicBezTo>
                      <a:pt x="12000" y="20382"/>
                      <a:pt x="12000" y="20217"/>
                      <a:pt x="12000" y="20048"/>
                    </a:cubicBezTo>
                    <a:cubicBezTo>
                      <a:pt x="13305" y="19900"/>
                      <a:pt x="13305" y="19900"/>
                      <a:pt x="13795" y="20275"/>
                    </a:cubicBezTo>
                    <a:cubicBezTo>
                      <a:pt x="14420" y="21035"/>
                      <a:pt x="14835" y="21910"/>
                      <a:pt x="15250" y="22798"/>
                    </a:cubicBezTo>
                    <a:cubicBezTo>
                      <a:pt x="15872" y="22762"/>
                      <a:pt x="16337" y="22722"/>
                      <a:pt x="16777" y="22250"/>
                    </a:cubicBezTo>
                    <a:cubicBezTo>
                      <a:pt x="17355" y="21398"/>
                      <a:pt x="17807" y="20477"/>
                      <a:pt x="18250" y="19548"/>
                    </a:cubicBezTo>
                    <a:cubicBezTo>
                      <a:pt x="19250" y="20062"/>
                      <a:pt x="19777" y="20482"/>
                      <a:pt x="20250" y="21548"/>
                    </a:cubicBezTo>
                    <a:cubicBezTo>
                      <a:pt x="20365" y="22080"/>
                      <a:pt x="20382" y="22520"/>
                      <a:pt x="20250" y="23048"/>
                    </a:cubicBezTo>
                    <a:cubicBezTo>
                      <a:pt x="20007" y="23408"/>
                      <a:pt x="19752" y="23702"/>
                      <a:pt x="19442" y="24005"/>
                    </a:cubicBezTo>
                    <a:cubicBezTo>
                      <a:pt x="19380" y="24102"/>
                      <a:pt x="19315" y="24197"/>
                      <a:pt x="19250" y="24298"/>
                    </a:cubicBezTo>
                    <a:cubicBezTo>
                      <a:pt x="19345" y="24710"/>
                      <a:pt x="19345" y="24710"/>
                      <a:pt x="19500" y="25048"/>
                    </a:cubicBezTo>
                    <a:cubicBezTo>
                      <a:pt x="20092" y="24970"/>
                      <a:pt x="20092" y="24970"/>
                      <a:pt x="20750" y="24798"/>
                    </a:cubicBezTo>
                    <a:cubicBezTo>
                      <a:pt x="20918" y="24550"/>
                      <a:pt x="21085" y="24300"/>
                      <a:pt x="21250" y="24048"/>
                    </a:cubicBezTo>
                    <a:cubicBezTo>
                      <a:pt x="21780" y="24002"/>
                      <a:pt x="21780" y="24002"/>
                      <a:pt x="22250" y="24048"/>
                    </a:cubicBezTo>
                    <a:cubicBezTo>
                      <a:pt x="22415" y="24377"/>
                      <a:pt x="22580" y="24707"/>
                      <a:pt x="22750" y="25048"/>
                    </a:cubicBezTo>
                    <a:cubicBezTo>
                      <a:pt x="23080" y="24965"/>
                      <a:pt x="23410" y="24882"/>
                      <a:pt x="23750" y="24798"/>
                    </a:cubicBezTo>
                    <a:cubicBezTo>
                      <a:pt x="23668" y="24303"/>
                      <a:pt x="23585" y="23808"/>
                      <a:pt x="23500" y="23298"/>
                    </a:cubicBezTo>
                    <a:cubicBezTo>
                      <a:pt x="23995" y="23050"/>
                      <a:pt x="24490" y="22803"/>
                      <a:pt x="25000" y="22548"/>
                    </a:cubicBezTo>
                    <a:cubicBezTo>
                      <a:pt x="25010" y="22215"/>
                      <a:pt x="25010" y="21882"/>
                      <a:pt x="25000" y="21548"/>
                    </a:cubicBezTo>
                    <a:cubicBezTo>
                      <a:pt x="24597" y="21145"/>
                      <a:pt x="24117" y="21257"/>
                      <a:pt x="23562" y="21235"/>
                    </a:cubicBezTo>
                    <a:cubicBezTo>
                      <a:pt x="22497" y="21137"/>
                      <a:pt x="21930" y="20975"/>
                      <a:pt x="21210" y="20185"/>
                    </a:cubicBezTo>
                    <a:cubicBezTo>
                      <a:pt x="20922" y="19658"/>
                      <a:pt x="20845" y="19135"/>
                      <a:pt x="20750" y="18548"/>
                    </a:cubicBezTo>
                    <a:cubicBezTo>
                      <a:pt x="20987" y="18558"/>
                      <a:pt x="21225" y="18565"/>
                      <a:pt x="21470" y="18575"/>
                    </a:cubicBezTo>
                    <a:cubicBezTo>
                      <a:pt x="21787" y="18582"/>
                      <a:pt x="22105" y="18587"/>
                      <a:pt x="22420" y="18595"/>
                    </a:cubicBezTo>
                    <a:cubicBezTo>
                      <a:pt x="22578" y="18602"/>
                      <a:pt x="22735" y="18607"/>
                      <a:pt x="22895" y="18615"/>
                    </a:cubicBezTo>
                    <a:cubicBezTo>
                      <a:pt x="24000" y="18632"/>
                      <a:pt x="24605" y="18450"/>
                      <a:pt x="25500" y="17798"/>
                    </a:cubicBezTo>
                    <a:cubicBezTo>
                      <a:pt x="25432" y="17665"/>
                      <a:pt x="25365" y="17530"/>
                      <a:pt x="25295" y="17393"/>
                    </a:cubicBezTo>
                    <a:cubicBezTo>
                      <a:pt x="25138" y="17075"/>
                      <a:pt x="24980" y="16760"/>
                      <a:pt x="24825" y="16442"/>
                    </a:cubicBezTo>
                    <a:cubicBezTo>
                      <a:pt x="24518" y="15812"/>
                      <a:pt x="24200" y="15205"/>
                      <a:pt x="23828" y="14610"/>
                    </a:cubicBezTo>
                    <a:cubicBezTo>
                      <a:pt x="23500" y="14048"/>
                      <a:pt x="23500" y="14048"/>
                      <a:pt x="23500" y="13548"/>
                    </a:cubicBezTo>
                    <a:cubicBezTo>
                      <a:pt x="23895" y="13500"/>
                      <a:pt x="24290" y="13452"/>
                      <a:pt x="24688" y="13408"/>
                    </a:cubicBezTo>
                    <a:cubicBezTo>
                      <a:pt x="24908" y="13382"/>
                      <a:pt x="25127" y="13355"/>
                      <a:pt x="25355" y="13327"/>
                    </a:cubicBezTo>
                    <a:cubicBezTo>
                      <a:pt x="25980" y="13300"/>
                      <a:pt x="26418" y="13322"/>
                      <a:pt x="27000" y="13548"/>
                    </a:cubicBezTo>
                    <a:cubicBezTo>
                      <a:pt x="27172" y="13962"/>
                      <a:pt x="27340" y="14380"/>
                      <a:pt x="27500" y="14798"/>
                    </a:cubicBezTo>
                    <a:cubicBezTo>
                      <a:pt x="27982" y="15268"/>
                      <a:pt x="27982" y="15268"/>
                      <a:pt x="28500" y="15548"/>
                    </a:cubicBezTo>
                    <a:cubicBezTo>
                      <a:pt x="28748" y="15465"/>
                      <a:pt x="28995" y="15382"/>
                      <a:pt x="29250" y="15298"/>
                    </a:cubicBezTo>
                    <a:cubicBezTo>
                      <a:pt x="29332" y="14720"/>
                      <a:pt x="29415" y="14143"/>
                      <a:pt x="29500" y="13548"/>
                    </a:cubicBezTo>
                    <a:cubicBezTo>
                      <a:pt x="29912" y="13382"/>
                      <a:pt x="30325" y="13217"/>
                      <a:pt x="30750" y="13048"/>
                    </a:cubicBezTo>
                    <a:cubicBezTo>
                      <a:pt x="30828" y="12595"/>
                      <a:pt x="30828" y="12595"/>
                      <a:pt x="30750" y="12048"/>
                    </a:cubicBezTo>
                    <a:cubicBezTo>
                      <a:pt x="30432" y="11870"/>
                      <a:pt x="30117" y="11692"/>
                      <a:pt x="29795" y="11530"/>
                    </a:cubicBezTo>
                    <a:cubicBezTo>
                      <a:pt x="29400" y="11220"/>
                      <a:pt x="29373" y="10990"/>
                      <a:pt x="29295" y="10502"/>
                    </a:cubicBezTo>
                    <a:cubicBezTo>
                      <a:pt x="29280" y="10270"/>
                      <a:pt x="29265" y="10038"/>
                      <a:pt x="29250" y="9798"/>
                    </a:cubicBezTo>
                    <a:cubicBezTo>
                      <a:pt x="29125" y="9757"/>
                      <a:pt x="29125" y="9757"/>
                      <a:pt x="28500" y="9548"/>
                    </a:cubicBezTo>
                    <a:cubicBezTo>
                      <a:pt x="28290" y="9827"/>
                      <a:pt x="28082" y="10110"/>
                      <a:pt x="27875" y="10393"/>
                    </a:cubicBezTo>
                    <a:cubicBezTo>
                      <a:pt x="27815" y="10470"/>
                      <a:pt x="27815" y="10470"/>
                      <a:pt x="27522" y="10867"/>
                    </a:cubicBezTo>
                    <a:cubicBezTo>
                      <a:pt x="27250" y="11298"/>
                      <a:pt x="27250" y="11298"/>
                      <a:pt x="27250" y="11798"/>
                    </a:cubicBezTo>
                    <a:cubicBezTo>
                      <a:pt x="26095" y="11798"/>
                      <a:pt x="24940" y="11798"/>
                      <a:pt x="23750" y="11798"/>
                    </a:cubicBezTo>
                    <a:cubicBezTo>
                      <a:pt x="24027" y="10127"/>
                      <a:pt x="24027" y="10127"/>
                      <a:pt x="24500" y="9533"/>
                    </a:cubicBezTo>
                    <a:cubicBezTo>
                      <a:pt x="24970" y="8887"/>
                      <a:pt x="25155" y="8352"/>
                      <a:pt x="25250" y="7548"/>
                    </a:cubicBezTo>
                    <a:cubicBezTo>
                      <a:pt x="24732" y="7290"/>
                      <a:pt x="24448" y="7252"/>
                      <a:pt x="23880" y="7220"/>
                    </a:cubicBezTo>
                    <a:cubicBezTo>
                      <a:pt x="23712" y="7207"/>
                      <a:pt x="23545" y="7197"/>
                      <a:pt x="23372" y="7188"/>
                    </a:cubicBezTo>
                    <a:cubicBezTo>
                      <a:pt x="23198" y="7178"/>
                      <a:pt x="23022" y="7168"/>
                      <a:pt x="22842" y="7158"/>
                    </a:cubicBezTo>
                    <a:cubicBezTo>
                      <a:pt x="22668" y="7148"/>
                      <a:pt x="22490" y="7135"/>
                      <a:pt x="22307" y="7125"/>
                    </a:cubicBezTo>
                    <a:cubicBezTo>
                      <a:pt x="21872" y="7097"/>
                      <a:pt x="21435" y="7072"/>
                      <a:pt x="21000" y="7048"/>
                    </a:cubicBezTo>
                    <a:cubicBezTo>
                      <a:pt x="20757" y="6460"/>
                      <a:pt x="20725" y="6357"/>
                      <a:pt x="20975" y="5732"/>
                    </a:cubicBezTo>
                    <a:cubicBezTo>
                      <a:pt x="21360" y="5097"/>
                      <a:pt x="21712" y="4567"/>
                      <a:pt x="22250" y="4048"/>
                    </a:cubicBezTo>
                    <a:cubicBezTo>
                      <a:pt x="22877" y="3898"/>
                      <a:pt x="23347" y="3915"/>
                      <a:pt x="23987" y="3992"/>
                    </a:cubicBezTo>
                    <a:cubicBezTo>
                      <a:pt x="24502" y="4048"/>
                      <a:pt x="24780" y="4000"/>
                      <a:pt x="25250" y="3798"/>
                    </a:cubicBezTo>
                    <a:cubicBezTo>
                      <a:pt x="25207" y="3632"/>
                      <a:pt x="25207" y="3632"/>
                      <a:pt x="25000" y="2798"/>
                    </a:cubicBezTo>
                    <a:cubicBezTo>
                      <a:pt x="24505" y="2715"/>
                      <a:pt x="24010" y="2632"/>
                      <a:pt x="23500" y="2548"/>
                    </a:cubicBezTo>
                    <a:cubicBezTo>
                      <a:pt x="23522" y="2428"/>
                      <a:pt x="23548" y="2308"/>
                      <a:pt x="23573" y="2183"/>
                    </a:cubicBezTo>
                    <a:cubicBezTo>
                      <a:pt x="23600" y="2025"/>
                      <a:pt x="23627" y="1867"/>
                      <a:pt x="23655" y="1705"/>
                    </a:cubicBezTo>
                    <a:cubicBezTo>
                      <a:pt x="23670" y="1625"/>
                      <a:pt x="23670" y="1625"/>
                      <a:pt x="23742" y="1230"/>
                    </a:cubicBezTo>
                    <a:cubicBezTo>
                      <a:pt x="23745" y="1087"/>
                      <a:pt x="23747" y="945"/>
                      <a:pt x="23750" y="798"/>
                    </a:cubicBezTo>
                    <a:cubicBezTo>
                      <a:pt x="23668" y="715"/>
                      <a:pt x="23668" y="715"/>
                      <a:pt x="23250" y="298"/>
                    </a:cubicBezTo>
                    <a:cubicBezTo>
                      <a:pt x="22732" y="360"/>
                      <a:pt x="22732" y="360"/>
                      <a:pt x="22250" y="548"/>
                    </a:cubicBezTo>
                    <a:cubicBezTo>
                      <a:pt x="22168" y="712"/>
                      <a:pt x="22085" y="877"/>
                      <a:pt x="22000" y="1048"/>
                    </a:cubicBezTo>
                    <a:cubicBezTo>
                      <a:pt x="21282" y="905"/>
                      <a:pt x="21035" y="832"/>
                      <a:pt x="20500" y="298"/>
                    </a:cubicBezTo>
                    <a:cubicBezTo>
                      <a:pt x="20252" y="298"/>
                      <a:pt x="20005" y="298"/>
                      <a:pt x="19750" y="298"/>
                    </a:cubicBezTo>
                    <a:close/>
                  </a:path>
                </a:pathLst>
              </a:custGeom>
              <a:solidFill>
                <a:srgbClr val="92B2BA"/>
              </a:solidFill>
              <a:ln w="0">
                <a:noFill/>
              </a:ln>
            </p:spPr>
          </p:sp>
          <p:sp>
            <p:nvSpPr>
              <p:cNvPr id="580" name="snowflake vector"/>
              <p:cNvSpPr/>
              <p:nvPr/>
            </p:nvSpPr>
            <p:spPr>
              <a:xfrm>
                <a:off x="472951" y="8821674"/>
                <a:ext cx="243276" cy="179382"/>
              </a:xfrm>
              <a:custGeom>
                <a:avLst/>
                <a:gdLst/>
                <a:ahLst/>
                <a:cxnLst/>
                <a:rect l="0" t="0" r="r" b="b"/>
                <a:pathLst>
                  <a:path w="26605" h="19617" fill="norm" stroke="0">
                    <a:moveTo>
                      <a:pt x="6028" y="0"/>
                    </a:moveTo>
                    <a:cubicBezTo>
                      <a:pt x="6358" y="82"/>
                      <a:pt x="6688" y="165"/>
                      <a:pt x="7028" y="250"/>
                    </a:cubicBezTo>
                    <a:cubicBezTo>
                      <a:pt x="6780" y="250"/>
                      <a:pt x="6533" y="250"/>
                      <a:pt x="6278" y="250"/>
                    </a:cubicBezTo>
                    <a:cubicBezTo>
                      <a:pt x="6547" y="1960"/>
                      <a:pt x="7118" y="3283"/>
                      <a:pt x="8028" y="4750"/>
                    </a:cubicBezTo>
                    <a:cubicBezTo>
                      <a:pt x="5568" y="4923"/>
                      <a:pt x="5568" y="4923"/>
                      <a:pt x="4778" y="4327"/>
                    </a:cubicBezTo>
                    <a:cubicBezTo>
                      <a:pt x="4233" y="3790"/>
                      <a:pt x="4000" y="3225"/>
                      <a:pt x="3778" y="2500"/>
                    </a:cubicBezTo>
                    <a:cubicBezTo>
                      <a:pt x="3113" y="2590"/>
                      <a:pt x="2633" y="2678"/>
                      <a:pt x="2075" y="3062"/>
                    </a:cubicBezTo>
                    <a:cubicBezTo>
                      <a:pt x="1778" y="3500"/>
                      <a:pt x="1778" y="3500"/>
                      <a:pt x="1808" y="4125"/>
                    </a:cubicBezTo>
                    <a:cubicBezTo>
                      <a:pt x="1797" y="4332"/>
                      <a:pt x="1788" y="4538"/>
                      <a:pt x="1778" y="4750"/>
                    </a:cubicBezTo>
                    <a:cubicBezTo>
                      <a:pt x="1388" y="5100"/>
                      <a:pt x="1010" y="5270"/>
                      <a:pt x="528" y="5500"/>
                    </a:cubicBezTo>
                    <a:cubicBezTo>
                      <a:pt x="575" y="5970"/>
                      <a:pt x="575" y="5970"/>
                      <a:pt x="778" y="6500"/>
                    </a:cubicBezTo>
                    <a:cubicBezTo>
                      <a:pt x="1418" y="6812"/>
                      <a:pt x="1418" y="6812"/>
                      <a:pt x="2028" y="7000"/>
                    </a:cubicBezTo>
                    <a:cubicBezTo>
                      <a:pt x="2028" y="7742"/>
                      <a:pt x="2028" y="8485"/>
                      <a:pt x="2028" y="9250"/>
                    </a:cubicBezTo>
                    <a:cubicBezTo>
                      <a:pt x="2718" y="9250"/>
                      <a:pt x="3145" y="9242"/>
                      <a:pt x="3778" y="9000"/>
                    </a:cubicBezTo>
                    <a:cubicBezTo>
                      <a:pt x="4240" y="8515"/>
                      <a:pt x="4598" y="8015"/>
                      <a:pt x="4963" y="7452"/>
                    </a:cubicBezTo>
                    <a:cubicBezTo>
                      <a:pt x="5278" y="7000"/>
                      <a:pt x="5278" y="7000"/>
                      <a:pt x="5778" y="6750"/>
                    </a:cubicBezTo>
                    <a:cubicBezTo>
                      <a:pt x="6210" y="6725"/>
                      <a:pt x="6210" y="6725"/>
                      <a:pt x="6683" y="6735"/>
                    </a:cubicBezTo>
                    <a:cubicBezTo>
                      <a:pt x="6763" y="6735"/>
                      <a:pt x="6763" y="6735"/>
                      <a:pt x="7163" y="6740"/>
                    </a:cubicBezTo>
                    <a:cubicBezTo>
                      <a:pt x="7223" y="6742"/>
                      <a:pt x="7223" y="6742"/>
                      <a:pt x="7528" y="6750"/>
                    </a:cubicBezTo>
                    <a:cubicBezTo>
                      <a:pt x="7610" y="6915"/>
                      <a:pt x="7693" y="7080"/>
                      <a:pt x="7778" y="7250"/>
                    </a:cubicBezTo>
                    <a:cubicBezTo>
                      <a:pt x="7593" y="7783"/>
                      <a:pt x="7593" y="7783"/>
                      <a:pt x="7308" y="8390"/>
                    </a:cubicBezTo>
                    <a:cubicBezTo>
                      <a:pt x="7263" y="8492"/>
                      <a:pt x="7263" y="8492"/>
                      <a:pt x="7030" y="9000"/>
                    </a:cubicBezTo>
                    <a:cubicBezTo>
                      <a:pt x="6778" y="9500"/>
                      <a:pt x="6778" y="9500"/>
                      <a:pt x="6528" y="9750"/>
                    </a:cubicBezTo>
                    <a:cubicBezTo>
                      <a:pt x="6433" y="10327"/>
                      <a:pt x="6433" y="10327"/>
                      <a:pt x="6528" y="11000"/>
                    </a:cubicBezTo>
                    <a:cubicBezTo>
                      <a:pt x="7297" y="11925"/>
                      <a:pt x="7918" y="12065"/>
                      <a:pt x="9105" y="12188"/>
                    </a:cubicBezTo>
                    <a:cubicBezTo>
                      <a:pt x="9495" y="12212"/>
                      <a:pt x="9888" y="12235"/>
                      <a:pt x="10278" y="12250"/>
                    </a:cubicBezTo>
                    <a:cubicBezTo>
                      <a:pt x="10450" y="12702"/>
                      <a:pt x="10450" y="12702"/>
                      <a:pt x="10528" y="13250"/>
                    </a:cubicBezTo>
                    <a:cubicBezTo>
                      <a:pt x="10248" y="13678"/>
                      <a:pt x="10248" y="13678"/>
                      <a:pt x="9778" y="14000"/>
                    </a:cubicBezTo>
                    <a:cubicBezTo>
                      <a:pt x="9185" y="14110"/>
                      <a:pt x="9185" y="14110"/>
                      <a:pt x="8528" y="14140"/>
                    </a:cubicBezTo>
                    <a:cubicBezTo>
                      <a:pt x="7110" y="14210"/>
                      <a:pt x="7110" y="14210"/>
                      <a:pt x="6528" y="14750"/>
                    </a:cubicBezTo>
                    <a:cubicBezTo>
                      <a:pt x="6418" y="15360"/>
                      <a:pt x="6418" y="15360"/>
                      <a:pt x="6528" y="16000"/>
                    </a:cubicBezTo>
                    <a:cubicBezTo>
                      <a:pt x="6683" y="16107"/>
                      <a:pt x="6838" y="16217"/>
                      <a:pt x="6998" y="16327"/>
                    </a:cubicBezTo>
                    <a:cubicBezTo>
                      <a:pt x="7797" y="16965"/>
                      <a:pt x="7853" y="17775"/>
                      <a:pt x="8028" y="18750"/>
                    </a:cubicBezTo>
                    <a:cubicBezTo>
                      <a:pt x="8440" y="18832"/>
                      <a:pt x="8853" y="18915"/>
                      <a:pt x="9278" y="19000"/>
                    </a:cubicBezTo>
                    <a:cubicBezTo>
                      <a:pt x="9278" y="18835"/>
                      <a:pt x="9278" y="18670"/>
                      <a:pt x="9278" y="18500"/>
                    </a:cubicBezTo>
                    <a:cubicBezTo>
                      <a:pt x="9525" y="18460"/>
                      <a:pt x="9525" y="18460"/>
                      <a:pt x="10778" y="18250"/>
                    </a:cubicBezTo>
                    <a:cubicBezTo>
                      <a:pt x="10860" y="18415"/>
                      <a:pt x="10943" y="18580"/>
                      <a:pt x="11028" y="18750"/>
                    </a:cubicBezTo>
                    <a:cubicBezTo>
                      <a:pt x="11668" y="18905"/>
                      <a:pt x="11668" y="18905"/>
                      <a:pt x="12278" y="19000"/>
                    </a:cubicBezTo>
                    <a:cubicBezTo>
                      <a:pt x="12290" y="18600"/>
                      <a:pt x="12300" y="18197"/>
                      <a:pt x="12308" y="17798"/>
                    </a:cubicBezTo>
                    <a:cubicBezTo>
                      <a:pt x="12315" y="17572"/>
                      <a:pt x="12320" y="17350"/>
                      <a:pt x="12328" y="17120"/>
                    </a:cubicBezTo>
                    <a:cubicBezTo>
                      <a:pt x="12275" y="16467"/>
                      <a:pt x="12148" y="16265"/>
                      <a:pt x="11778" y="15750"/>
                    </a:cubicBezTo>
                    <a:cubicBezTo>
                      <a:pt x="11735" y="14967"/>
                      <a:pt x="11918" y="14380"/>
                      <a:pt x="12418" y="13780"/>
                    </a:cubicBezTo>
                    <a:cubicBezTo>
                      <a:pt x="12538" y="13688"/>
                      <a:pt x="12655" y="13595"/>
                      <a:pt x="12778" y="13500"/>
                    </a:cubicBezTo>
                    <a:cubicBezTo>
                      <a:pt x="13500" y="13822"/>
                      <a:pt x="14025" y="14133"/>
                      <a:pt x="14528" y="14750"/>
                    </a:cubicBezTo>
                    <a:cubicBezTo>
                      <a:pt x="14595" y="14967"/>
                      <a:pt x="14663" y="15183"/>
                      <a:pt x="14730" y="15405"/>
                    </a:cubicBezTo>
                    <a:cubicBezTo>
                      <a:pt x="15028" y="16000"/>
                      <a:pt x="15028" y="16000"/>
                      <a:pt x="15375" y="16145"/>
                    </a:cubicBezTo>
                    <a:cubicBezTo>
                      <a:pt x="16050" y="16270"/>
                      <a:pt x="16400" y="16312"/>
                      <a:pt x="17028" y="16000"/>
                    </a:cubicBezTo>
                    <a:cubicBezTo>
                      <a:pt x="17360" y="15440"/>
                      <a:pt x="17653" y="14862"/>
                      <a:pt x="17948" y="14283"/>
                    </a:cubicBezTo>
                    <a:cubicBezTo>
                      <a:pt x="18270" y="13763"/>
                      <a:pt x="18495" y="13535"/>
                      <a:pt x="19028" y="13250"/>
                    </a:cubicBezTo>
                    <a:cubicBezTo>
                      <a:pt x="19710" y="13840"/>
                      <a:pt x="20030" y="14380"/>
                      <a:pt x="20278" y="15250"/>
                    </a:cubicBezTo>
                    <a:cubicBezTo>
                      <a:pt x="20208" y="16217"/>
                      <a:pt x="19900" y="16768"/>
                      <a:pt x="19278" y="17500"/>
                    </a:cubicBezTo>
                    <a:cubicBezTo>
                      <a:pt x="19450" y="17985"/>
                      <a:pt x="19450" y="17985"/>
                      <a:pt x="19778" y="18500"/>
                    </a:cubicBezTo>
                    <a:cubicBezTo>
                      <a:pt x="20433" y="18688"/>
                      <a:pt x="20433" y="18688"/>
                      <a:pt x="21028" y="18750"/>
                    </a:cubicBezTo>
                    <a:cubicBezTo>
                      <a:pt x="21192" y="18337"/>
                      <a:pt x="21358" y="17925"/>
                      <a:pt x="21528" y="17500"/>
                    </a:cubicBezTo>
                    <a:cubicBezTo>
                      <a:pt x="21870" y="17577"/>
                      <a:pt x="21870" y="17577"/>
                      <a:pt x="22278" y="17750"/>
                    </a:cubicBezTo>
                    <a:cubicBezTo>
                      <a:pt x="22350" y="17880"/>
                      <a:pt x="22422" y="18008"/>
                      <a:pt x="22498" y="18140"/>
                    </a:cubicBezTo>
                    <a:cubicBezTo>
                      <a:pt x="22590" y="18260"/>
                      <a:pt x="22683" y="18378"/>
                      <a:pt x="22778" y="18500"/>
                    </a:cubicBezTo>
                    <a:cubicBezTo>
                      <a:pt x="23433" y="18548"/>
                      <a:pt x="23433" y="18548"/>
                      <a:pt x="24028" y="18500"/>
                    </a:cubicBezTo>
                    <a:cubicBezTo>
                      <a:pt x="24070" y="18365"/>
                      <a:pt x="24113" y="18227"/>
                      <a:pt x="24158" y="18090"/>
                    </a:cubicBezTo>
                    <a:cubicBezTo>
                      <a:pt x="24758" y="16312"/>
                      <a:pt x="24758" y="16312"/>
                      <a:pt x="25778" y="15750"/>
                    </a:cubicBezTo>
                    <a:cubicBezTo>
                      <a:pt x="25683" y="15140"/>
                      <a:pt x="25683" y="15140"/>
                      <a:pt x="25528" y="14500"/>
                    </a:cubicBezTo>
                    <a:cubicBezTo>
                      <a:pt x="24925" y="14197"/>
                      <a:pt x="24480" y="14207"/>
                      <a:pt x="23808" y="14173"/>
                    </a:cubicBezTo>
                    <a:cubicBezTo>
                      <a:pt x="22410" y="14045"/>
                      <a:pt x="22410" y="14045"/>
                      <a:pt x="21873" y="13530"/>
                    </a:cubicBezTo>
                    <a:cubicBezTo>
                      <a:pt x="21528" y="13000"/>
                      <a:pt x="21528" y="13000"/>
                      <a:pt x="21528" y="12250"/>
                    </a:cubicBezTo>
                    <a:cubicBezTo>
                      <a:pt x="21750" y="12237"/>
                      <a:pt x="21972" y="12225"/>
                      <a:pt x="22202" y="12212"/>
                    </a:cubicBezTo>
                    <a:cubicBezTo>
                      <a:pt x="22500" y="12195"/>
                      <a:pt x="22795" y="12175"/>
                      <a:pt x="23090" y="12155"/>
                    </a:cubicBezTo>
                    <a:cubicBezTo>
                      <a:pt x="23238" y="12148"/>
                      <a:pt x="23383" y="12140"/>
                      <a:pt x="23535" y="12133"/>
                    </a:cubicBezTo>
                    <a:cubicBezTo>
                      <a:pt x="24395" y="12075"/>
                      <a:pt x="25025" y="11960"/>
                      <a:pt x="25778" y="11500"/>
                    </a:cubicBezTo>
                    <a:cubicBezTo>
                      <a:pt x="25615" y="11987"/>
                      <a:pt x="25615" y="11987"/>
                      <a:pt x="25278" y="12500"/>
                    </a:cubicBezTo>
                    <a:cubicBezTo>
                      <a:pt x="24770" y="12620"/>
                      <a:pt x="24383" y="12673"/>
                      <a:pt x="23873" y="12688"/>
                    </a:cubicBezTo>
                    <a:cubicBezTo>
                      <a:pt x="23743" y="12695"/>
                      <a:pt x="23613" y="12702"/>
                      <a:pt x="23480" y="12710"/>
                    </a:cubicBezTo>
                    <a:cubicBezTo>
                      <a:pt x="23163" y="12727"/>
                      <a:pt x="22845" y="12740"/>
                      <a:pt x="22528" y="12750"/>
                    </a:cubicBezTo>
                    <a:cubicBezTo>
                      <a:pt x="22610" y="12997"/>
                      <a:pt x="22692" y="13245"/>
                      <a:pt x="22778" y="13500"/>
                    </a:cubicBezTo>
                    <a:cubicBezTo>
                      <a:pt x="22830" y="13495"/>
                      <a:pt x="22830" y="13495"/>
                      <a:pt x="23100" y="13472"/>
                    </a:cubicBezTo>
                    <a:cubicBezTo>
                      <a:pt x="24312" y="13418"/>
                      <a:pt x="25213" y="13670"/>
                      <a:pt x="26278" y="14250"/>
                    </a:cubicBezTo>
                    <a:cubicBezTo>
                      <a:pt x="26528" y="14500"/>
                      <a:pt x="26528" y="14500"/>
                      <a:pt x="26605" y="15220"/>
                    </a:cubicBezTo>
                    <a:cubicBezTo>
                      <a:pt x="26600" y="15633"/>
                      <a:pt x="26600" y="15633"/>
                      <a:pt x="26528" y="16000"/>
                    </a:cubicBezTo>
                    <a:cubicBezTo>
                      <a:pt x="26198" y="16253"/>
                      <a:pt x="25863" y="16503"/>
                      <a:pt x="25528" y="16750"/>
                    </a:cubicBezTo>
                    <a:cubicBezTo>
                      <a:pt x="25385" y="17148"/>
                      <a:pt x="25385" y="17148"/>
                      <a:pt x="25278" y="17610"/>
                    </a:cubicBezTo>
                    <a:cubicBezTo>
                      <a:pt x="25050" y="18533"/>
                      <a:pt x="24830" y="18965"/>
                      <a:pt x="24028" y="19500"/>
                    </a:cubicBezTo>
                    <a:cubicBezTo>
                      <a:pt x="23488" y="19530"/>
                      <a:pt x="23028" y="19452"/>
                      <a:pt x="22528" y="19250"/>
                    </a:cubicBezTo>
                    <a:cubicBezTo>
                      <a:pt x="22363" y="19085"/>
                      <a:pt x="22198" y="18920"/>
                      <a:pt x="22028" y="18750"/>
                    </a:cubicBezTo>
                    <a:cubicBezTo>
                      <a:pt x="21940" y="18880"/>
                      <a:pt x="21853" y="19008"/>
                      <a:pt x="21763" y="19140"/>
                    </a:cubicBezTo>
                    <a:cubicBezTo>
                      <a:pt x="21202" y="19558"/>
                      <a:pt x="21073" y="19543"/>
                      <a:pt x="20403" y="19470"/>
                    </a:cubicBezTo>
                    <a:cubicBezTo>
                      <a:pt x="19875" y="19360"/>
                      <a:pt x="19505" y="19237"/>
                      <a:pt x="19028" y="18985"/>
                    </a:cubicBezTo>
                    <a:cubicBezTo>
                      <a:pt x="18608" y="18173"/>
                      <a:pt x="18817" y="17365"/>
                      <a:pt x="19028" y="16500"/>
                    </a:cubicBezTo>
                    <a:cubicBezTo>
                      <a:pt x="19125" y="16320"/>
                      <a:pt x="19222" y="16140"/>
                      <a:pt x="19325" y="15952"/>
                    </a:cubicBezTo>
                    <a:cubicBezTo>
                      <a:pt x="19528" y="15500"/>
                      <a:pt x="19528" y="15500"/>
                      <a:pt x="19308" y="14812"/>
                    </a:cubicBezTo>
                    <a:cubicBezTo>
                      <a:pt x="19215" y="14628"/>
                      <a:pt x="19123" y="14442"/>
                      <a:pt x="19028" y="14250"/>
                    </a:cubicBezTo>
                    <a:cubicBezTo>
                      <a:pt x="18238" y="15145"/>
                      <a:pt x="17847" y="15850"/>
                      <a:pt x="17528" y="17000"/>
                    </a:cubicBezTo>
                    <a:cubicBezTo>
                      <a:pt x="16775" y="17205"/>
                      <a:pt x="16097" y="17362"/>
                      <a:pt x="15345" y="17097"/>
                    </a:cubicBezTo>
                    <a:cubicBezTo>
                      <a:pt x="14608" y="16655"/>
                      <a:pt x="14230" y="16290"/>
                      <a:pt x="13998" y="15452"/>
                    </a:cubicBezTo>
                    <a:cubicBezTo>
                      <a:pt x="13925" y="15220"/>
                      <a:pt x="13853" y="14990"/>
                      <a:pt x="13778" y="14750"/>
                    </a:cubicBezTo>
                    <a:cubicBezTo>
                      <a:pt x="13265" y="14580"/>
                      <a:pt x="13265" y="14580"/>
                      <a:pt x="12778" y="14500"/>
                    </a:cubicBezTo>
                    <a:cubicBezTo>
                      <a:pt x="12788" y="14607"/>
                      <a:pt x="12798" y="14715"/>
                      <a:pt x="12808" y="14825"/>
                    </a:cubicBezTo>
                    <a:cubicBezTo>
                      <a:pt x="12853" y="15315"/>
                      <a:pt x="12892" y="15805"/>
                      <a:pt x="12933" y="16298"/>
                    </a:cubicBezTo>
                    <a:cubicBezTo>
                      <a:pt x="12950" y="16465"/>
                      <a:pt x="12965" y="16633"/>
                      <a:pt x="12983" y="16808"/>
                    </a:cubicBezTo>
                    <a:cubicBezTo>
                      <a:pt x="13065" y="17860"/>
                      <a:pt x="13008" y="18555"/>
                      <a:pt x="12528" y="19500"/>
                    </a:cubicBezTo>
                    <a:cubicBezTo>
                      <a:pt x="11483" y="19553"/>
                      <a:pt x="10690" y="19585"/>
                      <a:pt x="9778" y="19000"/>
                    </a:cubicBezTo>
                    <a:cubicBezTo>
                      <a:pt x="9613" y="19165"/>
                      <a:pt x="9448" y="19330"/>
                      <a:pt x="9278" y="19500"/>
                    </a:cubicBezTo>
                    <a:cubicBezTo>
                      <a:pt x="8700" y="19575"/>
                      <a:pt x="8330" y="19617"/>
                      <a:pt x="7778" y="19500"/>
                    </a:cubicBezTo>
                    <a:cubicBezTo>
                      <a:pt x="7050" y="18850"/>
                      <a:pt x="6870" y="18067"/>
                      <a:pt x="6660" y="17148"/>
                    </a:cubicBezTo>
                    <a:cubicBezTo>
                      <a:pt x="6528" y="16750"/>
                      <a:pt x="6528" y="16750"/>
                      <a:pt x="6028" y="16250"/>
                    </a:cubicBezTo>
                    <a:cubicBezTo>
                      <a:pt x="5978" y="15763"/>
                      <a:pt x="5978" y="15763"/>
                      <a:pt x="5998" y="15220"/>
                    </a:cubicBezTo>
                    <a:cubicBezTo>
                      <a:pt x="6000" y="15038"/>
                      <a:pt x="6005" y="14857"/>
                      <a:pt x="6010" y="14670"/>
                    </a:cubicBezTo>
                    <a:cubicBezTo>
                      <a:pt x="6015" y="14533"/>
                      <a:pt x="6023" y="14393"/>
                      <a:pt x="6028" y="14250"/>
                    </a:cubicBezTo>
                    <a:cubicBezTo>
                      <a:pt x="7265" y="13520"/>
                      <a:pt x="8350" y="13342"/>
                      <a:pt x="9778" y="13250"/>
                    </a:cubicBezTo>
                    <a:cubicBezTo>
                      <a:pt x="9778" y="13085"/>
                      <a:pt x="9778" y="12920"/>
                      <a:pt x="9778" y="12750"/>
                    </a:cubicBezTo>
                    <a:cubicBezTo>
                      <a:pt x="9593" y="12750"/>
                      <a:pt x="9410" y="12747"/>
                      <a:pt x="9220" y="12747"/>
                    </a:cubicBezTo>
                    <a:cubicBezTo>
                      <a:pt x="6975" y="12660"/>
                      <a:pt x="6975" y="12660"/>
                      <a:pt x="6215" y="11860"/>
                    </a:cubicBezTo>
                    <a:cubicBezTo>
                      <a:pt x="5758" y="11188"/>
                      <a:pt x="5733" y="10705"/>
                      <a:pt x="5825" y="9905"/>
                    </a:cubicBezTo>
                    <a:cubicBezTo>
                      <a:pt x="5885" y="9602"/>
                      <a:pt x="5950" y="9300"/>
                      <a:pt x="6028" y="9000"/>
                    </a:cubicBezTo>
                    <a:cubicBezTo>
                      <a:pt x="6150" y="8960"/>
                      <a:pt x="6150" y="8960"/>
                      <a:pt x="6778" y="8750"/>
                    </a:cubicBezTo>
                    <a:cubicBezTo>
                      <a:pt x="6778" y="8255"/>
                      <a:pt x="6778" y="7760"/>
                      <a:pt x="6778" y="7250"/>
                    </a:cubicBezTo>
                    <a:cubicBezTo>
                      <a:pt x="6120" y="7342"/>
                      <a:pt x="5840" y="7428"/>
                      <a:pt x="5395" y="7935"/>
                    </a:cubicBezTo>
                    <a:cubicBezTo>
                      <a:pt x="5280" y="8112"/>
                      <a:pt x="5163" y="8288"/>
                      <a:pt x="5043" y="8470"/>
                    </a:cubicBezTo>
                    <a:cubicBezTo>
                      <a:pt x="4438" y="9317"/>
                      <a:pt x="4015" y="9885"/>
                      <a:pt x="3028" y="10250"/>
                    </a:cubicBezTo>
                    <a:cubicBezTo>
                      <a:pt x="2253" y="10015"/>
                      <a:pt x="1663" y="9497"/>
                      <a:pt x="1028" y="9000"/>
                    </a:cubicBezTo>
                    <a:cubicBezTo>
                      <a:pt x="1068" y="8753"/>
                      <a:pt x="1068" y="8753"/>
                      <a:pt x="1278" y="7500"/>
                    </a:cubicBezTo>
                    <a:cubicBezTo>
                      <a:pt x="1118" y="7470"/>
                      <a:pt x="958" y="7438"/>
                      <a:pt x="793" y="7405"/>
                    </a:cubicBezTo>
                    <a:cubicBezTo>
                      <a:pt x="708" y="7380"/>
                      <a:pt x="708" y="7380"/>
                      <a:pt x="278" y="7250"/>
                    </a:cubicBezTo>
                    <a:cubicBezTo>
                      <a:pt x="8" y="6707"/>
                      <a:pt x="0" y="6440"/>
                      <a:pt x="13" y="5845"/>
                    </a:cubicBezTo>
                    <a:cubicBezTo>
                      <a:pt x="15" y="5685"/>
                      <a:pt x="18" y="5528"/>
                      <a:pt x="18" y="5365"/>
                    </a:cubicBezTo>
                    <a:cubicBezTo>
                      <a:pt x="20" y="5305"/>
                      <a:pt x="20" y="5305"/>
                      <a:pt x="28" y="5000"/>
                    </a:cubicBezTo>
                    <a:cubicBezTo>
                      <a:pt x="358" y="4918"/>
                      <a:pt x="688" y="4835"/>
                      <a:pt x="1028" y="4750"/>
                    </a:cubicBezTo>
                    <a:cubicBezTo>
                      <a:pt x="1008" y="4528"/>
                      <a:pt x="988" y="4308"/>
                      <a:pt x="965" y="4077"/>
                    </a:cubicBezTo>
                    <a:cubicBezTo>
                      <a:pt x="975" y="3310"/>
                      <a:pt x="1130" y="2808"/>
                      <a:pt x="1640" y="2225"/>
                    </a:cubicBezTo>
                    <a:cubicBezTo>
                      <a:pt x="2495" y="1727"/>
                      <a:pt x="3575" y="1918"/>
                      <a:pt x="4528" y="2000"/>
                    </a:cubicBezTo>
                    <a:cubicBezTo>
                      <a:pt x="4693" y="2577"/>
                      <a:pt x="4858" y="3155"/>
                      <a:pt x="5028" y="3750"/>
                    </a:cubicBezTo>
                    <a:cubicBezTo>
                      <a:pt x="5605" y="3832"/>
                      <a:pt x="6183" y="3915"/>
                      <a:pt x="6778" y="4000"/>
                    </a:cubicBezTo>
                    <a:cubicBezTo>
                      <a:pt x="6705" y="3830"/>
                      <a:pt x="6633" y="3660"/>
                      <a:pt x="6558" y="3485"/>
                    </a:cubicBezTo>
                    <a:cubicBezTo>
                      <a:pt x="5603" y="1062"/>
                      <a:pt x="5603" y="1062"/>
                      <a:pt x="6028" y="0"/>
                    </a:cubicBezTo>
                    <a:close/>
                  </a:path>
                </a:pathLst>
              </a:custGeom>
              <a:solidFill>
                <a:srgbClr val="E2D1BB"/>
              </a:solidFill>
              <a:ln w="0">
                <a:noFill/>
              </a:ln>
            </p:spPr>
          </p:sp>
          <p:sp>
            <p:nvSpPr>
              <p:cNvPr id="581" name="snowflake vector"/>
              <p:cNvSpPr/>
              <p:nvPr/>
            </p:nvSpPr>
            <p:spPr>
              <a:xfrm>
                <a:off x="525783" y="8753305"/>
                <a:ext cx="235687" cy="127810"/>
              </a:xfrm>
              <a:custGeom>
                <a:avLst/>
                <a:gdLst/>
                <a:ahLst/>
                <a:cxnLst/>
                <a:rect l="0" t="0" r="r" b="b"/>
                <a:pathLst>
                  <a:path w="25775" h="13977" fill="norm" stroke="0">
                    <a:moveTo>
                      <a:pt x="15758" y="430"/>
                    </a:moveTo>
                    <a:cubicBezTo>
                      <a:pt x="16520" y="502"/>
                      <a:pt x="17242" y="382"/>
                      <a:pt x="17995" y="265"/>
                    </a:cubicBezTo>
                    <a:cubicBezTo>
                      <a:pt x="18500" y="227"/>
                      <a:pt x="18790" y="280"/>
                      <a:pt x="19250" y="477"/>
                    </a:cubicBezTo>
                    <a:cubicBezTo>
                      <a:pt x="19253" y="595"/>
                      <a:pt x="19258" y="712"/>
                      <a:pt x="19260" y="832"/>
                    </a:cubicBezTo>
                    <a:cubicBezTo>
                      <a:pt x="19297" y="1325"/>
                      <a:pt x="19350" y="1755"/>
                      <a:pt x="19500" y="2227"/>
                    </a:cubicBezTo>
                    <a:cubicBezTo>
                      <a:pt x="19912" y="2485"/>
                      <a:pt x="20327" y="2735"/>
                      <a:pt x="20750" y="2977"/>
                    </a:cubicBezTo>
                    <a:cubicBezTo>
                      <a:pt x="21042" y="3637"/>
                      <a:pt x="21095" y="4202"/>
                      <a:pt x="20857" y="4885"/>
                    </a:cubicBezTo>
                    <a:cubicBezTo>
                      <a:pt x="20272" y="5442"/>
                      <a:pt x="19563" y="5372"/>
                      <a:pt x="18780" y="5430"/>
                    </a:cubicBezTo>
                    <a:cubicBezTo>
                      <a:pt x="17165" y="5595"/>
                      <a:pt x="17165" y="5595"/>
                      <a:pt x="16547" y="6090"/>
                    </a:cubicBezTo>
                    <a:cubicBezTo>
                      <a:pt x="16307" y="6467"/>
                      <a:pt x="16130" y="6802"/>
                      <a:pt x="16000" y="7227"/>
                    </a:cubicBezTo>
                    <a:cubicBezTo>
                      <a:pt x="16178" y="7220"/>
                      <a:pt x="16355" y="7215"/>
                      <a:pt x="16540" y="7210"/>
                    </a:cubicBezTo>
                    <a:cubicBezTo>
                      <a:pt x="17915" y="7183"/>
                      <a:pt x="19210" y="7172"/>
                      <a:pt x="20500" y="7727"/>
                    </a:cubicBezTo>
                    <a:cubicBezTo>
                      <a:pt x="20750" y="7977"/>
                      <a:pt x="20750" y="7977"/>
                      <a:pt x="20775" y="8440"/>
                    </a:cubicBezTo>
                    <a:cubicBezTo>
                      <a:pt x="20770" y="8622"/>
                      <a:pt x="20767" y="8805"/>
                      <a:pt x="20765" y="8992"/>
                    </a:cubicBezTo>
                    <a:cubicBezTo>
                      <a:pt x="20762" y="9175"/>
                      <a:pt x="20760" y="9360"/>
                      <a:pt x="20758" y="9547"/>
                    </a:cubicBezTo>
                    <a:cubicBezTo>
                      <a:pt x="20755" y="9690"/>
                      <a:pt x="20753" y="9830"/>
                      <a:pt x="20750" y="9977"/>
                    </a:cubicBezTo>
                    <a:cubicBezTo>
                      <a:pt x="20590" y="10040"/>
                      <a:pt x="20430" y="10100"/>
                      <a:pt x="20265" y="10165"/>
                    </a:cubicBezTo>
                    <a:cubicBezTo>
                      <a:pt x="19750" y="10477"/>
                      <a:pt x="19750" y="10477"/>
                      <a:pt x="19563" y="11007"/>
                    </a:cubicBezTo>
                    <a:cubicBezTo>
                      <a:pt x="19542" y="11162"/>
                      <a:pt x="19520" y="11317"/>
                      <a:pt x="19500" y="11477"/>
                    </a:cubicBezTo>
                    <a:cubicBezTo>
                      <a:pt x="20057" y="11540"/>
                      <a:pt x="20458" y="11585"/>
                      <a:pt x="21000" y="11477"/>
                    </a:cubicBezTo>
                    <a:cubicBezTo>
                      <a:pt x="21665" y="10942"/>
                      <a:pt x="22010" y="10285"/>
                      <a:pt x="22250" y="9477"/>
                    </a:cubicBezTo>
                    <a:cubicBezTo>
                      <a:pt x="22572" y="9462"/>
                      <a:pt x="22895" y="9452"/>
                      <a:pt x="23218" y="9445"/>
                    </a:cubicBezTo>
                    <a:cubicBezTo>
                      <a:pt x="23398" y="9440"/>
                      <a:pt x="23577" y="9435"/>
                      <a:pt x="23762" y="9427"/>
                    </a:cubicBezTo>
                    <a:cubicBezTo>
                      <a:pt x="24250" y="9477"/>
                      <a:pt x="24250" y="9477"/>
                      <a:pt x="24750" y="9977"/>
                    </a:cubicBezTo>
                    <a:cubicBezTo>
                      <a:pt x="24955" y="10390"/>
                      <a:pt x="24955" y="10390"/>
                      <a:pt x="25140" y="10852"/>
                    </a:cubicBezTo>
                    <a:cubicBezTo>
                      <a:pt x="25333" y="11320"/>
                      <a:pt x="25522" y="11775"/>
                      <a:pt x="25750" y="12227"/>
                    </a:cubicBezTo>
                    <a:cubicBezTo>
                      <a:pt x="25775" y="12657"/>
                      <a:pt x="25775" y="12657"/>
                      <a:pt x="25765" y="13132"/>
                    </a:cubicBezTo>
                    <a:cubicBezTo>
                      <a:pt x="25762" y="13290"/>
                      <a:pt x="25760" y="13450"/>
                      <a:pt x="25758" y="13612"/>
                    </a:cubicBezTo>
                    <a:cubicBezTo>
                      <a:pt x="25755" y="13732"/>
                      <a:pt x="25753" y="13852"/>
                      <a:pt x="25750" y="13977"/>
                    </a:cubicBezTo>
                    <a:cubicBezTo>
                      <a:pt x="25667" y="13977"/>
                      <a:pt x="25585" y="13977"/>
                      <a:pt x="25500" y="13977"/>
                    </a:cubicBezTo>
                    <a:cubicBezTo>
                      <a:pt x="25460" y="13602"/>
                      <a:pt x="25417" y="13227"/>
                      <a:pt x="25378" y="12855"/>
                    </a:cubicBezTo>
                    <a:cubicBezTo>
                      <a:pt x="25250" y="12477"/>
                      <a:pt x="25250" y="12477"/>
                      <a:pt x="24890" y="12242"/>
                    </a:cubicBezTo>
                    <a:cubicBezTo>
                      <a:pt x="24365" y="11885"/>
                      <a:pt x="24280" y="11540"/>
                      <a:pt x="24077" y="10945"/>
                    </a:cubicBezTo>
                    <a:cubicBezTo>
                      <a:pt x="24015" y="10765"/>
                      <a:pt x="23952" y="10582"/>
                      <a:pt x="23887" y="10397"/>
                    </a:cubicBezTo>
                    <a:cubicBezTo>
                      <a:pt x="23843" y="10257"/>
                      <a:pt x="23797" y="10120"/>
                      <a:pt x="23750" y="9977"/>
                    </a:cubicBezTo>
                    <a:cubicBezTo>
                      <a:pt x="23292" y="9907"/>
                      <a:pt x="23292" y="9907"/>
                      <a:pt x="22750" y="9977"/>
                    </a:cubicBezTo>
                    <a:cubicBezTo>
                      <a:pt x="22402" y="10470"/>
                      <a:pt x="22402" y="10470"/>
                      <a:pt x="22077" y="11102"/>
                    </a:cubicBezTo>
                    <a:cubicBezTo>
                      <a:pt x="21417" y="12185"/>
                      <a:pt x="21417" y="12185"/>
                      <a:pt x="20652" y="12377"/>
                    </a:cubicBezTo>
                    <a:cubicBezTo>
                      <a:pt x="20088" y="12367"/>
                      <a:pt x="19557" y="12327"/>
                      <a:pt x="19000" y="12227"/>
                    </a:cubicBezTo>
                    <a:cubicBezTo>
                      <a:pt x="18780" y="11725"/>
                      <a:pt x="18693" y="11510"/>
                      <a:pt x="18750" y="10977"/>
                    </a:cubicBezTo>
                    <a:cubicBezTo>
                      <a:pt x="19100" y="10433"/>
                      <a:pt x="19488" y="9955"/>
                      <a:pt x="19912" y="9467"/>
                    </a:cubicBezTo>
                    <a:cubicBezTo>
                      <a:pt x="20250" y="8977"/>
                      <a:pt x="20250" y="8977"/>
                      <a:pt x="20250" y="7977"/>
                    </a:cubicBezTo>
                    <a:cubicBezTo>
                      <a:pt x="18848" y="7895"/>
                      <a:pt x="17445" y="7812"/>
                      <a:pt x="16000" y="7727"/>
                    </a:cubicBezTo>
                    <a:cubicBezTo>
                      <a:pt x="15835" y="7397"/>
                      <a:pt x="15670" y="7067"/>
                      <a:pt x="15500" y="6727"/>
                    </a:cubicBezTo>
                    <a:cubicBezTo>
                      <a:pt x="15797" y="5987"/>
                      <a:pt x="16122" y="5475"/>
                      <a:pt x="16750" y="4977"/>
                    </a:cubicBezTo>
                    <a:cubicBezTo>
                      <a:pt x="17882" y="4675"/>
                      <a:pt x="19088" y="4715"/>
                      <a:pt x="20250" y="4727"/>
                    </a:cubicBezTo>
                    <a:cubicBezTo>
                      <a:pt x="20250" y="4232"/>
                      <a:pt x="20250" y="3737"/>
                      <a:pt x="20250" y="3227"/>
                    </a:cubicBezTo>
                    <a:cubicBezTo>
                      <a:pt x="19755" y="3062"/>
                      <a:pt x="19260" y="2897"/>
                      <a:pt x="18750" y="2727"/>
                    </a:cubicBezTo>
                    <a:cubicBezTo>
                      <a:pt x="18708" y="2397"/>
                      <a:pt x="18708" y="2397"/>
                      <a:pt x="18500" y="727"/>
                    </a:cubicBezTo>
                    <a:cubicBezTo>
                      <a:pt x="16643" y="940"/>
                      <a:pt x="16643" y="940"/>
                      <a:pt x="15750" y="1477"/>
                    </a:cubicBezTo>
                    <a:cubicBezTo>
                      <a:pt x="15585" y="1312"/>
                      <a:pt x="15420" y="1147"/>
                      <a:pt x="15250" y="977"/>
                    </a:cubicBezTo>
                    <a:cubicBezTo>
                      <a:pt x="14872" y="927"/>
                      <a:pt x="14872" y="927"/>
                      <a:pt x="14468" y="945"/>
                    </a:cubicBezTo>
                    <a:cubicBezTo>
                      <a:pt x="14232" y="955"/>
                      <a:pt x="13995" y="965"/>
                      <a:pt x="13750" y="977"/>
                    </a:cubicBezTo>
                    <a:cubicBezTo>
                      <a:pt x="13860" y="1762"/>
                      <a:pt x="13960" y="2387"/>
                      <a:pt x="14280" y="3117"/>
                    </a:cubicBezTo>
                    <a:cubicBezTo>
                      <a:pt x="14553" y="3877"/>
                      <a:pt x="14540" y="4225"/>
                      <a:pt x="14250" y="4977"/>
                    </a:cubicBezTo>
                    <a:cubicBezTo>
                      <a:pt x="13857" y="5372"/>
                      <a:pt x="13462" y="5657"/>
                      <a:pt x="13000" y="5977"/>
                    </a:cubicBezTo>
                    <a:cubicBezTo>
                      <a:pt x="12172" y="5517"/>
                      <a:pt x="12017" y="5002"/>
                      <a:pt x="11710" y="4140"/>
                    </a:cubicBezTo>
                    <a:cubicBezTo>
                      <a:pt x="11450" y="3627"/>
                      <a:pt x="11283" y="3450"/>
                      <a:pt x="10750" y="3227"/>
                    </a:cubicBezTo>
                    <a:cubicBezTo>
                      <a:pt x="10123" y="3242"/>
                      <a:pt x="9695" y="3295"/>
                      <a:pt x="9225" y="3735"/>
                    </a:cubicBezTo>
                    <a:cubicBezTo>
                      <a:pt x="8955" y="4060"/>
                      <a:pt x="8710" y="4395"/>
                      <a:pt x="8468" y="4742"/>
                    </a:cubicBezTo>
                    <a:cubicBezTo>
                      <a:pt x="8160" y="5177"/>
                      <a:pt x="7850" y="5572"/>
                      <a:pt x="7500" y="5977"/>
                    </a:cubicBezTo>
                    <a:cubicBezTo>
                      <a:pt x="7253" y="5977"/>
                      <a:pt x="7005" y="5977"/>
                      <a:pt x="6750" y="5977"/>
                    </a:cubicBezTo>
                    <a:cubicBezTo>
                      <a:pt x="6188" y="4870"/>
                      <a:pt x="6227" y="3992"/>
                      <a:pt x="6343" y="2775"/>
                    </a:cubicBezTo>
                    <a:cubicBezTo>
                      <a:pt x="6358" y="2600"/>
                      <a:pt x="6373" y="2427"/>
                      <a:pt x="6388" y="2250"/>
                    </a:cubicBezTo>
                    <a:cubicBezTo>
                      <a:pt x="6422" y="1825"/>
                      <a:pt x="6460" y="1400"/>
                      <a:pt x="6500" y="977"/>
                    </a:cubicBezTo>
                    <a:cubicBezTo>
                      <a:pt x="5318" y="960"/>
                      <a:pt x="5318" y="960"/>
                      <a:pt x="4703" y="1117"/>
                    </a:cubicBezTo>
                    <a:cubicBezTo>
                      <a:pt x="4250" y="1227"/>
                      <a:pt x="4250" y="1227"/>
                      <a:pt x="3750" y="977"/>
                    </a:cubicBezTo>
                    <a:cubicBezTo>
                      <a:pt x="3318" y="952"/>
                      <a:pt x="3318" y="952"/>
                      <a:pt x="2843" y="960"/>
                    </a:cubicBezTo>
                    <a:cubicBezTo>
                      <a:pt x="2685" y="962"/>
                      <a:pt x="2527" y="965"/>
                      <a:pt x="2365" y="967"/>
                    </a:cubicBezTo>
                    <a:cubicBezTo>
                      <a:pt x="2245" y="970"/>
                      <a:pt x="2125" y="975"/>
                      <a:pt x="2000" y="977"/>
                    </a:cubicBezTo>
                    <a:cubicBezTo>
                      <a:pt x="1992" y="1097"/>
                      <a:pt x="1988" y="1217"/>
                      <a:pt x="1980" y="1342"/>
                    </a:cubicBezTo>
                    <a:cubicBezTo>
                      <a:pt x="1938" y="1822"/>
                      <a:pt x="1885" y="2262"/>
                      <a:pt x="1750" y="2727"/>
                    </a:cubicBezTo>
                    <a:cubicBezTo>
                      <a:pt x="1250" y="3025"/>
                      <a:pt x="1250" y="3025"/>
                      <a:pt x="750" y="3227"/>
                    </a:cubicBezTo>
                    <a:cubicBezTo>
                      <a:pt x="547" y="3727"/>
                      <a:pt x="547" y="3727"/>
                      <a:pt x="500" y="4227"/>
                    </a:cubicBezTo>
                    <a:cubicBezTo>
                      <a:pt x="583" y="4392"/>
                      <a:pt x="665" y="4558"/>
                      <a:pt x="750" y="4727"/>
                    </a:cubicBezTo>
                    <a:cubicBezTo>
                      <a:pt x="1090" y="4750"/>
                      <a:pt x="1432" y="4770"/>
                      <a:pt x="1775" y="4770"/>
                    </a:cubicBezTo>
                    <a:cubicBezTo>
                      <a:pt x="3505" y="4782"/>
                      <a:pt x="3505" y="4782"/>
                      <a:pt x="4227" y="5355"/>
                    </a:cubicBezTo>
                    <a:cubicBezTo>
                      <a:pt x="4767" y="6105"/>
                      <a:pt x="5000" y="6537"/>
                      <a:pt x="5000" y="7477"/>
                    </a:cubicBezTo>
                    <a:cubicBezTo>
                      <a:pt x="4328" y="7812"/>
                      <a:pt x="3703" y="7752"/>
                      <a:pt x="2968" y="7742"/>
                    </a:cubicBezTo>
                    <a:cubicBezTo>
                      <a:pt x="2828" y="7742"/>
                      <a:pt x="2688" y="7740"/>
                      <a:pt x="2542" y="7740"/>
                    </a:cubicBezTo>
                    <a:cubicBezTo>
                      <a:pt x="2195" y="7735"/>
                      <a:pt x="1848" y="7732"/>
                      <a:pt x="1500" y="7727"/>
                    </a:cubicBezTo>
                    <a:cubicBezTo>
                      <a:pt x="1417" y="7562"/>
                      <a:pt x="1335" y="7397"/>
                      <a:pt x="1250" y="7227"/>
                    </a:cubicBezTo>
                    <a:cubicBezTo>
                      <a:pt x="2240" y="7227"/>
                      <a:pt x="3230" y="7227"/>
                      <a:pt x="4250" y="7227"/>
                    </a:cubicBezTo>
                    <a:cubicBezTo>
                      <a:pt x="3750" y="6227"/>
                      <a:pt x="3750" y="6227"/>
                      <a:pt x="3250" y="5727"/>
                    </a:cubicBezTo>
                    <a:cubicBezTo>
                      <a:pt x="2745" y="5650"/>
                      <a:pt x="2745" y="5650"/>
                      <a:pt x="2155" y="5617"/>
                    </a:cubicBezTo>
                    <a:cubicBezTo>
                      <a:pt x="1190" y="5532"/>
                      <a:pt x="685" y="5412"/>
                      <a:pt x="0" y="4727"/>
                    </a:cubicBezTo>
                    <a:cubicBezTo>
                      <a:pt x="23" y="4402"/>
                      <a:pt x="47" y="4080"/>
                      <a:pt x="78" y="3757"/>
                    </a:cubicBezTo>
                    <a:cubicBezTo>
                      <a:pt x="93" y="3577"/>
                      <a:pt x="108" y="3397"/>
                      <a:pt x="123" y="3212"/>
                    </a:cubicBezTo>
                    <a:cubicBezTo>
                      <a:pt x="250" y="2727"/>
                      <a:pt x="250" y="2727"/>
                      <a:pt x="615" y="2502"/>
                    </a:cubicBezTo>
                    <a:cubicBezTo>
                      <a:pt x="1105" y="2152"/>
                      <a:pt x="1157" y="1900"/>
                      <a:pt x="1297" y="1320"/>
                    </a:cubicBezTo>
                    <a:cubicBezTo>
                      <a:pt x="1335" y="1162"/>
                      <a:pt x="1375" y="1005"/>
                      <a:pt x="1417" y="842"/>
                    </a:cubicBezTo>
                    <a:cubicBezTo>
                      <a:pt x="1445" y="722"/>
                      <a:pt x="1473" y="600"/>
                      <a:pt x="1500" y="477"/>
                    </a:cubicBezTo>
                    <a:cubicBezTo>
                      <a:pt x="2238" y="457"/>
                      <a:pt x="2977" y="445"/>
                      <a:pt x="3715" y="435"/>
                    </a:cubicBezTo>
                    <a:cubicBezTo>
                      <a:pt x="4090" y="430"/>
                      <a:pt x="4465" y="420"/>
                      <a:pt x="4840" y="410"/>
                    </a:cubicBezTo>
                    <a:cubicBezTo>
                      <a:pt x="4958" y="410"/>
                      <a:pt x="4958" y="410"/>
                      <a:pt x="5553" y="402"/>
                    </a:cubicBezTo>
                    <a:cubicBezTo>
                      <a:pt x="5770" y="400"/>
                      <a:pt x="5988" y="395"/>
                      <a:pt x="6210" y="392"/>
                    </a:cubicBezTo>
                    <a:cubicBezTo>
                      <a:pt x="6750" y="477"/>
                      <a:pt x="6750" y="477"/>
                      <a:pt x="7075" y="805"/>
                    </a:cubicBezTo>
                    <a:cubicBezTo>
                      <a:pt x="7270" y="1277"/>
                      <a:pt x="7290" y="1558"/>
                      <a:pt x="7245" y="2065"/>
                    </a:cubicBezTo>
                    <a:cubicBezTo>
                      <a:pt x="7230" y="2220"/>
                      <a:pt x="7218" y="2377"/>
                      <a:pt x="7205" y="2537"/>
                    </a:cubicBezTo>
                    <a:cubicBezTo>
                      <a:pt x="7188" y="2697"/>
                      <a:pt x="7172" y="2857"/>
                      <a:pt x="7155" y="3025"/>
                    </a:cubicBezTo>
                    <a:cubicBezTo>
                      <a:pt x="7143" y="3188"/>
                      <a:pt x="7128" y="3350"/>
                      <a:pt x="7113" y="3520"/>
                    </a:cubicBezTo>
                    <a:cubicBezTo>
                      <a:pt x="7077" y="3922"/>
                      <a:pt x="7040" y="4325"/>
                      <a:pt x="7000" y="4727"/>
                    </a:cubicBezTo>
                    <a:cubicBezTo>
                      <a:pt x="7330" y="4727"/>
                      <a:pt x="7660" y="4727"/>
                      <a:pt x="8000" y="4727"/>
                    </a:cubicBezTo>
                    <a:cubicBezTo>
                      <a:pt x="8063" y="4587"/>
                      <a:pt x="8122" y="4447"/>
                      <a:pt x="8188" y="4305"/>
                    </a:cubicBezTo>
                    <a:cubicBezTo>
                      <a:pt x="9110" y="2595"/>
                      <a:pt x="9110" y="2595"/>
                      <a:pt x="9900" y="2355"/>
                    </a:cubicBezTo>
                    <a:cubicBezTo>
                      <a:pt x="10795" y="2287"/>
                      <a:pt x="11385" y="2482"/>
                      <a:pt x="12110" y="3007"/>
                    </a:cubicBezTo>
                    <a:cubicBezTo>
                      <a:pt x="12515" y="3385"/>
                      <a:pt x="12723" y="3600"/>
                      <a:pt x="12843" y="4145"/>
                    </a:cubicBezTo>
                    <a:cubicBezTo>
                      <a:pt x="12843" y="4555"/>
                      <a:pt x="12843" y="4555"/>
                      <a:pt x="12750" y="5227"/>
                    </a:cubicBezTo>
                    <a:cubicBezTo>
                      <a:pt x="12955" y="5102"/>
                      <a:pt x="12955" y="5102"/>
                      <a:pt x="14000" y="4477"/>
                    </a:cubicBezTo>
                    <a:cubicBezTo>
                      <a:pt x="13932" y="4352"/>
                      <a:pt x="13865" y="4230"/>
                      <a:pt x="13797" y="4102"/>
                    </a:cubicBezTo>
                    <a:cubicBezTo>
                      <a:pt x="12690" y="1770"/>
                      <a:pt x="12690" y="1770"/>
                      <a:pt x="12875" y="867"/>
                    </a:cubicBezTo>
                    <a:cubicBezTo>
                      <a:pt x="13708" y="0"/>
                      <a:pt x="14688" y="242"/>
                      <a:pt x="15758" y="430"/>
                    </a:cubicBezTo>
                    <a:close/>
                  </a:path>
                </a:pathLst>
              </a:custGeom>
              <a:solidFill>
                <a:srgbClr val="E2D1BB"/>
              </a:solidFill>
              <a:ln w="0">
                <a:noFill/>
              </a:ln>
            </p:spPr>
          </p:sp>
          <p:sp>
            <p:nvSpPr>
              <p:cNvPr id="582" name="snowflake vector"/>
              <p:cNvSpPr/>
              <p:nvPr/>
            </p:nvSpPr>
            <p:spPr>
              <a:xfrm>
                <a:off x="593217" y="8849838"/>
                <a:ext cx="54384" cy="50909"/>
              </a:xfrm>
              <a:custGeom>
                <a:avLst/>
                <a:gdLst/>
                <a:ahLst/>
                <a:cxnLst/>
                <a:rect l="0" t="0" r="r" b="b"/>
                <a:pathLst>
                  <a:path w="5948" h="5567" fill="norm" stroke="0">
                    <a:moveTo>
                      <a:pt x="4375" y="420"/>
                    </a:moveTo>
                    <a:cubicBezTo>
                      <a:pt x="5062" y="972"/>
                      <a:pt x="5502" y="1620"/>
                      <a:pt x="5875" y="2420"/>
                    </a:cubicBezTo>
                    <a:cubicBezTo>
                      <a:pt x="5948" y="3442"/>
                      <a:pt x="5540" y="4155"/>
                      <a:pt x="4907" y="4925"/>
                    </a:cubicBezTo>
                    <a:cubicBezTo>
                      <a:pt x="4168" y="5567"/>
                      <a:pt x="3135" y="5550"/>
                      <a:pt x="2200" y="5537"/>
                    </a:cubicBezTo>
                    <a:cubicBezTo>
                      <a:pt x="1302" y="5355"/>
                      <a:pt x="892" y="4895"/>
                      <a:pt x="368" y="4170"/>
                    </a:cubicBezTo>
                    <a:cubicBezTo>
                      <a:pt x="40" y="3497"/>
                      <a:pt x="0" y="3067"/>
                      <a:pt x="195" y="2347"/>
                    </a:cubicBezTo>
                    <a:cubicBezTo>
                      <a:pt x="1025" y="380"/>
                      <a:pt x="2275" y="0"/>
                      <a:pt x="4375" y="420"/>
                    </a:cubicBezTo>
                    <a:close/>
                  </a:path>
                </a:pathLst>
              </a:custGeom>
              <a:solidFill>
                <a:srgbClr val="F8E4CA"/>
              </a:solidFill>
              <a:ln w="0">
                <a:noFill/>
              </a:ln>
            </p:spPr>
          </p:sp>
          <p:sp>
            <p:nvSpPr>
              <p:cNvPr id="583" name="snowflake vector"/>
              <p:cNvSpPr/>
              <p:nvPr/>
            </p:nvSpPr>
            <p:spPr>
              <a:xfrm>
                <a:off x="590772" y="8848298"/>
                <a:ext cx="60739" cy="56990"/>
              </a:xfrm>
              <a:custGeom>
                <a:avLst/>
                <a:gdLst/>
                <a:ahLst/>
                <a:cxnLst/>
                <a:rect l="0" t="0" r="r" b="b"/>
                <a:pathLst>
                  <a:path w="6643" h="6232" fill="norm" stroke="0">
                    <a:moveTo>
                      <a:pt x="2805" y="20"/>
                    </a:moveTo>
                    <a:cubicBezTo>
                      <a:pt x="2953" y="23"/>
                      <a:pt x="3100" y="25"/>
                      <a:pt x="3253" y="25"/>
                    </a:cubicBezTo>
                    <a:cubicBezTo>
                      <a:pt x="3398" y="25"/>
                      <a:pt x="3545" y="23"/>
                      <a:pt x="3695" y="20"/>
                    </a:cubicBezTo>
                    <a:cubicBezTo>
                      <a:pt x="4318" y="23"/>
                      <a:pt x="4782" y="38"/>
                      <a:pt x="5353" y="295"/>
                    </a:cubicBezTo>
                    <a:cubicBezTo>
                      <a:pt x="5690" y="637"/>
                      <a:pt x="5790" y="877"/>
                      <a:pt x="5907" y="1337"/>
                    </a:cubicBezTo>
                    <a:cubicBezTo>
                      <a:pt x="6073" y="1967"/>
                      <a:pt x="6150" y="2097"/>
                      <a:pt x="6643" y="2587"/>
                    </a:cubicBezTo>
                    <a:cubicBezTo>
                      <a:pt x="6643" y="3880"/>
                      <a:pt x="6120" y="4533"/>
                      <a:pt x="5285" y="5485"/>
                    </a:cubicBezTo>
                    <a:cubicBezTo>
                      <a:pt x="4455" y="6232"/>
                      <a:pt x="3508" y="6170"/>
                      <a:pt x="2433" y="6163"/>
                    </a:cubicBezTo>
                    <a:cubicBezTo>
                      <a:pt x="1873" y="6085"/>
                      <a:pt x="1653" y="6007"/>
                      <a:pt x="1253" y="5620"/>
                    </a:cubicBezTo>
                    <a:cubicBezTo>
                      <a:pt x="893" y="5087"/>
                      <a:pt x="893" y="5087"/>
                      <a:pt x="893" y="4587"/>
                    </a:cubicBezTo>
                    <a:cubicBezTo>
                      <a:pt x="645" y="4505"/>
                      <a:pt x="398" y="4423"/>
                      <a:pt x="143" y="4337"/>
                    </a:cubicBezTo>
                    <a:cubicBezTo>
                      <a:pt x="0" y="2817"/>
                      <a:pt x="228" y="1822"/>
                      <a:pt x="1143" y="587"/>
                    </a:cubicBezTo>
                    <a:cubicBezTo>
                      <a:pt x="1730" y="0"/>
                      <a:pt x="2003" y="23"/>
                      <a:pt x="2805" y="20"/>
                    </a:cubicBezTo>
                    <a:close/>
                    <a:moveTo>
                      <a:pt x="873" y="1645"/>
                    </a:moveTo>
                    <a:cubicBezTo>
                      <a:pt x="485" y="2392"/>
                      <a:pt x="245" y="2990"/>
                      <a:pt x="393" y="3837"/>
                    </a:cubicBezTo>
                    <a:cubicBezTo>
                      <a:pt x="763" y="4600"/>
                      <a:pt x="1193" y="5112"/>
                      <a:pt x="1893" y="5587"/>
                    </a:cubicBezTo>
                    <a:cubicBezTo>
                      <a:pt x="2907" y="5835"/>
                      <a:pt x="3923" y="5775"/>
                      <a:pt x="4860" y="5293"/>
                    </a:cubicBezTo>
                    <a:cubicBezTo>
                      <a:pt x="5513" y="4735"/>
                      <a:pt x="5805" y="4377"/>
                      <a:pt x="6143" y="3587"/>
                    </a:cubicBezTo>
                    <a:cubicBezTo>
                      <a:pt x="6093" y="2617"/>
                      <a:pt x="5735" y="1617"/>
                      <a:pt x="5143" y="837"/>
                    </a:cubicBezTo>
                    <a:cubicBezTo>
                      <a:pt x="4595" y="620"/>
                      <a:pt x="4595" y="620"/>
                      <a:pt x="3893" y="587"/>
                    </a:cubicBezTo>
                    <a:cubicBezTo>
                      <a:pt x="3812" y="577"/>
                      <a:pt x="3812" y="577"/>
                      <a:pt x="3410" y="525"/>
                    </a:cubicBezTo>
                    <a:cubicBezTo>
                      <a:pt x="2185" y="418"/>
                      <a:pt x="1578" y="615"/>
                      <a:pt x="873" y="1645"/>
                    </a:cubicBezTo>
                    <a:close/>
                  </a:path>
                </a:pathLst>
              </a:custGeom>
              <a:solidFill>
                <a:srgbClr val="92B2BA"/>
              </a:solidFill>
              <a:ln w="0">
                <a:noFill/>
              </a:ln>
            </p:spPr>
          </p:sp>
          <p:sp>
            <p:nvSpPr>
              <p:cNvPr id="584" name="snowflake vector"/>
              <p:cNvSpPr/>
              <p:nvPr/>
            </p:nvSpPr>
            <p:spPr>
              <a:xfrm>
                <a:off x="648630" y="8837219"/>
                <a:ext cx="34884" cy="30175"/>
              </a:xfrm>
              <a:custGeom>
                <a:avLst/>
                <a:gdLst/>
                <a:ahLst/>
                <a:cxnLst/>
                <a:rect l="0" t="0" r="r" b="b"/>
                <a:pathLst>
                  <a:path w="3815" h="3300" fill="norm" stroke="0">
                    <a:moveTo>
                      <a:pt x="315" y="50"/>
                    </a:moveTo>
                    <a:cubicBezTo>
                      <a:pt x="757" y="37"/>
                      <a:pt x="1200" y="27"/>
                      <a:pt x="1642" y="20"/>
                    </a:cubicBezTo>
                    <a:cubicBezTo>
                      <a:pt x="1890" y="12"/>
                      <a:pt x="2135" y="7"/>
                      <a:pt x="2390" y="0"/>
                    </a:cubicBezTo>
                    <a:cubicBezTo>
                      <a:pt x="3055" y="50"/>
                      <a:pt x="3320" y="122"/>
                      <a:pt x="3815" y="550"/>
                    </a:cubicBezTo>
                    <a:cubicBezTo>
                      <a:pt x="3725" y="1595"/>
                      <a:pt x="3392" y="2085"/>
                      <a:pt x="2677" y="2795"/>
                    </a:cubicBezTo>
                    <a:cubicBezTo>
                      <a:pt x="2237" y="3105"/>
                      <a:pt x="1838" y="3197"/>
                      <a:pt x="1315" y="3300"/>
                    </a:cubicBezTo>
                    <a:cubicBezTo>
                      <a:pt x="1097" y="2995"/>
                      <a:pt x="885" y="2688"/>
                      <a:pt x="675" y="2377"/>
                    </a:cubicBezTo>
                    <a:cubicBezTo>
                      <a:pt x="615" y="2292"/>
                      <a:pt x="615" y="2292"/>
                      <a:pt x="315" y="1860"/>
                    </a:cubicBezTo>
                    <a:cubicBezTo>
                      <a:pt x="0" y="1155"/>
                      <a:pt x="102" y="775"/>
                      <a:pt x="315" y="50"/>
                    </a:cubicBezTo>
                    <a:close/>
                  </a:path>
                </a:pathLst>
              </a:custGeom>
              <a:solidFill>
                <a:srgbClr val="B6C1BD"/>
              </a:solidFill>
              <a:ln w="0">
                <a:noFill/>
              </a:ln>
            </p:spPr>
          </p:sp>
          <p:sp>
            <p:nvSpPr>
              <p:cNvPr id="585" name="snowflake vector"/>
              <p:cNvSpPr/>
              <p:nvPr/>
            </p:nvSpPr>
            <p:spPr>
              <a:xfrm>
                <a:off x="603515" y="8912462"/>
                <a:ext cx="33033" cy="32644"/>
              </a:xfrm>
              <a:custGeom>
                <a:avLst/>
                <a:gdLst/>
                <a:ahLst/>
                <a:cxnLst/>
                <a:rect l="0" t="0" r="r" b="b"/>
                <a:pathLst>
                  <a:path w="3612" h="3570" fill="norm" stroke="0">
                    <a:moveTo>
                      <a:pt x="2155" y="165"/>
                    </a:moveTo>
                    <a:cubicBezTo>
                      <a:pt x="2355" y="188"/>
                      <a:pt x="2553" y="210"/>
                      <a:pt x="2757" y="232"/>
                    </a:cubicBezTo>
                    <a:cubicBezTo>
                      <a:pt x="3250" y="320"/>
                      <a:pt x="3250" y="320"/>
                      <a:pt x="3500" y="570"/>
                    </a:cubicBezTo>
                    <a:cubicBezTo>
                      <a:pt x="3612" y="1227"/>
                      <a:pt x="3603" y="1655"/>
                      <a:pt x="3245" y="2227"/>
                    </a:cubicBezTo>
                    <a:cubicBezTo>
                      <a:pt x="2332" y="3365"/>
                      <a:pt x="2332" y="3365"/>
                      <a:pt x="1500" y="3570"/>
                    </a:cubicBezTo>
                    <a:cubicBezTo>
                      <a:pt x="770" y="2947"/>
                      <a:pt x="308" y="2225"/>
                      <a:pt x="0" y="1320"/>
                    </a:cubicBezTo>
                    <a:cubicBezTo>
                      <a:pt x="30" y="742"/>
                      <a:pt x="30" y="742"/>
                      <a:pt x="250" y="320"/>
                    </a:cubicBezTo>
                    <a:cubicBezTo>
                      <a:pt x="895" y="0"/>
                      <a:pt x="1455" y="80"/>
                      <a:pt x="2155" y="165"/>
                    </a:cubicBezTo>
                    <a:close/>
                  </a:path>
                </a:pathLst>
              </a:custGeom>
              <a:solidFill>
                <a:srgbClr val="B6C1BC"/>
              </a:solidFill>
              <a:ln w="0">
                <a:noFill/>
              </a:ln>
            </p:spPr>
          </p:sp>
          <p:sp>
            <p:nvSpPr>
              <p:cNvPr id="586" name="snowflake vector"/>
              <p:cNvSpPr/>
              <p:nvPr/>
            </p:nvSpPr>
            <p:spPr>
              <a:xfrm>
                <a:off x="555504" y="8837149"/>
                <a:ext cx="32278" cy="30244"/>
              </a:xfrm>
              <a:custGeom>
                <a:avLst/>
                <a:gdLst/>
                <a:ahLst/>
                <a:cxnLst/>
                <a:rect l="0" t="0" r="r" b="b"/>
                <a:pathLst>
                  <a:path w="3530" h="3308" fill="norm" stroke="0">
                    <a:moveTo>
                      <a:pt x="1078" y="0"/>
                    </a:moveTo>
                    <a:cubicBezTo>
                      <a:pt x="1188" y="3"/>
                      <a:pt x="1188" y="3"/>
                      <a:pt x="1750" y="10"/>
                    </a:cubicBezTo>
                    <a:cubicBezTo>
                      <a:pt x="1860" y="13"/>
                      <a:pt x="1860" y="13"/>
                      <a:pt x="2422" y="15"/>
                    </a:cubicBezTo>
                    <a:cubicBezTo>
                      <a:pt x="3000" y="58"/>
                      <a:pt x="3000" y="58"/>
                      <a:pt x="3500" y="308"/>
                    </a:cubicBezTo>
                    <a:cubicBezTo>
                      <a:pt x="3530" y="903"/>
                      <a:pt x="3530" y="903"/>
                      <a:pt x="3500" y="1558"/>
                    </a:cubicBezTo>
                    <a:cubicBezTo>
                      <a:pt x="3335" y="1722"/>
                      <a:pt x="3170" y="1888"/>
                      <a:pt x="3000" y="2058"/>
                    </a:cubicBezTo>
                    <a:cubicBezTo>
                      <a:pt x="2823" y="2470"/>
                      <a:pt x="2655" y="2888"/>
                      <a:pt x="2500" y="3308"/>
                    </a:cubicBezTo>
                    <a:cubicBezTo>
                      <a:pt x="1860" y="3273"/>
                      <a:pt x="1405" y="3222"/>
                      <a:pt x="953" y="2742"/>
                    </a:cubicBezTo>
                    <a:cubicBezTo>
                      <a:pt x="490" y="2067"/>
                      <a:pt x="60" y="1390"/>
                      <a:pt x="0" y="558"/>
                    </a:cubicBezTo>
                    <a:cubicBezTo>
                      <a:pt x="500" y="58"/>
                      <a:pt x="500" y="58"/>
                      <a:pt x="1078" y="0"/>
                    </a:cubicBezTo>
                    <a:close/>
                  </a:path>
                </a:pathLst>
              </a:custGeom>
              <a:solidFill>
                <a:srgbClr val="BBC3BD"/>
              </a:solidFill>
              <a:ln w="0">
                <a:noFill/>
              </a:ln>
            </p:spPr>
          </p:sp>
          <p:sp>
            <p:nvSpPr>
              <p:cNvPr id="587" name="snowflake vector"/>
              <p:cNvSpPr/>
              <p:nvPr/>
            </p:nvSpPr>
            <p:spPr>
              <a:xfrm>
                <a:off x="596646" y="8850775"/>
                <a:ext cx="50955" cy="49995"/>
              </a:xfrm>
              <a:custGeom>
                <a:avLst/>
                <a:gdLst/>
                <a:ahLst/>
                <a:cxnLst/>
                <a:rect l="0" t="0" r="r" b="b"/>
                <a:pathLst>
                  <a:path w="5573" h="5467" fill="norm" stroke="0">
                    <a:moveTo>
                      <a:pt x="4000" y="317"/>
                    </a:moveTo>
                    <a:cubicBezTo>
                      <a:pt x="4688" y="867"/>
                      <a:pt x="5127" y="1520"/>
                      <a:pt x="5500" y="2317"/>
                    </a:cubicBezTo>
                    <a:cubicBezTo>
                      <a:pt x="5573" y="3340"/>
                      <a:pt x="5165" y="4053"/>
                      <a:pt x="4532" y="4822"/>
                    </a:cubicBezTo>
                    <a:cubicBezTo>
                      <a:pt x="3787" y="5467"/>
                      <a:pt x="2750" y="5442"/>
                      <a:pt x="1808" y="5442"/>
                    </a:cubicBezTo>
                    <a:cubicBezTo>
                      <a:pt x="1093" y="5283"/>
                      <a:pt x="900" y="5035"/>
                      <a:pt x="485" y="4442"/>
                    </a:cubicBezTo>
                    <a:cubicBezTo>
                      <a:pt x="315" y="4155"/>
                      <a:pt x="150" y="3865"/>
                      <a:pt x="0" y="3567"/>
                    </a:cubicBezTo>
                    <a:cubicBezTo>
                      <a:pt x="970" y="4005"/>
                      <a:pt x="970" y="4005"/>
                      <a:pt x="1250" y="4567"/>
                    </a:cubicBezTo>
                    <a:cubicBezTo>
                      <a:pt x="2240" y="4567"/>
                      <a:pt x="3230" y="4567"/>
                      <a:pt x="4250" y="4567"/>
                    </a:cubicBezTo>
                    <a:cubicBezTo>
                      <a:pt x="4415" y="4237"/>
                      <a:pt x="4580" y="3908"/>
                      <a:pt x="4750" y="3567"/>
                    </a:cubicBezTo>
                    <a:cubicBezTo>
                      <a:pt x="4817" y="3450"/>
                      <a:pt x="4885" y="3330"/>
                      <a:pt x="4953" y="3207"/>
                    </a:cubicBezTo>
                    <a:cubicBezTo>
                      <a:pt x="5032" y="2548"/>
                      <a:pt x="4595" y="2107"/>
                      <a:pt x="4250" y="1567"/>
                    </a:cubicBezTo>
                    <a:cubicBezTo>
                      <a:pt x="4250" y="1403"/>
                      <a:pt x="4250" y="1237"/>
                      <a:pt x="4250" y="1067"/>
                    </a:cubicBezTo>
                    <a:cubicBezTo>
                      <a:pt x="4195" y="1077"/>
                      <a:pt x="4195" y="1077"/>
                      <a:pt x="3910" y="1130"/>
                    </a:cubicBezTo>
                    <a:cubicBezTo>
                      <a:pt x="2953" y="1293"/>
                      <a:pt x="2205" y="1327"/>
                      <a:pt x="1250" y="1067"/>
                    </a:cubicBezTo>
                    <a:cubicBezTo>
                      <a:pt x="1183" y="1222"/>
                      <a:pt x="1115" y="1377"/>
                      <a:pt x="1047" y="1538"/>
                    </a:cubicBezTo>
                    <a:cubicBezTo>
                      <a:pt x="745" y="2077"/>
                      <a:pt x="535" y="2275"/>
                      <a:pt x="0" y="2567"/>
                    </a:cubicBezTo>
                    <a:cubicBezTo>
                      <a:pt x="115" y="1800"/>
                      <a:pt x="362" y="1160"/>
                      <a:pt x="858" y="562"/>
                    </a:cubicBezTo>
                    <a:cubicBezTo>
                      <a:pt x="1757" y="0"/>
                      <a:pt x="2993" y="133"/>
                      <a:pt x="4000" y="317"/>
                    </a:cubicBezTo>
                    <a:close/>
                  </a:path>
                </a:pathLst>
              </a:custGeom>
              <a:solidFill>
                <a:srgbClr val="E2D1BB"/>
              </a:solidFill>
              <a:ln w="0">
                <a:noFill/>
              </a:ln>
            </p:spPr>
          </p:sp>
          <p:sp>
            <p:nvSpPr>
              <p:cNvPr id="588" name="snowflake vector"/>
              <p:cNvSpPr/>
              <p:nvPr/>
            </p:nvSpPr>
            <p:spPr>
              <a:xfrm>
                <a:off x="604881" y="8808815"/>
                <a:ext cx="28918" cy="27181"/>
              </a:xfrm>
              <a:custGeom>
                <a:avLst/>
                <a:gdLst/>
                <a:ahLst/>
                <a:cxnLst/>
                <a:rect l="0" t="0" r="r" b="b"/>
                <a:pathLst>
                  <a:path w="3162" h="2972" fill="norm" stroke="0">
                    <a:moveTo>
                      <a:pt x="1740" y="0"/>
                    </a:moveTo>
                    <a:cubicBezTo>
                      <a:pt x="2350" y="155"/>
                      <a:pt x="2350" y="155"/>
                      <a:pt x="2802" y="702"/>
                    </a:cubicBezTo>
                    <a:cubicBezTo>
                      <a:pt x="3135" y="1357"/>
                      <a:pt x="3162" y="1923"/>
                      <a:pt x="3100" y="2655"/>
                    </a:cubicBezTo>
                    <a:cubicBezTo>
                      <a:pt x="2470" y="2972"/>
                      <a:pt x="2135" y="2885"/>
                      <a:pt x="1442" y="2798"/>
                    </a:cubicBezTo>
                    <a:cubicBezTo>
                      <a:pt x="1240" y="2773"/>
                      <a:pt x="1035" y="2745"/>
                      <a:pt x="825" y="2720"/>
                    </a:cubicBezTo>
                    <a:cubicBezTo>
                      <a:pt x="667" y="2700"/>
                      <a:pt x="510" y="2678"/>
                      <a:pt x="350" y="2655"/>
                    </a:cubicBezTo>
                    <a:cubicBezTo>
                      <a:pt x="150" y="2072"/>
                      <a:pt x="0" y="1628"/>
                      <a:pt x="263" y="1045"/>
                    </a:cubicBezTo>
                    <a:cubicBezTo>
                      <a:pt x="710" y="418"/>
                      <a:pt x="977" y="185"/>
                      <a:pt x="1740" y="0"/>
                    </a:cubicBezTo>
                    <a:close/>
                  </a:path>
                </a:pathLst>
              </a:custGeom>
              <a:solidFill>
                <a:srgbClr val="B4C0BB"/>
              </a:solidFill>
              <a:ln w="0">
                <a:noFill/>
              </a:ln>
            </p:spPr>
          </p:sp>
          <p:sp>
            <p:nvSpPr>
              <p:cNvPr id="589" name="snowflake vector"/>
              <p:cNvSpPr/>
              <p:nvPr/>
            </p:nvSpPr>
            <p:spPr>
              <a:xfrm>
                <a:off x="653796" y="8885682"/>
                <a:ext cx="27775" cy="25146"/>
              </a:xfrm>
              <a:custGeom>
                <a:avLst/>
                <a:gdLst/>
                <a:ahLst/>
                <a:cxnLst/>
                <a:rect l="0" t="0" r="r" b="b"/>
                <a:pathLst>
                  <a:path w="3037" h="2750" fill="norm" stroke="0">
                    <a:moveTo>
                      <a:pt x="1625" y="0"/>
                    </a:moveTo>
                    <a:cubicBezTo>
                      <a:pt x="2250" y="250"/>
                      <a:pt x="2250" y="250"/>
                      <a:pt x="2720" y="827"/>
                    </a:cubicBezTo>
                    <a:cubicBezTo>
                      <a:pt x="3020" y="1548"/>
                      <a:pt x="3037" y="1793"/>
                      <a:pt x="2750" y="2500"/>
                    </a:cubicBezTo>
                    <a:cubicBezTo>
                      <a:pt x="2433" y="2555"/>
                      <a:pt x="2115" y="2607"/>
                      <a:pt x="1797" y="2655"/>
                    </a:cubicBezTo>
                    <a:cubicBezTo>
                      <a:pt x="1620" y="2685"/>
                      <a:pt x="1442" y="2715"/>
                      <a:pt x="1260" y="2745"/>
                    </a:cubicBezTo>
                    <a:cubicBezTo>
                      <a:pt x="670" y="2750"/>
                      <a:pt x="448" y="2620"/>
                      <a:pt x="0" y="2250"/>
                    </a:cubicBezTo>
                    <a:cubicBezTo>
                      <a:pt x="150" y="905"/>
                      <a:pt x="150" y="905"/>
                      <a:pt x="562" y="265"/>
                    </a:cubicBezTo>
                    <a:cubicBezTo>
                      <a:pt x="1000" y="0"/>
                      <a:pt x="1000" y="0"/>
                      <a:pt x="1625" y="0"/>
                    </a:cubicBezTo>
                    <a:close/>
                  </a:path>
                </a:pathLst>
              </a:custGeom>
              <a:solidFill>
                <a:srgbClr val="B3C0BC"/>
              </a:solidFill>
              <a:ln w="0">
                <a:noFill/>
              </a:ln>
            </p:spPr>
          </p:sp>
          <p:sp>
            <p:nvSpPr>
              <p:cNvPr id="590" name="snowflake vector"/>
              <p:cNvSpPr/>
              <p:nvPr/>
            </p:nvSpPr>
            <p:spPr>
              <a:xfrm>
                <a:off x="560064" y="8885682"/>
                <a:ext cx="27432" cy="25443"/>
              </a:xfrm>
              <a:custGeom>
                <a:avLst/>
                <a:gdLst/>
                <a:ahLst/>
                <a:cxnLst/>
                <a:rect l="0" t="0" r="r" b="b"/>
                <a:pathLst>
                  <a:path w="3000" h="2783" fill="norm" stroke="0">
                    <a:moveTo>
                      <a:pt x="1485" y="0"/>
                    </a:moveTo>
                    <a:cubicBezTo>
                      <a:pt x="2195" y="345"/>
                      <a:pt x="2638" y="798"/>
                      <a:pt x="3000" y="1500"/>
                    </a:cubicBezTo>
                    <a:cubicBezTo>
                      <a:pt x="2970" y="2062"/>
                      <a:pt x="2970" y="2062"/>
                      <a:pt x="2750" y="2500"/>
                    </a:cubicBezTo>
                    <a:cubicBezTo>
                      <a:pt x="2220" y="2765"/>
                      <a:pt x="1957" y="2783"/>
                      <a:pt x="1375" y="2780"/>
                    </a:cubicBezTo>
                    <a:cubicBezTo>
                      <a:pt x="1222" y="2783"/>
                      <a:pt x="1072" y="2783"/>
                      <a:pt x="915" y="2783"/>
                    </a:cubicBezTo>
                    <a:cubicBezTo>
                      <a:pt x="500" y="2750"/>
                      <a:pt x="500" y="2750"/>
                      <a:pt x="0" y="2500"/>
                    </a:cubicBezTo>
                    <a:cubicBezTo>
                      <a:pt x="125" y="942"/>
                      <a:pt x="125" y="942"/>
                      <a:pt x="580" y="250"/>
                    </a:cubicBezTo>
                    <a:cubicBezTo>
                      <a:pt x="1000" y="0"/>
                      <a:pt x="1000" y="0"/>
                      <a:pt x="1485" y="0"/>
                    </a:cubicBezTo>
                    <a:close/>
                  </a:path>
                </a:pathLst>
              </a:custGeom>
              <a:solidFill>
                <a:srgbClr val="B9C3BD"/>
              </a:solidFill>
              <a:ln w="0">
                <a:noFill/>
              </a:ln>
            </p:spPr>
          </p:sp>
          <p:sp>
            <p:nvSpPr>
              <p:cNvPr id="591" name="snowflake vector"/>
              <p:cNvSpPr/>
              <p:nvPr/>
            </p:nvSpPr>
            <p:spPr>
              <a:xfrm>
                <a:off x="694944" y="8882002"/>
                <a:ext cx="61722" cy="30472"/>
              </a:xfrm>
              <a:custGeom>
                <a:avLst/>
                <a:gdLst/>
                <a:ahLst/>
                <a:cxnLst/>
                <a:rect l="0" t="0" r="r" b="b"/>
                <a:pathLst>
                  <a:path w="6750" h="3332" fill="norm" stroke="0">
                    <a:moveTo>
                      <a:pt x="2250" y="153"/>
                    </a:moveTo>
                    <a:cubicBezTo>
                      <a:pt x="2698" y="475"/>
                      <a:pt x="2957" y="843"/>
                      <a:pt x="3278" y="1288"/>
                    </a:cubicBezTo>
                    <a:cubicBezTo>
                      <a:pt x="3585" y="1690"/>
                      <a:pt x="3877" y="2060"/>
                      <a:pt x="4250" y="2403"/>
                    </a:cubicBezTo>
                    <a:cubicBezTo>
                      <a:pt x="4953" y="2498"/>
                      <a:pt x="4953" y="2498"/>
                      <a:pt x="5500" y="2403"/>
                    </a:cubicBezTo>
                    <a:cubicBezTo>
                      <a:pt x="5748" y="1660"/>
                      <a:pt x="5995" y="918"/>
                      <a:pt x="6250" y="153"/>
                    </a:cubicBezTo>
                    <a:cubicBezTo>
                      <a:pt x="6415" y="235"/>
                      <a:pt x="6580" y="317"/>
                      <a:pt x="6750" y="403"/>
                    </a:cubicBezTo>
                    <a:cubicBezTo>
                      <a:pt x="6627" y="2188"/>
                      <a:pt x="6627" y="2188"/>
                      <a:pt x="6203" y="2903"/>
                    </a:cubicBezTo>
                    <a:cubicBezTo>
                      <a:pt x="5695" y="3183"/>
                      <a:pt x="5260" y="3332"/>
                      <a:pt x="4675" y="3310"/>
                    </a:cubicBezTo>
                    <a:cubicBezTo>
                      <a:pt x="3713" y="2952"/>
                      <a:pt x="3060" y="1978"/>
                      <a:pt x="2500" y="1153"/>
                    </a:cubicBezTo>
                    <a:cubicBezTo>
                      <a:pt x="2500" y="988"/>
                      <a:pt x="2500" y="822"/>
                      <a:pt x="2500" y="653"/>
                    </a:cubicBezTo>
                    <a:cubicBezTo>
                      <a:pt x="2088" y="817"/>
                      <a:pt x="1675" y="983"/>
                      <a:pt x="1250" y="1153"/>
                    </a:cubicBezTo>
                    <a:cubicBezTo>
                      <a:pt x="1250" y="1812"/>
                      <a:pt x="1250" y="2473"/>
                      <a:pt x="1250" y="3153"/>
                    </a:cubicBezTo>
                    <a:cubicBezTo>
                      <a:pt x="832" y="2320"/>
                      <a:pt x="418" y="1485"/>
                      <a:pt x="0" y="653"/>
                    </a:cubicBezTo>
                    <a:cubicBezTo>
                      <a:pt x="680" y="48"/>
                      <a:pt x="1382" y="0"/>
                      <a:pt x="2250" y="153"/>
                    </a:cubicBezTo>
                    <a:close/>
                  </a:path>
                </a:pathLst>
              </a:custGeom>
              <a:solidFill>
                <a:srgbClr val="E2D1BB"/>
              </a:solidFill>
              <a:ln w="0">
                <a:noFill/>
              </a:ln>
            </p:spPr>
          </p:sp>
          <p:sp>
            <p:nvSpPr>
              <p:cNvPr id="592" name="snowflake vector"/>
              <p:cNvSpPr/>
              <p:nvPr/>
            </p:nvSpPr>
            <p:spPr>
              <a:xfrm>
                <a:off x="756666" y="8791384"/>
                <a:ext cx="20574" cy="28004"/>
              </a:xfrm>
              <a:custGeom>
                <a:avLst/>
                <a:gdLst/>
                <a:ahLst/>
                <a:cxnLst/>
                <a:rect l="0" t="0" r="r" b="b"/>
                <a:pathLst>
                  <a:path w="2250" h="3062" fill="norm" stroke="0">
                    <a:moveTo>
                      <a:pt x="2250" y="562"/>
                    </a:moveTo>
                    <a:cubicBezTo>
                      <a:pt x="2250" y="1388"/>
                      <a:pt x="2250" y="2212"/>
                      <a:pt x="2250" y="3062"/>
                    </a:cubicBezTo>
                    <a:cubicBezTo>
                      <a:pt x="1287" y="2768"/>
                      <a:pt x="787" y="2418"/>
                      <a:pt x="150" y="1643"/>
                    </a:cubicBezTo>
                    <a:cubicBezTo>
                      <a:pt x="0" y="1312"/>
                      <a:pt x="0" y="1312"/>
                      <a:pt x="67" y="913"/>
                    </a:cubicBezTo>
                    <a:cubicBezTo>
                      <a:pt x="542" y="0"/>
                      <a:pt x="1427" y="403"/>
                      <a:pt x="2250" y="562"/>
                    </a:cubicBezTo>
                    <a:close/>
                  </a:path>
                </a:pathLst>
              </a:custGeom>
              <a:solidFill>
                <a:srgbClr val="70A5BB"/>
              </a:solidFill>
              <a:ln w="0">
                <a:noFill/>
              </a:ln>
            </p:spPr>
          </p:sp>
        </p:grpSp>
        <p:sp>
          <p:nvSpPr>
            <p:cNvPr id="594" name="Visual Encoder"/>
            <p:cNvSpPr txBox="1"/>
            <p:nvPr/>
          </p:nvSpPr>
          <p:spPr>
            <a:xfrm>
              <a:off x="749808" y="8764524"/>
              <a:ext cx="1591056" cy="3200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9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000000"/>
                  </a:solidFill>
                  <a:latin typeface="Times New Roman"/>
                </a:rPr>
                <a:t>Visual Encoder</a:t>
              </a:r>
            </a:p>
          </p:txBody>
        </p:sp>
        <p:sp>
          <p:nvSpPr>
            <p:cNvPr id="595" name="Arrow"/>
            <p:cNvSpPr/>
            <p:nvPr/>
          </p:nvSpPr>
          <p:spPr>
            <a:xfrm>
              <a:off x="3659886" y="8741664"/>
              <a:ext cx="178308" cy="210312"/>
            </a:xfrm>
            <a:custGeom>
              <a:avLst/>
              <a:gdLst/>
              <a:ahLst/>
              <a:cxnLst/>
              <a:rect l="0" t="0" r="r" b="b"/>
              <a:pathLst>
                <a:path w="19500" h="23000" fill="norm" stroke="1">
                  <a:moveTo>
                    <a:pt x="3250" y="23000"/>
                  </a:moveTo>
                  <a:lnTo>
                    <a:pt x="3250" y="13000"/>
                  </a:lnTo>
                  <a:lnTo>
                    <a:pt x="0" y="13000"/>
                  </a:lnTo>
                  <a:lnTo>
                    <a:pt x="9750" y="0"/>
                  </a:lnTo>
                  <a:lnTo>
                    <a:pt x="19500" y="13000"/>
                  </a:lnTo>
                  <a:lnTo>
                    <a:pt x="16250" y="13000"/>
                  </a:lnTo>
                  <a:lnTo>
                    <a:pt x="16250" y="23000"/>
                  </a:lnTo>
                  <a:lnTo>
                    <a:pt x="3250" y="23000"/>
                  </a:lnTo>
                  <a:close/>
                </a:path>
              </a:pathLst>
            </a:custGeom>
            <a:solidFill>
              <a:srgbClr val="549CDE"/>
            </a:solidFill>
            <a:ln w="0">
              <a:solidFill>
                <a:srgbClr val="549CDE"/>
              </a:solidFill>
              <a:round/>
            </a:ln>
          </p:spPr>
        </p:sp>
        <p:pic>
          <p:nvPicPr>
            <p:cNvPr id="596" name="News video frames - sft_video" descr="sft_video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9808" y="9162288"/>
              <a:ext cx="1188720" cy="713232"/>
            </a:xfrm>
            <a:prstGeom prst="rect">
              <a:avLst/>
            </a:prstGeom>
          </p:spPr>
        </p:pic>
        <p:sp>
          <p:nvSpPr>
            <p:cNvPr id="597" name="Vector path"/>
            <p:cNvSpPr/>
            <p:nvPr/>
          </p:nvSpPr>
          <p:spPr>
            <a:xfrm>
              <a:off x="2523744" y="8897112"/>
              <a:ext cx="124816" cy="192024"/>
            </a:xfrm>
            <a:custGeom>
              <a:avLst/>
              <a:gdLst/>
              <a:ahLst/>
              <a:cxnLst/>
              <a:rect l="0" t="0" r="r" b="b"/>
              <a:pathLst>
                <a:path w="13650" h="21000" fill="norm" stroke="0">
                  <a:moveTo>
                    <a:pt x="0" y="6300"/>
                  </a:moveTo>
                  <a:lnTo>
                    <a:pt x="5250" y="6300"/>
                  </a:lnTo>
                  <a:lnTo>
                    <a:pt x="13650" y="0"/>
                  </a:lnTo>
                  <a:lnTo>
                    <a:pt x="13650" y="21000"/>
                  </a:lnTo>
                  <a:lnTo>
                    <a:pt x="5250" y="14700"/>
                  </a:lnTo>
                  <a:lnTo>
                    <a:pt x="0" y="14700"/>
                  </a:lnTo>
                  <a:lnTo>
                    <a:pt x="0" y="6300"/>
                  </a:lnTo>
                  <a:close/>
                </a:path>
              </a:pathLst>
            </a:custGeom>
            <a:solidFill>
              <a:srgbClr val="000000"/>
            </a:solidFill>
            <a:ln w="18288">
              <a:noFill/>
            </a:ln>
          </p:spPr>
        </p:sp>
        <p:sp>
          <p:nvSpPr>
            <p:cNvPr id="598" name="Vector path"/>
            <p:cNvSpPr/>
            <p:nvPr/>
          </p:nvSpPr>
          <p:spPr>
            <a:xfrm>
              <a:off x="2677363" y="8931676"/>
              <a:ext cx="57607" cy="122895"/>
            </a:xfrm>
            <a:custGeom>
              <a:avLst/>
              <a:gdLst/>
              <a:ahLst/>
              <a:cxnLst/>
              <a:rect l="0" t="0" r="r" b="b"/>
              <a:pathLst>
                <a:path w="6300" h="13440" fill="none" stroke="1">
                  <a:moveTo>
                    <a:pt x="0" y="0"/>
                  </a:moveTo>
                  <a:cubicBezTo>
                    <a:pt x="6300" y="3150"/>
                    <a:pt x="6300" y="10290"/>
                    <a:pt x="0" y="13440"/>
                  </a:cubicBezTo>
                </a:path>
              </a:pathLst>
            </a:custGeom>
            <a:noFill/>
            <a:ln w="13716">
              <a:solidFill>
                <a:srgbClr val="000000"/>
              </a:solidFill>
              <a:round/>
            </a:ln>
          </p:spPr>
        </p:sp>
        <p:sp>
          <p:nvSpPr>
            <p:cNvPr id="599" name="News title:"/>
            <p:cNvSpPr txBox="1"/>
            <p:nvPr/>
          </p:nvSpPr>
          <p:spPr>
            <a:xfrm>
              <a:off x="2752344" y="8938260"/>
              <a:ext cx="2103120" cy="26517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18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000000"/>
                  </a:solidFill>
                  <a:latin typeface="Arial"/>
                </a:rPr>
                <a:t>News title:</a:t>
              </a:r>
            </a:p>
          </p:txBody>
        </p:sp>
        <p:sp>
          <p:nvSpPr>
            <p:cNvPr id="600" name="The news title is 'British man captur- ed while fighting with Russia.'"/>
            <p:cNvSpPr txBox="1"/>
            <p:nvPr/>
          </p:nvSpPr>
          <p:spPr>
            <a:xfrm>
              <a:off x="2551176" y="9148572"/>
              <a:ext cx="2487168" cy="758952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000000"/>
                  </a:solidFill>
                  <a:latin typeface="Arial"/>
                </a:rPr>
                <a:t>The news title is 'British man captur-</a:t>
              </a:r>
            </a:p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000000"/>
                  </a:solidFill>
                  <a:latin typeface="Arial"/>
                </a:rPr>
                <a:t>ed while fighting with Russia.', the</a:t>
              </a:r>
            </a:p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000000"/>
                  </a:solidFill>
                  <a:latin typeface="Arial"/>
                </a:rPr>
                <a:t>news audio is ‘British foreign..’ is this</a:t>
              </a:r>
            </a:p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0" i="1">
                  <a:solidFill>
                    <a:srgbClr val="000000"/>
                  </a:solidFill>
                  <a:latin typeface="Arial"/>
                </a:rPr>
                <a:t>multimodal content manipulated?</a:t>
              </a:r>
            </a:p>
          </p:txBody>
        </p:sp>
      </p:grpSp>
      <p:grpSp>
        <p:nvGrpSpPr>
          <p:cNvPr id="735" name="Human preference data generation"/>
          <p:cNvGrpSpPr/>
          <p:nvPr/>
        </p:nvGrpSpPr>
        <p:grpSpPr>
          <a:xfrm>
            <a:off x="6099048" y="4219956"/>
            <a:ext cx="4800600" cy="2596896"/>
            <a:chOff x="6099048" y="4219956"/>
            <a:chExt cx="4800600" cy="2596896"/>
          </a:xfrm>
        </p:grpSpPr>
        <p:sp>
          <p:nvSpPr>
            <p:cNvPr id="602" name="(a) Human Preference Data Generation"/>
            <p:cNvSpPr txBox="1"/>
            <p:nvPr/>
          </p:nvSpPr>
          <p:spPr>
            <a:xfrm>
              <a:off x="6190488" y="4219956"/>
              <a:ext cx="4709160" cy="36576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11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2" b="1" i="0">
                  <a:solidFill>
                    <a:srgbClr val="000000"/>
                  </a:solidFill>
                  <a:latin typeface="Times New Roman"/>
                </a:rPr>
                <a:t>(a) Human Preference Data Generation</a:t>
              </a:r>
            </a:p>
          </p:txBody>
        </p:sp>
        <p:pic>
          <p:nvPicPr>
            <p:cNvPr id="603" name="News video frames - preference_video" descr="preference_vide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6520" y="4517136"/>
              <a:ext cx="950976" cy="594360"/>
            </a:xfrm>
            <a:prstGeom prst="rect">
              <a:avLst/>
            </a:prstGeom>
          </p:spPr>
        </p:pic>
        <p:sp>
          <p:nvSpPr>
            <p:cNvPr id="604" name="+"/>
            <p:cNvSpPr txBox="1"/>
            <p:nvPr/>
          </p:nvSpPr>
          <p:spPr>
            <a:xfrm>
              <a:off x="6675120" y="5052060"/>
              <a:ext cx="292608" cy="38862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52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48" b="1" i="0">
                  <a:solidFill>
                    <a:srgbClr val="000000"/>
                  </a:solidFill>
                  <a:latin typeface="Arial"/>
                </a:rPr>
                <a:t>+</a:t>
              </a:r>
            </a:p>
          </p:txBody>
        </p:sp>
        <p:sp>
          <p:nvSpPr>
            <p:cNvPr id="605" name="Vector path"/>
            <p:cNvSpPr/>
            <p:nvPr/>
          </p:nvSpPr>
          <p:spPr>
            <a:xfrm>
              <a:off x="6099048" y="5257800"/>
              <a:ext cx="160477" cy="246888"/>
            </a:xfrm>
            <a:custGeom>
              <a:avLst/>
              <a:gdLst/>
              <a:ahLst/>
              <a:cxnLst/>
              <a:rect l="0" t="0" r="r" b="b"/>
              <a:pathLst>
                <a:path w="17550" h="27000" fill="norm" stroke="0">
                  <a:moveTo>
                    <a:pt x="0" y="8100"/>
                  </a:moveTo>
                  <a:lnTo>
                    <a:pt x="6750" y="8100"/>
                  </a:lnTo>
                  <a:lnTo>
                    <a:pt x="17550" y="0"/>
                  </a:lnTo>
                  <a:lnTo>
                    <a:pt x="17550" y="27000"/>
                  </a:lnTo>
                  <a:lnTo>
                    <a:pt x="6750" y="18900"/>
                  </a:lnTo>
                  <a:lnTo>
                    <a:pt x="0" y="18900"/>
                  </a:lnTo>
                  <a:lnTo>
                    <a:pt x="0" y="8100"/>
                  </a:lnTo>
                  <a:close/>
                </a:path>
              </a:pathLst>
            </a:custGeom>
            <a:solidFill>
              <a:srgbClr val="000000"/>
            </a:solidFill>
            <a:ln w="18288">
              <a:noFill/>
            </a:ln>
          </p:spPr>
        </p:sp>
        <p:sp>
          <p:nvSpPr>
            <p:cNvPr id="606" name="Vector path"/>
            <p:cNvSpPr/>
            <p:nvPr/>
          </p:nvSpPr>
          <p:spPr>
            <a:xfrm>
              <a:off x="6296558" y="5302240"/>
              <a:ext cx="74066" cy="158008"/>
            </a:xfrm>
            <a:custGeom>
              <a:avLst/>
              <a:gdLst/>
              <a:ahLst/>
              <a:cxnLst/>
              <a:rect l="0" t="0" r="r" b="b"/>
              <a:pathLst>
                <a:path w="8100" h="17280" fill="none" stroke="1">
                  <a:moveTo>
                    <a:pt x="0" y="0"/>
                  </a:moveTo>
                  <a:cubicBezTo>
                    <a:pt x="8100" y="4050"/>
                    <a:pt x="8100" y="13230"/>
                    <a:pt x="0" y="17280"/>
                  </a:cubicBezTo>
                </a:path>
              </a:pathLst>
            </a:custGeom>
            <a:noFill/>
            <a:ln w="13716">
              <a:solidFill>
                <a:srgbClr val="000000"/>
              </a:solidFill>
              <a:round/>
            </a:ln>
          </p:spPr>
        </p:sp>
        <p:sp>
          <p:nvSpPr>
            <p:cNvPr id="607" name="News Title"/>
            <p:cNvSpPr txBox="1"/>
            <p:nvPr/>
          </p:nvSpPr>
          <p:spPr>
            <a:xfrm>
              <a:off x="6391656" y="5289804"/>
              <a:ext cx="1170432" cy="31089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Arial Narrow"/>
                </a:rPr>
                <a:t>News Title</a:t>
              </a:r>
            </a:p>
          </p:txBody>
        </p:sp>
        <p:sp>
          <p:nvSpPr>
            <p:cNvPr id="608" name="Arrow"/>
            <p:cNvSpPr/>
            <p:nvPr/>
          </p:nvSpPr>
          <p:spPr>
            <a:xfrm>
              <a:off x="7434072" y="4892040"/>
              <a:ext cx="292608" cy="164592"/>
            </a:xfrm>
            <a:custGeom>
              <a:avLst/>
              <a:gdLst/>
              <a:ahLst/>
              <a:cxnLst/>
              <a:rect l="0" t="0" r="r" b="b"/>
              <a:pathLst>
                <a:path w="32000" h="18000" fill="norm" stroke="1">
                  <a:moveTo>
                    <a:pt x="0" y="5000"/>
                  </a:moveTo>
                  <a:lnTo>
                    <a:pt x="20000" y="5000"/>
                  </a:lnTo>
                  <a:lnTo>
                    <a:pt x="20000" y="0"/>
                  </a:lnTo>
                  <a:lnTo>
                    <a:pt x="32000" y="9000"/>
                  </a:lnTo>
                  <a:lnTo>
                    <a:pt x="20000" y="18000"/>
                  </a:lnTo>
                  <a:lnTo>
                    <a:pt x="20000" y="13000"/>
                  </a:lnTo>
                  <a:lnTo>
                    <a:pt x="0" y="13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grpSp>
          <p:nvGrpSpPr>
            <p:cNvPr id="694" name="Vector icon - robot"/>
            <p:cNvGrpSpPr/>
            <p:nvPr/>
          </p:nvGrpSpPr>
          <p:grpSpPr>
            <a:xfrm>
              <a:off x="7955280" y="4471416"/>
              <a:ext cx="795528" cy="790819"/>
              <a:chOff x="7955280" y="4471416"/>
              <a:chExt cx="795528" cy="790819"/>
            </a:xfrm>
          </p:grpSpPr>
          <p:sp>
            <p:nvSpPr>
              <p:cNvPr id="609" name="robot vector"/>
              <p:cNvSpPr/>
              <p:nvPr/>
            </p:nvSpPr>
            <p:spPr>
              <a:xfrm>
                <a:off x="7955280" y="4471416"/>
                <a:ext cx="795528" cy="786384"/>
              </a:xfrm>
              <a:custGeom>
                <a:avLst/>
                <a:gdLst/>
                <a:ahLst/>
                <a:cxnLst/>
                <a:rect l="0" t="0" r="r" b="b"/>
                <a:pathLst>
                  <a:path w="87000" h="86000" fill="norm" stroke="0">
                    <a:moveTo>
                      <a:pt x="0" y="0"/>
                    </a:moveTo>
                    <a:cubicBezTo>
                      <a:pt x="28710" y="0"/>
                      <a:pt x="57420" y="0"/>
                      <a:pt x="87000" y="0"/>
                    </a:cubicBezTo>
                    <a:cubicBezTo>
                      <a:pt x="87000" y="28380"/>
                      <a:pt x="87000" y="56760"/>
                      <a:pt x="87000" y="86000"/>
                    </a:cubicBezTo>
                    <a:cubicBezTo>
                      <a:pt x="58290" y="86000"/>
                      <a:pt x="29580" y="86000"/>
                      <a:pt x="0" y="86000"/>
                    </a:cubicBezTo>
                    <a:cubicBezTo>
                      <a:pt x="0" y="57620"/>
                      <a:pt x="0" y="29240"/>
                      <a:pt x="0" y="0"/>
                    </a:cubicBezTo>
                    <a:close/>
                  </a:path>
                </a:pathLst>
              </a:custGeom>
              <a:solidFill>
                <a:srgbClr val="292826"/>
              </a:solidFill>
              <a:ln w="0">
                <a:noFill/>
              </a:ln>
            </p:spPr>
          </p:sp>
          <p:sp>
            <p:nvSpPr>
              <p:cNvPr id="610" name="robot vector"/>
              <p:cNvSpPr/>
              <p:nvPr/>
            </p:nvSpPr>
            <p:spPr>
              <a:xfrm>
                <a:off x="7955280" y="4471416"/>
                <a:ext cx="795528" cy="790819"/>
              </a:xfrm>
              <a:custGeom>
                <a:avLst/>
                <a:gdLst/>
                <a:ahLst/>
                <a:cxnLst/>
                <a:rect l="0" t="0" r="r" b="b"/>
                <a:pathLst>
                  <a:path w="87000" h="86485" fill="norm" stroke="0">
                    <a:moveTo>
                      <a:pt x="0" y="0"/>
                    </a:moveTo>
                    <a:cubicBezTo>
                      <a:pt x="28710" y="0"/>
                      <a:pt x="57420" y="0"/>
                      <a:pt x="87000" y="0"/>
                    </a:cubicBezTo>
                    <a:cubicBezTo>
                      <a:pt x="87000" y="28380"/>
                      <a:pt x="87000" y="56760"/>
                      <a:pt x="87000" y="86000"/>
                    </a:cubicBezTo>
                    <a:cubicBezTo>
                      <a:pt x="58290" y="86000"/>
                      <a:pt x="29580" y="86000"/>
                      <a:pt x="0" y="86000"/>
                    </a:cubicBezTo>
                    <a:cubicBezTo>
                      <a:pt x="0" y="57620"/>
                      <a:pt x="0" y="29240"/>
                      <a:pt x="0" y="0"/>
                    </a:cubicBezTo>
                    <a:close/>
                    <a:moveTo>
                      <a:pt x="50750" y="1000"/>
                    </a:moveTo>
                    <a:cubicBezTo>
                      <a:pt x="50207" y="1543"/>
                      <a:pt x="50020" y="1848"/>
                      <a:pt x="49923" y="2610"/>
                    </a:cubicBezTo>
                    <a:cubicBezTo>
                      <a:pt x="50008" y="3310"/>
                      <a:pt x="50207" y="3860"/>
                      <a:pt x="50500" y="4500"/>
                    </a:cubicBezTo>
                    <a:cubicBezTo>
                      <a:pt x="50378" y="4465"/>
                      <a:pt x="50258" y="4433"/>
                      <a:pt x="50133" y="4397"/>
                    </a:cubicBezTo>
                    <a:cubicBezTo>
                      <a:pt x="48480" y="3978"/>
                      <a:pt x="46870" y="3890"/>
                      <a:pt x="45175" y="3842"/>
                    </a:cubicBezTo>
                    <a:cubicBezTo>
                      <a:pt x="44707" y="3827"/>
                      <a:pt x="44242" y="3810"/>
                      <a:pt x="43775" y="3793"/>
                    </a:cubicBezTo>
                    <a:cubicBezTo>
                      <a:pt x="41092" y="3700"/>
                      <a:pt x="38400" y="3720"/>
                      <a:pt x="35785" y="4385"/>
                    </a:cubicBezTo>
                    <a:cubicBezTo>
                      <a:pt x="35188" y="4512"/>
                      <a:pt x="34607" y="4562"/>
                      <a:pt x="34000" y="4610"/>
                    </a:cubicBezTo>
                    <a:cubicBezTo>
                      <a:pt x="32758" y="4715"/>
                      <a:pt x="31660" y="5055"/>
                      <a:pt x="30500" y="5500"/>
                    </a:cubicBezTo>
                    <a:cubicBezTo>
                      <a:pt x="30558" y="5390"/>
                      <a:pt x="30615" y="5283"/>
                      <a:pt x="30673" y="5170"/>
                    </a:cubicBezTo>
                    <a:cubicBezTo>
                      <a:pt x="31030" y="4430"/>
                      <a:pt x="31332" y="3788"/>
                      <a:pt x="31250" y="2952"/>
                    </a:cubicBezTo>
                    <a:cubicBezTo>
                      <a:pt x="30870" y="1885"/>
                      <a:pt x="30250" y="1517"/>
                      <a:pt x="29280" y="1000"/>
                    </a:cubicBezTo>
                    <a:cubicBezTo>
                      <a:pt x="28400" y="1000"/>
                      <a:pt x="27695" y="1483"/>
                      <a:pt x="27000" y="2000"/>
                    </a:cubicBezTo>
                    <a:cubicBezTo>
                      <a:pt x="26633" y="2735"/>
                      <a:pt x="26640" y="3440"/>
                      <a:pt x="26750" y="4250"/>
                    </a:cubicBezTo>
                    <a:cubicBezTo>
                      <a:pt x="26990" y="4590"/>
                      <a:pt x="27240" y="4925"/>
                      <a:pt x="27500" y="5250"/>
                    </a:cubicBezTo>
                    <a:cubicBezTo>
                      <a:pt x="27548" y="5938"/>
                      <a:pt x="27548" y="5938"/>
                      <a:pt x="27500" y="6500"/>
                    </a:cubicBezTo>
                    <a:cubicBezTo>
                      <a:pt x="27435" y="6517"/>
                      <a:pt x="27435" y="6517"/>
                      <a:pt x="27112" y="6613"/>
                    </a:cubicBezTo>
                    <a:cubicBezTo>
                      <a:pt x="22827" y="7933"/>
                      <a:pt x="19105" y="10585"/>
                      <a:pt x="15750" y="13500"/>
                    </a:cubicBezTo>
                    <a:cubicBezTo>
                      <a:pt x="15640" y="13595"/>
                      <a:pt x="15533" y="13688"/>
                      <a:pt x="15420" y="13785"/>
                    </a:cubicBezTo>
                    <a:cubicBezTo>
                      <a:pt x="7255" y="20817"/>
                      <a:pt x="2533" y="31320"/>
                      <a:pt x="1692" y="41987"/>
                    </a:cubicBezTo>
                    <a:cubicBezTo>
                      <a:pt x="1408" y="47375"/>
                      <a:pt x="2190" y="52918"/>
                      <a:pt x="4000" y="58000"/>
                    </a:cubicBezTo>
                    <a:cubicBezTo>
                      <a:pt x="4067" y="58188"/>
                      <a:pt x="4133" y="58375"/>
                      <a:pt x="4202" y="58570"/>
                    </a:cubicBezTo>
                    <a:cubicBezTo>
                      <a:pt x="5043" y="60900"/>
                      <a:pt x="5957" y="63130"/>
                      <a:pt x="7250" y="65250"/>
                    </a:cubicBezTo>
                    <a:cubicBezTo>
                      <a:pt x="7345" y="65408"/>
                      <a:pt x="7440" y="65565"/>
                      <a:pt x="7538" y="65730"/>
                    </a:cubicBezTo>
                    <a:cubicBezTo>
                      <a:pt x="7862" y="66263"/>
                      <a:pt x="8188" y="66795"/>
                      <a:pt x="8515" y="67327"/>
                    </a:cubicBezTo>
                    <a:cubicBezTo>
                      <a:pt x="8567" y="67413"/>
                      <a:pt x="8567" y="67413"/>
                      <a:pt x="8827" y="67835"/>
                    </a:cubicBezTo>
                    <a:cubicBezTo>
                      <a:pt x="9480" y="68880"/>
                      <a:pt x="10190" y="69825"/>
                      <a:pt x="11000" y="70750"/>
                    </a:cubicBezTo>
                    <a:cubicBezTo>
                      <a:pt x="11130" y="70905"/>
                      <a:pt x="11258" y="71060"/>
                      <a:pt x="11390" y="71220"/>
                    </a:cubicBezTo>
                    <a:cubicBezTo>
                      <a:pt x="16635" y="77362"/>
                      <a:pt x="16635" y="77362"/>
                      <a:pt x="19830" y="78753"/>
                    </a:cubicBezTo>
                    <a:cubicBezTo>
                      <a:pt x="20250" y="79000"/>
                      <a:pt x="20250" y="79000"/>
                      <a:pt x="20403" y="79487"/>
                    </a:cubicBezTo>
                    <a:cubicBezTo>
                      <a:pt x="20415" y="79665"/>
                      <a:pt x="20425" y="79845"/>
                      <a:pt x="20438" y="80030"/>
                    </a:cubicBezTo>
                    <a:cubicBezTo>
                      <a:pt x="20452" y="80212"/>
                      <a:pt x="20465" y="80393"/>
                      <a:pt x="20480" y="80580"/>
                    </a:cubicBezTo>
                    <a:cubicBezTo>
                      <a:pt x="20487" y="80717"/>
                      <a:pt x="20492" y="80857"/>
                      <a:pt x="20500" y="81000"/>
                    </a:cubicBezTo>
                    <a:cubicBezTo>
                      <a:pt x="21445" y="81340"/>
                      <a:pt x="22245" y="81523"/>
                      <a:pt x="23250" y="81452"/>
                    </a:cubicBezTo>
                    <a:cubicBezTo>
                      <a:pt x="24847" y="81415"/>
                      <a:pt x="26273" y="82035"/>
                      <a:pt x="27755" y="82572"/>
                    </a:cubicBezTo>
                    <a:cubicBezTo>
                      <a:pt x="36320" y="85655"/>
                      <a:pt x="45928" y="86485"/>
                      <a:pt x="54750" y="83750"/>
                    </a:cubicBezTo>
                    <a:cubicBezTo>
                      <a:pt x="54872" y="83712"/>
                      <a:pt x="54995" y="83675"/>
                      <a:pt x="55120" y="83635"/>
                    </a:cubicBezTo>
                    <a:cubicBezTo>
                      <a:pt x="56440" y="83225"/>
                      <a:pt x="57717" y="82770"/>
                      <a:pt x="58985" y="82220"/>
                    </a:cubicBezTo>
                    <a:cubicBezTo>
                      <a:pt x="59995" y="81790"/>
                      <a:pt x="60908" y="81658"/>
                      <a:pt x="61985" y="81548"/>
                    </a:cubicBezTo>
                    <a:cubicBezTo>
                      <a:pt x="63365" y="81395"/>
                      <a:pt x="63365" y="81395"/>
                      <a:pt x="63872" y="80847"/>
                    </a:cubicBezTo>
                    <a:cubicBezTo>
                      <a:pt x="64148" y="80212"/>
                      <a:pt x="64250" y="79690"/>
                      <a:pt x="64250" y="79000"/>
                    </a:cubicBezTo>
                    <a:cubicBezTo>
                      <a:pt x="64470" y="78938"/>
                      <a:pt x="64690" y="78872"/>
                      <a:pt x="64915" y="78808"/>
                    </a:cubicBezTo>
                    <a:cubicBezTo>
                      <a:pt x="65757" y="78525"/>
                      <a:pt x="66395" y="78118"/>
                      <a:pt x="67095" y="77577"/>
                    </a:cubicBezTo>
                    <a:cubicBezTo>
                      <a:pt x="67220" y="77482"/>
                      <a:pt x="67345" y="77388"/>
                      <a:pt x="67472" y="77288"/>
                    </a:cubicBezTo>
                    <a:cubicBezTo>
                      <a:pt x="70053" y="75270"/>
                      <a:pt x="72615" y="72993"/>
                      <a:pt x="74525" y="70315"/>
                    </a:cubicBezTo>
                    <a:cubicBezTo>
                      <a:pt x="74765" y="69977"/>
                      <a:pt x="75015" y="69648"/>
                      <a:pt x="75263" y="69318"/>
                    </a:cubicBezTo>
                    <a:cubicBezTo>
                      <a:pt x="77870" y="65785"/>
                      <a:pt x="79880" y="61940"/>
                      <a:pt x="81265" y="57780"/>
                    </a:cubicBezTo>
                    <a:cubicBezTo>
                      <a:pt x="81310" y="57648"/>
                      <a:pt x="81357" y="57513"/>
                      <a:pt x="81403" y="57372"/>
                    </a:cubicBezTo>
                    <a:cubicBezTo>
                      <a:pt x="82755" y="53312"/>
                      <a:pt x="83145" y="49393"/>
                      <a:pt x="83128" y="45122"/>
                    </a:cubicBezTo>
                    <a:cubicBezTo>
                      <a:pt x="83125" y="44730"/>
                      <a:pt x="83125" y="44337"/>
                      <a:pt x="83122" y="43945"/>
                    </a:cubicBezTo>
                    <a:cubicBezTo>
                      <a:pt x="83112" y="40163"/>
                      <a:pt x="82960" y="36617"/>
                      <a:pt x="81750" y="33000"/>
                    </a:cubicBezTo>
                    <a:cubicBezTo>
                      <a:pt x="81690" y="32805"/>
                      <a:pt x="81630" y="32607"/>
                      <a:pt x="81568" y="32405"/>
                    </a:cubicBezTo>
                    <a:cubicBezTo>
                      <a:pt x="80155" y="27835"/>
                      <a:pt x="77868" y="23153"/>
                      <a:pt x="74750" y="19500"/>
                    </a:cubicBezTo>
                    <a:cubicBezTo>
                      <a:pt x="74495" y="19195"/>
                      <a:pt x="74243" y="18892"/>
                      <a:pt x="73987" y="18587"/>
                    </a:cubicBezTo>
                    <a:cubicBezTo>
                      <a:pt x="72870" y="17260"/>
                      <a:pt x="71750" y="15955"/>
                      <a:pt x="70500" y="14750"/>
                    </a:cubicBezTo>
                    <a:cubicBezTo>
                      <a:pt x="70408" y="14660"/>
                      <a:pt x="70315" y="14570"/>
                      <a:pt x="70220" y="14478"/>
                    </a:cubicBezTo>
                    <a:cubicBezTo>
                      <a:pt x="68072" y="12418"/>
                      <a:pt x="65670" y="10665"/>
                      <a:pt x="63025" y="9293"/>
                    </a:cubicBezTo>
                    <a:cubicBezTo>
                      <a:pt x="62592" y="9050"/>
                      <a:pt x="62205" y="8798"/>
                      <a:pt x="61800" y="8512"/>
                    </a:cubicBezTo>
                    <a:cubicBezTo>
                      <a:pt x="60970" y="7952"/>
                      <a:pt x="60105" y="7590"/>
                      <a:pt x="59173" y="7235"/>
                    </a:cubicBezTo>
                    <a:cubicBezTo>
                      <a:pt x="59008" y="7170"/>
                      <a:pt x="58842" y="7105"/>
                      <a:pt x="58675" y="7040"/>
                    </a:cubicBezTo>
                    <a:cubicBezTo>
                      <a:pt x="57607" y="6623"/>
                      <a:pt x="56535" y="6248"/>
                      <a:pt x="55433" y="5935"/>
                    </a:cubicBezTo>
                    <a:cubicBezTo>
                      <a:pt x="54862" y="5692"/>
                      <a:pt x="54602" y="5517"/>
                      <a:pt x="54250" y="5000"/>
                    </a:cubicBezTo>
                    <a:cubicBezTo>
                      <a:pt x="54168" y="4257"/>
                      <a:pt x="54245" y="3515"/>
                      <a:pt x="54303" y="2772"/>
                    </a:cubicBezTo>
                    <a:cubicBezTo>
                      <a:pt x="54320" y="2330"/>
                      <a:pt x="54327" y="1935"/>
                      <a:pt x="54250" y="1500"/>
                    </a:cubicBezTo>
                    <a:cubicBezTo>
                      <a:pt x="53200" y="430"/>
                      <a:pt x="52053" y="280"/>
                      <a:pt x="50750" y="1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11" name="robot vector"/>
              <p:cNvSpPr/>
              <p:nvPr/>
            </p:nvSpPr>
            <p:spPr>
              <a:xfrm>
                <a:off x="7968705" y="4474188"/>
                <a:ext cx="746950" cy="777286"/>
              </a:xfrm>
              <a:custGeom>
                <a:avLst/>
                <a:gdLst/>
                <a:ahLst/>
                <a:cxnLst/>
                <a:rect l="0" t="0" r="r" b="b"/>
                <a:pathLst>
                  <a:path w="81688" h="85005" fill="norm" stroke="0">
                    <a:moveTo>
                      <a:pt x="51423" y="400"/>
                    </a:moveTo>
                    <a:cubicBezTo>
                      <a:pt x="51572" y="442"/>
                      <a:pt x="51722" y="485"/>
                      <a:pt x="51878" y="530"/>
                    </a:cubicBezTo>
                    <a:cubicBezTo>
                      <a:pt x="52283" y="697"/>
                      <a:pt x="52283" y="697"/>
                      <a:pt x="52783" y="1197"/>
                    </a:cubicBezTo>
                    <a:cubicBezTo>
                      <a:pt x="52827" y="1562"/>
                      <a:pt x="52827" y="1562"/>
                      <a:pt x="52805" y="1985"/>
                    </a:cubicBezTo>
                    <a:cubicBezTo>
                      <a:pt x="52800" y="2137"/>
                      <a:pt x="52795" y="2290"/>
                      <a:pt x="52790" y="2447"/>
                    </a:cubicBezTo>
                    <a:cubicBezTo>
                      <a:pt x="52775" y="2770"/>
                      <a:pt x="52758" y="3090"/>
                      <a:pt x="52740" y="3410"/>
                    </a:cubicBezTo>
                    <a:cubicBezTo>
                      <a:pt x="52705" y="4585"/>
                      <a:pt x="52705" y="4585"/>
                      <a:pt x="53100" y="5162"/>
                    </a:cubicBezTo>
                    <a:cubicBezTo>
                      <a:pt x="53553" y="5460"/>
                      <a:pt x="53918" y="5615"/>
                      <a:pt x="54438" y="5760"/>
                    </a:cubicBezTo>
                    <a:cubicBezTo>
                      <a:pt x="55648" y="6135"/>
                      <a:pt x="56812" y="6595"/>
                      <a:pt x="57985" y="7072"/>
                    </a:cubicBezTo>
                    <a:cubicBezTo>
                      <a:pt x="58170" y="7145"/>
                      <a:pt x="58355" y="7220"/>
                      <a:pt x="58548" y="7297"/>
                    </a:cubicBezTo>
                    <a:cubicBezTo>
                      <a:pt x="59477" y="7680"/>
                      <a:pt x="60243" y="8062"/>
                      <a:pt x="61033" y="8697"/>
                    </a:cubicBezTo>
                    <a:cubicBezTo>
                      <a:pt x="61440" y="8915"/>
                      <a:pt x="61852" y="9130"/>
                      <a:pt x="62268" y="9337"/>
                    </a:cubicBezTo>
                    <a:cubicBezTo>
                      <a:pt x="70367" y="13607"/>
                      <a:pt x="76972" y="22430"/>
                      <a:pt x="79655" y="31043"/>
                    </a:cubicBezTo>
                    <a:cubicBezTo>
                      <a:pt x="79783" y="31447"/>
                      <a:pt x="79915" y="31850"/>
                      <a:pt x="80053" y="32252"/>
                    </a:cubicBezTo>
                    <a:cubicBezTo>
                      <a:pt x="81285" y="35990"/>
                      <a:pt x="81663" y="39558"/>
                      <a:pt x="81643" y="43490"/>
                    </a:cubicBezTo>
                    <a:cubicBezTo>
                      <a:pt x="81640" y="44000"/>
                      <a:pt x="81643" y="44512"/>
                      <a:pt x="81648" y="45025"/>
                    </a:cubicBezTo>
                    <a:cubicBezTo>
                      <a:pt x="81688" y="48442"/>
                      <a:pt x="81423" y="51635"/>
                      <a:pt x="80533" y="54947"/>
                    </a:cubicBezTo>
                    <a:cubicBezTo>
                      <a:pt x="80492" y="55092"/>
                      <a:pt x="80455" y="55240"/>
                      <a:pt x="80413" y="55392"/>
                    </a:cubicBezTo>
                    <a:cubicBezTo>
                      <a:pt x="80180" y="56255"/>
                      <a:pt x="79913" y="57100"/>
                      <a:pt x="79625" y="57947"/>
                    </a:cubicBezTo>
                    <a:cubicBezTo>
                      <a:pt x="79585" y="58070"/>
                      <a:pt x="79543" y="58195"/>
                      <a:pt x="79500" y="58322"/>
                    </a:cubicBezTo>
                    <a:cubicBezTo>
                      <a:pt x="78188" y="62188"/>
                      <a:pt x="76225" y="65682"/>
                      <a:pt x="73783" y="68947"/>
                    </a:cubicBezTo>
                    <a:cubicBezTo>
                      <a:pt x="73710" y="69045"/>
                      <a:pt x="73710" y="69045"/>
                      <a:pt x="73350" y="69540"/>
                    </a:cubicBezTo>
                    <a:cubicBezTo>
                      <a:pt x="70655" y="73130"/>
                      <a:pt x="67337" y="76650"/>
                      <a:pt x="63283" y="78697"/>
                    </a:cubicBezTo>
                    <a:cubicBezTo>
                      <a:pt x="63117" y="78697"/>
                      <a:pt x="62952" y="78697"/>
                      <a:pt x="62783" y="78697"/>
                    </a:cubicBezTo>
                    <a:cubicBezTo>
                      <a:pt x="62758" y="78835"/>
                      <a:pt x="62732" y="78975"/>
                      <a:pt x="62707" y="79117"/>
                    </a:cubicBezTo>
                    <a:cubicBezTo>
                      <a:pt x="62670" y="79298"/>
                      <a:pt x="62633" y="79480"/>
                      <a:pt x="62595" y="79665"/>
                    </a:cubicBezTo>
                    <a:cubicBezTo>
                      <a:pt x="62560" y="79845"/>
                      <a:pt x="62525" y="80025"/>
                      <a:pt x="62490" y="80210"/>
                    </a:cubicBezTo>
                    <a:cubicBezTo>
                      <a:pt x="62283" y="80697"/>
                      <a:pt x="62283" y="80697"/>
                      <a:pt x="61832" y="81007"/>
                    </a:cubicBezTo>
                    <a:cubicBezTo>
                      <a:pt x="61245" y="81210"/>
                      <a:pt x="60778" y="81255"/>
                      <a:pt x="60158" y="81275"/>
                    </a:cubicBezTo>
                    <a:cubicBezTo>
                      <a:pt x="59148" y="81357"/>
                      <a:pt x="58322" y="81592"/>
                      <a:pt x="57408" y="82010"/>
                    </a:cubicBezTo>
                    <a:cubicBezTo>
                      <a:pt x="52455" y="84232"/>
                      <a:pt x="46793" y="85005"/>
                      <a:pt x="41408" y="84995"/>
                    </a:cubicBezTo>
                    <a:cubicBezTo>
                      <a:pt x="41265" y="84992"/>
                      <a:pt x="41123" y="84992"/>
                      <a:pt x="40977" y="84992"/>
                    </a:cubicBezTo>
                    <a:cubicBezTo>
                      <a:pt x="37352" y="84982"/>
                      <a:pt x="33903" y="84705"/>
                      <a:pt x="30440" y="83580"/>
                    </a:cubicBezTo>
                    <a:cubicBezTo>
                      <a:pt x="30038" y="83447"/>
                      <a:pt x="29633" y="83325"/>
                      <a:pt x="29225" y="83202"/>
                    </a:cubicBezTo>
                    <a:cubicBezTo>
                      <a:pt x="28087" y="82862"/>
                      <a:pt x="26957" y="82515"/>
                      <a:pt x="25842" y="82105"/>
                    </a:cubicBezTo>
                    <a:cubicBezTo>
                      <a:pt x="24120" y="81485"/>
                      <a:pt x="22722" y="81050"/>
                      <a:pt x="20873" y="81202"/>
                    </a:cubicBezTo>
                    <a:cubicBezTo>
                      <a:pt x="20165" y="81195"/>
                      <a:pt x="19670" y="80992"/>
                      <a:pt x="19033" y="80697"/>
                    </a:cubicBezTo>
                    <a:cubicBezTo>
                      <a:pt x="19045" y="80572"/>
                      <a:pt x="19060" y="80447"/>
                      <a:pt x="19075" y="80320"/>
                    </a:cubicBezTo>
                    <a:cubicBezTo>
                      <a:pt x="19080" y="79700"/>
                      <a:pt x="19018" y="79275"/>
                      <a:pt x="18783" y="78697"/>
                    </a:cubicBezTo>
                    <a:cubicBezTo>
                      <a:pt x="18395" y="78385"/>
                      <a:pt x="18055" y="78155"/>
                      <a:pt x="17625" y="77915"/>
                    </a:cubicBezTo>
                    <a:cubicBezTo>
                      <a:pt x="15560" y="76762"/>
                      <a:pt x="13965" y="75090"/>
                      <a:pt x="12283" y="73447"/>
                    </a:cubicBezTo>
                    <a:cubicBezTo>
                      <a:pt x="12028" y="73202"/>
                      <a:pt x="11775" y="72960"/>
                      <a:pt x="11523" y="72717"/>
                    </a:cubicBezTo>
                    <a:cubicBezTo>
                      <a:pt x="9683" y="70935"/>
                      <a:pt x="9683" y="70935"/>
                      <a:pt x="9040" y="69860"/>
                    </a:cubicBezTo>
                    <a:cubicBezTo>
                      <a:pt x="8758" y="69405"/>
                      <a:pt x="8438" y="68982"/>
                      <a:pt x="8115" y="68555"/>
                    </a:cubicBezTo>
                    <a:cubicBezTo>
                      <a:pt x="5815" y="65480"/>
                      <a:pt x="4202" y="62382"/>
                      <a:pt x="2972" y="58745"/>
                    </a:cubicBezTo>
                    <a:cubicBezTo>
                      <a:pt x="2805" y="58260"/>
                      <a:pt x="2623" y="57785"/>
                      <a:pt x="2433" y="57310"/>
                    </a:cubicBezTo>
                    <a:cubicBezTo>
                      <a:pt x="1005" y="53735"/>
                      <a:pt x="393" y="49752"/>
                      <a:pt x="295" y="45915"/>
                    </a:cubicBezTo>
                    <a:cubicBezTo>
                      <a:pt x="285" y="45590"/>
                      <a:pt x="273" y="45267"/>
                      <a:pt x="258" y="44945"/>
                    </a:cubicBezTo>
                    <a:cubicBezTo>
                      <a:pt x="0" y="39355"/>
                      <a:pt x="1192" y="33290"/>
                      <a:pt x="3548" y="28202"/>
                    </a:cubicBezTo>
                    <a:cubicBezTo>
                      <a:pt x="3780" y="27700"/>
                      <a:pt x="3993" y="27192"/>
                      <a:pt x="4202" y="26680"/>
                    </a:cubicBezTo>
                    <a:cubicBezTo>
                      <a:pt x="5888" y="22910"/>
                      <a:pt x="8130" y="19587"/>
                      <a:pt x="10945" y="16582"/>
                    </a:cubicBezTo>
                    <a:cubicBezTo>
                      <a:pt x="11428" y="16067"/>
                      <a:pt x="11870" y="15530"/>
                      <a:pt x="12312" y="14977"/>
                    </a:cubicBezTo>
                    <a:cubicBezTo>
                      <a:pt x="15640" y="11185"/>
                      <a:pt x="21077" y="7382"/>
                      <a:pt x="26033" y="6197"/>
                    </a:cubicBezTo>
                    <a:cubicBezTo>
                      <a:pt x="26125" y="5065"/>
                      <a:pt x="26125" y="5065"/>
                      <a:pt x="25658" y="4477"/>
                    </a:cubicBezTo>
                    <a:cubicBezTo>
                      <a:pt x="25192" y="3822"/>
                      <a:pt x="25155" y="3405"/>
                      <a:pt x="25195" y="2615"/>
                    </a:cubicBezTo>
                    <a:cubicBezTo>
                      <a:pt x="25345" y="1895"/>
                      <a:pt x="25695" y="1615"/>
                      <a:pt x="26283" y="1197"/>
                    </a:cubicBezTo>
                    <a:cubicBezTo>
                      <a:pt x="26780" y="900"/>
                      <a:pt x="27197" y="715"/>
                      <a:pt x="27783" y="697"/>
                    </a:cubicBezTo>
                    <a:cubicBezTo>
                      <a:pt x="28653" y="1050"/>
                      <a:pt x="29347" y="1607"/>
                      <a:pt x="29783" y="2447"/>
                    </a:cubicBezTo>
                    <a:cubicBezTo>
                      <a:pt x="29793" y="2867"/>
                      <a:pt x="29793" y="2867"/>
                      <a:pt x="29720" y="3305"/>
                    </a:cubicBezTo>
                    <a:cubicBezTo>
                      <a:pt x="29697" y="3450"/>
                      <a:pt x="29675" y="3595"/>
                      <a:pt x="29653" y="3742"/>
                    </a:cubicBezTo>
                    <a:cubicBezTo>
                      <a:pt x="29513" y="4270"/>
                      <a:pt x="29290" y="4717"/>
                      <a:pt x="29033" y="5197"/>
                    </a:cubicBezTo>
                    <a:cubicBezTo>
                      <a:pt x="29153" y="5147"/>
                      <a:pt x="29275" y="5100"/>
                      <a:pt x="29400" y="5050"/>
                    </a:cubicBezTo>
                    <a:cubicBezTo>
                      <a:pt x="31043" y="4447"/>
                      <a:pt x="32665" y="4217"/>
                      <a:pt x="34395" y="4002"/>
                    </a:cubicBezTo>
                    <a:cubicBezTo>
                      <a:pt x="34732" y="3955"/>
                      <a:pt x="35067" y="3887"/>
                      <a:pt x="35400" y="3817"/>
                    </a:cubicBezTo>
                    <a:cubicBezTo>
                      <a:pt x="38102" y="3300"/>
                      <a:pt x="40920" y="3427"/>
                      <a:pt x="43658" y="3525"/>
                    </a:cubicBezTo>
                    <a:cubicBezTo>
                      <a:pt x="43795" y="3530"/>
                      <a:pt x="43935" y="3532"/>
                      <a:pt x="44077" y="3537"/>
                    </a:cubicBezTo>
                    <a:cubicBezTo>
                      <a:pt x="45773" y="3592"/>
                      <a:pt x="47385" y="3752"/>
                      <a:pt x="49033" y="4197"/>
                    </a:cubicBezTo>
                    <a:cubicBezTo>
                      <a:pt x="48950" y="4017"/>
                      <a:pt x="48868" y="3835"/>
                      <a:pt x="48783" y="3650"/>
                    </a:cubicBezTo>
                    <a:cubicBezTo>
                      <a:pt x="48515" y="2902"/>
                      <a:pt x="48395" y="2480"/>
                      <a:pt x="48533" y="1697"/>
                    </a:cubicBezTo>
                    <a:cubicBezTo>
                      <a:pt x="49310" y="630"/>
                      <a:pt x="50092" y="0"/>
                      <a:pt x="51423" y="400"/>
                    </a:cubicBezTo>
                    <a:close/>
                    <a:moveTo>
                      <a:pt x="49783" y="947"/>
                    </a:moveTo>
                    <a:cubicBezTo>
                      <a:pt x="49783" y="1195"/>
                      <a:pt x="49783" y="1442"/>
                      <a:pt x="49783" y="1697"/>
                    </a:cubicBezTo>
                    <a:cubicBezTo>
                      <a:pt x="50278" y="1697"/>
                      <a:pt x="50773" y="1697"/>
                      <a:pt x="51283" y="1697"/>
                    </a:cubicBezTo>
                    <a:cubicBezTo>
                      <a:pt x="51562" y="2635"/>
                      <a:pt x="51562" y="2635"/>
                      <a:pt x="51283" y="3197"/>
                    </a:cubicBezTo>
                    <a:cubicBezTo>
                      <a:pt x="50788" y="3115"/>
                      <a:pt x="50293" y="3032"/>
                      <a:pt x="49783" y="2947"/>
                    </a:cubicBezTo>
                    <a:cubicBezTo>
                      <a:pt x="49880" y="3647"/>
                      <a:pt x="49957" y="4102"/>
                      <a:pt x="50400" y="4667"/>
                    </a:cubicBezTo>
                    <a:cubicBezTo>
                      <a:pt x="50820" y="5250"/>
                      <a:pt x="50938" y="5650"/>
                      <a:pt x="51062" y="6352"/>
                    </a:cubicBezTo>
                    <a:cubicBezTo>
                      <a:pt x="51100" y="6547"/>
                      <a:pt x="51138" y="6740"/>
                      <a:pt x="51175" y="6940"/>
                    </a:cubicBezTo>
                    <a:cubicBezTo>
                      <a:pt x="51327" y="8022"/>
                      <a:pt x="51423" y="9110"/>
                      <a:pt x="51533" y="10197"/>
                    </a:cubicBezTo>
                    <a:cubicBezTo>
                      <a:pt x="43860" y="10197"/>
                      <a:pt x="36188" y="10197"/>
                      <a:pt x="28283" y="10197"/>
                    </a:cubicBezTo>
                    <a:cubicBezTo>
                      <a:pt x="28283" y="4697"/>
                      <a:pt x="28283" y="4697"/>
                      <a:pt x="28533" y="3947"/>
                    </a:cubicBezTo>
                    <a:cubicBezTo>
                      <a:pt x="27873" y="3947"/>
                      <a:pt x="27212" y="3947"/>
                      <a:pt x="26533" y="3947"/>
                    </a:cubicBezTo>
                    <a:cubicBezTo>
                      <a:pt x="26697" y="3287"/>
                      <a:pt x="26863" y="2627"/>
                      <a:pt x="27033" y="1947"/>
                    </a:cubicBezTo>
                    <a:cubicBezTo>
                      <a:pt x="26620" y="2030"/>
                      <a:pt x="26207" y="2112"/>
                      <a:pt x="25783" y="2197"/>
                    </a:cubicBezTo>
                    <a:cubicBezTo>
                      <a:pt x="25763" y="2467"/>
                      <a:pt x="25748" y="2737"/>
                      <a:pt x="25735" y="3010"/>
                    </a:cubicBezTo>
                    <a:cubicBezTo>
                      <a:pt x="25727" y="3160"/>
                      <a:pt x="25717" y="3310"/>
                      <a:pt x="25707" y="3467"/>
                    </a:cubicBezTo>
                    <a:cubicBezTo>
                      <a:pt x="25783" y="3947"/>
                      <a:pt x="25783" y="3947"/>
                      <a:pt x="26165" y="4402"/>
                    </a:cubicBezTo>
                    <a:cubicBezTo>
                      <a:pt x="26620" y="5077"/>
                      <a:pt x="26585" y="5355"/>
                      <a:pt x="26467" y="6150"/>
                    </a:cubicBezTo>
                    <a:cubicBezTo>
                      <a:pt x="26435" y="6377"/>
                      <a:pt x="26403" y="6605"/>
                      <a:pt x="26368" y="6840"/>
                    </a:cubicBezTo>
                    <a:cubicBezTo>
                      <a:pt x="26347" y="6957"/>
                      <a:pt x="26347" y="6957"/>
                      <a:pt x="26250" y="7555"/>
                    </a:cubicBezTo>
                    <a:cubicBezTo>
                      <a:pt x="26217" y="7792"/>
                      <a:pt x="26185" y="8027"/>
                      <a:pt x="26150" y="8270"/>
                    </a:cubicBezTo>
                    <a:cubicBezTo>
                      <a:pt x="25890" y="9975"/>
                      <a:pt x="25607" y="11092"/>
                      <a:pt x="24173" y="12150"/>
                    </a:cubicBezTo>
                    <a:cubicBezTo>
                      <a:pt x="23008" y="13117"/>
                      <a:pt x="22413" y="14212"/>
                      <a:pt x="22125" y="15697"/>
                    </a:cubicBezTo>
                    <a:cubicBezTo>
                      <a:pt x="21722" y="17772"/>
                      <a:pt x="21722" y="17772"/>
                      <a:pt x="21075" y="18365"/>
                    </a:cubicBezTo>
                    <a:cubicBezTo>
                      <a:pt x="20727" y="18562"/>
                      <a:pt x="20375" y="18752"/>
                      <a:pt x="20018" y="18935"/>
                    </a:cubicBezTo>
                    <a:cubicBezTo>
                      <a:pt x="19232" y="19360"/>
                      <a:pt x="18835" y="19862"/>
                      <a:pt x="18533" y="20697"/>
                    </a:cubicBezTo>
                    <a:cubicBezTo>
                      <a:pt x="18363" y="21612"/>
                      <a:pt x="18310" y="22517"/>
                      <a:pt x="18283" y="23447"/>
                    </a:cubicBezTo>
                    <a:cubicBezTo>
                      <a:pt x="18273" y="23663"/>
                      <a:pt x="18263" y="23877"/>
                      <a:pt x="18253" y="24100"/>
                    </a:cubicBezTo>
                    <a:cubicBezTo>
                      <a:pt x="18200" y="26050"/>
                      <a:pt x="18308" y="27913"/>
                      <a:pt x="19678" y="29403"/>
                    </a:cubicBezTo>
                    <a:cubicBezTo>
                      <a:pt x="20040" y="29705"/>
                      <a:pt x="20342" y="29845"/>
                      <a:pt x="20783" y="30010"/>
                    </a:cubicBezTo>
                    <a:cubicBezTo>
                      <a:pt x="21790" y="30440"/>
                      <a:pt x="22048" y="31377"/>
                      <a:pt x="22482" y="32322"/>
                    </a:cubicBezTo>
                    <a:cubicBezTo>
                      <a:pt x="23215" y="33852"/>
                      <a:pt x="24217" y="34640"/>
                      <a:pt x="25685" y="35445"/>
                    </a:cubicBezTo>
                    <a:cubicBezTo>
                      <a:pt x="26510" y="35900"/>
                      <a:pt x="26510" y="35900"/>
                      <a:pt x="26783" y="36447"/>
                    </a:cubicBezTo>
                    <a:cubicBezTo>
                      <a:pt x="26725" y="36452"/>
                      <a:pt x="26725" y="36452"/>
                      <a:pt x="26442" y="36475"/>
                    </a:cubicBezTo>
                    <a:cubicBezTo>
                      <a:pt x="25638" y="36562"/>
                      <a:pt x="25128" y="36635"/>
                      <a:pt x="24438" y="37087"/>
                    </a:cubicBezTo>
                    <a:cubicBezTo>
                      <a:pt x="23480" y="37612"/>
                      <a:pt x="22602" y="37477"/>
                      <a:pt x="21533" y="37447"/>
                    </a:cubicBezTo>
                    <a:cubicBezTo>
                      <a:pt x="19935" y="37447"/>
                      <a:pt x="18915" y="38090"/>
                      <a:pt x="17783" y="39197"/>
                    </a:cubicBezTo>
                    <a:cubicBezTo>
                      <a:pt x="17140" y="39950"/>
                      <a:pt x="16587" y="40767"/>
                      <a:pt x="16030" y="41585"/>
                    </a:cubicBezTo>
                    <a:cubicBezTo>
                      <a:pt x="15712" y="42050"/>
                      <a:pt x="15378" y="42502"/>
                      <a:pt x="15045" y="42955"/>
                    </a:cubicBezTo>
                    <a:cubicBezTo>
                      <a:pt x="14620" y="43533"/>
                      <a:pt x="14200" y="44115"/>
                      <a:pt x="13783" y="44697"/>
                    </a:cubicBezTo>
                    <a:cubicBezTo>
                      <a:pt x="13683" y="44835"/>
                      <a:pt x="13582" y="44975"/>
                      <a:pt x="13480" y="45117"/>
                    </a:cubicBezTo>
                    <a:cubicBezTo>
                      <a:pt x="13168" y="45555"/>
                      <a:pt x="12857" y="45992"/>
                      <a:pt x="12548" y="46430"/>
                    </a:cubicBezTo>
                    <a:cubicBezTo>
                      <a:pt x="12450" y="46567"/>
                      <a:pt x="12352" y="46702"/>
                      <a:pt x="12253" y="46842"/>
                    </a:cubicBezTo>
                    <a:cubicBezTo>
                      <a:pt x="11275" y="48242"/>
                      <a:pt x="11125" y="49502"/>
                      <a:pt x="11283" y="51197"/>
                    </a:cubicBezTo>
                    <a:cubicBezTo>
                      <a:pt x="11597" y="52465"/>
                      <a:pt x="12350" y="53395"/>
                      <a:pt x="13150" y="54403"/>
                    </a:cubicBezTo>
                    <a:cubicBezTo>
                      <a:pt x="13562" y="54990"/>
                      <a:pt x="13835" y="55575"/>
                      <a:pt x="14125" y="56227"/>
                    </a:cubicBezTo>
                    <a:cubicBezTo>
                      <a:pt x="15658" y="59352"/>
                      <a:pt x="20065" y="60720"/>
                      <a:pt x="23033" y="62197"/>
                    </a:cubicBezTo>
                    <a:cubicBezTo>
                      <a:pt x="23365" y="62362"/>
                      <a:pt x="23697" y="62530"/>
                      <a:pt x="24033" y="62697"/>
                    </a:cubicBezTo>
                    <a:cubicBezTo>
                      <a:pt x="24058" y="65553"/>
                      <a:pt x="24065" y="68405"/>
                      <a:pt x="23952" y="71260"/>
                    </a:cubicBezTo>
                    <a:cubicBezTo>
                      <a:pt x="23950" y="71365"/>
                      <a:pt x="23950" y="71365"/>
                      <a:pt x="23938" y="71895"/>
                    </a:cubicBezTo>
                    <a:cubicBezTo>
                      <a:pt x="23928" y="72087"/>
                      <a:pt x="23920" y="72282"/>
                      <a:pt x="23910" y="72482"/>
                    </a:cubicBezTo>
                    <a:cubicBezTo>
                      <a:pt x="23903" y="72650"/>
                      <a:pt x="23898" y="72820"/>
                      <a:pt x="23890" y="72995"/>
                    </a:cubicBezTo>
                    <a:cubicBezTo>
                      <a:pt x="23750" y="73582"/>
                      <a:pt x="23493" y="73815"/>
                      <a:pt x="23033" y="74197"/>
                    </a:cubicBezTo>
                    <a:cubicBezTo>
                      <a:pt x="22628" y="74372"/>
                      <a:pt x="22628" y="74372"/>
                      <a:pt x="22202" y="74510"/>
                    </a:cubicBezTo>
                    <a:cubicBezTo>
                      <a:pt x="21038" y="74975"/>
                      <a:pt x="20173" y="75907"/>
                      <a:pt x="19618" y="77030"/>
                    </a:cubicBezTo>
                    <a:cubicBezTo>
                      <a:pt x="19485" y="77682"/>
                      <a:pt x="19505" y="78332"/>
                      <a:pt x="19518" y="78995"/>
                    </a:cubicBezTo>
                    <a:cubicBezTo>
                      <a:pt x="19518" y="79132"/>
                      <a:pt x="19518" y="79272"/>
                      <a:pt x="19520" y="79418"/>
                    </a:cubicBezTo>
                    <a:cubicBezTo>
                      <a:pt x="19523" y="79760"/>
                      <a:pt x="19528" y="80102"/>
                      <a:pt x="19533" y="80447"/>
                    </a:cubicBezTo>
                    <a:cubicBezTo>
                      <a:pt x="20065" y="80715"/>
                      <a:pt x="20368" y="80740"/>
                      <a:pt x="20957" y="80768"/>
                    </a:cubicBezTo>
                    <a:cubicBezTo>
                      <a:pt x="21140" y="80778"/>
                      <a:pt x="21325" y="80785"/>
                      <a:pt x="21513" y="80795"/>
                    </a:cubicBezTo>
                    <a:cubicBezTo>
                      <a:pt x="21610" y="80800"/>
                      <a:pt x="21610" y="80800"/>
                      <a:pt x="22095" y="80822"/>
                    </a:cubicBezTo>
                    <a:cubicBezTo>
                      <a:pt x="22470" y="80840"/>
                      <a:pt x="22847" y="80857"/>
                      <a:pt x="23222" y="80877"/>
                    </a:cubicBezTo>
                    <a:cubicBezTo>
                      <a:pt x="23390" y="80885"/>
                      <a:pt x="23558" y="80893"/>
                      <a:pt x="23730" y="80900"/>
                    </a:cubicBezTo>
                    <a:cubicBezTo>
                      <a:pt x="24283" y="80947"/>
                      <a:pt x="24283" y="80947"/>
                      <a:pt x="24880" y="81072"/>
                    </a:cubicBezTo>
                    <a:cubicBezTo>
                      <a:pt x="26165" y="81288"/>
                      <a:pt x="27480" y="81235"/>
                      <a:pt x="28780" y="81232"/>
                    </a:cubicBezTo>
                    <a:cubicBezTo>
                      <a:pt x="29085" y="81235"/>
                      <a:pt x="29388" y="81235"/>
                      <a:pt x="29692" y="81235"/>
                    </a:cubicBezTo>
                    <a:cubicBezTo>
                      <a:pt x="30515" y="81237"/>
                      <a:pt x="31340" y="81237"/>
                      <a:pt x="32163" y="81237"/>
                    </a:cubicBezTo>
                    <a:cubicBezTo>
                      <a:pt x="32680" y="81240"/>
                      <a:pt x="33195" y="81240"/>
                      <a:pt x="33712" y="81240"/>
                    </a:cubicBezTo>
                    <a:cubicBezTo>
                      <a:pt x="35520" y="81242"/>
                      <a:pt x="37327" y="81242"/>
                      <a:pt x="39133" y="81242"/>
                    </a:cubicBezTo>
                    <a:cubicBezTo>
                      <a:pt x="40808" y="81242"/>
                      <a:pt x="42482" y="81245"/>
                      <a:pt x="44158" y="81250"/>
                    </a:cubicBezTo>
                    <a:cubicBezTo>
                      <a:pt x="45602" y="81252"/>
                      <a:pt x="47048" y="81255"/>
                      <a:pt x="48493" y="81255"/>
                    </a:cubicBezTo>
                    <a:cubicBezTo>
                      <a:pt x="49352" y="81255"/>
                      <a:pt x="50212" y="81255"/>
                      <a:pt x="51070" y="81257"/>
                    </a:cubicBezTo>
                    <a:cubicBezTo>
                      <a:pt x="60107" y="81282"/>
                      <a:pt x="60108" y="81282"/>
                      <a:pt x="61783" y="80447"/>
                    </a:cubicBezTo>
                    <a:cubicBezTo>
                      <a:pt x="61977" y="76812"/>
                      <a:pt x="61977" y="76812"/>
                      <a:pt x="60783" y="75447"/>
                    </a:cubicBezTo>
                    <a:cubicBezTo>
                      <a:pt x="60090" y="74778"/>
                      <a:pt x="59288" y="74460"/>
                      <a:pt x="58405" y="74110"/>
                    </a:cubicBezTo>
                    <a:cubicBezTo>
                      <a:pt x="58033" y="73947"/>
                      <a:pt x="58033" y="73947"/>
                      <a:pt x="57783" y="73697"/>
                    </a:cubicBezTo>
                    <a:cubicBezTo>
                      <a:pt x="57750" y="73305"/>
                      <a:pt x="57750" y="73305"/>
                      <a:pt x="57750" y="72795"/>
                    </a:cubicBezTo>
                    <a:cubicBezTo>
                      <a:pt x="57750" y="72602"/>
                      <a:pt x="57748" y="72413"/>
                      <a:pt x="57748" y="72215"/>
                    </a:cubicBezTo>
                    <a:cubicBezTo>
                      <a:pt x="57748" y="72005"/>
                      <a:pt x="57748" y="71798"/>
                      <a:pt x="57748" y="71582"/>
                    </a:cubicBezTo>
                    <a:cubicBezTo>
                      <a:pt x="57743" y="71140"/>
                      <a:pt x="57738" y="70697"/>
                      <a:pt x="57732" y="70255"/>
                    </a:cubicBezTo>
                    <a:cubicBezTo>
                      <a:pt x="57725" y="69558"/>
                      <a:pt x="57720" y="68860"/>
                      <a:pt x="57720" y="68163"/>
                    </a:cubicBezTo>
                    <a:cubicBezTo>
                      <a:pt x="57712" y="63192"/>
                      <a:pt x="57712" y="63192"/>
                      <a:pt x="56283" y="60947"/>
                    </a:cubicBezTo>
                    <a:cubicBezTo>
                      <a:pt x="56240" y="60880"/>
                      <a:pt x="56240" y="60880"/>
                      <a:pt x="56023" y="60535"/>
                    </a:cubicBezTo>
                    <a:cubicBezTo>
                      <a:pt x="55403" y="59625"/>
                      <a:pt x="54438" y="59045"/>
                      <a:pt x="53533" y="58447"/>
                    </a:cubicBezTo>
                    <a:cubicBezTo>
                      <a:pt x="53567" y="58377"/>
                      <a:pt x="53567" y="58377"/>
                      <a:pt x="53750" y="58025"/>
                    </a:cubicBezTo>
                    <a:cubicBezTo>
                      <a:pt x="54043" y="57423"/>
                      <a:pt x="54305" y="56825"/>
                      <a:pt x="54533" y="56197"/>
                    </a:cubicBezTo>
                    <a:cubicBezTo>
                      <a:pt x="54595" y="56028"/>
                      <a:pt x="54658" y="55857"/>
                      <a:pt x="54722" y="55685"/>
                    </a:cubicBezTo>
                    <a:cubicBezTo>
                      <a:pt x="55335" y="53867"/>
                      <a:pt x="55452" y="52102"/>
                      <a:pt x="55533" y="50197"/>
                    </a:cubicBezTo>
                    <a:cubicBezTo>
                      <a:pt x="56273" y="50350"/>
                      <a:pt x="56628" y="50510"/>
                      <a:pt x="57283" y="50947"/>
                    </a:cubicBezTo>
                    <a:cubicBezTo>
                      <a:pt x="57365" y="50205"/>
                      <a:pt x="57447" y="49462"/>
                      <a:pt x="57533" y="48697"/>
                    </a:cubicBezTo>
                    <a:cubicBezTo>
                      <a:pt x="57727" y="48645"/>
                      <a:pt x="57923" y="48595"/>
                      <a:pt x="58125" y="48540"/>
                    </a:cubicBezTo>
                    <a:cubicBezTo>
                      <a:pt x="59160" y="48207"/>
                      <a:pt x="60023" y="47585"/>
                      <a:pt x="60915" y="46982"/>
                    </a:cubicBezTo>
                    <a:cubicBezTo>
                      <a:pt x="61785" y="46580"/>
                      <a:pt x="62305" y="46785"/>
                      <a:pt x="63178" y="47080"/>
                    </a:cubicBezTo>
                    <a:cubicBezTo>
                      <a:pt x="63462" y="47202"/>
                      <a:pt x="63748" y="47325"/>
                      <a:pt x="64033" y="47447"/>
                    </a:cubicBezTo>
                    <a:cubicBezTo>
                      <a:pt x="64153" y="48750"/>
                      <a:pt x="64153" y="48750"/>
                      <a:pt x="63810" y="49308"/>
                    </a:cubicBezTo>
                    <a:cubicBezTo>
                      <a:pt x="63630" y="49520"/>
                      <a:pt x="63442" y="49727"/>
                      <a:pt x="63250" y="49928"/>
                    </a:cubicBezTo>
                    <a:cubicBezTo>
                      <a:pt x="63033" y="50197"/>
                      <a:pt x="63033" y="50197"/>
                      <a:pt x="63033" y="50697"/>
                    </a:cubicBezTo>
                    <a:cubicBezTo>
                      <a:pt x="62845" y="50747"/>
                      <a:pt x="62660" y="50800"/>
                      <a:pt x="62470" y="50852"/>
                    </a:cubicBezTo>
                    <a:cubicBezTo>
                      <a:pt x="61592" y="51207"/>
                      <a:pt x="61175" y="51860"/>
                      <a:pt x="60783" y="52697"/>
                    </a:cubicBezTo>
                    <a:cubicBezTo>
                      <a:pt x="60643" y="53207"/>
                      <a:pt x="60582" y="53668"/>
                      <a:pt x="60533" y="54197"/>
                    </a:cubicBezTo>
                    <a:cubicBezTo>
                      <a:pt x="59312" y="53760"/>
                      <a:pt x="59312" y="53760"/>
                      <a:pt x="59033" y="53197"/>
                    </a:cubicBezTo>
                    <a:cubicBezTo>
                      <a:pt x="59023" y="52780"/>
                      <a:pt x="59020" y="52362"/>
                      <a:pt x="59033" y="51947"/>
                    </a:cubicBezTo>
                    <a:cubicBezTo>
                      <a:pt x="58620" y="51865"/>
                      <a:pt x="58207" y="51783"/>
                      <a:pt x="57783" y="51697"/>
                    </a:cubicBezTo>
                    <a:cubicBezTo>
                      <a:pt x="57913" y="53085"/>
                      <a:pt x="58447" y="54122"/>
                      <a:pt x="59110" y="55337"/>
                    </a:cubicBezTo>
                    <a:cubicBezTo>
                      <a:pt x="59160" y="55430"/>
                      <a:pt x="59160" y="55430"/>
                      <a:pt x="59408" y="55900"/>
                    </a:cubicBezTo>
                    <a:cubicBezTo>
                      <a:pt x="60035" y="57070"/>
                      <a:pt x="60660" y="58190"/>
                      <a:pt x="61702" y="59040"/>
                    </a:cubicBezTo>
                    <a:cubicBezTo>
                      <a:pt x="62788" y="60382"/>
                      <a:pt x="62205" y="62817"/>
                      <a:pt x="62067" y="64395"/>
                    </a:cubicBezTo>
                    <a:cubicBezTo>
                      <a:pt x="61980" y="65665"/>
                      <a:pt x="61940" y="66455"/>
                      <a:pt x="62783" y="67447"/>
                    </a:cubicBezTo>
                    <a:cubicBezTo>
                      <a:pt x="63327" y="67720"/>
                      <a:pt x="63645" y="67745"/>
                      <a:pt x="64250" y="67760"/>
                    </a:cubicBezTo>
                    <a:cubicBezTo>
                      <a:pt x="64420" y="67765"/>
                      <a:pt x="64590" y="67772"/>
                      <a:pt x="64765" y="67780"/>
                    </a:cubicBezTo>
                    <a:cubicBezTo>
                      <a:pt x="65513" y="67660"/>
                      <a:pt x="65775" y="67528"/>
                      <a:pt x="66283" y="66947"/>
                    </a:cubicBezTo>
                    <a:cubicBezTo>
                      <a:pt x="66480" y="66147"/>
                      <a:pt x="66538" y="65345"/>
                      <a:pt x="66595" y="64525"/>
                    </a:cubicBezTo>
                    <a:cubicBezTo>
                      <a:pt x="66613" y="64303"/>
                      <a:pt x="66633" y="64077"/>
                      <a:pt x="66653" y="63847"/>
                    </a:cubicBezTo>
                    <a:cubicBezTo>
                      <a:pt x="66700" y="63298"/>
                      <a:pt x="66742" y="62747"/>
                      <a:pt x="66783" y="62197"/>
                    </a:cubicBezTo>
                    <a:cubicBezTo>
                      <a:pt x="66888" y="62168"/>
                      <a:pt x="66888" y="62168"/>
                      <a:pt x="67420" y="62022"/>
                    </a:cubicBezTo>
                    <a:cubicBezTo>
                      <a:pt x="67697" y="61940"/>
                      <a:pt x="67975" y="61857"/>
                      <a:pt x="68250" y="61775"/>
                    </a:cubicBezTo>
                    <a:cubicBezTo>
                      <a:pt x="68390" y="61737"/>
                      <a:pt x="68528" y="61700"/>
                      <a:pt x="68673" y="61663"/>
                    </a:cubicBezTo>
                    <a:cubicBezTo>
                      <a:pt x="69077" y="61538"/>
                      <a:pt x="69420" y="61418"/>
                      <a:pt x="69783" y="61197"/>
                    </a:cubicBezTo>
                    <a:cubicBezTo>
                      <a:pt x="70128" y="60535"/>
                      <a:pt x="70128" y="60535"/>
                      <a:pt x="70283" y="59947"/>
                    </a:cubicBezTo>
                    <a:cubicBezTo>
                      <a:pt x="70125" y="60028"/>
                      <a:pt x="69967" y="60110"/>
                      <a:pt x="69808" y="60192"/>
                    </a:cubicBezTo>
                    <a:cubicBezTo>
                      <a:pt x="68790" y="60597"/>
                      <a:pt x="67717" y="60520"/>
                      <a:pt x="66643" y="60510"/>
                    </a:cubicBezTo>
                    <a:cubicBezTo>
                      <a:pt x="66428" y="60512"/>
                      <a:pt x="66215" y="60512"/>
                      <a:pt x="65998" y="60515"/>
                    </a:cubicBezTo>
                    <a:cubicBezTo>
                      <a:pt x="65793" y="60515"/>
                      <a:pt x="65587" y="60515"/>
                      <a:pt x="65375" y="60512"/>
                    </a:cubicBezTo>
                    <a:cubicBezTo>
                      <a:pt x="65190" y="60512"/>
                      <a:pt x="65003" y="60512"/>
                      <a:pt x="64812" y="60512"/>
                    </a:cubicBezTo>
                    <a:cubicBezTo>
                      <a:pt x="64205" y="60438"/>
                      <a:pt x="63803" y="60262"/>
                      <a:pt x="63283" y="59947"/>
                    </a:cubicBezTo>
                    <a:cubicBezTo>
                      <a:pt x="62207" y="58117"/>
                      <a:pt x="62913" y="55153"/>
                      <a:pt x="63283" y="53197"/>
                    </a:cubicBezTo>
                    <a:cubicBezTo>
                      <a:pt x="63365" y="53033"/>
                      <a:pt x="63447" y="52867"/>
                      <a:pt x="63533" y="52697"/>
                    </a:cubicBezTo>
                    <a:cubicBezTo>
                      <a:pt x="64640" y="52385"/>
                      <a:pt x="65712" y="52438"/>
                      <a:pt x="66853" y="52462"/>
                    </a:cubicBezTo>
                    <a:cubicBezTo>
                      <a:pt x="67525" y="52447"/>
                      <a:pt x="68128" y="52347"/>
                      <a:pt x="68783" y="52197"/>
                    </a:cubicBezTo>
                    <a:cubicBezTo>
                      <a:pt x="68700" y="52060"/>
                      <a:pt x="68617" y="51923"/>
                      <a:pt x="68533" y="51783"/>
                    </a:cubicBezTo>
                    <a:cubicBezTo>
                      <a:pt x="68070" y="50697"/>
                      <a:pt x="68240" y="49567"/>
                      <a:pt x="68533" y="48447"/>
                    </a:cubicBezTo>
                    <a:cubicBezTo>
                      <a:pt x="69182" y="47612"/>
                      <a:pt x="70180" y="47380"/>
                      <a:pt x="71158" y="47082"/>
                    </a:cubicBezTo>
                    <a:cubicBezTo>
                      <a:pt x="72488" y="46600"/>
                      <a:pt x="73300" y="45670"/>
                      <a:pt x="74170" y="44595"/>
                    </a:cubicBezTo>
                    <a:cubicBezTo>
                      <a:pt x="74508" y="44222"/>
                      <a:pt x="74763" y="44030"/>
                      <a:pt x="75202" y="43805"/>
                    </a:cubicBezTo>
                    <a:cubicBezTo>
                      <a:pt x="76135" y="43227"/>
                      <a:pt x="76413" y="42423"/>
                      <a:pt x="76673" y="41387"/>
                    </a:cubicBezTo>
                    <a:cubicBezTo>
                      <a:pt x="77028" y="39140"/>
                      <a:pt x="77008" y="36778"/>
                      <a:pt x="76033" y="34697"/>
                    </a:cubicBezTo>
                    <a:cubicBezTo>
                      <a:pt x="75980" y="34582"/>
                      <a:pt x="75928" y="34465"/>
                      <a:pt x="75875" y="34347"/>
                    </a:cubicBezTo>
                    <a:cubicBezTo>
                      <a:pt x="74700" y="31845"/>
                      <a:pt x="72717" y="30232"/>
                      <a:pt x="70190" y="29207"/>
                    </a:cubicBezTo>
                    <a:cubicBezTo>
                      <a:pt x="67440" y="28250"/>
                      <a:pt x="64888" y="28522"/>
                      <a:pt x="62283" y="29697"/>
                    </a:cubicBezTo>
                    <a:cubicBezTo>
                      <a:pt x="61785" y="30000"/>
                      <a:pt x="61332" y="30315"/>
                      <a:pt x="60883" y="30685"/>
                    </a:cubicBezTo>
                    <a:cubicBezTo>
                      <a:pt x="60518" y="30957"/>
                      <a:pt x="60212" y="31065"/>
                      <a:pt x="59783" y="31197"/>
                    </a:cubicBezTo>
                    <a:cubicBezTo>
                      <a:pt x="59863" y="31012"/>
                      <a:pt x="59942" y="30830"/>
                      <a:pt x="60028" y="30642"/>
                    </a:cubicBezTo>
                    <a:cubicBezTo>
                      <a:pt x="60457" y="29337"/>
                      <a:pt x="60365" y="27935"/>
                      <a:pt x="60365" y="26575"/>
                    </a:cubicBezTo>
                    <a:cubicBezTo>
                      <a:pt x="60368" y="26270"/>
                      <a:pt x="60370" y="25965"/>
                      <a:pt x="60370" y="25658"/>
                    </a:cubicBezTo>
                    <a:cubicBezTo>
                      <a:pt x="60375" y="25020"/>
                      <a:pt x="60375" y="24380"/>
                      <a:pt x="60375" y="23740"/>
                    </a:cubicBezTo>
                    <a:cubicBezTo>
                      <a:pt x="60375" y="22928"/>
                      <a:pt x="60383" y="22112"/>
                      <a:pt x="60390" y="21300"/>
                    </a:cubicBezTo>
                    <a:cubicBezTo>
                      <a:pt x="60395" y="20670"/>
                      <a:pt x="60398" y="20037"/>
                      <a:pt x="60395" y="19405"/>
                    </a:cubicBezTo>
                    <a:cubicBezTo>
                      <a:pt x="60398" y="19107"/>
                      <a:pt x="60400" y="18808"/>
                      <a:pt x="60403" y="18507"/>
                    </a:cubicBezTo>
                    <a:cubicBezTo>
                      <a:pt x="60433" y="16097"/>
                      <a:pt x="60160" y="14050"/>
                      <a:pt x="58423" y="12212"/>
                    </a:cubicBezTo>
                    <a:cubicBezTo>
                      <a:pt x="57610" y="11480"/>
                      <a:pt x="56850" y="10822"/>
                      <a:pt x="55755" y="10582"/>
                    </a:cubicBezTo>
                    <a:cubicBezTo>
                      <a:pt x="54212" y="10217"/>
                      <a:pt x="54212" y="10217"/>
                      <a:pt x="53715" y="9477"/>
                    </a:cubicBezTo>
                    <a:cubicBezTo>
                      <a:pt x="53490" y="8887"/>
                      <a:pt x="53322" y="8308"/>
                      <a:pt x="53173" y="7697"/>
                    </a:cubicBezTo>
                    <a:cubicBezTo>
                      <a:pt x="53060" y="7290"/>
                      <a:pt x="52945" y="6885"/>
                      <a:pt x="52830" y="6477"/>
                    </a:cubicBezTo>
                    <a:cubicBezTo>
                      <a:pt x="52785" y="6297"/>
                      <a:pt x="52738" y="6117"/>
                      <a:pt x="52690" y="5933"/>
                    </a:cubicBezTo>
                    <a:cubicBezTo>
                      <a:pt x="52533" y="5447"/>
                      <a:pt x="52533" y="5447"/>
                      <a:pt x="52258" y="5045"/>
                    </a:cubicBezTo>
                    <a:cubicBezTo>
                      <a:pt x="52033" y="4697"/>
                      <a:pt x="52033" y="4697"/>
                      <a:pt x="52110" y="4102"/>
                    </a:cubicBezTo>
                    <a:cubicBezTo>
                      <a:pt x="52222" y="3675"/>
                      <a:pt x="52342" y="3248"/>
                      <a:pt x="52470" y="2822"/>
                    </a:cubicBezTo>
                    <a:cubicBezTo>
                      <a:pt x="52533" y="2197"/>
                      <a:pt x="52533" y="2197"/>
                      <a:pt x="52268" y="1510"/>
                    </a:cubicBezTo>
                    <a:cubicBezTo>
                      <a:pt x="51780" y="942"/>
                      <a:pt x="51697" y="857"/>
                      <a:pt x="51018" y="727"/>
                    </a:cubicBezTo>
                    <a:cubicBezTo>
                      <a:pt x="50283" y="697"/>
                      <a:pt x="50283" y="697"/>
                      <a:pt x="49783" y="947"/>
                    </a:cubicBezTo>
                    <a:close/>
                  </a:path>
                </a:pathLst>
              </a:custGeom>
              <a:solidFill>
                <a:srgbClr val="FAD272"/>
              </a:solidFill>
              <a:ln w="0">
                <a:noFill/>
              </a:ln>
            </p:spPr>
          </p:sp>
          <p:sp>
            <p:nvSpPr>
              <p:cNvPr id="612" name="robot vector"/>
              <p:cNvSpPr/>
              <p:nvPr/>
            </p:nvSpPr>
            <p:spPr>
              <a:xfrm>
                <a:off x="7968699" y="4530852"/>
                <a:ext cx="238041" cy="662940"/>
              </a:xfrm>
              <a:custGeom>
                <a:avLst/>
                <a:gdLst/>
                <a:ahLst/>
                <a:cxnLst/>
                <a:rect l="0" t="0" r="r" b="b"/>
                <a:pathLst>
                  <a:path w="26033" h="72500" fill="norm" stroke="0">
                    <a:moveTo>
                      <a:pt x="25533" y="0"/>
                    </a:moveTo>
                    <a:cubicBezTo>
                      <a:pt x="25615" y="40"/>
                      <a:pt x="25615" y="40"/>
                      <a:pt x="26033" y="250"/>
                    </a:cubicBezTo>
                    <a:cubicBezTo>
                      <a:pt x="25985" y="892"/>
                      <a:pt x="25923" y="1533"/>
                      <a:pt x="25860" y="2173"/>
                    </a:cubicBezTo>
                    <a:cubicBezTo>
                      <a:pt x="25848" y="2353"/>
                      <a:pt x="25835" y="2533"/>
                      <a:pt x="25820" y="2717"/>
                    </a:cubicBezTo>
                    <a:cubicBezTo>
                      <a:pt x="25680" y="4062"/>
                      <a:pt x="25315" y="4655"/>
                      <a:pt x="24283" y="5500"/>
                    </a:cubicBezTo>
                    <a:cubicBezTo>
                      <a:pt x="22957" y="6855"/>
                      <a:pt x="21990" y="8095"/>
                      <a:pt x="21707" y="10010"/>
                    </a:cubicBezTo>
                    <a:cubicBezTo>
                      <a:pt x="21567" y="10880"/>
                      <a:pt x="21450" y="11348"/>
                      <a:pt x="20778" y="11952"/>
                    </a:cubicBezTo>
                    <a:cubicBezTo>
                      <a:pt x="20375" y="12245"/>
                      <a:pt x="19970" y="12535"/>
                      <a:pt x="19565" y="12822"/>
                    </a:cubicBezTo>
                    <a:cubicBezTo>
                      <a:pt x="18523" y="13660"/>
                      <a:pt x="18305" y="14692"/>
                      <a:pt x="18110" y="15970"/>
                    </a:cubicBezTo>
                    <a:cubicBezTo>
                      <a:pt x="17908" y="18165"/>
                      <a:pt x="17678" y="21038"/>
                      <a:pt x="19095" y="22875"/>
                    </a:cubicBezTo>
                    <a:cubicBezTo>
                      <a:pt x="19525" y="23357"/>
                      <a:pt x="19938" y="23570"/>
                      <a:pt x="20523" y="23815"/>
                    </a:cubicBezTo>
                    <a:cubicBezTo>
                      <a:pt x="21452" y="24265"/>
                      <a:pt x="21733" y="24915"/>
                      <a:pt x="22143" y="25827"/>
                    </a:cubicBezTo>
                    <a:cubicBezTo>
                      <a:pt x="22895" y="27362"/>
                      <a:pt x="23723" y="28365"/>
                      <a:pt x="25207" y="29255"/>
                    </a:cubicBezTo>
                    <a:cubicBezTo>
                      <a:pt x="25315" y="29335"/>
                      <a:pt x="25423" y="29418"/>
                      <a:pt x="25533" y="29500"/>
                    </a:cubicBezTo>
                    <a:cubicBezTo>
                      <a:pt x="25533" y="29665"/>
                      <a:pt x="25533" y="29830"/>
                      <a:pt x="25533" y="30000"/>
                    </a:cubicBezTo>
                    <a:cubicBezTo>
                      <a:pt x="24100" y="31013"/>
                      <a:pt x="23053" y="31342"/>
                      <a:pt x="21345" y="31263"/>
                    </a:cubicBezTo>
                    <a:cubicBezTo>
                      <a:pt x="20283" y="31220"/>
                      <a:pt x="19633" y="31375"/>
                      <a:pt x="18783" y="32000"/>
                    </a:cubicBezTo>
                    <a:cubicBezTo>
                      <a:pt x="18582" y="32130"/>
                      <a:pt x="18380" y="32258"/>
                      <a:pt x="18173" y="32390"/>
                    </a:cubicBezTo>
                    <a:cubicBezTo>
                      <a:pt x="17380" y="33058"/>
                      <a:pt x="16848" y="33938"/>
                      <a:pt x="16270" y="34790"/>
                    </a:cubicBezTo>
                    <a:cubicBezTo>
                      <a:pt x="15758" y="35545"/>
                      <a:pt x="15210" y="36273"/>
                      <a:pt x="14658" y="37000"/>
                    </a:cubicBezTo>
                    <a:cubicBezTo>
                      <a:pt x="14467" y="37255"/>
                      <a:pt x="14275" y="37510"/>
                      <a:pt x="14085" y="37763"/>
                    </a:cubicBezTo>
                    <a:cubicBezTo>
                      <a:pt x="13817" y="38122"/>
                      <a:pt x="13548" y="38480"/>
                      <a:pt x="13275" y="38835"/>
                    </a:cubicBezTo>
                    <a:cubicBezTo>
                      <a:pt x="11915" y="40605"/>
                      <a:pt x="10868" y="42315"/>
                      <a:pt x="11072" y="44630"/>
                    </a:cubicBezTo>
                    <a:cubicBezTo>
                      <a:pt x="11278" y="46125"/>
                      <a:pt x="11827" y="47050"/>
                      <a:pt x="12832" y="48192"/>
                    </a:cubicBezTo>
                    <a:cubicBezTo>
                      <a:pt x="13315" y="48790"/>
                      <a:pt x="13608" y="49365"/>
                      <a:pt x="13923" y="50062"/>
                    </a:cubicBezTo>
                    <a:cubicBezTo>
                      <a:pt x="14655" y="51597"/>
                      <a:pt x="15565" y="52255"/>
                      <a:pt x="17028" y="53060"/>
                    </a:cubicBezTo>
                    <a:cubicBezTo>
                      <a:pt x="17128" y="53115"/>
                      <a:pt x="17128" y="53115"/>
                      <a:pt x="17628" y="53393"/>
                    </a:cubicBezTo>
                    <a:cubicBezTo>
                      <a:pt x="18810" y="54038"/>
                      <a:pt x="19990" y="54685"/>
                      <a:pt x="21173" y="55327"/>
                    </a:cubicBezTo>
                    <a:cubicBezTo>
                      <a:pt x="21428" y="55467"/>
                      <a:pt x="21683" y="55605"/>
                      <a:pt x="21938" y="55745"/>
                    </a:cubicBezTo>
                    <a:cubicBezTo>
                      <a:pt x="22553" y="56080"/>
                      <a:pt x="23168" y="56415"/>
                      <a:pt x="23783" y="56750"/>
                    </a:cubicBezTo>
                    <a:cubicBezTo>
                      <a:pt x="23785" y="58227"/>
                      <a:pt x="23775" y="59705"/>
                      <a:pt x="23758" y="61180"/>
                    </a:cubicBezTo>
                    <a:cubicBezTo>
                      <a:pt x="23753" y="61683"/>
                      <a:pt x="23750" y="62185"/>
                      <a:pt x="23753" y="62688"/>
                    </a:cubicBezTo>
                    <a:cubicBezTo>
                      <a:pt x="23753" y="63410"/>
                      <a:pt x="23745" y="64132"/>
                      <a:pt x="23733" y="64855"/>
                    </a:cubicBezTo>
                    <a:cubicBezTo>
                      <a:pt x="23735" y="65080"/>
                      <a:pt x="23738" y="65305"/>
                      <a:pt x="23740" y="65535"/>
                    </a:cubicBezTo>
                    <a:cubicBezTo>
                      <a:pt x="23705" y="67058"/>
                      <a:pt x="23705" y="67058"/>
                      <a:pt x="23212" y="67607"/>
                    </a:cubicBezTo>
                    <a:cubicBezTo>
                      <a:pt x="22827" y="67872"/>
                      <a:pt x="22462" y="68070"/>
                      <a:pt x="22033" y="68250"/>
                    </a:cubicBezTo>
                    <a:cubicBezTo>
                      <a:pt x="21895" y="68308"/>
                      <a:pt x="21758" y="68365"/>
                      <a:pt x="21615" y="68425"/>
                    </a:cubicBezTo>
                    <a:cubicBezTo>
                      <a:pt x="21495" y="68475"/>
                      <a:pt x="21375" y="68528"/>
                      <a:pt x="21253" y="68577"/>
                    </a:cubicBezTo>
                    <a:cubicBezTo>
                      <a:pt x="20305" y="69035"/>
                      <a:pt x="19930" y="69810"/>
                      <a:pt x="19533" y="70750"/>
                    </a:cubicBezTo>
                    <a:cubicBezTo>
                      <a:pt x="19335" y="71327"/>
                      <a:pt x="19175" y="71908"/>
                      <a:pt x="19033" y="72500"/>
                    </a:cubicBezTo>
                    <a:cubicBezTo>
                      <a:pt x="17658" y="71878"/>
                      <a:pt x="16520" y="71173"/>
                      <a:pt x="15393" y="70173"/>
                    </a:cubicBezTo>
                    <a:cubicBezTo>
                      <a:pt x="15245" y="70045"/>
                      <a:pt x="15100" y="69915"/>
                      <a:pt x="14947" y="69785"/>
                    </a:cubicBezTo>
                    <a:cubicBezTo>
                      <a:pt x="13765" y="68737"/>
                      <a:pt x="12625" y="67643"/>
                      <a:pt x="11503" y="66530"/>
                    </a:cubicBezTo>
                    <a:cubicBezTo>
                      <a:pt x="11345" y="66378"/>
                      <a:pt x="11188" y="66222"/>
                      <a:pt x="11025" y="66062"/>
                    </a:cubicBezTo>
                    <a:cubicBezTo>
                      <a:pt x="10255" y="65288"/>
                      <a:pt x="9582" y="64525"/>
                      <a:pt x="9003" y="63597"/>
                    </a:cubicBezTo>
                    <a:cubicBezTo>
                      <a:pt x="8790" y="63263"/>
                      <a:pt x="8565" y="62950"/>
                      <a:pt x="8327" y="62635"/>
                    </a:cubicBezTo>
                    <a:cubicBezTo>
                      <a:pt x="5938" y="59475"/>
                      <a:pt x="4243" y="56305"/>
                      <a:pt x="2973" y="52548"/>
                    </a:cubicBezTo>
                    <a:cubicBezTo>
                      <a:pt x="2805" y="52062"/>
                      <a:pt x="2625" y="51587"/>
                      <a:pt x="2433" y="51112"/>
                    </a:cubicBezTo>
                    <a:cubicBezTo>
                      <a:pt x="1008" y="47538"/>
                      <a:pt x="395" y="43555"/>
                      <a:pt x="295" y="39717"/>
                    </a:cubicBezTo>
                    <a:cubicBezTo>
                      <a:pt x="288" y="39395"/>
                      <a:pt x="275" y="39070"/>
                      <a:pt x="260" y="38747"/>
                    </a:cubicBezTo>
                    <a:cubicBezTo>
                      <a:pt x="0" y="33158"/>
                      <a:pt x="1195" y="27095"/>
                      <a:pt x="3550" y="22008"/>
                    </a:cubicBezTo>
                    <a:cubicBezTo>
                      <a:pt x="3780" y="21505"/>
                      <a:pt x="3995" y="20995"/>
                      <a:pt x="4205" y="20485"/>
                    </a:cubicBezTo>
                    <a:cubicBezTo>
                      <a:pt x="5890" y="16712"/>
                      <a:pt x="8130" y="13390"/>
                      <a:pt x="10945" y="10385"/>
                    </a:cubicBezTo>
                    <a:cubicBezTo>
                      <a:pt x="11428" y="9870"/>
                      <a:pt x="11873" y="9332"/>
                      <a:pt x="12312" y="8780"/>
                    </a:cubicBezTo>
                    <a:cubicBezTo>
                      <a:pt x="15452" y="5205"/>
                      <a:pt x="19955" y="2410"/>
                      <a:pt x="24283" y="500"/>
                    </a:cubicBezTo>
                    <a:cubicBezTo>
                      <a:pt x="24393" y="450"/>
                      <a:pt x="24393" y="450"/>
                      <a:pt x="24942" y="205"/>
                    </a:cubicBezTo>
                    <a:cubicBezTo>
                      <a:pt x="25138" y="137"/>
                      <a:pt x="25332" y="70"/>
                      <a:pt x="25533" y="0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613" name="robot vector"/>
              <p:cNvSpPr/>
              <p:nvPr/>
            </p:nvSpPr>
            <p:spPr>
              <a:xfrm>
                <a:off x="8186532" y="4587179"/>
                <a:ext cx="316131" cy="193830"/>
              </a:xfrm>
              <a:custGeom>
                <a:avLst/>
                <a:gdLst/>
                <a:ahLst/>
                <a:cxnLst/>
                <a:rect l="0" t="0" r="r" b="b"/>
                <a:pathLst>
                  <a:path w="34572" h="21197" fill="norm" stroke="0">
                    <a:moveTo>
                      <a:pt x="5710" y="90"/>
                    </a:moveTo>
                    <a:cubicBezTo>
                      <a:pt x="5758" y="685"/>
                      <a:pt x="5758" y="685"/>
                      <a:pt x="5710" y="1340"/>
                    </a:cubicBezTo>
                    <a:cubicBezTo>
                      <a:pt x="5350" y="1605"/>
                      <a:pt x="5350" y="1605"/>
                      <a:pt x="4960" y="1840"/>
                    </a:cubicBezTo>
                    <a:cubicBezTo>
                      <a:pt x="4788" y="2370"/>
                      <a:pt x="4788" y="2370"/>
                      <a:pt x="4710" y="2840"/>
                    </a:cubicBezTo>
                    <a:cubicBezTo>
                      <a:pt x="5680" y="1902"/>
                      <a:pt x="5680" y="1902"/>
                      <a:pt x="5960" y="1340"/>
                    </a:cubicBezTo>
                    <a:cubicBezTo>
                      <a:pt x="8113" y="240"/>
                      <a:pt x="10680" y="485"/>
                      <a:pt x="13020" y="500"/>
                    </a:cubicBezTo>
                    <a:cubicBezTo>
                      <a:pt x="13463" y="500"/>
                      <a:pt x="13905" y="500"/>
                      <a:pt x="14348" y="500"/>
                    </a:cubicBezTo>
                    <a:cubicBezTo>
                      <a:pt x="15273" y="500"/>
                      <a:pt x="16197" y="502"/>
                      <a:pt x="17123" y="505"/>
                    </a:cubicBezTo>
                    <a:cubicBezTo>
                      <a:pt x="18298" y="512"/>
                      <a:pt x="19475" y="512"/>
                      <a:pt x="20653" y="510"/>
                    </a:cubicBezTo>
                    <a:cubicBezTo>
                      <a:pt x="21565" y="510"/>
                      <a:pt x="22480" y="510"/>
                      <a:pt x="23393" y="512"/>
                    </a:cubicBezTo>
                    <a:cubicBezTo>
                      <a:pt x="23825" y="515"/>
                      <a:pt x="24260" y="515"/>
                      <a:pt x="24692" y="515"/>
                    </a:cubicBezTo>
                    <a:cubicBezTo>
                      <a:pt x="26660" y="515"/>
                      <a:pt x="28613" y="520"/>
                      <a:pt x="30562" y="802"/>
                    </a:cubicBezTo>
                    <a:cubicBezTo>
                      <a:pt x="30690" y="822"/>
                      <a:pt x="30820" y="840"/>
                      <a:pt x="30950" y="857"/>
                    </a:cubicBezTo>
                    <a:cubicBezTo>
                      <a:pt x="31942" y="1025"/>
                      <a:pt x="32628" y="1420"/>
                      <a:pt x="33368" y="2085"/>
                    </a:cubicBezTo>
                    <a:cubicBezTo>
                      <a:pt x="34308" y="3475"/>
                      <a:pt x="34572" y="4927"/>
                      <a:pt x="34543" y="6577"/>
                    </a:cubicBezTo>
                    <a:cubicBezTo>
                      <a:pt x="34543" y="6760"/>
                      <a:pt x="34540" y="6942"/>
                      <a:pt x="34540" y="7130"/>
                    </a:cubicBezTo>
                    <a:cubicBezTo>
                      <a:pt x="34540" y="7517"/>
                      <a:pt x="34535" y="7902"/>
                      <a:pt x="34530" y="8287"/>
                    </a:cubicBezTo>
                    <a:cubicBezTo>
                      <a:pt x="34523" y="8865"/>
                      <a:pt x="34520" y="9442"/>
                      <a:pt x="34518" y="10020"/>
                    </a:cubicBezTo>
                    <a:cubicBezTo>
                      <a:pt x="34510" y="11777"/>
                      <a:pt x="34470" y="13535"/>
                      <a:pt x="34358" y="15290"/>
                    </a:cubicBezTo>
                    <a:cubicBezTo>
                      <a:pt x="34350" y="15430"/>
                      <a:pt x="34343" y="15567"/>
                      <a:pt x="34335" y="15712"/>
                    </a:cubicBezTo>
                    <a:cubicBezTo>
                      <a:pt x="34207" y="17432"/>
                      <a:pt x="33560" y="18877"/>
                      <a:pt x="32345" y="20098"/>
                    </a:cubicBezTo>
                    <a:cubicBezTo>
                      <a:pt x="31200" y="20820"/>
                      <a:pt x="29945" y="20932"/>
                      <a:pt x="28625" y="20993"/>
                    </a:cubicBezTo>
                    <a:cubicBezTo>
                      <a:pt x="28452" y="21002"/>
                      <a:pt x="28278" y="21012"/>
                      <a:pt x="28100" y="21022"/>
                    </a:cubicBezTo>
                    <a:cubicBezTo>
                      <a:pt x="26168" y="21118"/>
                      <a:pt x="24235" y="21135"/>
                      <a:pt x="22300" y="21140"/>
                    </a:cubicBezTo>
                    <a:cubicBezTo>
                      <a:pt x="22207" y="21140"/>
                      <a:pt x="22207" y="21140"/>
                      <a:pt x="21730" y="21142"/>
                    </a:cubicBezTo>
                    <a:cubicBezTo>
                      <a:pt x="20738" y="21147"/>
                      <a:pt x="19745" y="21150"/>
                      <a:pt x="18753" y="21150"/>
                    </a:cubicBezTo>
                    <a:cubicBezTo>
                      <a:pt x="17740" y="21152"/>
                      <a:pt x="16725" y="21157"/>
                      <a:pt x="15713" y="21165"/>
                    </a:cubicBezTo>
                    <a:cubicBezTo>
                      <a:pt x="14923" y="21170"/>
                      <a:pt x="14130" y="21170"/>
                      <a:pt x="13340" y="21170"/>
                    </a:cubicBezTo>
                    <a:cubicBezTo>
                      <a:pt x="12965" y="21172"/>
                      <a:pt x="12593" y="21172"/>
                      <a:pt x="12218" y="21177"/>
                    </a:cubicBezTo>
                    <a:cubicBezTo>
                      <a:pt x="9858" y="21197"/>
                      <a:pt x="7735" y="20985"/>
                      <a:pt x="5460" y="20340"/>
                    </a:cubicBezTo>
                    <a:cubicBezTo>
                      <a:pt x="5295" y="20587"/>
                      <a:pt x="5130" y="20835"/>
                      <a:pt x="4960" y="21090"/>
                    </a:cubicBezTo>
                    <a:cubicBezTo>
                      <a:pt x="3457" y="20980"/>
                      <a:pt x="2170" y="20830"/>
                      <a:pt x="1090" y="19705"/>
                    </a:cubicBezTo>
                    <a:cubicBezTo>
                      <a:pt x="485" y="18937"/>
                      <a:pt x="0" y="18228"/>
                      <a:pt x="85" y="17223"/>
                    </a:cubicBezTo>
                    <a:cubicBezTo>
                      <a:pt x="298" y="16575"/>
                      <a:pt x="702" y="16085"/>
                      <a:pt x="1138" y="15567"/>
                    </a:cubicBezTo>
                    <a:cubicBezTo>
                      <a:pt x="1900" y="14437"/>
                      <a:pt x="2058" y="13240"/>
                      <a:pt x="2055" y="11902"/>
                    </a:cubicBezTo>
                    <a:cubicBezTo>
                      <a:pt x="2053" y="11750"/>
                      <a:pt x="2053" y="11600"/>
                      <a:pt x="2053" y="11442"/>
                    </a:cubicBezTo>
                    <a:cubicBezTo>
                      <a:pt x="2015" y="9917"/>
                      <a:pt x="1630" y="8460"/>
                      <a:pt x="683" y="7227"/>
                    </a:cubicBezTo>
                    <a:cubicBezTo>
                      <a:pt x="95" y="6200"/>
                      <a:pt x="345" y="4625"/>
                      <a:pt x="585" y="3510"/>
                    </a:cubicBezTo>
                    <a:cubicBezTo>
                      <a:pt x="1067" y="2067"/>
                      <a:pt x="1868" y="1142"/>
                      <a:pt x="3180" y="387"/>
                    </a:cubicBezTo>
                    <a:cubicBezTo>
                      <a:pt x="4013" y="0"/>
                      <a:pt x="4808" y="17"/>
                      <a:pt x="5710" y="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14" name="robot vector"/>
              <p:cNvSpPr/>
              <p:nvPr/>
            </p:nvSpPr>
            <p:spPr>
              <a:xfrm>
                <a:off x="8067300" y="4474188"/>
                <a:ext cx="612374" cy="777286"/>
              </a:xfrm>
              <a:custGeom>
                <a:avLst/>
                <a:gdLst/>
                <a:ahLst/>
                <a:cxnLst/>
                <a:rect l="0" t="0" r="r" b="b"/>
                <a:pathLst>
                  <a:path w="66970" h="85005" fill="norm" stroke="0">
                    <a:moveTo>
                      <a:pt x="40640" y="400"/>
                    </a:moveTo>
                    <a:cubicBezTo>
                      <a:pt x="40790" y="442"/>
                      <a:pt x="40940" y="485"/>
                      <a:pt x="41095" y="530"/>
                    </a:cubicBezTo>
                    <a:cubicBezTo>
                      <a:pt x="41500" y="697"/>
                      <a:pt x="41500" y="697"/>
                      <a:pt x="42000" y="1197"/>
                    </a:cubicBezTo>
                    <a:cubicBezTo>
                      <a:pt x="41997" y="1545"/>
                      <a:pt x="41992" y="1895"/>
                      <a:pt x="41967" y="2245"/>
                    </a:cubicBezTo>
                    <a:cubicBezTo>
                      <a:pt x="41845" y="4007"/>
                      <a:pt x="42143" y="5558"/>
                      <a:pt x="42655" y="7245"/>
                    </a:cubicBezTo>
                    <a:cubicBezTo>
                      <a:pt x="42715" y="7450"/>
                      <a:pt x="42773" y="7657"/>
                      <a:pt x="42835" y="7870"/>
                    </a:cubicBezTo>
                    <a:cubicBezTo>
                      <a:pt x="43357" y="9482"/>
                      <a:pt x="43357" y="9482"/>
                      <a:pt x="44247" y="9938"/>
                    </a:cubicBezTo>
                    <a:cubicBezTo>
                      <a:pt x="44495" y="10032"/>
                      <a:pt x="44745" y="10117"/>
                      <a:pt x="45000" y="10197"/>
                    </a:cubicBezTo>
                    <a:cubicBezTo>
                      <a:pt x="45158" y="10260"/>
                      <a:pt x="45315" y="10325"/>
                      <a:pt x="45475" y="10390"/>
                    </a:cubicBezTo>
                    <a:cubicBezTo>
                      <a:pt x="45607" y="10440"/>
                      <a:pt x="45740" y="10490"/>
                      <a:pt x="45875" y="10540"/>
                    </a:cubicBezTo>
                    <a:cubicBezTo>
                      <a:pt x="47545" y="11257"/>
                      <a:pt x="48472" y="12332"/>
                      <a:pt x="49250" y="13947"/>
                    </a:cubicBezTo>
                    <a:cubicBezTo>
                      <a:pt x="49317" y="14085"/>
                      <a:pt x="49385" y="14225"/>
                      <a:pt x="49455" y="14367"/>
                    </a:cubicBezTo>
                    <a:cubicBezTo>
                      <a:pt x="50112" y="15890"/>
                      <a:pt x="50100" y="17377"/>
                      <a:pt x="50082" y="19005"/>
                    </a:cubicBezTo>
                    <a:cubicBezTo>
                      <a:pt x="50080" y="19297"/>
                      <a:pt x="50080" y="19590"/>
                      <a:pt x="50080" y="19880"/>
                    </a:cubicBezTo>
                    <a:cubicBezTo>
                      <a:pt x="50080" y="20487"/>
                      <a:pt x="50075" y="21095"/>
                      <a:pt x="50070" y="21705"/>
                    </a:cubicBezTo>
                    <a:cubicBezTo>
                      <a:pt x="50062" y="22480"/>
                      <a:pt x="50060" y="23257"/>
                      <a:pt x="50060" y="24035"/>
                    </a:cubicBezTo>
                    <a:cubicBezTo>
                      <a:pt x="50058" y="24780"/>
                      <a:pt x="50055" y="25525"/>
                      <a:pt x="50050" y="26270"/>
                    </a:cubicBezTo>
                    <a:cubicBezTo>
                      <a:pt x="50050" y="26413"/>
                      <a:pt x="50050" y="26553"/>
                      <a:pt x="50048" y="26697"/>
                    </a:cubicBezTo>
                    <a:cubicBezTo>
                      <a:pt x="50048" y="27097"/>
                      <a:pt x="50043" y="27497"/>
                      <a:pt x="50040" y="27900"/>
                    </a:cubicBezTo>
                    <a:cubicBezTo>
                      <a:pt x="50040" y="28012"/>
                      <a:pt x="50040" y="28012"/>
                      <a:pt x="50035" y="28587"/>
                    </a:cubicBezTo>
                    <a:cubicBezTo>
                      <a:pt x="50002" y="29158"/>
                      <a:pt x="49910" y="29650"/>
                      <a:pt x="49750" y="30197"/>
                    </a:cubicBezTo>
                    <a:cubicBezTo>
                      <a:pt x="49942" y="30095"/>
                      <a:pt x="50135" y="29992"/>
                      <a:pt x="50335" y="29887"/>
                    </a:cubicBezTo>
                    <a:cubicBezTo>
                      <a:pt x="53060" y="28465"/>
                      <a:pt x="55647" y="27617"/>
                      <a:pt x="58735" y="28507"/>
                    </a:cubicBezTo>
                    <a:cubicBezTo>
                      <a:pt x="61570" y="29545"/>
                      <a:pt x="63783" y="31025"/>
                      <a:pt x="65250" y="33697"/>
                    </a:cubicBezTo>
                    <a:cubicBezTo>
                      <a:pt x="65310" y="33805"/>
                      <a:pt x="65372" y="33915"/>
                      <a:pt x="65435" y="34028"/>
                    </a:cubicBezTo>
                    <a:cubicBezTo>
                      <a:pt x="66620" y="36207"/>
                      <a:pt x="66970" y="38655"/>
                      <a:pt x="66408" y="41095"/>
                    </a:cubicBezTo>
                    <a:cubicBezTo>
                      <a:pt x="66182" y="41835"/>
                      <a:pt x="65857" y="42512"/>
                      <a:pt x="65500" y="43197"/>
                    </a:cubicBezTo>
                    <a:cubicBezTo>
                      <a:pt x="65470" y="43265"/>
                      <a:pt x="65470" y="43265"/>
                      <a:pt x="65327" y="43610"/>
                    </a:cubicBezTo>
                    <a:cubicBezTo>
                      <a:pt x="64505" y="45545"/>
                      <a:pt x="62865" y="47045"/>
                      <a:pt x="61000" y="47947"/>
                    </a:cubicBezTo>
                    <a:cubicBezTo>
                      <a:pt x="60255" y="48235"/>
                      <a:pt x="59515" y="48470"/>
                      <a:pt x="58750" y="48697"/>
                    </a:cubicBezTo>
                    <a:cubicBezTo>
                      <a:pt x="58668" y="49522"/>
                      <a:pt x="58585" y="50347"/>
                      <a:pt x="58500" y="51197"/>
                    </a:cubicBezTo>
                    <a:cubicBezTo>
                      <a:pt x="58612" y="51225"/>
                      <a:pt x="58612" y="51225"/>
                      <a:pt x="59188" y="51370"/>
                    </a:cubicBezTo>
                    <a:cubicBezTo>
                      <a:pt x="59903" y="51548"/>
                      <a:pt x="60357" y="51942"/>
                      <a:pt x="60798" y="52530"/>
                    </a:cubicBezTo>
                    <a:cubicBezTo>
                      <a:pt x="61225" y="53415"/>
                      <a:pt x="61122" y="54392"/>
                      <a:pt x="61092" y="55352"/>
                    </a:cubicBezTo>
                    <a:cubicBezTo>
                      <a:pt x="61090" y="55465"/>
                      <a:pt x="61090" y="55465"/>
                      <a:pt x="61080" y="56030"/>
                    </a:cubicBezTo>
                    <a:cubicBezTo>
                      <a:pt x="60962" y="60502"/>
                      <a:pt x="60962" y="60502"/>
                      <a:pt x="59658" y="61908"/>
                    </a:cubicBezTo>
                    <a:cubicBezTo>
                      <a:pt x="59155" y="62265"/>
                      <a:pt x="58668" y="62382"/>
                      <a:pt x="58077" y="62555"/>
                    </a:cubicBezTo>
                    <a:cubicBezTo>
                      <a:pt x="57482" y="62785"/>
                      <a:pt x="57482" y="62785"/>
                      <a:pt x="57000" y="63197"/>
                    </a:cubicBezTo>
                    <a:cubicBezTo>
                      <a:pt x="56747" y="63955"/>
                      <a:pt x="56722" y="64742"/>
                      <a:pt x="56668" y="65532"/>
                    </a:cubicBezTo>
                    <a:cubicBezTo>
                      <a:pt x="56570" y="66805"/>
                      <a:pt x="56295" y="67510"/>
                      <a:pt x="55360" y="68423"/>
                    </a:cubicBezTo>
                    <a:cubicBezTo>
                      <a:pt x="54495" y="69082"/>
                      <a:pt x="53847" y="68938"/>
                      <a:pt x="52815" y="68808"/>
                    </a:cubicBezTo>
                    <a:cubicBezTo>
                      <a:pt x="52033" y="68655"/>
                      <a:pt x="51615" y="68452"/>
                      <a:pt x="51000" y="67947"/>
                    </a:cubicBezTo>
                    <a:cubicBezTo>
                      <a:pt x="50442" y="67100"/>
                      <a:pt x="50440" y="66315"/>
                      <a:pt x="50457" y="65332"/>
                    </a:cubicBezTo>
                    <a:cubicBezTo>
                      <a:pt x="50455" y="65015"/>
                      <a:pt x="50455" y="64697"/>
                      <a:pt x="50452" y="64380"/>
                    </a:cubicBezTo>
                    <a:cubicBezTo>
                      <a:pt x="50450" y="63882"/>
                      <a:pt x="50452" y="63387"/>
                      <a:pt x="50460" y="62890"/>
                    </a:cubicBezTo>
                    <a:cubicBezTo>
                      <a:pt x="50505" y="59772"/>
                      <a:pt x="50505" y="59772"/>
                      <a:pt x="49430" y="58587"/>
                    </a:cubicBezTo>
                    <a:cubicBezTo>
                      <a:pt x="49273" y="58438"/>
                      <a:pt x="49115" y="58288"/>
                      <a:pt x="48950" y="58132"/>
                    </a:cubicBezTo>
                    <a:cubicBezTo>
                      <a:pt x="48245" y="57452"/>
                      <a:pt x="47847" y="56642"/>
                      <a:pt x="47405" y="55775"/>
                    </a:cubicBezTo>
                    <a:cubicBezTo>
                      <a:pt x="47320" y="55615"/>
                      <a:pt x="47235" y="55457"/>
                      <a:pt x="47148" y="55293"/>
                    </a:cubicBezTo>
                    <a:cubicBezTo>
                      <a:pt x="46695" y="54428"/>
                      <a:pt x="46380" y="53668"/>
                      <a:pt x="46250" y="52697"/>
                    </a:cubicBezTo>
                    <a:cubicBezTo>
                      <a:pt x="46002" y="52697"/>
                      <a:pt x="45755" y="52697"/>
                      <a:pt x="45500" y="52697"/>
                    </a:cubicBezTo>
                    <a:cubicBezTo>
                      <a:pt x="45495" y="52812"/>
                      <a:pt x="45492" y="52928"/>
                      <a:pt x="45487" y="53048"/>
                    </a:cubicBezTo>
                    <a:cubicBezTo>
                      <a:pt x="45362" y="54755"/>
                      <a:pt x="44725" y="56470"/>
                      <a:pt x="43500" y="57697"/>
                    </a:cubicBezTo>
                    <a:cubicBezTo>
                      <a:pt x="43500" y="57945"/>
                      <a:pt x="43500" y="58192"/>
                      <a:pt x="43500" y="58447"/>
                    </a:cubicBezTo>
                    <a:cubicBezTo>
                      <a:pt x="43885" y="58798"/>
                      <a:pt x="43885" y="58798"/>
                      <a:pt x="44405" y="59180"/>
                    </a:cubicBezTo>
                    <a:cubicBezTo>
                      <a:pt x="45308" y="59935"/>
                      <a:pt x="45840" y="60660"/>
                      <a:pt x="46360" y="61712"/>
                    </a:cubicBezTo>
                    <a:cubicBezTo>
                      <a:pt x="46420" y="61835"/>
                      <a:pt x="46482" y="61960"/>
                      <a:pt x="46545" y="62087"/>
                    </a:cubicBezTo>
                    <a:cubicBezTo>
                      <a:pt x="47240" y="63577"/>
                      <a:pt x="47278" y="65005"/>
                      <a:pt x="47250" y="66620"/>
                    </a:cubicBezTo>
                    <a:cubicBezTo>
                      <a:pt x="47225" y="68985"/>
                      <a:pt x="47352" y="71337"/>
                      <a:pt x="47500" y="73697"/>
                    </a:cubicBezTo>
                    <a:cubicBezTo>
                      <a:pt x="47648" y="73755"/>
                      <a:pt x="47795" y="73812"/>
                      <a:pt x="47947" y="73872"/>
                    </a:cubicBezTo>
                    <a:cubicBezTo>
                      <a:pt x="49440" y="74487"/>
                      <a:pt x="50595" y="74982"/>
                      <a:pt x="51240" y="76520"/>
                    </a:cubicBezTo>
                    <a:cubicBezTo>
                      <a:pt x="51670" y="77825"/>
                      <a:pt x="52115" y="79278"/>
                      <a:pt x="51587" y="80605"/>
                    </a:cubicBezTo>
                    <a:cubicBezTo>
                      <a:pt x="51072" y="81125"/>
                      <a:pt x="50475" y="81102"/>
                      <a:pt x="49780" y="81165"/>
                    </a:cubicBezTo>
                    <a:cubicBezTo>
                      <a:pt x="48625" y="81308"/>
                      <a:pt x="47637" y="81538"/>
                      <a:pt x="46577" y="82025"/>
                    </a:cubicBezTo>
                    <a:cubicBezTo>
                      <a:pt x="41653" y="84250"/>
                      <a:pt x="35985" y="85005"/>
                      <a:pt x="30625" y="84995"/>
                    </a:cubicBezTo>
                    <a:cubicBezTo>
                      <a:pt x="30482" y="84992"/>
                      <a:pt x="30340" y="84992"/>
                      <a:pt x="30195" y="84992"/>
                    </a:cubicBezTo>
                    <a:cubicBezTo>
                      <a:pt x="26570" y="84982"/>
                      <a:pt x="23120" y="84705"/>
                      <a:pt x="19658" y="83580"/>
                    </a:cubicBezTo>
                    <a:cubicBezTo>
                      <a:pt x="19255" y="83447"/>
                      <a:pt x="18850" y="83325"/>
                      <a:pt x="18442" y="83202"/>
                    </a:cubicBezTo>
                    <a:cubicBezTo>
                      <a:pt x="17305" y="82862"/>
                      <a:pt x="16175" y="82515"/>
                      <a:pt x="15060" y="82105"/>
                    </a:cubicBezTo>
                    <a:cubicBezTo>
                      <a:pt x="13337" y="81485"/>
                      <a:pt x="11940" y="81050"/>
                      <a:pt x="10090" y="81202"/>
                    </a:cubicBezTo>
                    <a:cubicBezTo>
                      <a:pt x="9382" y="81195"/>
                      <a:pt x="8887" y="80992"/>
                      <a:pt x="8250" y="80697"/>
                    </a:cubicBezTo>
                    <a:cubicBezTo>
                      <a:pt x="8140" y="78747"/>
                      <a:pt x="8290" y="76932"/>
                      <a:pt x="9390" y="75260"/>
                    </a:cubicBezTo>
                    <a:cubicBezTo>
                      <a:pt x="10000" y="74697"/>
                      <a:pt x="10000" y="74697"/>
                      <a:pt x="12500" y="73447"/>
                    </a:cubicBezTo>
                    <a:cubicBezTo>
                      <a:pt x="12582" y="69982"/>
                      <a:pt x="12665" y="66518"/>
                      <a:pt x="12750" y="62947"/>
                    </a:cubicBezTo>
                    <a:cubicBezTo>
                      <a:pt x="11430" y="62288"/>
                      <a:pt x="10110" y="61627"/>
                      <a:pt x="8750" y="60947"/>
                    </a:cubicBezTo>
                    <a:cubicBezTo>
                      <a:pt x="5597" y="59305"/>
                      <a:pt x="3600" y="58005"/>
                      <a:pt x="2072" y="54798"/>
                    </a:cubicBezTo>
                    <a:cubicBezTo>
                      <a:pt x="1780" y="54255"/>
                      <a:pt x="1510" y="53908"/>
                      <a:pt x="1077" y="53477"/>
                    </a:cubicBezTo>
                    <a:cubicBezTo>
                      <a:pt x="165" y="52452"/>
                      <a:pt x="7" y="51028"/>
                      <a:pt x="0" y="49697"/>
                    </a:cubicBezTo>
                    <a:cubicBezTo>
                      <a:pt x="207" y="47717"/>
                      <a:pt x="1293" y="46308"/>
                      <a:pt x="2480" y="44793"/>
                    </a:cubicBezTo>
                    <a:cubicBezTo>
                      <a:pt x="2827" y="44345"/>
                      <a:pt x="3160" y="43887"/>
                      <a:pt x="3490" y="43428"/>
                    </a:cubicBezTo>
                    <a:cubicBezTo>
                      <a:pt x="3735" y="43085"/>
                      <a:pt x="3982" y="42745"/>
                      <a:pt x="4232" y="42408"/>
                    </a:cubicBezTo>
                    <a:cubicBezTo>
                      <a:pt x="4597" y="41908"/>
                      <a:pt x="4957" y="41405"/>
                      <a:pt x="5315" y="40900"/>
                    </a:cubicBezTo>
                    <a:cubicBezTo>
                      <a:pt x="7678" y="37607"/>
                      <a:pt x="7678" y="37607"/>
                      <a:pt x="9500" y="37197"/>
                    </a:cubicBezTo>
                    <a:cubicBezTo>
                      <a:pt x="9852" y="37202"/>
                      <a:pt x="10205" y="37210"/>
                      <a:pt x="10555" y="37225"/>
                    </a:cubicBezTo>
                    <a:cubicBezTo>
                      <a:pt x="11798" y="37283"/>
                      <a:pt x="12735" y="37285"/>
                      <a:pt x="13702" y="36415"/>
                    </a:cubicBezTo>
                    <a:cubicBezTo>
                      <a:pt x="14000" y="36197"/>
                      <a:pt x="14000" y="36197"/>
                      <a:pt x="14750" y="36197"/>
                    </a:cubicBezTo>
                    <a:cubicBezTo>
                      <a:pt x="14283" y="35710"/>
                      <a:pt x="13827" y="35257"/>
                      <a:pt x="13290" y="34847"/>
                    </a:cubicBezTo>
                    <a:cubicBezTo>
                      <a:pt x="12045" y="33872"/>
                      <a:pt x="11385" y="32942"/>
                      <a:pt x="10812" y="31490"/>
                    </a:cubicBezTo>
                    <a:cubicBezTo>
                      <a:pt x="10420" y="30565"/>
                      <a:pt x="10023" y="30245"/>
                      <a:pt x="9102" y="29850"/>
                    </a:cubicBezTo>
                    <a:cubicBezTo>
                      <a:pt x="8310" y="29507"/>
                      <a:pt x="7880" y="28955"/>
                      <a:pt x="7500" y="28197"/>
                    </a:cubicBezTo>
                    <a:cubicBezTo>
                      <a:pt x="6778" y="25707"/>
                      <a:pt x="6645" y="22650"/>
                      <a:pt x="7500" y="20197"/>
                    </a:cubicBezTo>
                    <a:cubicBezTo>
                      <a:pt x="8067" y="19282"/>
                      <a:pt x="8658" y="18610"/>
                      <a:pt x="9637" y="18145"/>
                    </a:cubicBezTo>
                    <a:cubicBezTo>
                      <a:pt x="10235" y="17800"/>
                      <a:pt x="10385" y="17472"/>
                      <a:pt x="10582" y="16820"/>
                    </a:cubicBezTo>
                    <a:cubicBezTo>
                      <a:pt x="10673" y="16472"/>
                      <a:pt x="10760" y="16123"/>
                      <a:pt x="10842" y="15775"/>
                    </a:cubicBezTo>
                    <a:cubicBezTo>
                      <a:pt x="11365" y="13873"/>
                      <a:pt x="12005" y="12697"/>
                      <a:pt x="13572" y="11438"/>
                    </a:cubicBezTo>
                    <a:cubicBezTo>
                      <a:pt x="14585" y="10558"/>
                      <a:pt x="14720" y="9770"/>
                      <a:pt x="14812" y="8462"/>
                    </a:cubicBezTo>
                    <a:cubicBezTo>
                      <a:pt x="14845" y="8117"/>
                      <a:pt x="14877" y="7770"/>
                      <a:pt x="14910" y="7425"/>
                    </a:cubicBezTo>
                    <a:cubicBezTo>
                      <a:pt x="14923" y="7260"/>
                      <a:pt x="14938" y="7095"/>
                      <a:pt x="14950" y="6922"/>
                    </a:cubicBezTo>
                    <a:cubicBezTo>
                      <a:pt x="14997" y="6475"/>
                      <a:pt x="15070" y="6042"/>
                      <a:pt x="15158" y="5600"/>
                    </a:cubicBezTo>
                    <a:cubicBezTo>
                      <a:pt x="15250" y="4947"/>
                      <a:pt x="15250" y="4947"/>
                      <a:pt x="14890" y="4462"/>
                    </a:cubicBezTo>
                    <a:cubicBezTo>
                      <a:pt x="14760" y="4292"/>
                      <a:pt x="14632" y="4123"/>
                      <a:pt x="14500" y="3947"/>
                    </a:cubicBezTo>
                    <a:cubicBezTo>
                      <a:pt x="14372" y="3340"/>
                      <a:pt x="14372" y="2805"/>
                      <a:pt x="14500" y="2197"/>
                    </a:cubicBezTo>
                    <a:cubicBezTo>
                      <a:pt x="15043" y="1425"/>
                      <a:pt x="15702" y="972"/>
                      <a:pt x="16602" y="710"/>
                    </a:cubicBezTo>
                    <a:cubicBezTo>
                      <a:pt x="17260" y="688"/>
                      <a:pt x="17660" y="1007"/>
                      <a:pt x="18175" y="1387"/>
                    </a:cubicBezTo>
                    <a:cubicBezTo>
                      <a:pt x="18655" y="1845"/>
                      <a:pt x="18992" y="2185"/>
                      <a:pt x="19010" y="2867"/>
                    </a:cubicBezTo>
                    <a:cubicBezTo>
                      <a:pt x="18987" y="3012"/>
                      <a:pt x="18962" y="3157"/>
                      <a:pt x="18938" y="3305"/>
                    </a:cubicBezTo>
                    <a:cubicBezTo>
                      <a:pt x="18915" y="3450"/>
                      <a:pt x="18893" y="3595"/>
                      <a:pt x="18870" y="3742"/>
                    </a:cubicBezTo>
                    <a:cubicBezTo>
                      <a:pt x="18730" y="4270"/>
                      <a:pt x="18507" y="4717"/>
                      <a:pt x="18250" y="5197"/>
                    </a:cubicBezTo>
                    <a:cubicBezTo>
                      <a:pt x="18370" y="5147"/>
                      <a:pt x="18492" y="5100"/>
                      <a:pt x="18617" y="5050"/>
                    </a:cubicBezTo>
                    <a:cubicBezTo>
                      <a:pt x="20260" y="4447"/>
                      <a:pt x="21882" y="4217"/>
                      <a:pt x="23612" y="4002"/>
                    </a:cubicBezTo>
                    <a:cubicBezTo>
                      <a:pt x="23950" y="3955"/>
                      <a:pt x="24285" y="3887"/>
                      <a:pt x="24617" y="3817"/>
                    </a:cubicBezTo>
                    <a:cubicBezTo>
                      <a:pt x="27320" y="3300"/>
                      <a:pt x="30137" y="3427"/>
                      <a:pt x="32875" y="3525"/>
                    </a:cubicBezTo>
                    <a:cubicBezTo>
                      <a:pt x="33012" y="3530"/>
                      <a:pt x="33153" y="3532"/>
                      <a:pt x="33295" y="3537"/>
                    </a:cubicBezTo>
                    <a:cubicBezTo>
                      <a:pt x="34990" y="3592"/>
                      <a:pt x="36602" y="3752"/>
                      <a:pt x="38250" y="4197"/>
                    </a:cubicBezTo>
                    <a:cubicBezTo>
                      <a:pt x="38168" y="4017"/>
                      <a:pt x="38085" y="3835"/>
                      <a:pt x="38000" y="3650"/>
                    </a:cubicBezTo>
                    <a:cubicBezTo>
                      <a:pt x="37732" y="2902"/>
                      <a:pt x="37612" y="2480"/>
                      <a:pt x="37750" y="1697"/>
                    </a:cubicBezTo>
                    <a:cubicBezTo>
                      <a:pt x="38528" y="630"/>
                      <a:pt x="39310" y="0"/>
                      <a:pt x="40640" y="400"/>
                    </a:cubicBezTo>
                    <a:close/>
                    <a:moveTo>
                      <a:pt x="39000" y="947"/>
                    </a:moveTo>
                    <a:cubicBezTo>
                      <a:pt x="39000" y="1195"/>
                      <a:pt x="39000" y="1442"/>
                      <a:pt x="39000" y="1697"/>
                    </a:cubicBezTo>
                    <a:cubicBezTo>
                      <a:pt x="39495" y="1697"/>
                      <a:pt x="39990" y="1697"/>
                      <a:pt x="40500" y="1697"/>
                    </a:cubicBezTo>
                    <a:cubicBezTo>
                      <a:pt x="40780" y="2635"/>
                      <a:pt x="40780" y="2635"/>
                      <a:pt x="40500" y="3197"/>
                    </a:cubicBezTo>
                    <a:cubicBezTo>
                      <a:pt x="40005" y="3115"/>
                      <a:pt x="39510" y="3032"/>
                      <a:pt x="39000" y="2947"/>
                    </a:cubicBezTo>
                    <a:cubicBezTo>
                      <a:pt x="39097" y="3647"/>
                      <a:pt x="39175" y="4102"/>
                      <a:pt x="39617" y="4667"/>
                    </a:cubicBezTo>
                    <a:cubicBezTo>
                      <a:pt x="40038" y="5250"/>
                      <a:pt x="40155" y="5650"/>
                      <a:pt x="40280" y="6352"/>
                    </a:cubicBezTo>
                    <a:cubicBezTo>
                      <a:pt x="40317" y="6547"/>
                      <a:pt x="40355" y="6740"/>
                      <a:pt x="40393" y="6940"/>
                    </a:cubicBezTo>
                    <a:cubicBezTo>
                      <a:pt x="40545" y="8022"/>
                      <a:pt x="40640" y="9110"/>
                      <a:pt x="40750" y="10197"/>
                    </a:cubicBezTo>
                    <a:cubicBezTo>
                      <a:pt x="33077" y="10197"/>
                      <a:pt x="25405" y="10197"/>
                      <a:pt x="17500" y="10197"/>
                    </a:cubicBezTo>
                    <a:cubicBezTo>
                      <a:pt x="17500" y="4697"/>
                      <a:pt x="17500" y="4697"/>
                      <a:pt x="17750" y="3947"/>
                    </a:cubicBezTo>
                    <a:cubicBezTo>
                      <a:pt x="17090" y="3947"/>
                      <a:pt x="16430" y="3947"/>
                      <a:pt x="15750" y="3947"/>
                    </a:cubicBezTo>
                    <a:cubicBezTo>
                      <a:pt x="15915" y="3287"/>
                      <a:pt x="16080" y="2627"/>
                      <a:pt x="16250" y="1947"/>
                    </a:cubicBezTo>
                    <a:cubicBezTo>
                      <a:pt x="15837" y="2030"/>
                      <a:pt x="15425" y="2112"/>
                      <a:pt x="15000" y="2197"/>
                    </a:cubicBezTo>
                    <a:cubicBezTo>
                      <a:pt x="14980" y="2467"/>
                      <a:pt x="14965" y="2737"/>
                      <a:pt x="14952" y="3010"/>
                    </a:cubicBezTo>
                    <a:cubicBezTo>
                      <a:pt x="14945" y="3160"/>
                      <a:pt x="14935" y="3310"/>
                      <a:pt x="14925" y="3467"/>
                    </a:cubicBezTo>
                    <a:cubicBezTo>
                      <a:pt x="15000" y="3947"/>
                      <a:pt x="15000" y="3947"/>
                      <a:pt x="15382" y="4402"/>
                    </a:cubicBezTo>
                    <a:cubicBezTo>
                      <a:pt x="15837" y="5077"/>
                      <a:pt x="15803" y="5355"/>
                      <a:pt x="15685" y="6150"/>
                    </a:cubicBezTo>
                    <a:cubicBezTo>
                      <a:pt x="15653" y="6377"/>
                      <a:pt x="15620" y="6605"/>
                      <a:pt x="15585" y="6840"/>
                    </a:cubicBezTo>
                    <a:cubicBezTo>
                      <a:pt x="15565" y="6957"/>
                      <a:pt x="15565" y="6957"/>
                      <a:pt x="15467" y="7555"/>
                    </a:cubicBezTo>
                    <a:cubicBezTo>
                      <a:pt x="15435" y="7792"/>
                      <a:pt x="15403" y="8027"/>
                      <a:pt x="15367" y="8270"/>
                    </a:cubicBezTo>
                    <a:cubicBezTo>
                      <a:pt x="15107" y="9975"/>
                      <a:pt x="14825" y="11092"/>
                      <a:pt x="13390" y="12150"/>
                    </a:cubicBezTo>
                    <a:cubicBezTo>
                      <a:pt x="12225" y="13117"/>
                      <a:pt x="11630" y="14212"/>
                      <a:pt x="11342" y="15697"/>
                    </a:cubicBezTo>
                    <a:cubicBezTo>
                      <a:pt x="10940" y="17772"/>
                      <a:pt x="10940" y="17772"/>
                      <a:pt x="10293" y="18365"/>
                    </a:cubicBezTo>
                    <a:cubicBezTo>
                      <a:pt x="9945" y="18562"/>
                      <a:pt x="9592" y="18752"/>
                      <a:pt x="9235" y="18935"/>
                    </a:cubicBezTo>
                    <a:cubicBezTo>
                      <a:pt x="8450" y="19360"/>
                      <a:pt x="8053" y="19862"/>
                      <a:pt x="7750" y="20697"/>
                    </a:cubicBezTo>
                    <a:cubicBezTo>
                      <a:pt x="7580" y="21612"/>
                      <a:pt x="7528" y="22517"/>
                      <a:pt x="7500" y="23447"/>
                    </a:cubicBezTo>
                    <a:cubicBezTo>
                      <a:pt x="7490" y="23663"/>
                      <a:pt x="7480" y="23877"/>
                      <a:pt x="7470" y="24100"/>
                    </a:cubicBezTo>
                    <a:cubicBezTo>
                      <a:pt x="7418" y="26050"/>
                      <a:pt x="7525" y="27913"/>
                      <a:pt x="8895" y="29403"/>
                    </a:cubicBezTo>
                    <a:cubicBezTo>
                      <a:pt x="9257" y="29705"/>
                      <a:pt x="9560" y="29845"/>
                      <a:pt x="10000" y="30010"/>
                    </a:cubicBezTo>
                    <a:cubicBezTo>
                      <a:pt x="11007" y="30440"/>
                      <a:pt x="11265" y="31377"/>
                      <a:pt x="11700" y="32322"/>
                    </a:cubicBezTo>
                    <a:cubicBezTo>
                      <a:pt x="12433" y="33852"/>
                      <a:pt x="13435" y="34640"/>
                      <a:pt x="14903" y="35445"/>
                    </a:cubicBezTo>
                    <a:cubicBezTo>
                      <a:pt x="15727" y="35900"/>
                      <a:pt x="15727" y="35900"/>
                      <a:pt x="16000" y="36447"/>
                    </a:cubicBezTo>
                    <a:cubicBezTo>
                      <a:pt x="15942" y="36452"/>
                      <a:pt x="15942" y="36452"/>
                      <a:pt x="15660" y="36475"/>
                    </a:cubicBezTo>
                    <a:cubicBezTo>
                      <a:pt x="14855" y="36562"/>
                      <a:pt x="14345" y="36635"/>
                      <a:pt x="13655" y="37087"/>
                    </a:cubicBezTo>
                    <a:cubicBezTo>
                      <a:pt x="12697" y="37612"/>
                      <a:pt x="11820" y="37477"/>
                      <a:pt x="10750" y="37447"/>
                    </a:cubicBezTo>
                    <a:cubicBezTo>
                      <a:pt x="9153" y="37447"/>
                      <a:pt x="8132" y="38090"/>
                      <a:pt x="7000" y="39197"/>
                    </a:cubicBezTo>
                    <a:cubicBezTo>
                      <a:pt x="6357" y="39950"/>
                      <a:pt x="5805" y="40767"/>
                      <a:pt x="5247" y="41585"/>
                    </a:cubicBezTo>
                    <a:cubicBezTo>
                      <a:pt x="4930" y="42050"/>
                      <a:pt x="4595" y="42502"/>
                      <a:pt x="4262" y="42955"/>
                    </a:cubicBezTo>
                    <a:cubicBezTo>
                      <a:pt x="3837" y="43533"/>
                      <a:pt x="3418" y="44115"/>
                      <a:pt x="3000" y="44697"/>
                    </a:cubicBezTo>
                    <a:cubicBezTo>
                      <a:pt x="2900" y="44835"/>
                      <a:pt x="2800" y="44975"/>
                      <a:pt x="2697" y="45117"/>
                    </a:cubicBezTo>
                    <a:cubicBezTo>
                      <a:pt x="2385" y="45555"/>
                      <a:pt x="2075" y="45992"/>
                      <a:pt x="1765" y="46430"/>
                    </a:cubicBezTo>
                    <a:cubicBezTo>
                      <a:pt x="1668" y="46567"/>
                      <a:pt x="1570" y="46702"/>
                      <a:pt x="1470" y="46842"/>
                    </a:cubicBezTo>
                    <a:cubicBezTo>
                      <a:pt x="492" y="48242"/>
                      <a:pt x="342" y="49502"/>
                      <a:pt x="500" y="51197"/>
                    </a:cubicBezTo>
                    <a:cubicBezTo>
                      <a:pt x="815" y="52465"/>
                      <a:pt x="1567" y="53395"/>
                      <a:pt x="2367" y="54403"/>
                    </a:cubicBezTo>
                    <a:cubicBezTo>
                      <a:pt x="2780" y="54990"/>
                      <a:pt x="3053" y="55575"/>
                      <a:pt x="3342" y="56227"/>
                    </a:cubicBezTo>
                    <a:cubicBezTo>
                      <a:pt x="4875" y="59352"/>
                      <a:pt x="9283" y="60720"/>
                      <a:pt x="12250" y="62197"/>
                    </a:cubicBezTo>
                    <a:cubicBezTo>
                      <a:pt x="12582" y="62362"/>
                      <a:pt x="12915" y="62530"/>
                      <a:pt x="13250" y="62697"/>
                    </a:cubicBezTo>
                    <a:cubicBezTo>
                      <a:pt x="13275" y="65553"/>
                      <a:pt x="13283" y="68405"/>
                      <a:pt x="13170" y="71260"/>
                    </a:cubicBezTo>
                    <a:cubicBezTo>
                      <a:pt x="13168" y="71365"/>
                      <a:pt x="13168" y="71365"/>
                      <a:pt x="13155" y="71895"/>
                    </a:cubicBezTo>
                    <a:cubicBezTo>
                      <a:pt x="13145" y="72087"/>
                      <a:pt x="13137" y="72282"/>
                      <a:pt x="13127" y="72482"/>
                    </a:cubicBezTo>
                    <a:cubicBezTo>
                      <a:pt x="13120" y="72650"/>
                      <a:pt x="13115" y="72820"/>
                      <a:pt x="13107" y="72995"/>
                    </a:cubicBezTo>
                    <a:cubicBezTo>
                      <a:pt x="12967" y="73582"/>
                      <a:pt x="12710" y="73815"/>
                      <a:pt x="12250" y="74197"/>
                    </a:cubicBezTo>
                    <a:cubicBezTo>
                      <a:pt x="11845" y="74372"/>
                      <a:pt x="11845" y="74372"/>
                      <a:pt x="11420" y="74510"/>
                    </a:cubicBezTo>
                    <a:cubicBezTo>
                      <a:pt x="10255" y="74975"/>
                      <a:pt x="9390" y="75907"/>
                      <a:pt x="8835" y="77030"/>
                    </a:cubicBezTo>
                    <a:cubicBezTo>
                      <a:pt x="8702" y="77682"/>
                      <a:pt x="8722" y="78332"/>
                      <a:pt x="8735" y="78995"/>
                    </a:cubicBezTo>
                    <a:cubicBezTo>
                      <a:pt x="8735" y="79132"/>
                      <a:pt x="8735" y="79272"/>
                      <a:pt x="8737" y="79418"/>
                    </a:cubicBezTo>
                    <a:cubicBezTo>
                      <a:pt x="8740" y="79760"/>
                      <a:pt x="8745" y="80102"/>
                      <a:pt x="8750" y="80447"/>
                    </a:cubicBezTo>
                    <a:cubicBezTo>
                      <a:pt x="9283" y="80715"/>
                      <a:pt x="9585" y="80740"/>
                      <a:pt x="10175" y="80768"/>
                    </a:cubicBezTo>
                    <a:cubicBezTo>
                      <a:pt x="10357" y="80778"/>
                      <a:pt x="10543" y="80785"/>
                      <a:pt x="10730" y="80795"/>
                    </a:cubicBezTo>
                    <a:cubicBezTo>
                      <a:pt x="10827" y="80800"/>
                      <a:pt x="10827" y="80800"/>
                      <a:pt x="11312" y="80822"/>
                    </a:cubicBezTo>
                    <a:cubicBezTo>
                      <a:pt x="11688" y="80840"/>
                      <a:pt x="12065" y="80857"/>
                      <a:pt x="12440" y="80877"/>
                    </a:cubicBezTo>
                    <a:cubicBezTo>
                      <a:pt x="12607" y="80885"/>
                      <a:pt x="12775" y="80893"/>
                      <a:pt x="12947" y="80900"/>
                    </a:cubicBezTo>
                    <a:cubicBezTo>
                      <a:pt x="13500" y="80947"/>
                      <a:pt x="13500" y="80947"/>
                      <a:pt x="14097" y="81072"/>
                    </a:cubicBezTo>
                    <a:cubicBezTo>
                      <a:pt x="15382" y="81288"/>
                      <a:pt x="16697" y="81235"/>
                      <a:pt x="17997" y="81232"/>
                    </a:cubicBezTo>
                    <a:cubicBezTo>
                      <a:pt x="18303" y="81235"/>
                      <a:pt x="18605" y="81235"/>
                      <a:pt x="18910" y="81235"/>
                    </a:cubicBezTo>
                    <a:cubicBezTo>
                      <a:pt x="19732" y="81237"/>
                      <a:pt x="20558" y="81237"/>
                      <a:pt x="21380" y="81237"/>
                    </a:cubicBezTo>
                    <a:cubicBezTo>
                      <a:pt x="21898" y="81240"/>
                      <a:pt x="22413" y="81240"/>
                      <a:pt x="22930" y="81240"/>
                    </a:cubicBezTo>
                    <a:cubicBezTo>
                      <a:pt x="24737" y="81242"/>
                      <a:pt x="26545" y="81242"/>
                      <a:pt x="28350" y="81242"/>
                    </a:cubicBezTo>
                    <a:cubicBezTo>
                      <a:pt x="30025" y="81242"/>
                      <a:pt x="31700" y="81245"/>
                      <a:pt x="33375" y="81250"/>
                    </a:cubicBezTo>
                    <a:cubicBezTo>
                      <a:pt x="34820" y="81252"/>
                      <a:pt x="36265" y="81255"/>
                      <a:pt x="37710" y="81255"/>
                    </a:cubicBezTo>
                    <a:cubicBezTo>
                      <a:pt x="38570" y="81255"/>
                      <a:pt x="39430" y="81255"/>
                      <a:pt x="40288" y="81257"/>
                    </a:cubicBezTo>
                    <a:cubicBezTo>
                      <a:pt x="49325" y="81282"/>
                      <a:pt x="49325" y="81282"/>
                      <a:pt x="51000" y="80447"/>
                    </a:cubicBezTo>
                    <a:cubicBezTo>
                      <a:pt x="51195" y="76812"/>
                      <a:pt x="51195" y="76812"/>
                      <a:pt x="50000" y="75447"/>
                    </a:cubicBezTo>
                    <a:cubicBezTo>
                      <a:pt x="49308" y="74778"/>
                      <a:pt x="48505" y="74460"/>
                      <a:pt x="47622" y="74110"/>
                    </a:cubicBezTo>
                    <a:cubicBezTo>
                      <a:pt x="47250" y="73947"/>
                      <a:pt x="47250" y="73947"/>
                      <a:pt x="47000" y="73697"/>
                    </a:cubicBezTo>
                    <a:cubicBezTo>
                      <a:pt x="46967" y="73305"/>
                      <a:pt x="46967" y="73305"/>
                      <a:pt x="46967" y="72795"/>
                    </a:cubicBezTo>
                    <a:cubicBezTo>
                      <a:pt x="46967" y="72602"/>
                      <a:pt x="46965" y="72413"/>
                      <a:pt x="46965" y="72215"/>
                    </a:cubicBezTo>
                    <a:cubicBezTo>
                      <a:pt x="46965" y="72005"/>
                      <a:pt x="46965" y="71798"/>
                      <a:pt x="46965" y="71582"/>
                    </a:cubicBezTo>
                    <a:cubicBezTo>
                      <a:pt x="46960" y="71140"/>
                      <a:pt x="46955" y="70697"/>
                      <a:pt x="46950" y="70255"/>
                    </a:cubicBezTo>
                    <a:cubicBezTo>
                      <a:pt x="46942" y="69558"/>
                      <a:pt x="46938" y="68860"/>
                      <a:pt x="46938" y="68163"/>
                    </a:cubicBezTo>
                    <a:cubicBezTo>
                      <a:pt x="46930" y="63192"/>
                      <a:pt x="46930" y="63192"/>
                      <a:pt x="45500" y="60947"/>
                    </a:cubicBezTo>
                    <a:cubicBezTo>
                      <a:pt x="45457" y="60880"/>
                      <a:pt x="45457" y="60880"/>
                      <a:pt x="45240" y="60535"/>
                    </a:cubicBezTo>
                    <a:cubicBezTo>
                      <a:pt x="44620" y="59625"/>
                      <a:pt x="43655" y="59045"/>
                      <a:pt x="42750" y="58447"/>
                    </a:cubicBezTo>
                    <a:cubicBezTo>
                      <a:pt x="42785" y="58377"/>
                      <a:pt x="42785" y="58377"/>
                      <a:pt x="42967" y="58025"/>
                    </a:cubicBezTo>
                    <a:cubicBezTo>
                      <a:pt x="43260" y="57423"/>
                      <a:pt x="43523" y="56825"/>
                      <a:pt x="43750" y="56197"/>
                    </a:cubicBezTo>
                    <a:cubicBezTo>
                      <a:pt x="43812" y="56028"/>
                      <a:pt x="43875" y="55857"/>
                      <a:pt x="43940" y="55685"/>
                    </a:cubicBezTo>
                    <a:cubicBezTo>
                      <a:pt x="44553" y="53867"/>
                      <a:pt x="44670" y="52102"/>
                      <a:pt x="44750" y="50197"/>
                    </a:cubicBezTo>
                    <a:cubicBezTo>
                      <a:pt x="45490" y="50350"/>
                      <a:pt x="45845" y="50510"/>
                      <a:pt x="46500" y="50947"/>
                    </a:cubicBezTo>
                    <a:cubicBezTo>
                      <a:pt x="46582" y="50205"/>
                      <a:pt x="46665" y="49462"/>
                      <a:pt x="46750" y="48697"/>
                    </a:cubicBezTo>
                    <a:cubicBezTo>
                      <a:pt x="46945" y="48645"/>
                      <a:pt x="47140" y="48595"/>
                      <a:pt x="47342" y="48540"/>
                    </a:cubicBezTo>
                    <a:cubicBezTo>
                      <a:pt x="48377" y="48207"/>
                      <a:pt x="49240" y="47585"/>
                      <a:pt x="50132" y="46982"/>
                    </a:cubicBezTo>
                    <a:cubicBezTo>
                      <a:pt x="51002" y="46580"/>
                      <a:pt x="51523" y="46785"/>
                      <a:pt x="52395" y="47080"/>
                    </a:cubicBezTo>
                    <a:cubicBezTo>
                      <a:pt x="52680" y="47202"/>
                      <a:pt x="52965" y="47325"/>
                      <a:pt x="53250" y="47447"/>
                    </a:cubicBezTo>
                    <a:cubicBezTo>
                      <a:pt x="53370" y="48750"/>
                      <a:pt x="53370" y="48750"/>
                      <a:pt x="53028" y="49308"/>
                    </a:cubicBezTo>
                    <a:cubicBezTo>
                      <a:pt x="52847" y="49520"/>
                      <a:pt x="52660" y="49727"/>
                      <a:pt x="52467" y="49928"/>
                    </a:cubicBezTo>
                    <a:cubicBezTo>
                      <a:pt x="52250" y="50197"/>
                      <a:pt x="52250" y="50197"/>
                      <a:pt x="52250" y="50697"/>
                    </a:cubicBezTo>
                    <a:cubicBezTo>
                      <a:pt x="52062" y="50747"/>
                      <a:pt x="51877" y="50800"/>
                      <a:pt x="51688" y="50852"/>
                    </a:cubicBezTo>
                    <a:cubicBezTo>
                      <a:pt x="50810" y="51207"/>
                      <a:pt x="50393" y="51860"/>
                      <a:pt x="50000" y="52697"/>
                    </a:cubicBezTo>
                    <a:cubicBezTo>
                      <a:pt x="49860" y="53207"/>
                      <a:pt x="49800" y="53668"/>
                      <a:pt x="49750" y="54197"/>
                    </a:cubicBezTo>
                    <a:cubicBezTo>
                      <a:pt x="48530" y="53760"/>
                      <a:pt x="48530" y="53760"/>
                      <a:pt x="48250" y="53197"/>
                    </a:cubicBezTo>
                    <a:cubicBezTo>
                      <a:pt x="48240" y="52780"/>
                      <a:pt x="48237" y="52362"/>
                      <a:pt x="48250" y="51947"/>
                    </a:cubicBezTo>
                    <a:cubicBezTo>
                      <a:pt x="47837" y="51865"/>
                      <a:pt x="47425" y="51783"/>
                      <a:pt x="47000" y="51697"/>
                    </a:cubicBezTo>
                    <a:cubicBezTo>
                      <a:pt x="47130" y="53085"/>
                      <a:pt x="47665" y="54122"/>
                      <a:pt x="48327" y="55337"/>
                    </a:cubicBezTo>
                    <a:cubicBezTo>
                      <a:pt x="48377" y="55430"/>
                      <a:pt x="48377" y="55430"/>
                      <a:pt x="48625" y="55900"/>
                    </a:cubicBezTo>
                    <a:cubicBezTo>
                      <a:pt x="49252" y="57070"/>
                      <a:pt x="49877" y="58190"/>
                      <a:pt x="50920" y="59040"/>
                    </a:cubicBezTo>
                    <a:cubicBezTo>
                      <a:pt x="52005" y="60382"/>
                      <a:pt x="51423" y="62817"/>
                      <a:pt x="51285" y="64395"/>
                    </a:cubicBezTo>
                    <a:cubicBezTo>
                      <a:pt x="51197" y="65665"/>
                      <a:pt x="51158" y="66455"/>
                      <a:pt x="52000" y="67447"/>
                    </a:cubicBezTo>
                    <a:cubicBezTo>
                      <a:pt x="52545" y="67720"/>
                      <a:pt x="52862" y="67745"/>
                      <a:pt x="53467" y="67760"/>
                    </a:cubicBezTo>
                    <a:cubicBezTo>
                      <a:pt x="53637" y="67765"/>
                      <a:pt x="53808" y="67772"/>
                      <a:pt x="53982" y="67780"/>
                    </a:cubicBezTo>
                    <a:cubicBezTo>
                      <a:pt x="54730" y="67660"/>
                      <a:pt x="54992" y="67528"/>
                      <a:pt x="55500" y="66947"/>
                    </a:cubicBezTo>
                    <a:cubicBezTo>
                      <a:pt x="55697" y="66147"/>
                      <a:pt x="55755" y="65345"/>
                      <a:pt x="55812" y="64525"/>
                    </a:cubicBezTo>
                    <a:cubicBezTo>
                      <a:pt x="55830" y="64303"/>
                      <a:pt x="55850" y="64077"/>
                      <a:pt x="55870" y="63847"/>
                    </a:cubicBezTo>
                    <a:cubicBezTo>
                      <a:pt x="55918" y="63298"/>
                      <a:pt x="55960" y="62747"/>
                      <a:pt x="56000" y="62197"/>
                    </a:cubicBezTo>
                    <a:cubicBezTo>
                      <a:pt x="56105" y="62168"/>
                      <a:pt x="56105" y="62168"/>
                      <a:pt x="56637" y="62022"/>
                    </a:cubicBezTo>
                    <a:cubicBezTo>
                      <a:pt x="56915" y="61940"/>
                      <a:pt x="57192" y="61857"/>
                      <a:pt x="57467" y="61775"/>
                    </a:cubicBezTo>
                    <a:cubicBezTo>
                      <a:pt x="57607" y="61737"/>
                      <a:pt x="57745" y="61700"/>
                      <a:pt x="57890" y="61663"/>
                    </a:cubicBezTo>
                    <a:cubicBezTo>
                      <a:pt x="58295" y="61538"/>
                      <a:pt x="58637" y="61418"/>
                      <a:pt x="59000" y="61197"/>
                    </a:cubicBezTo>
                    <a:cubicBezTo>
                      <a:pt x="59345" y="60535"/>
                      <a:pt x="59345" y="60535"/>
                      <a:pt x="59500" y="59947"/>
                    </a:cubicBezTo>
                    <a:cubicBezTo>
                      <a:pt x="59342" y="60028"/>
                      <a:pt x="59185" y="60110"/>
                      <a:pt x="59025" y="60192"/>
                    </a:cubicBezTo>
                    <a:cubicBezTo>
                      <a:pt x="58008" y="60597"/>
                      <a:pt x="56935" y="60520"/>
                      <a:pt x="55860" y="60510"/>
                    </a:cubicBezTo>
                    <a:cubicBezTo>
                      <a:pt x="55645" y="60512"/>
                      <a:pt x="55433" y="60512"/>
                      <a:pt x="55215" y="60515"/>
                    </a:cubicBezTo>
                    <a:cubicBezTo>
                      <a:pt x="55010" y="60515"/>
                      <a:pt x="54805" y="60515"/>
                      <a:pt x="54592" y="60512"/>
                    </a:cubicBezTo>
                    <a:cubicBezTo>
                      <a:pt x="54408" y="60512"/>
                      <a:pt x="54220" y="60512"/>
                      <a:pt x="54030" y="60512"/>
                    </a:cubicBezTo>
                    <a:cubicBezTo>
                      <a:pt x="53423" y="60438"/>
                      <a:pt x="53020" y="60262"/>
                      <a:pt x="52500" y="59947"/>
                    </a:cubicBezTo>
                    <a:cubicBezTo>
                      <a:pt x="51425" y="58117"/>
                      <a:pt x="52130" y="55153"/>
                      <a:pt x="52500" y="53197"/>
                    </a:cubicBezTo>
                    <a:cubicBezTo>
                      <a:pt x="52582" y="53033"/>
                      <a:pt x="52665" y="52867"/>
                      <a:pt x="52750" y="52697"/>
                    </a:cubicBezTo>
                    <a:cubicBezTo>
                      <a:pt x="53857" y="52385"/>
                      <a:pt x="54930" y="52438"/>
                      <a:pt x="56070" y="52462"/>
                    </a:cubicBezTo>
                    <a:cubicBezTo>
                      <a:pt x="56742" y="52447"/>
                      <a:pt x="57345" y="52347"/>
                      <a:pt x="58000" y="52197"/>
                    </a:cubicBezTo>
                    <a:cubicBezTo>
                      <a:pt x="57918" y="52060"/>
                      <a:pt x="57835" y="51923"/>
                      <a:pt x="57750" y="51783"/>
                    </a:cubicBezTo>
                    <a:cubicBezTo>
                      <a:pt x="57288" y="50697"/>
                      <a:pt x="57457" y="49567"/>
                      <a:pt x="57750" y="48447"/>
                    </a:cubicBezTo>
                    <a:cubicBezTo>
                      <a:pt x="58400" y="47612"/>
                      <a:pt x="59397" y="47380"/>
                      <a:pt x="60375" y="47082"/>
                    </a:cubicBezTo>
                    <a:cubicBezTo>
                      <a:pt x="61705" y="46600"/>
                      <a:pt x="62518" y="45670"/>
                      <a:pt x="63387" y="44595"/>
                    </a:cubicBezTo>
                    <a:cubicBezTo>
                      <a:pt x="63725" y="44222"/>
                      <a:pt x="63980" y="44030"/>
                      <a:pt x="64420" y="43805"/>
                    </a:cubicBezTo>
                    <a:cubicBezTo>
                      <a:pt x="65352" y="43227"/>
                      <a:pt x="65630" y="42423"/>
                      <a:pt x="65890" y="41387"/>
                    </a:cubicBezTo>
                    <a:cubicBezTo>
                      <a:pt x="66245" y="39140"/>
                      <a:pt x="66225" y="36778"/>
                      <a:pt x="65250" y="34697"/>
                    </a:cubicBezTo>
                    <a:cubicBezTo>
                      <a:pt x="65197" y="34582"/>
                      <a:pt x="65145" y="34465"/>
                      <a:pt x="65092" y="34347"/>
                    </a:cubicBezTo>
                    <a:cubicBezTo>
                      <a:pt x="63918" y="31845"/>
                      <a:pt x="61935" y="30232"/>
                      <a:pt x="59408" y="29207"/>
                    </a:cubicBezTo>
                    <a:cubicBezTo>
                      <a:pt x="56658" y="28250"/>
                      <a:pt x="54105" y="28522"/>
                      <a:pt x="51500" y="29697"/>
                    </a:cubicBezTo>
                    <a:cubicBezTo>
                      <a:pt x="51002" y="30000"/>
                      <a:pt x="50550" y="30315"/>
                      <a:pt x="50100" y="30685"/>
                    </a:cubicBezTo>
                    <a:cubicBezTo>
                      <a:pt x="49735" y="30957"/>
                      <a:pt x="49430" y="31065"/>
                      <a:pt x="49000" y="31197"/>
                    </a:cubicBezTo>
                    <a:cubicBezTo>
                      <a:pt x="49080" y="31012"/>
                      <a:pt x="49160" y="30830"/>
                      <a:pt x="49245" y="30642"/>
                    </a:cubicBezTo>
                    <a:cubicBezTo>
                      <a:pt x="49675" y="29337"/>
                      <a:pt x="49582" y="27935"/>
                      <a:pt x="49582" y="26575"/>
                    </a:cubicBezTo>
                    <a:cubicBezTo>
                      <a:pt x="49585" y="26270"/>
                      <a:pt x="49587" y="25965"/>
                      <a:pt x="49587" y="25658"/>
                    </a:cubicBezTo>
                    <a:cubicBezTo>
                      <a:pt x="49592" y="25020"/>
                      <a:pt x="49592" y="24380"/>
                      <a:pt x="49592" y="23740"/>
                    </a:cubicBezTo>
                    <a:cubicBezTo>
                      <a:pt x="49592" y="22928"/>
                      <a:pt x="49600" y="22112"/>
                      <a:pt x="49607" y="21300"/>
                    </a:cubicBezTo>
                    <a:cubicBezTo>
                      <a:pt x="49612" y="20670"/>
                      <a:pt x="49615" y="20037"/>
                      <a:pt x="49612" y="19405"/>
                    </a:cubicBezTo>
                    <a:cubicBezTo>
                      <a:pt x="49615" y="19107"/>
                      <a:pt x="49617" y="18808"/>
                      <a:pt x="49620" y="18507"/>
                    </a:cubicBezTo>
                    <a:cubicBezTo>
                      <a:pt x="49650" y="16097"/>
                      <a:pt x="49377" y="14050"/>
                      <a:pt x="47640" y="12212"/>
                    </a:cubicBezTo>
                    <a:cubicBezTo>
                      <a:pt x="46827" y="11480"/>
                      <a:pt x="46067" y="10822"/>
                      <a:pt x="44972" y="10582"/>
                    </a:cubicBezTo>
                    <a:cubicBezTo>
                      <a:pt x="43430" y="10217"/>
                      <a:pt x="43430" y="10217"/>
                      <a:pt x="42933" y="9477"/>
                    </a:cubicBezTo>
                    <a:cubicBezTo>
                      <a:pt x="42707" y="8887"/>
                      <a:pt x="42540" y="8308"/>
                      <a:pt x="42390" y="7697"/>
                    </a:cubicBezTo>
                    <a:cubicBezTo>
                      <a:pt x="42278" y="7290"/>
                      <a:pt x="42163" y="6885"/>
                      <a:pt x="42048" y="6477"/>
                    </a:cubicBezTo>
                    <a:cubicBezTo>
                      <a:pt x="42002" y="6297"/>
                      <a:pt x="41955" y="6117"/>
                      <a:pt x="41908" y="5933"/>
                    </a:cubicBezTo>
                    <a:cubicBezTo>
                      <a:pt x="41750" y="5447"/>
                      <a:pt x="41750" y="5447"/>
                      <a:pt x="41475" y="5045"/>
                    </a:cubicBezTo>
                    <a:cubicBezTo>
                      <a:pt x="41250" y="4697"/>
                      <a:pt x="41250" y="4697"/>
                      <a:pt x="41327" y="4102"/>
                    </a:cubicBezTo>
                    <a:cubicBezTo>
                      <a:pt x="41440" y="3675"/>
                      <a:pt x="41560" y="3248"/>
                      <a:pt x="41688" y="2822"/>
                    </a:cubicBezTo>
                    <a:cubicBezTo>
                      <a:pt x="41750" y="2197"/>
                      <a:pt x="41750" y="2197"/>
                      <a:pt x="41485" y="1510"/>
                    </a:cubicBezTo>
                    <a:cubicBezTo>
                      <a:pt x="40997" y="942"/>
                      <a:pt x="40915" y="857"/>
                      <a:pt x="40235" y="727"/>
                    </a:cubicBezTo>
                    <a:cubicBezTo>
                      <a:pt x="39500" y="697"/>
                      <a:pt x="39500" y="697"/>
                      <a:pt x="39000" y="947"/>
                    </a:cubicBezTo>
                    <a:close/>
                  </a:path>
                </a:pathLst>
              </a:custGeom>
              <a:solidFill>
                <a:srgbClr val="BAAC87"/>
              </a:solidFill>
              <a:ln w="0">
                <a:noFill/>
              </a:ln>
            </p:spPr>
          </p:sp>
          <p:sp>
            <p:nvSpPr>
              <p:cNvPr id="615" name="robot vector"/>
              <p:cNvSpPr/>
              <p:nvPr/>
            </p:nvSpPr>
            <p:spPr>
              <a:xfrm>
                <a:off x="8230886" y="4822556"/>
                <a:ext cx="228966" cy="171404"/>
              </a:xfrm>
              <a:custGeom>
                <a:avLst/>
                <a:gdLst/>
                <a:ahLst/>
                <a:cxnLst/>
                <a:rect l="0" t="0" r="r" b="b"/>
                <a:pathLst>
                  <a:path w="25040" h="18745" fill="norm" stroke="0">
                    <a:moveTo>
                      <a:pt x="1773" y="33"/>
                    </a:moveTo>
                    <a:cubicBezTo>
                      <a:pt x="1945" y="33"/>
                      <a:pt x="2120" y="30"/>
                      <a:pt x="2298" y="30"/>
                    </a:cubicBezTo>
                    <a:cubicBezTo>
                      <a:pt x="2478" y="33"/>
                      <a:pt x="2658" y="35"/>
                      <a:pt x="2845" y="38"/>
                    </a:cubicBezTo>
                    <a:cubicBezTo>
                      <a:pt x="3023" y="35"/>
                      <a:pt x="3202" y="33"/>
                      <a:pt x="3388" y="30"/>
                    </a:cubicBezTo>
                    <a:cubicBezTo>
                      <a:pt x="4327" y="35"/>
                      <a:pt x="5060" y="45"/>
                      <a:pt x="5860" y="600"/>
                    </a:cubicBezTo>
                    <a:cubicBezTo>
                      <a:pt x="6610" y="1455"/>
                      <a:pt x="6610" y="1455"/>
                      <a:pt x="6610" y="2100"/>
                    </a:cubicBezTo>
                    <a:cubicBezTo>
                      <a:pt x="6820" y="2165"/>
                      <a:pt x="7033" y="2233"/>
                      <a:pt x="7250" y="2303"/>
                    </a:cubicBezTo>
                    <a:cubicBezTo>
                      <a:pt x="7827" y="2490"/>
                      <a:pt x="8355" y="2720"/>
                      <a:pt x="8900" y="2988"/>
                    </a:cubicBezTo>
                    <a:cubicBezTo>
                      <a:pt x="9955" y="3442"/>
                      <a:pt x="10918" y="3445"/>
                      <a:pt x="12053" y="3423"/>
                    </a:cubicBezTo>
                    <a:cubicBezTo>
                      <a:pt x="12258" y="3420"/>
                      <a:pt x="12460" y="3420"/>
                      <a:pt x="12668" y="3420"/>
                    </a:cubicBezTo>
                    <a:cubicBezTo>
                      <a:pt x="13310" y="3415"/>
                      <a:pt x="13952" y="3405"/>
                      <a:pt x="14595" y="3395"/>
                    </a:cubicBezTo>
                    <a:cubicBezTo>
                      <a:pt x="15033" y="3393"/>
                      <a:pt x="15470" y="3388"/>
                      <a:pt x="15908" y="3385"/>
                    </a:cubicBezTo>
                    <a:cubicBezTo>
                      <a:pt x="16975" y="3378"/>
                      <a:pt x="18043" y="3365"/>
                      <a:pt x="19110" y="3350"/>
                    </a:cubicBezTo>
                    <a:cubicBezTo>
                      <a:pt x="19158" y="3155"/>
                      <a:pt x="19205" y="2962"/>
                      <a:pt x="19255" y="2765"/>
                    </a:cubicBezTo>
                    <a:cubicBezTo>
                      <a:pt x="19322" y="2513"/>
                      <a:pt x="19388" y="2258"/>
                      <a:pt x="19452" y="2005"/>
                    </a:cubicBezTo>
                    <a:cubicBezTo>
                      <a:pt x="19470" y="1942"/>
                      <a:pt x="19470" y="1942"/>
                      <a:pt x="19550" y="1620"/>
                    </a:cubicBezTo>
                    <a:cubicBezTo>
                      <a:pt x="19730" y="935"/>
                      <a:pt x="19845" y="613"/>
                      <a:pt x="20360" y="100"/>
                    </a:cubicBezTo>
                    <a:cubicBezTo>
                      <a:pt x="21265" y="0"/>
                      <a:pt x="22077" y="178"/>
                      <a:pt x="22853" y="648"/>
                    </a:cubicBezTo>
                    <a:cubicBezTo>
                      <a:pt x="23963" y="1548"/>
                      <a:pt x="24753" y="2493"/>
                      <a:pt x="24933" y="3942"/>
                    </a:cubicBezTo>
                    <a:cubicBezTo>
                      <a:pt x="24968" y="4665"/>
                      <a:pt x="24978" y="5383"/>
                      <a:pt x="24978" y="6105"/>
                    </a:cubicBezTo>
                    <a:cubicBezTo>
                      <a:pt x="24978" y="6373"/>
                      <a:pt x="24980" y="6640"/>
                      <a:pt x="24983" y="6908"/>
                    </a:cubicBezTo>
                    <a:cubicBezTo>
                      <a:pt x="24985" y="7467"/>
                      <a:pt x="24985" y="8028"/>
                      <a:pt x="24985" y="8585"/>
                    </a:cubicBezTo>
                    <a:cubicBezTo>
                      <a:pt x="24983" y="9298"/>
                      <a:pt x="24990" y="10010"/>
                      <a:pt x="25000" y="10720"/>
                    </a:cubicBezTo>
                    <a:cubicBezTo>
                      <a:pt x="25008" y="11273"/>
                      <a:pt x="25008" y="11825"/>
                      <a:pt x="25008" y="12378"/>
                    </a:cubicBezTo>
                    <a:cubicBezTo>
                      <a:pt x="25008" y="12640"/>
                      <a:pt x="25010" y="12903"/>
                      <a:pt x="25015" y="13165"/>
                    </a:cubicBezTo>
                    <a:cubicBezTo>
                      <a:pt x="25040" y="14915"/>
                      <a:pt x="24853" y="16293"/>
                      <a:pt x="23610" y="17600"/>
                    </a:cubicBezTo>
                    <a:cubicBezTo>
                      <a:pt x="22598" y="18457"/>
                      <a:pt x="21798" y="18745"/>
                      <a:pt x="20483" y="18720"/>
                    </a:cubicBezTo>
                    <a:cubicBezTo>
                      <a:pt x="20327" y="18723"/>
                      <a:pt x="20173" y="18723"/>
                      <a:pt x="20013" y="18723"/>
                    </a:cubicBezTo>
                    <a:cubicBezTo>
                      <a:pt x="19505" y="18725"/>
                      <a:pt x="18998" y="18720"/>
                      <a:pt x="18490" y="18715"/>
                    </a:cubicBezTo>
                    <a:cubicBezTo>
                      <a:pt x="18135" y="18712"/>
                      <a:pt x="17780" y="18712"/>
                      <a:pt x="17425" y="18712"/>
                    </a:cubicBezTo>
                    <a:cubicBezTo>
                      <a:pt x="16685" y="18712"/>
                      <a:pt x="15942" y="18707"/>
                      <a:pt x="15202" y="18702"/>
                    </a:cubicBezTo>
                    <a:cubicBezTo>
                      <a:pt x="14253" y="18692"/>
                      <a:pt x="13303" y="18692"/>
                      <a:pt x="12353" y="18692"/>
                    </a:cubicBezTo>
                    <a:cubicBezTo>
                      <a:pt x="11620" y="18692"/>
                      <a:pt x="10888" y="18690"/>
                      <a:pt x="10158" y="18685"/>
                    </a:cubicBezTo>
                    <a:cubicBezTo>
                      <a:pt x="9808" y="18683"/>
                      <a:pt x="9457" y="18683"/>
                      <a:pt x="9105" y="18683"/>
                    </a:cubicBezTo>
                    <a:cubicBezTo>
                      <a:pt x="8618" y="18683"/>
                      <a:pt x="8128" y="18678"/>
                      <a:pt x="7640" y="18673"/>
                    </a:cubicBezTo>
                    <a:cubicBezTo>
                      <a:pt x="7495" y="18673"/>
                      <a:pt x="7350" y="18673"/>
                      <a:pt x="7202" y="18673"/>
                    </a:cubicBezTo>
                    <a:cubicBezTo>
                      <a:pt x="6447" y="18660"/>
                      <a:pt x="5923" y="18628"/>
                      <a:pt x="5360" y="18100"/>
                    </a:cubicBezTo>
                    <a:cubicBezTo>
                      <a:pt x="5190" y="17598"/>
                      <a:pt x="5168" y="17130"/>
                      <a:pt x="5110" y="16600"/>
                    </a:cubicBezTo>
                    <a:cubicBezTo>
                      <a:pt x="5955" y="16340"/>
                      <a:pt x="6758" y="16317"/>
                      <a:pt x="7635" y="16327"/>
                    </a:cubicBezTo>
                    <a:cubicBezTo>
                      <a:pt x="7785" y="16330"/>
                      <a:pt x="7935" y="16330"/>
                      <a:pt x="8090" y="16330"/>
                    </a:cubicBezTo>
                    <a:cubicBezTo>
                      <a:pt x="8413" y="16332"/>
                      <a:pt x="8738" y="16335"/>
                      <a:pt x="9062" y="16337"/>
                    </a:cubicBezTo>
                    <a:cubicBezTo>
                      <a:pt x="9577" y="16342"/>
                      <a:pt x="10090" y="16345"/>
                      <a:pt x="10605" y="16348"/>
                    </a:cubicBezTo>
                    <a:cubicBezTo>
                      <a:pt x="12065" y="16353"/>
                      <a:pt x="13525" y="16363"/>
                      <a:pt x="14985" y="16373"/>
                    </a:cubicBezTo>
                    <a:cubicBezTo>
                      <a:pt x="15880" y="16380"/>
                      <a:pt x="16775" y="16385"/>
                      <a:pt x="17668" y="16388"/>
                    </a:cubicBezTo>
                    <a:cubicBezTo>
                      <a:pt x="18010" y="16388"/>
                      <a:pt x="18350" y="16390"/>
                      <a:pt x="18690" y="16395"/>
                    </a:cubicBezTo>
                    <a:cubicBezTo>
                      <a:pt x="19165" y="16400"/>
                      <a:pt x="19643" y="16400"/>
                      <a:pt x="20118" y="16403"/>
                    </a:cubicBezTo>
                    <a:cubicBezTo>
                      <a:pt x="20188" y="16403"/>
                      <a:pt x="20188" y="16403"/>
                      <a:pt x="20543" y="16408"/>
                    </a:cubicBezTo>
                    <a:cubicBezTo>
                      <a:pt x="21290" y="16408"/>
                      <a:pt x="21812" y="16388"/>
                      <a:pt x="22360" y="15850"/>
                    </a:cubicBezTo>
                    <a:cubicBezTo>
                      <a:pt x="22648" y="15270"/>
                      <a:pt x="22640" y="14717"/>
                      <a:pt x="22643" y="14077"/>
                    </a:cubicBezTo>
                    <a:cubicBezTo>
                      <a:pt x="22643" y="13975"/>
                      <a:pt x="22643" y="13975"/>
                      <a:pt x="22645" y="13457"/>
                    </a:cubicBezTo>
                    <a:cubicBezTo>
                      <a:pt x="22643" y="13238"/>
                      <a:pt x="22643" y="13018"/>
                      <a:pt x="22643" y="12793"/>
                    </a:cubicBezTo>
                    <a:cubicBezTo>
                      <a:pt x="22643" y="12680"/>
                      <a:pt x="22643" y="12680"/>
                      <a:pt x="22643" y="12108"/>
                    </a:cubicBezTo>
                    <a:cubicBezTo>
                      <a:pt x="22643" y="11630"/>
                      <a:pt x="22643" y="11155"/>
                      <a:pt x="22643" y="10678"/>
                    </a:cubicBezTo>
                    <a:cubicBezTo>
                      <a:pt x="22640" y="9945"/>
                      <a:pt x="22643" y="9210"/>
                      <a:pt x="22643" y="8478"/>
                    </a:cubicBezTo>
                    <a:cubicBezTo>
                      <a:pt x="22643" y="8015"/>
                      <a:pt x="22643" y="7553"/>
                      <a:pt x="22643" y="7090"/>
                    </a:cubicBezTo>
                    <a:cubicBezTo>
                      <a:pt x="22643" y="6980"/>
                      <a:pt x="22643" y="6980"/>
                      <a:pt x="22645" y="6420"/>
                    </a:cubicBezTo>
                    <a:cubicBezTo>
                      <a:pt x="22643" y="6217"/>
                      <a:pt x="22643" y="6015"/>
                      <a:pt x="22643" y="5808"/>
                    </a:cubicBezTo>
                    <a:cubicBezTo>
                      <a:pt x="22643" y="5628"/>
                      <a:pt x="22643" y="5447"/>
                      <a:pt x="22640" y="5263"/>
                    </a:cubicBezTo>
                    <a:cubicBezTo>
                      <a:pt x="22610" y="4850"/>
                      <a:pt x="22610" y="4850"/>
                      <a:pt x="22360" y="4600"/>
                    </a:cubicBezTo>
                    <a:cubicBezTo>
                      <a:pt x="21835" y="4575"/>
                      <a:pt x="21317" y="4567"/>
                      <a:pt x="20793" y="4570"/>
                    </a:cubicBezTo>
                    <a:cubicBezTo>
                      <a:pt x="20630" y="4570"/>
                      <a:pt x="20468" y="4570"/>
                      <a:pt x="20298" y="4570"/>
                    </a:cubicBezTo>
                    <a:cubicBezTo>
                      <a:pt x="19755" y="4570"/>
                      <a:pt x="19213" y="4572"/>
                      <a:pt x="18670" y="4575"/>
                    </a:cubicBezTo>
                    <a:cubicBezTo>
                      <a:pt x="18295" y="4575"/>
                      <a:pt x="17920" y="4575"/>
                      <a:pt x="17545" y="4575"/>
                    </a:cubicBezTo>
                    <a:cubicBezTo>
                      <a:pt x="16555" y="4577"/>
                      <a:pt x="15567" y="4580"/>
                      <a:pt x="14577" y="4582"/>
                    </a:cubicBezTo>
                    <a:cubicBezTo>
                      <a:pt x="13570" y="4585"/>
                      <a:pt x="12560" y="4585"/>
                      <a:pt x="11553" y="4587"/>
                    </a:cubicBezTo>
                    <a:cubicBezTo>
                      <a:pt x="9570" y="4590"/>
                      <a:pt x="7590" y="4592"/>
                      <a:pt x="5610" y="4600"/>
                    </a:cubicBezTo>
                    <a:cubicBezTo>
                      <a:pt x="5442" y="5788"/>
                      <a:pt x="5325" y="6942"/>
                      <a:pt x="5345" y="8145"/>
                    </a:cubicBezTo>
                    <a:cubicBezTo>
                      <a:pt x="5345" y="8278"/>
                      <a:pt x="5345" y="8413"/>
                      <a:pt x="5348" y="8553"/>
                    </a:cubicBezTo>
                    <a:cubicBezTo>
                      <a:pt x="5350" y="8975"/>
                      <a:pt x="5355" y="9395"/>
                      <a:pt x="5360" y="9817"/>
                    </a:cubicBezTo>
                    <a:cubicBezTo>
                      <a:pt x="5365" y="10380"/>
                      <a:pt x="5370" y="10942"/>
                      <a:pt x="5375" y="11503"/>
                    </a:cubicBezTo>
                    <a:cubicBezTo>
                      <a:pt x="5378" y="11750"/>
                      <a:pt x="5380" y="11995"/>
                      <a:pt x="5385" y="12250"/>
                    </a:cubicBezTo>
                    <a:cubicBezTo>
                      <a:pt x="5360" y="12850"/>
                      <a:pt x="5360" y="12850"/>
                      <a:pt x="5110" y="13350"/>
                    </a:cubicBezTo>
                    <a:cubicBezTo>
                      <a:pt x="2733" y="13145"/>
                      <a:pt x="2733" y="13145"/>
                      <a:pt x="1860" y="12350"/>
                    </a:cubicBezTo>
                    <a:cubicBezTo>
                      <a:pt x="1093" y="10473"/>
                      <a:pt x="1270" y="8215"/>
                      <a:pt x="1265" y="6223"/>
                    </a:cubicBezTo>
                    <a:cubicBezTo>
                      <a:pt x="1248" y="3155"/>
                      <a:pt x="1248" y="3155"/>
                      <a:pt x="332" y="2128"/>
                    </a:cubicBezTo>
                    <a:cubicBezTo>
                      <a:pt x="110" y="1850"/>
                      <a:pt x="110" y="1850"/>
                      <a:pt x="0" y="1163"/>
                    </a:cubicBezTo>
                    <a:cubicBezTo>
                      <a:pt x="110" y="600"/>
                      <a:pt x="110" y="600"/>
                      <a:pt x="435" y="317"/>
                    </a:cubicBezTo>
                    <a:cubicBezTo>
                      <a:pt x="920" y="67"/>
                      <a:pt x="1228" y="35"/>
                      <a:pt x="1773" y="33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16" name="robot vector"/>
              <p:cNvSpPr/>
              <p:nvPr/>
            </p:nvSpPr>
            <p:spPr>
              <a:xfrm>
                <a:off x="8132174" y="4480148"/>
                <a:ext cx="543154" cy="391317"/>
              </a:xfrm>
              <a:custGeom>
                <a:avLst/>
                <a:gdLst/>
                <a:ahLst/>
                <a:cxnLst/>
                <a:rect l="0" t="0" r="r" b="b"/>
                <a:pathLst>
                  <a:path w="59400" h="42795" fill="norm" stroke="0">
                    <a:moveTo>
                      <a:pt x="33538" y="152"/>
                    </a:moveTo>
                    <a:cubicBezTo>
                      <a:pt x="33905" y="295"/>
                      <a:pt x="33905" y="295"/>
                      <a:pt x="34390" y="857"/>
                    </a:cubicBezTo>
                    <a:cubicBezTo>
                      <a:pt x="34765" y="1832"/>
                      <a:pt x="34538" y="2415"/>
                      <a:pt x="34202" y="3373"/>
                    </a:cubicBezTo>
                    <a:cubicBezTo>
                      <a:pt x="34140" y="4250"/>
                      <a:pt x="34440" y="4677"/>
                      <a:pt x="34865" y="5430"/>
                    </a:cubicBezTo>
                    <a:cubicBezTo>
                      <a:pt x="35103" y="5935"/>
                      <a:pt x="35240" y="6335"/>
                      <a:pt x="35365" y="6870"/>
                    </a:cubicBezTo>
                    <a:cubicBezTo>
                      <a:pt x="35898" y="9127"/>
                      <a:pt x="35898" y="9127"/>
                      <a:pt x="36648" y="9617"/>
                    </a:cubicBezTo>
                    <a:cubicBezTo>
                      <a:pt x="37217" y="9780"/>
                      <a:pt x="37217" y="9780"/>
                      <a:pt x="37810" y="9897"/>
                    </a:cubicBezTo>
                    <a:cubicBezTo>
                      <a:pt x="39398" y="10290"/>
                      <a:pt x="40773" y="11710"/>
                      <a:pt x="41655" y="13045"/>
                    </a:cubicBezTo>
                    <a:cubicBezTo>
                      <a:pt x="42545" y="14712"/>
                      <a:pt x="42510" y="16415"/>
                      <a:pt x="42495" y="18250"/>
                    </a:cubicBezTo>
                    <a:cubicBezTo>
                      <a:pt x="42495" y="18557"/>
                      <a:pt x="42495" y="18865"/>
                      <a:pt x="42495" y="19172"/>
                    </a:cubicBezTo>
                    <a:cubicBezTo>
                      <a:pt x="42495" y="19812"/>
                      <a:pt x="42493" y="20455"/>
                      <a:pt x="42488" y="21095"/>
                    </a:cubicBezTo>
                    <a:cubicBezTo>
                      <a:pt x="42483" y="21912"/>
                      <a:pt x="42483" y="22730"/>
                      <a:pt x="42485" y="23550"/>
                    </a:cubicBezTo>
                    <a:cubicBezTo>
                      <a:pt x="42485" y="24182"/>
                      <a:pt x="42485" y="24817"/>
                      <a:pt x="42483" y="25450"/>
                    </a:cubicBezTo>
                    <a:cubicBezTo>
                      <a:pt x="42480" y="25752"/>
                      <a:pt x="42480" y="26052"/>
                      <a:pt x="42480" y="26355"/>
                    </a:cubicBezTo>
                    <a:cubicBezTo>
                      <a:pt x="42480" y="29243"/>
                      <a:pt x="42480" y="29243"/>
                      <a:pt x="41905" y="30545"/>
                    </a:cubicBezTo>
                    <a:cubicBezTo>
                      <a:pt x="42008" y="30485"/>
                      <a:pt x="42110" y="30425"/>
                      <a:pt x="42217" y="30363"/>
                    </a:cubicBezTo>
                    <a:cubicBezTo>
                      <a:pt x="45305" y="28570"/>
                      <a:pt x="48058" y="27397"/>
                      <a:pt x="51660" y="28315"/>
                    </a:cubicBezTo>
                    <a:cubicBezTo>
                      <a:pt x="54340" y="29093"/>
                      <a:pt x="56620" y="30915"/>
                      <a:pt x="57975" y="33378"/>
                    </a:cubicBezTo>
                    <a:cubicBezTo>
                      <a:pt x="59095" y="35795"/>
                      <a:pt x="59400" y="38812"/>
                      <a:pt x="58545" y="41372"/>
                    </a:cubicBezTo>
                    <a:cubicBezTo>
                      <a:pt x="58353" y="41863"/>
                      <a:pt x="58140" y="42325"/>
                      <a:pt x="57905" y="42795"/>
                    </a:cubicBezTo>
                    <a:cubicBezTo>
                      <a:pt x="57740" y="42795"/>
                      <a:pt x="57575" y="42795"/>
                      <a:pt x="57405" y="42795"/>
                    </a:cubicBezTo>
                    <a:cubicBezTo>
                      <a:pt x="57623" y="41608"/>
                      <a:pt x="57623" y="41608"/>
                      <a:pt x="57905" y="41045"/>
                    </a:cubicBezTo>
                    <a:cubicBezTo>
                      <a:pt x="58375" y="38177"/>
                      <a:pt x="58268" y="35295"/>
                      <a:pt x="56655" y="32795"/>
                    </a:cubicBezTo>
                    <a:cubicBezTo>
                      <a:pt x="55228" y="30845"/>
                      <a:pt x="53543" y="29530"/>
                      <a:pt x="51155" y="29045"/>
                    </a:cubicBezTo>
                    <a:cubicBezTo>
                      <a:pt x="48190" y="28740"/>
                      <a:pt x="45428" y="28887"/>
                      <a:pt x="43045" y="30795"/>
                    </a:cubicBezTo>
                    <a:cubicBezTo>
                      <a:pt x="42655" y="31120"/>
                      <a:pt x="42280" y="31452"/>
                      <a:pt x="41905" y="31795"/>
                    </a:cubicBezTo>
                    <a:cubicBezTo>
                      <a:pt x="41763" y="31920"/>
                      <a:pt x="41620" y="32042"/>
                      <a:pt x="41475" y="32170"/>
                    </a:cubicBezTo>
                    <a:cubicBezTo>
                      <a:pt x="41090" y="32620"/>
                      <a:pt x="41003" y="32952"/>
                      <a:pt x="40890" y="33530"/>
                    </a:cubicBezTo>
                    <a:cubicBezTo>
                      <a:pt x="40778" y="34085"/>
                      <a:pt x="40678" y="34505"/>
                      <a:pt x="40395" y="35000"/>
                    </a:cubicBezTo>
                    <a:cubicBezTo>
                      <a:pt x="40005" y="35882"/>
                      <a:pt x="40065" y="36805"/>
                      <a:pt x="40058" y="37762"/>
                    </a:cubicBezTo>
                    <a:cubicBezTo>
                      <a:pt x="40028" y="38535"/>
                      <a:pt x="39985" y="39067"/>
                      <a:pt x="39447" y="39652"/>
                    </a:cubicBezTo>
                    <a:cubicBezTo>
                      <a:pt x="38895" y="40052"/>
                      <a:pt x="38710" y="40182"/>
                      <a:pt x="38045" y="40093"/>
                    </a:cubicBezTo>
                    <a:cubicBezTo>
                      <a:pt x="37238" y="39927"/>
                      <a:pt x="36903" y="39593"/>
                      <a:pt x="36420" y="38935"/>
                    </a:cubicBezTo>
                    <a:cubicBezTo>
                      <a:pt x="35905" y="38142"/>
                      <a:pt x="35905" y="38142"/>
                      <a:pt x="35905" y="37545"/>
                    </a:cubicBezTo>
                    <a:cubicBezTo>
                      <a:pt x="35490" y="37370"/>
                      <a:pt x="35075" y="37207"/>
                      <a:pt x="34655" y="37045"/>
                    </a:cubicBezTo>
                    <a:cubicBezTo>
                      <a:pt x="34498" y="36980"/>
                      <a:pt x="34340" y="36912"/>
                      <a:pt x="34175" y="36845"/>
                    </a:cubicBezTo>
                    <a:cubicBezTo>
                      <a:pt x="32440" y="36180"/>
                      <a:pt x="30508" y="35930"/>
                      <a:pt x="28712" y="36525"/>
                    </a:cubicBezTo>
                    <a:cubicBezTo>
                      <a:pt x="28155" y="36795"/>
                      <a:pt x="28155" y="36795"/>
                      <a:pt x="27795" y="37202"/>
                    </a:cubicBezTo>
                    <a:cubicBezTo>
                      <a:pt x="27350" y="37593"/>
                      <a:pt x="27212" y="37605"/>
                      <a:pt x="26640" y="37622"/>
                    </a:cubicBezTo>
                    <a:cubicBezTo>
                      <a:pt x="25905" y="37545"/>
                      <a:pt x="25905" y="37545"/>
                      <a:pt x="25405" y="37045"/>
                    </a:cubicBezTo>
                    <a:cubicBezTo>
                      <a:pt x="25347" y="36630"/>
                      <a:pt x="25347" y="36630"/>
                      <a:pt x="25358" y="36170"/>
                    </a:cubicBezTo>
                    <a:cubicBezTo>
                      <a:pt x="25360" y="36017"/>
                      <a:pt x="25360" y="35865"/>
                      <a:pt x="25363" y="35710"/>
                    </a:cubicBezTo>
                    <a:cubicBezTo>
                      <a:pt x="25405" y="35295"/>
                      <a:pt x="25405" y="35295"/>
                      <a:pt x="25655" y="34795"/>
                    </a:cubicBezTo>
                    <a:cubicBezTo>
                      <a:pt x="25785" y="34795"/>
                      <a:pt x="25913" y="34795"/>
                      <a:pt x="26045" y="34795"/>
                    </a:cubicBezTo>
                    <a:cubicBezTo>
                      <a:pt x="27275" y="34790"/>
                      <a:pt x="28503" y="34780"/>
                      <a:pt x="29730" y="34762"/>
                    </a:cubicBezTo>
                    <a:cubicBezTo>
                      <a:pt x="30360" y="34752"/>
                      <a:pt x="30993" y="34748"/>
                      <a:pt x="31623" y="34745"/>
                    </a:cubicBezTo>
                    <a:cubicBezTo>
                      <a:pt x="36945" y="34730"/>
                      <a:pt x="36945" y="34730"/>
                      <a:pt x="38905" y="33295"/>
                    </a:cubicBezTo>
                    <a:cubicBezTo>
                      <a:pt x="39058" y="33200"/>
                      <a:pt x="39207" y="33105"/>
                      <a:pt x="39365" y="33007"/>
                    </a:cubicBezTo>
                    <a:cubicBezTo>
                      <a:pt x="40668" y="32177"/>
                      <a:pt x="40983" y="30697"/>
                      <a:pt x="41405" y="29295"/>
                    </a:cubicBezTo>
                    <a:cubicBezTo>
                      <a:pt x="41447" y="29177"/>
                      <a:pt x="41493" y="29060"/>
                      <a:pt x="41538" y="28937"/>
                    </a:cubicBezTo>
                    <a:cubicBezTo>
                      <a:pt x="41673" y="28485"/>
                      <a:pt x="41697" y="28087"/>
                      <a:pt x="41710" y="27618"/>
                    </a:cubicBezTo>
                    <a:cubicBezTo>
                      <a:pt x="41712" y="27525"/>
                      <a:pt x="41712" y="27525"/>
                      <a:pt x="41728" y="27057"/>
                    </a:cubicBezTo>
                    <a:cubicBezTo>
                      <a:pt x="41733" y="26858"/>
                      <a:pt x="41738" y="26657"/>
                      <a:pt x="41743" y="26452"/>
                    </a:cubicBezTo>
                    <a:cubicBezTo>
                      <a:pt x="41748" y="26245"/>
                      <a:pt x="41755" y="26037"/>
                      <a:pt x="41760" y="25825"/>
                    </a:cubicBezTo>
                    <a:cubicBezTo>
                      <a:pt x="41773" y="25382"/>
                      <a:pt x="41783" y="24942"/>
                      <a:pt x="41795" y="24502"/>
                    </a:cubicBezTo>
                    <a:cubicBezTo>
                      <a:pt x="41810" y="23837"/>
                      <a:pt x="41830" y="23172"/>
                      <a:pt x="41850" y="22510"/>
                    </a:cubicBezTo>
                    <a:cubicBezTo>
                      <a:pt x="42072" y="14325"/>
                      <a:pt x="42072" y="14325"/>
                      <a:pt x="39805" y="11920"/>
                    </a:cubicBezTo>
                    <a:cubicBezTo>
                      <a:pt x="38853" y="11025"/>
                      <a:pt x="38207" y="10525"/>
                      <a:pt x="36873" y="10498"/>
                    </a:cubicBezTo>
                    <a:cubicBezTo>
                      <a:pt x="36363" y="10455"/>
                      <a:pt x="36363" y="10455"/>
                      <a:pt x="35905" y="10295"/>
                    </a:cubicBezTo>
                    <a:cubicBezTo>
                      <a:pt x="34883" y="8985"/>
                      <a:pt x="34658" y="7145"/>
                      <a:pt x="34405" y="5545"/>
                    </a:cubicBezTo>
                    <a:cubicBezTo>
                      <a:pt x="34240" y="5545"/>
                      <a:pt x="34075" y="5545"/>
                      <a:pt x="33905" y="5545"/>
                    </a:cubicBezTo>
                    <a:cubicBezTo>
                      <a:pt x="33920" y="5655"/>
                      <a:pt x="33938" y="5765"/>
                      <a:pt x="33955" y="5877"/>
                    </a:cubicBezTo>
                    <a:cubicBezTo>
                      <a:pt x="34028" y="6375"/>
                      <a:pt x="34100" y="6875"/>
                      <a:pt x="34170" y="7373"/>
                    </a:cubicBezTo>
                    <a:cubicBezTo>
                      <a:pt x="34197" y="7545"/>
                      <a:pt x="34222" y="7717"/>
                      <a:pt x="34250" y="7895"/>
                    </a:cubicBezTo>
                    <a:cubicBezTo>
                      <a:pt x="34273" y="8062"/>
                      <a:pt x="34295" y="8230"/>
                      <a:pt x="34320" y="8402"/>
                    </a:cubicBezTo>
                    <a:cubicBezTo>
                      <a:pt x="34342" y="8555"/>
                      <a:pt x="34365" y="8707"/>
                      <a:pt x="34388" y="8865"/>
                    </a:cubicBezTo>
                    <a:cubicBezTo>
                      <a:pt x="34405" y="9332"/>
                      <a:pt x="34358" y="9625"/>
                      <a:pt x="34155" y="10045"/>
                    </a:cubicBezTo>
                    <a:cubicBezTo>
                      <a:pt x="33605" y="10320"/>
                      <a:pt x="33325" y="10327"/>
                      <a:pt x="32717" y="10330"/>
                    </a:cubicBezTo>
                    <a:cubicBezTo>
                      <a:pt x="32523" y="10332"/>
                      <a:pt x="32327" y="10332"/>
                      <a:pt x="32125" y="10335"/>
                    </a:cubicBezTo>
                    <a:cubicBezTo>
                      <a:pt x="32018" y="10335"/>
                      <a:pt x="32018" y="10335"/>
                      <a:pt x="31475" y="10335"/>
                    </a:cubicBezTo>
                    <a:cubicBezTo>
                      <a:pt x="31250" y="10337"/>
                      <a:pt x="31025" y="10337"/>
                      <a:pt x="30793" y="10340"/>
                    </a:cubicBezTo>
                    <a:cubicBezTo>
                      <a:pt x="30173" y="10342"/>
                      <a:pt x="29553" y="10345"/>
                      <a:pt x="28935" y="10345"/>
                    </a:cubicBezTo>
                    <a:cubicBezTo>
                      <a:pt x="28548" y="10345"/>
                      <a:pt x="28160" y="10347"/>
                      <a:pt x="27773" y="10347"/>
                    </a:cubicBezTo>
                    <a:cubicBezTo>
                      <a:pt x="26562" y="10352"/>
                      <a:pt x="25353" y="10355"/>
                      <a:pt x="24143" y="10355"/>
                    </a:cubicBezTo>
                    <a:cubicBezTo>
                      <a:pt x="22745" y="10355"/>
                      <a:pt x="21347" y="10360"/>
                      <a:pt x="19950" y="10367"/>
                    </a:cubicBezTo>
                    <a:cubicBezTo>
                      <a:pt x="18870" y="10373"/>
                      <a:pt x="17790" y="10375"/>
                      <a:pt x="16710" y="10375"/>
                    </a:cubicBezTo>
                    <a:cubicBezTo>
                      <a:pt x="16065" y="10375"/>
                      <a:pt x="15420" y="10377"/>
                      <a:pt x="14775" y="10382"/>
                    </a:cubicBezTo>
                    <a:cubicBezTo>
                      <a:pt x="14055" y="10387"/>
                      <a:pt x="13335" y="10385"/>
                      <a:pt x="12615" y="10385"/>
                    </a:cubicBezTo>
                    <a:cubicBezTo>
                      <a:pt x="12403" y="10387"/>
                      <a:pt x="12188" y="10390"/>
                      <a:pt x="11967" y="10390"/>
                    </a:cubicBezTo>
                    <a:cubicBezTo>
                      <a:pt x="11773" y="10390"/>
                      <a:pt x="11575" y="10387"/>
                      <a:pt x="11375" y="10387"/>
                    </a:cubicBezTo>
                    <a:cubicBezTo>
                      <a:pt x="11205" y="10387"/>
                      <a:pt x="11035" y="10387"/>
                      <a:pt x="10858" y="10387"/>
                    </a:cubicBezTo>
                    <a:cubicBezTo>
                      <a:pt x="10255" y="10265"/>
                      <a:pt x="10030" y="10025"/>
                      <a:pt x="9655" y="9545"/>
                    </a:cubicBezTo>
                    <a:cubicBezTo>
                      <a:pt x="9535" y="8880"/>
                      <a:pt x="9535" y="8880"/>
                      <a:pt x="9498" y="8140"/>
                    </a:cubicBezTo>
                    <a:cubicBezTo>
                      <a:pt x="9425" y="6815"/>
                      <a:pt x="9425" y="6815"/>
                      <a:pt x="9155" y="6545"/>
                    </a:cubicBezTo>
                    <a:cubicBezTo>
                      <a:pt x="9145" y="6652"/>
                      <a:pt x="9135" y="6762"/>
                      <a:pt x="9125" y="6873"/>
                    </a:cubicBezTo>
                    <a:cubicBezTo>
                      <a:pt x="9077" y="7367"/>
                      <a:pt x="9023" y="7862"/>
                      <a:pt x="8967" y="8357"/>
                    </a:cubicBezTo>
                    <a:cubicBezTo>
                      <a:pt x="8960" y="8442"/>
                      <a:pt x="8960" y="8442"/>
                      <a:pt x="8920" y="8875"/>
                    </a:cubicBezTo>
                    <a:cubicBezTo>
                      <a:pt x="8755" y="10297"/>
                      <a:pt x="8755" y="10297"/>
                      <a:pt x="8183" y="10880"/>
                    </a:cubicBezTo>
                    <a:cubicBezTo>
                      <a:pt x="8008" y="11017"/>
                      <a:pt x="7835" y="11152"/>
                      <a:pt x="7655" y="11295"/>
                    </a:cubicBezTo>
                    <a:cubicBezTo>
                      <a:pt x="7590" y="11347"/>
                      <a:pt x="7590" y="11347"/>
                      <a:pt x="7265" y="11612"/>
                    </a:cubicBezTo>
                    <a:cubicBezTo>
                      <a:pt x="7145" y="11705"/>
                      <a:pt x="7028" y="11795"/>
                      <a:pt x="6905" y="11890"/>
                    </a:cubicBezTo>
                    <a:cubicBezTo>
                      <a:pt x="5608" y="12980"/>
                      <a:pt x="5140" y="13870"/>
                      <a:pt x="4920" y="15560"/>
                    </a:cubicBezTo>
                    <a:cubicBezTo>
                      <a:pt x="4778" y="16642"/>
                      <a:pt x="4618" y="17373"/>
                      <a:pt x="3745" y="18080"/>
                    </a:cubicBezTo>
                    <a:cubicBezTo>
                      <a:pt x="3423" y="18282"/>
                      <a:pt x="3085" y="18462"/>
                      <a:pt x="2748" y="18640"/>
                    </a:cubicBezTo>
                    <a:cubicBezTo>
                      <a:pt x="1910" y="19212"/>
                      <a:pt x="1678" y="19830"/>
                      <a:pt x="1405" y="20795"/>
                    </a:cubicBezTo>
                    <a:cubicBezTo>
                      <a:pt x="1295" y="21710"/>
                      <a:pt x="1288" y="22610"/>
                      <a:pt x="1295" y="23530"/>
                    </a:cubicBezTo>
                    <a:cubicBezTo>
                      <a:pt x="1290" y="23767"/>
                      <a:pt x="1285" y="24005"/>
                      <a:pt x="1280" y="24250"/>
                    </a:cubicBezTo>
                    <a:cubicBezTo>
                      <a:pt x="1280" y="25802"/>
                      <a:pt x="1483" y="27017"/>
                      <a:pt x="2405" y="28295"/>
                    </a:cubicBezTo>
                    <a:cubicBezTo>
                      <a:pt x="2923" y="28738"/>
                      <a:pt x="2923" y="28738"/>
                      <a:pt x="3435" y="28998"/>
                    </a:cubicBezTo>
                    <a:cubicBezTo>
                      <a:pt x="4123" y="29358"/>
                      <a:pt x="4540" y="29600"/>
                      <a:pt x="4905" y="30295"/>
                    </a:cubicBezTo>
                    <a:cubicBezTo>
                      <a:pt x="4972" y="30527"/>
                      <a:pt x="5038" y="30760"/>
                      <a:pt x="5108" y="30998"/>
                    </a:cubicBezTo>
                    <a:cubicBezTo>
                      <a:pt x="5643" y="32632"/>
                      <a:pt x="6808" y="33490"/>
                      <a:pt x="8278" y="34282"/>
                    </a:cubicBezTo>
                    <a:cubicBezTo>
                      <a:pt x="9300" y="34710"/>
                      <a:pt x="10253" y="34718"/>
                      <a:pt x="11350" y="34705"/>
                    </a:cubicBezTo>
                    <a:cubicBezTo>
                      <a:pt x="11572" y="34707"/>
                      <a:pt x="11795" y="34710"/>
                      <a:pt x="12025" y="34712"/>
                    </a:cubicBezTo>
                    <a:cubicBezTo>
                      <a:pt x="12730" y="34720"/>
                      <a:pt x="13435" y="34718"/>
                      <a:pt x="14140" y="34718"/>
                    </a:cubicBezTo>
                    <a:cubicBezTo>
                      <a:pt x="14850" y="34720"/>
                      <a:pt x="15560" y="34723"/>
                      <a:pt x="16273" y="34730"/>
                    </a:cubicBezTo>
                    <a:cubicBezTo>
                      <a:pt x="16712" y="34733"/>
                      <a:pt x="17153" y="34735"/>
                      <a:pt x="17592" y="34733"/>
                    </a:cubicBezTo>
                    <a:cubicBezTo>
                      <a:pt x="17692" y="34733"/>
                      <a:pt x="17692" y="34733"/>
                      <a:pt x="18192" y="34735"/>
                    </a:cubicBezTo>
                    <a:cubicBezTo>
                      <a:pt x="18280" y="34735"/>
                      <a:pt x="18280" y="34735"/>
                      <a:pt x="18720" y="34735"/>
                    </a:cubicBezTo>
                    <a:cubicBezTo>
                      <a:pt x="19155" y="34795"/>
                      <a:pt x="19155" y="34795"/>
                      <a:pt x="19655" y="35295"/>
                    </a:cubicBezTo>
                    <a:cubicBezTo>
                      <a:pt x="19720" y="35655"/>
                      <a:pt x="19720" y="35655"/>
                      <a:pt x="19717" y="36045"/>
                    </a:cubicBezTo>
                    <a:cubicBezTo>
                      <a:pt x="19717" y="36110"/>
                      <a:pt x="19717" y="36110"/>
                      <a:pt x="19720" y="36435"/>
                    </a:cubicBezTo>
                    <a:cubicBezTo>
                      <a:pt x="19655" y="36795"/>
                      <a:pt x="19655" y="36795"/>
                      <a:pt x="19155" y="37295"/>
                    </a:cubicBezTo>
                    <a:cubicBezTo>
                      <a:pt x="18330" y="37212"/>
                      <a:pt x="18000" y="37140"/>
                      <a:pt x="17405" y="36545"/>
                    </a:cubicBezTo>
                    <a:cubicBezTo>
                      <a:pt x="16245" y="36220"/>
                      <a:pt x="14985" y="36260"/>
                      <a:pt x="13788" y="36270"/>
                    </a:cubicBezTo>
                    <a:cubicBezTo>
                      <a:pt x="13620" y="36270"/>
                      <a:pt x="13450" y="36272"/>
                      <a:pt x="13275" y="36272"/>
                    </a:cubicBezTo>
                    <a:cubicBezTo>
                      <a:pt x="12740" y="36272"/>
                      <a:pt x="12205" y="36277"/>
                      <a:pt x="11670" y="36280"/>
                    </a:cubicBezTo>
                    <a:cubicBezTo>
                      <a:pt x="11305" y="36280"/>
                      <a:pt x="10940" y="36282"/>
                      <a:pt x="10575" y="36282"/>
                    </a:cubicBezTo>
                    <a:cubicBezTo>
                      <a:pt x="9685" y="36285"/>
                      <a:pt x="8795" y="36290"/>
                      <a:pt x="7905" y="36295"/>
                    </a:cubicBezTo>
                    <a:cubicBezTo>
                      <a:pt x="7988" y="36130"/>
                      <a:pt x="8070" y="35965"/>
                      <a:pt x="8155" y="35795"/>
                    </a:cubicBezTo>
                    <a:cubicBezTo>
                      <a:pt x="8403" y="35795"/>
                      <a:pt x="8650" y="35795"/>
                      <a:pt x="8905" y="35795"/>
                    </a:cubicBezTo>
                    <a:cubicBezTo>
                      <a:pt x="8310" y="35152"/>
                      <a:pt x="7645" y="34682"/>
                      <a:pt x="6920" y="34202"/>
                    </a:cubicBezTo>
                    <a:cubicBezTo>
                      <a:pt x="5445" y="33185"/>
                      <a:pt x="4810" y="32385"/>
                      <a:pt x="4060" y="30765"/>
                    </a:cubicBezTo>
                    <a:cubicBezTo>
                      <a:pt x="3585" y="29772"/>
                      <a:pt x="3278" y="29332"/>
                      <a:pt x="2260" y="28947"/>
                    </a:cubicBezTo>
                    <a:cubicBezTo>
                      <a:pt x="1590" y="28660"/>
                      <a:pt x="1238" y="28180"/>
                      <a:pt x="905" y="27545"/>
                    </a:cubicBezTo>
                    <a:cubicBezTo>
                      <a:pt x="45" y="25257"/>
                      <a:pt x="0" y="21825"/>
                      <a:pt x="905" y="19545"/>
                    </a:cubicBezTo>
                    <a:cubicBezTo>
                      <a:pt x="1430" y="18645"/>
                      <a:pt x="1942" y="18090"/>
                      <a:pt x="2935" y="17765"/>
                    </a:cubicBezTo>
                    <a:cubicBezTo>
                      <a:pt x="3320" y="17600"/>
                      <a:pt x="3320" y="17600"/>
                      <a:pt x="3655" y="17295"/>
                    </a:cubicBezTo>
                    <a:cubicBezTo>
                      <a:pt x="3915" y="16560"/>
                      <a:pt x="4072" y="15825"/>
                      <a:pt x="4233" y="15062"/>
                    </a:cubicBezTo>
                    <a:cubicBezTo>
                      <a:pt x="4585" y="13415"/>
                      <a:pt x="5145" y="12462"/>
                      <a:pt x="6530" y="11498"/>
                    </a:cubicBezTo>
                    <a:cubicBezTo>
                      <a:pt x="8170" y="10277"/>
                      <a:pt x="8248" y="8135"/>
                      <a:pt x="8540" y="6245"/>
                    </a:cubicBezTo>
                    <a:cubicBezTo>
                      <a:pt x="8668" y="5362"/>
                      <a:pt x="8648" y="4657"/>
                      <a:pt x="8405" y="3795"/>
                    </a:cubicBezTo>
                    <a:cubicBezTo>
                      <a:pt x="8240" y="3630"/>
                      <a:pt x="8075" y="3465"/>
                      <a:pt x="7905" y="3295"/>
                    </a:cubicBezTo>
                    <a:cubicBezTo>
                      <a:pt x="7855" y="2862"/>
                      <a:pt x="7855" y="2862"/>
                      <a:pt x="7873" y="2390"/>
                    </a:cubicBezTo>
                    <a:cubicBezTo>
                      <a:pt x="7878" y="2230"/>
                      <a:pt x="7883" y="2072"/>
                      <a:pt x="7888" y="1910"/>
                    </a:cubicBezTo>
                    <a:cubicBezTo>
                      <a:pt x="7893" y="1790"/>
                      <a:pt x="7898" y="1670"/>
                      <a:pt x="7905" y="1545"/>
                    </a:cubicBezTo>
                    <a:cubicBezTo>
                      <a:pt x="8317" y="1462"/>
                      <a:pt x="8730" y="1380"/>
                      <a:pt x="9155" y="1295"/>
                    </a:cubicBezTo>
                    <a:cubicBezTo>
                      <a:pt x="8990" y="1955"/>
                      <a:pt x="8825" y="2615"/>
                      <a:pt x="8655" y="3295"/>
                    </a:cubicBezTo>
                    <a:cubicBezTo>
                      <a:pt x="9315" y="3295"/>
                      <a:pt x="9975" y="3295"/>
                      <a:pt x="10655" y="3295"/>
                    </a:cubicBezTo>
                    <a:cubicBezTo>
                      <a:pt x="10572" y="3542"/>
                      <a:pt x="10490" y="3790"/>
                      <a:pt x="10405" y="4045"/>
                    </a:cubicBezTo>
                    <a:cubicBezTo>
                      <a:pt x="10405" y="5860"/>
                      <a:pt x="10405" y="7675"/>
                      <a:pt x="10405" y="9545"/>
                    </a:cubicBezTo>
                    <a:cubicBezTo>
                      <a:pt x="18077" y="9545"/>
                      <a:pt x="25750" y="9545"/>
                      <a:pt x="33655" y="9545"/>
                    </a:cubicBezTo>
                    <a:cubicBezTo>
                      <a:pt x="33058" y="4775"/>
                      <a:pt x="33058" y="4775"/>
                      <a:pt x="31905" y="3045"/>
                    </a:cubicBezTo>
                    <a:cubicBezTo>
                      <a:pt x="31998" y="2623"/>
                      <a:pt x="31998" y="2623"/>
                      <a:pt x="32155" y="2295"/>
                    </a:cubicBezTo>
                    <a:cubicBezTo>
                      <a:pt x="32567" y="2377"/>
                      <a:pt x="32980" y="2460"/>
                      <a:pt x="33405" y="2545"/>
                    </a:cubicBezTo>
                    <a:cubicBezTo>
                      <a:pt x="33488" y="2132"/>
                      <a:pt x="33570" y="1720"/>
                      <a:pt x="33655" y="1295"/>
                    </a:cubicBezTo>
                    <a:cubicBezTo>
                      <a:pt x="33033" y="1123"/>
                      <a:pt x="32560" y="1045"/>
                      <a:pt x="31905" y="1045"/>
                    </a:cubicBezTo>
                    <a:cubicBezTo>
                      <a:pt x="31905" y="797"/>
                      <a:pt x="31905" y="550"/>
                      <a:pt x="31905" y="295"/>
                    </a:cubicBezTo>
                    <a:cubicBezTo>
                      <a:pt x="32498" y="0"/>
                      <a:pt x="32895" y="30"/>
                      <a:pt x="33538" y="152"/>
                    </a:cubicBezTo>
                    <a:close/>
                  </a:path>
                </a:pathLst>
              </a:custGeom>
              <a:solidFill>
                <a:srgbClr val="565148"/>
              </a:solidFill>
              <a:ln w="0">
                <a:noFill/>
              </a:ln>
            </p:spPr>
          </p:sp>
          <p:sp>
            <p:nvSpPr>
              <p:cNvPr id="617" name="robot vector"/>
              <p:cNvSpPr/>
              <p:nvPr/>
            </p:nvSpPr>
            <p:spPr>
              <a:xfrm>
                <a:off x="8083296" y="4853178"/>
                <a:ext cx="122164" cy="169164"/>
              </a:xfrm>
              <a:custGeom>
                <a:avLst/>
                <a:gdLst/>
                <a:ahLst/>
                <a:cxnLst/>
                <a:rect l="0" t="0" r="r" b="b"/>
                <a:pathLst>
                  <a:path w="13360" h="18500" fill="norm" stroke="0">
                    <a:moveTo>
                      <a:pt x="5250" y="0"/>
                    </a:moveTo>
                    <a:cubicBezTo>
                      <a:pt x="6770" y="87"/>
                      <a:pt x="7908" y="470"/>
                      <a:pt x="9235" y="1202"/>
                    </a:cubicBezTo>
                    <a:cubicBezTo>
                      <a:pt x="9403" y="1290"/>
                      <a:pt x="9570" y="1375"/>
                      <a:pt x="9742" y="1462"/>
                    </a:cubicBezTo>
                    <a:cubicBezTo>
                      <a:pt x="10918" y="2097"/>
                      <a:pt x="10918" y="2097"/>
                      <a:pt x="11273" y="2760"/>
                    </a:cubicBezTo>
                    <a:cubicBezTo>
                      <a:pt x="11245" y="3393"/>
                      <a:pt x="11060" y="3660"/>
                      <a:pt x="10673" y="4155"/>
                    </a:cubicBezTo>
                    <a:cubicBezTo>
                      <a:pt x="10560" y="4305"/>
                      <a:pt x="10447" y="4452"/>
                      <a:pt x="10330" y="4602"/>
                    </a:cubicBezTo>
                    <a:cubicBezTo>
                      <a:pt x="10000" y="5000"/>
                      <a:pt x="10000" y="5000"/>
                      <a:pt x="9500" y="5500"/>
                    </a:cubicBezTo>
                    <a:cubicBezTo>
                      <a:pt x="11440" y="7215"/>
                      <a:pt x="11440" y="7215"/>
                      <a:pt x="12220" y="7812"/>
                    </a:cubicBezTo>
                    <a:cubicBezTo>
                      <a:pt x="12940" y="8408"/>
                      <a:pt x="13197" y="8702"/>
                      <a:pt x="13360" y="9625"/>
                    </a:cubicBezTo>
                    <a:cubicBezTo>
                      <a:pt x="13322" y="9830"/>
                      <a:pt x="13288" y="10038"/>
                      <a:pt x="13250" y="10250"/>
                    </a:cubicBezTo>
                    <a:cubicBezTo>
                      <a:pt x="12702" y="10625"/>
                      <a:pt x="12702" y="10625"/>
                      <a:pt x="12360" y="10795"/>
                    </a:cubicBezTo>
                    <a:cubicBezTo>
                      <a:pt x="11570" y="11242"/>
                      <a:pt x="10903" y="11942"/>
                      <a:pt x="10500" y="12750"/>
                    </a:cubicBezTo>
                    <a:cubicBezTo>
                      <a:pt x="10485" y="13122"/>
                      <a:pt x="10485" y="13495"/>
                      <a:pt x="10492" y="13865"/>
                    </a:cubicBezTo>
                    <a:cubicBezTo>
                      <a:pt x="10495" y="14087"/>
                      <a:pt x="10500" y="14308"/>
                      <a:pt x="10503" y="14535"/>
                    </a:cubicBezTo>
                    <a:cubicBezTo>
                      <a:pt x="10510" y="15000"/>
                      <a:pt x="10520" y="15465"/>
                      <a:pt x="10533" y="15930"/>
                    </a:cubicBezTo>
                    <a:cubicBezTo>
                      <a:pt x="10535" y="16153"/>
                      <a:pt x="10538" y="16372"/>
                      <a:pt x="10540" y="16600"/>
                    </a:cubicBezTo>
                    <a:cubicBezTo>
                      <a:pt x="10545" y="16803"/>
                      <a:pt x="10548" y="17005"/>
                      <a:pt x="10553" y="17215"/>
                    </a:cubicBezTo>
                    <a:cubicBezTo>
                      <a:pt x="10495" y="17793"/>
                      <a:pt x="10362" y="18055"/>
                      <a:pt x="10000" y="18500"/>
                    </a:cubicBezTo>
                    <a:cubicBezTo>
                      <a:pt x="8700" y="18298"/>
                      <a:pt x="7805" y="17745"/>
                      <a:pt x="6707" y="17045"/>
                    </a:cubicBezTo>
                    <a:cubicBezTo>
                      <a:pt x="6395" y="16845"/>
                      <a:pt x="6077" y="16653"/>
                      <a:pt x="5760" y="16457"/>
                    </a:cubicBezTo>
                    <a:cubicBezTo>
                      <a:pt x="4320" y="15550"/>
                      <a:pt x="3025" y="14553"/>
                      <a:pt x="2250" y="13000"/>
                    </a:cubicBezTo>
                    <a:cubicBezTo>
                      <a:pt x="2125" y="11572"/>
                      <a:pt x="2290" y="10350"/>
                      <a:pt x="2750" y="9000"/>
                    </a:cubicBezTo>
                    <a:cubicBezTo>
                      <a:pt x="2420" y="9495"/>
                      <a:pt x="2090" y="9990"/>
                      <a:pt x="1750" y="10500"/>
                    </a:cubicBezTo>
                    <a:cubicBezTo>
                      <a:pt x="1298" y="10485"/>
                      <a:pt x="1298" y="10485"/>
                      <a:pt x="750" y="10250"/>
                    </a:cubicBezTo>
                    <a:cubicBezTo>
                      <a:pt x="317" y="9705"/>
                      <a:pt x="112" y="9185"/>
                      <a:pt x="0" y="8500"/>
                    </a:cubicBezTo>
                    <a:cubicBezTo>
                      <a:pt x="145" y="7398"/>
                      <a:pt x="490" y="6372"/>
                      <a:pt x="1345" y="5625"/>
                    </a:cubicBezTo>
                    <a:cubicBezTo>
                      <a:pt x="1955" y="5225"/>
                      <a:pt x="2513" y="5038"/>
                      <a:pt x="3250" y="5000"/>
                    </a:cubicBezTo>
                    <a:cubicBezTo>
                      <a:pt x="3827" y="5235"/>
                      <a:pt x="3827" y="5235"/>
                      <a:pt x="4250" y="5500"/>
                    </a:cubicBezTo>
                    <a:cubicBezTo>
                      <a:pt x="4250" y="5913"/>
                      <a:pt x="4250" y="6325"/>
                      <a:pt x="4250" y="6750"/>
                    </a:cubicBezTo>
                    <a:cubicBezTo>
                      <a:pt x="4538" y="6595"/>
                      <a:pt x="4822" y="6440"/>
                      <a:pt x="5110" y="6280"/>
                    </a:cubicBezTo>
                    <a:cubicBezTo>
                      <a:pt x="5270" y="6195"/>
                      <a:pt x="5428" y="6107"/>
                      <a:pt x="5592" y="6018"/>
                    </a:cubicBezTo>
                    <a:cubicBezTo>
                      <a:pt x="6000" y="5750"/>
                      <a:pt x="6000" y="5750"/>
                      <a:pt x="6250" y="5250"/>
                    </a:cubicBezTo>
                    <a:cubicBezTo>
                      <a:pt x="6038" y="5165"/>
                      <a:pt x="5822" y="5080"/>
                      <a:pt x="5602" y="4995"/>
                    </a:cubicBezTo>
                    <a:cubicBezTo>
                      <a:pt x="5322" y="4883"/>
                      <a:pt x="5045" y="4770"/>
                      <a:pt x="4765" y="4655"/>
                    </a:cubicBezTo>
                    <a:cubicBezTo>
                      <a:pt x="4695" y="4628"/>
                      <a:pt x="4695" y="4628"/>
                      <a:pt x="4337" y="4487"/>
                    </a:cubicBezTo>
                    <a:cubicBezTo>
                      <a:pt x="4205" y="4433"/>
                      <a:pt x="4070" y="4378"/>
                      <a:pt x="3930" y="4322"/>
                    </a:cubicBezTo>
                    <a:cubicBezTo>
                      <a:pt x="3808" y="4273"/>
                      <a:pt x="3683" y="4222"/>
                      <a:pt x="3555" y="4173"/>
                    </a:cubicBezTo>
                    <a:cubicBezTo>
                      <a:pt x="3250" y="4000"/>
                      <a:pt x="3250" y="4000"/>
                      <a:pt x="3000" y="3500"/>
                    </a:cubicBezTo>
                    <a:cubicBezTo>
                      <a:pt x="3535" y="2183"/>
                      <a:pt x="4378" y="1112"/>
                      <a:pt x="5250" y="0"/>
                    </a:cubicBezTo>
                    <a:close/>
                  </a:path>
                </a:pathLst>
              </a:custGeom>
              <a:solidFill>
                <a:srgbClr val="545047"/>
              </a:solidFill>
              <a:ln w="0">
                <a:noFill/>
              </a:ln>
            </p:spPr>
          </p:sp>
          <p:sp>
            <p:nvSpPr>
              <p:cNvPr id="618" name="robot vector"/>
              <p:cNvSpPr/>
              <p:nvPr/>
            </p:nvSpPr>
            <p:spPr>
              <a:xfrm>
                <a:off x="8513927" y="4763247"/>
                <a:ext cx="117638" cy="129891"/>
              </a:xfrm>
              <a:custGeom>
                <a:avLst/>
                <a:gdLst/>
                <a:ahLst/>
                <a:cxnLst/>
                <a:rect l="0" t="0" r="r" b="b"/>
                <a:pathLst>
                  <a:path w="12865" h="14205" fill="norm" stroke="0">
                    <a:moveTo>
                      <a:pt x="7015" y="23"/>
                    </a:moveTo>
                    <a:cubicBezTo>
                      <a:pt x="7158" y="18"/>
                      <a:pt x="7303" y="13"/>
                      <a:pt x="7450" y="8"/>
                    </a:cubicBezTo>
                    <a:cubicBezTo>
                      <a:pt x="8197" y="0"/>
                      <a:pt x="8587" y="45"/>
                      <a:pt x="9255" y="423"/>
                    </a:cubicBezTo>
                    <a:cubicBezTo>
                      <a:pt x="9655" y="835"/>
                      <a:pt x="9655" y="835"/>
                      <a:pt x="9717" y="1508"/>
                    </a:cubicBezTo>
                    <a:cubicBezTo>
                      <a:pt x="9697" y="1697"/>
                      <a:pt x="9678" y="1888"/>
                      <a:pt x="9655" y="2085"/>
                    </a:cubicBezTo>
                    <a:cubicBezTo>
                      <a:pt x="9805" y="2145"/>
                      <a:pt x="9952" y="2205"/>
                      <a:pt x="10107" y="2268"/>
                    </a:cubicBezTo>
                    <a:cubicBezTo>
                      <a:pt x="10765" y="2648"/>
                      <a:pt x="11028" y="3025"/>
                      <a:pt x="11438" y="3663"/>
                    </a:cubicBezTo>
                    <a:cubicBezTo>
                      <a:pt x="11562" y="3853"/>
                      <a:pt x="11685" y="4043"/>
                      <a:pt x="11815" y="4238"/>
                    </a:cubicBezTo>
                    <a:cubicBezTo>
                      <a:pt x="12558" y="5535"/>
                      <a:pt x="12865" y="6605"/>
                      <a:pt x="12655" y="8085"/>
                    </a:cubicBezTo>
                    <a:cubicBezTo>
                      <a:pt x="12245" y="9543"/>
                      <a:pt x="11707" y="10965"/>
                      <a:pt x="10405" y="11835"/>
                    </a:cubicBezTo>
                    <a:cubicBezTo>
                      <a:pt x="9827" y="12038"/>
                      <a:pt x="9827" y="12038"/>
                      <a:pt x="9405" y="12085"/>
                    </a:cubicBezTo>
                    <a:cubicBezTo>
                      <a:pt x="9653" y="12580"/>
                      <a:pt x="9900" y="13075"/>
                      <a:pt x="10155" y="13585"/>
                    </a:cubicBezTo>
                    <a:cubicBezTo>
                      <a:pt x="9535" y="14205"/>
                      <a:pt x="7938" y="14072"/>
                      <a:pt x="7082" y="14095"/>
                    </a:cubicBezTo>
                    <a:cubicBezTo>
                      <a:pt x="5272" y="14050"/>
                      <a:pt x="3635" y="13245"/>
                      <a:pt x="2332" y="12035"/>
                    </a:cubicBezTo>
                    <a:cubicBezTo>
                      <a:pt x="1045" y="10653"/>
                      <a:pt x="105" y="8733"/>
                      <a:pt x="0" y="6835"/>
                    </a:cubicBezTo>
                    <a:cubicBezTo>
                      <a:pt x="102" y="4963"/>
                      <a:pt x="1035" y="3018"/>
                      <a:pt x="2293" y="1638"/>
                    </a:cubicBezTo>
                    <a:cubicBezTo>
                      <a:pt x="3683" y="480"/>
                      <a:pt x="5252" y="38"/>
                      <a:pt x="7015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19" name="robot vector"/>
              <p:cNvSpPr/>
              <p:nvPr/>
            </p:nvSpPr>
            <p:spPr>
              <a:xfrm>
                <a:off x="8228118" y="4504956"/>
                <a:ext cx="209923" cy="60465"/>
              </a:xfrm>
              <a:custGeom>
                <a:avLst/>
                <a:gdLst/>
                <a:ahLst/>
                <a:cxnLst/>
                <a:rect l="0" t="0" r="r" b="b"/>
                <a:pathLst>
                  <a:path w="22957" h="6613" fill="norm" stroke="0">
                    <a:moveTo>
                      <a:pt x="14400" y="142"/>
                    </a:moveTo>
                    <a:cubicBezTo>
                      <a:pt x="14870" y="160"/>
                      <a:pt x="15337" y="175"/>
                      <a:pt x="15808" y="188"/>
                    </a:cubicBezTo>
                    <a:cubicBezTo>
                      <a:pt x="17477" y="243"/>
                      <a:pt x="19045" y="377"/>
                      <a:pt x="20663" y="832"/>
                    </a:cubicBezTo>
                    <a:cubicBezTo>
                      <a:pt x="20745" y="667"/>
                      <a:pt x="20827" y="502"/>
                      <a:pt x="20913" y="332"/>
                    </a:cubicBezTo>
                    <a:cubicBezTo>
                      <a:pt x="21877" y="1202"/>
                      <a:pt x="22310" y="2092"/>
                      <a:pt x="22615" y="3332"/>
                    </a:cubicBezTo>
                    <a:cubicBezTo>
                      <a:pt x="22645" y="3457"/>
                      <a:pt x="22678" y="3580"/>
                      <a:pt x="22707" y="3710"/>
                    </a:cubicBezTo>
                    <a:cubicBezTo>
                      <a:pt x="22908" y="4597"/>
                      <a:pt x="22957" y="5422"/>
                      <a:pt x="22913" y="6332"/>
                    </a:cubicBezTo>
                    <a:cubicBezTo>
                      <a:pt x="22663" y="6582"/>
                      <a:pt x="22663" y="6582"/>
                      <a:pt x="22285" y="6613"/>
                    </a:cubicBezTo>
                    <a:cubicBezTo>
                      <a:pt x="22120" y="6613"/>
                      <a:pt x="21955" y="6613"/>
                      <a:pt x="21788" y="6613"/>
                    </a:cubicBezTo>
                    <a:cubicBezTo>
                      <a:pt x="21692" y="6613"/>
                      <a:pt x="21692" y="6613"/>
                      <a:pt x="21220" y="6613"/>
                    </a:cubicBezTo>
                    <a:cubicBezTo>
                      <a:pt x="21012" y="6613"/>
                      <a:pt x="20805" y="6613"/>
                      <a:pt x="20590" y="6610"/>
                    </a:cubicBezTo>
                    <a:cubicBezTo>
                      <a:pt x="20482" y="6610"/>
                      <a:pt x="20482" y="6610"/>
                      <a:pt x="19933" y="6610"/>
                    </a:cubicBezTo>
                    <a:cubicBezTo>
                      <a:pt x="19212" y="6610"/>
                      <a:pt x="18492" y="6607"/>
                      <a:pt x="17770" y="6607"/>
                    </a:cubicBezTo>
                    <a:cubicBezTo>
                      <a:pt x="17272" y="6605"/>
                      <a:pt x="16772" y="6605"/>
                      <a:pt x="16275" y="6605"/>
                    </a:cubicBezTo>
                    <a:cubicBezTo>
                      <a:pt x="15095" y="6605"/>
                      <a:pt x="13915" y="6602"/>
                      <a:pt x="12735" y="6600"/>
                    </a:cubicBezTo>
                    <a:cubicBezTo>
                      <a:pt x="11390" y="6597"/>
                      <a:pt x="10048" y="6595"/>
                      <a:pt x="8705" y="6595"/>
                    </a:cubicBezTo>
                    <a:cubicBezTo>
                      <a:pt x="5940" y="6592"/>
                      <a:pt x="3175" y="6587"/>
                      <a:pt x="413" y="6582"/>
                    </a:cubicBezTo>
                    <a:cubicBezTo>
                      <a:pt x="0" y="5757"/>
                      <a:pt x="115" y="4868"/>
                      <a:pt x="115" y="3957"/>
                    </a:cubicBezTo>
                    <a:cubicBezTo>
                      <a:pt x="112" y="3760"/>
                      <a:pt x="110" y="3565"/>
                      <a:pt x="105" y="3363"/>
                    </a:cubicBezTo>
                    <a:cubicBezTo>
                      <a:pt x="105" y="3175"/>
                      <a:pt x="105" y="2988"/>
                      <a:pt x="105" y="2792"/>
                    </a:cubicBezTo>
                    <a:cubicBezTo>
                      <a:pt x="102" y="2620"/>
                      <a:pt x="102" y="2447"/>
                      <a:pt x="102" y="2270"/>
                    </a:cubicBezTo>
                    <a:cubicBezTo>
                      <a:pt x="163" y="1832"/>
                      <a:pt x="163" y="1832"/>
                      <a:pt x="663" y="1332"/>
                    </a:cubicBezTo>
                    <a:cubicBezTo>
                      <a:pt x="663" y="1498"/>
                      <a:pt x="663" y="1662"/>
                      <a:pt x="663" y="1832"/>
                    </a:cubicBezTo>
                    <a:cubicBezTo>
                      <a:pt x="722" y="1808"/>
                      <a:pt x="722" y="1808"/>
                      <a:pt x="1030" y="1685"/>
                    </a:cubicBezTo>
                    <a:cubicBezTo>
                      <a:pt x="2660" y="1087"/>
                      <a:pt x="4267" y="847"/>
                      <a:pt x="5985" y="645"/>
                    </a:cubicBezTo>
                    <a:cubicBezTo>
                      <a:pt x="6320" y="595"/>
                      <a:pt x="6655" y="530"/>
                      <a:pt x="6987" y="460"/>
                    </a:cubicBezTo>
                    <a:cubicBezTo>
                      <a:pt x="9420" y="0"/>
                      <a:pt x="11935" y="47"/>
                      <a:pt x="14400" y="142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620" name="robot vector"/>
              <p:cNvSpPr/>
              <p:nvPr/>
            </p:nvSpPr>
            <p:spPr>
              <a:xfrm>
                <a:off x="8465058" y="4871466"/>
                <a:ext cx="194310" cy="229377"/>
              </a:xfrm>
              <a:custGeom>
                <a:avLst/>
                <a:gdLst/>
                <a:ahLst/>
                <a:cxnLst/>
                <a:rect l="0" t="0" r="r" b="b"/>
                <a:pathLst>
                  <a:path w="21250" h="25085" fill="norm" stroke="0">
                    <a:moveTo>
                      <a:pt x="21000" y="0"/>
                    </a:moveTo>
                    <a:cubicBezTo>
                      <a:pt x="21040" y="82"/>
                      <a:pt x="21040" y="82"/>
                      <a:pt x="21250" y="500"/>
                    </a:cubicBezTo>
                    <a:cubicBezTo>
                      <a:pt x="19398" y="2795"/>
                      <a:pt x="17655" y="4305"/>
                      <a:pt x="14750" y="5000"/>
                    </a:cubicBezTo>
                    <a:cubicBezTo>
                      <a:pt x="14750" y="5908"/>
                      <a:pt x="14750" y="6815"/>
                      <a:pt x="14750" y="7750"/>
                    </a:cubicBezTo>
                    <a:cubicBezTo>
                      <a:pt x="14862" y="7798"/>
                      <a:pt x="14862" y="7798"/>
                      <a:pt x="15438" y="8030"/>
                    </a:cubicBezTo>
                    <a:cubicBezTo>
                      <a:pt x="16347" y="8497"/>
                      <a:pt x="16875" y="9043"/>
                      <a:pt x="17250" y="10000"/>
                    </a:cubicBezTo>
                    <a:cubicBezTo>
                      <a:pt x="17382" y="10763"/>
                      <a:pt x="17320" y="11480"/>
                      <a:pt x="17250" y="12250"/>
                    </a:cubicBezTo>
                    <a:cubicBezTo>
                      <a:pt x="17243" y="12332"/>
                      <a:pt x="17243" y="12332"/>
                      <a:pt x="17207" y="12742"/>
                    </a:cubicBezTo>
                    <a:cubicBezTo>
                      <a:pt x="17160" y="13303"/>
                      <a:pt x="17105" y="13862"/>
                      <a:pt x="17048" y="14423"/>
                    </a:cubicBezTo>
                    <a:cubicBezTo>
                      <a:pt x="17030" y="14602"/>
                      <a:pt x="17013" y="14785"/>
                      <a:pt x="16995" y="14970"/>
                    </a:cubicBezTo>
                    <a:cubicBezTo>
                      <a:pt x="16852" y="16197"/>
                      <a:pt x="16648" y="17470"/>
                      <a:pt x="15643" y="18293"/>
                    </a:cubicBezTo>
                    <a:cubicBezTo>
                      <a:pt x="15523" y="18340"/>
                      <a:pt x="15405" y="18388"/>
                      <a:pt x="15280" y="18438"/>
                    </a:cubicBezTo>
                    <a:cubicBezTo>
                      <a:pt x="15153" y="18492"/>
                      <a:pt x="15023" y="18548"/>
                      <a:pt x="14890" y="18602"/>
                    </a:cubicBezTo>
                    <a:cubicBezTo>
                      <a:pt x="14825" y="18628"/>
                      <a:pt x="14825" y="18628"/>
                      <a:pt x="14500" y="18750"/>
                    </a:cubicBezTo>
                    <a:cubicBezTo>
                      <a:pt x="14380" y="18798"/>
                      <a:pt x="14257" y="18847"/>
                      <a:pt x="14135" y="18898"/>
                    </a:cubicBezTo>
                    <a:cubicBezTo>
                      <a:pt x="13840" y="19015"/>
                      <a:pt x="13545" y="19133"/>
                      <a:pt x="13250" y="19250"/>
                    </a:cubicBezTo>
                    <a:cubicBezTo>
                      <a:pt x="12898" y="19602"/>
                      <a:pt x="12947" y="19862"/>
                      <a:pt x="12910" y="20355"/>
                    </a:cubicBezTo>
                    <a:cubicBezTo>
                      <a:pt x="12895" y="20530"/>
                      <a:pt x="12878" y="20702"/>
                      <a:pt x="12862" y="20882"/>
                    </a:cubicBezTo>
                    <a:cubicBezTo>
                      <a:pt x="12830" y="21247"/>
                      <a:pt x="12800" y="21615"/>
                      <a:pt x="12775" y="21980"/>
                    </a:cubicBezTo>
                    <a:cubicBezTo>
                      <a:pt x="12660" y="23132"/>
                      <a:pt x="12438" y="23753"/>
                      <a:pt x="11562" y="24525"/>
                    </a:cubicBezTo>
                    <a:cubicBezTo>
                      <a:pt x="10942" y="24972"/>
                      <a:pt x="10428" y="25085"/>
                      <a:pt x="9665" y="25072"/>
                    </a:cubicBezTo>
                    <a:cubicBezTo>
                      <a:pt x="8905" y="24940"/>
                      <a:pt x="8295" y="24533"/>
                      <a:pt x="7750" y="24000"/>
                    </a:cubicBezTo>
                    <a:cubicBezTo>
                      <a:pt x="7217" y="23163"/>
                      <a:pt x="7205" y="22457"/>
                      <a:pt x="7263" y="21495"/>
                    </a:cubicBezTo>
                    <a:cubicBezTo>
                      <a:pt x="7273" y="21200"/>
                      <a:pt x="7283" y="20905"/>
                      <a:pt x="7293" y="20610"/>
                    </a:cubicBezTo>
                    <a:cubicBezTo>
                      <a:pt x="7308" y="20150"/>
                      <a:pt x="7327" y="19690"/>
                      <a:pt x="7355" y="19230"/>
                    </a:cubicBezTo>
                    <a:cubicBezTo>
                      <a:pt x="7495" y="16655"/>
                      <a:pt x="7495" y="16655"/>
                      <a:pt x="6895" y="15665"/>
                    </a:cubicBezTo>
                    <a:cubicBezTo>
                      <a:pt x="6595" y="15335"/>
                      <a:pt x="6283" y="15015"/>
                      <a:pt x="5960" y="14707"/>
                    </a:cubicBezTo>
                    <a:cubicBezTo>
                      <a:pt x="5207" y="13960"/>
                      <a:pt x="4795" y="13053"/>
                      <a:pt x="4327" y="12110"/>
                    </a:cubicBezTo>
                    <a:cubicBezTo>
                      <a:pt x="4145" y="11750"/>
                      <a:pt x="3962" y="11390"/>
                      <a:pt x="3778" y="11030"/>
                    </a:cubicBezTo>
                    <a:cubicBezTo>
                      <a:pt x="3690" y="10857"/>
                      <a:pt x="3602" y="10685"/>
                      <a:pt x="3513" y="10508"/>
                    </a:cubicBezTo>
                    <a:cubicBezTo>
                      <a:pt x="3255" y="10013"/>
                      <a:pt x="2997" y="9515"/>
                      <a:pt x="2730" y="9025"/>
                    </a:cubicBezTo>
                    <a:cubicBezTo>
                      <a:pt x="2655" y="8888"/>
                      <a:pt x="2580" y="8750"/>
                      <a:pt x="2505" y="8607"/>
                    </a:cubicBezTo>
                    <a:cubicBezTo>
                      <a:pt x="2217" y="8205"/>
                      <a:pt x="1925" y="7997"/>
                      <a:pt x="1500" y="7750"/>
                    </a:cubicBezTo>
                    <a:cubicBezTo>
                      <a:pt x="1513" y="7942"/>
                      <a:pt x="1523" y="8138"/>
                      <a:pt x="1535" y="8335"/>
                    </a:cubicBezTo>
                    <a:cubicBezTo>
                      <a:pt x="1605" y="10053"/>
                      <a:pt x="1475" y="11268"/>
                      <a:pt x="500" y="12750"/>
                    </a:cubicBezTo>
                    <a:cubicBezTo>
                      <a:pt x="335" y="12750"/>
                      <a:pt x="170" y="12750"/>
                      <a:pt x="0" y="12750"/>
                    </a:cubicBezTo>
                    <a:cubicBezTo>
                      <a:pt x="50" y="12610"/>
                      <a:pt x="102" y="12470"/>
                      <a:pt x="155" y="12325"/>
                    </a:cubicBezTo>
                    <a:cubicBezTo>
                      <a:pt x="780" y="10470"/>
                      <a:pt x="918" y="8695"/>
                      <a:pt x="1000" y="6750"/>
                    </a:cubicBezTo>
                    <a:cubicBezTo>
                      <a:pt x="1472" y="6602"/>
                      <a:pt x="1472" y="6602"/>
                      <a:pt x="2000" y="6500"/>
                    </a:cubicBezTo>
                    <a:cubicBezTo>
                      <a:pt x="2438" y="6860"/>
                      <a:pt x="2438" y="6860"/>
                      <a:pt x="2750" y="7250"/>
                    </a:cubicBezTo>
                    <a:cubicBezTo>
                      <a:pt x="2760" y="7120"/>
                      <a:pt x="2770" y="6990"/>
                      <a:pt x="2780" y="6857"/>
                    </a:cubicBezTo>
                    <a:cubicBezTo>
                      <a:pt x="2910" y="5995"/>
                      <a:pt x="3023" y="5433"/>
                      <a:pt x="3722" y="4875"/>
                    </a:cubicBezTo>
                    <a:cubicBezTo>
                      <a:pt x="4305" y="4558"/>
                      <a:pt x="4898" y="4278"/>
                      <a:pt x="5500" y="4000"/>
                    </a:cubicBezTo>
                    <a:cubicBezTo>
                      <a:pt x="5815" y="3805"/>
                      <a:pt x="6128" y="3607"/>
                      <a:pt x="6438" y="3405"/>
                    </a:cubicBezTo>
                    <a:cubicBezTo>
                      <a:pt x="7015" y="3077"/>
                      <a:pt x="7207" y="3000"/>
                      <a:pt x="7890" y="3015"/>
                    </a:cubicBezTo>
                    <a:cubicBezTo>
                      <a:pt x="8622" y="3298"/>
                      <a:pt x="9312" y="3625"/>
                      <a:pt x="10000" y="4000"/>
                    </a:cubicBezTo>
                    <a:cubicBezTo>
                      <a:pt x="10082" y="4900"/>
                      <a:pt x="10125" y="5450"/>
                      <a:pt x="9548" y="6173"/>
                    </a:cubicBezTo>
                    <a:cubicBezTo>
                      <a:pt x="9368" y="6367"/>
                      <a:pt x="9188" y="6562"/>
                      <a:pt x="9000" y="6750"/>
                    </a:cubicBezTo>
                    <a:cubicBezTo>
                      <a:pt x="8882" y="6875"/>
                      <a:pt x="8763" y="6997"/>
                      <a:pt x="8640" y="7125"/>
                    </a:cubicBezTo>
                    <a:cubicBezTo>
                      <a:pt x="8418" y="7340"/>
                      <a:pt x="8190" y="7553"/>
                      <a:pt x="7952" y="7753"/>
                    </a:cubicBezTo>
                    <a:cubicBezTo>
                      <a:pt x="6992" y="8615"/>
                      <a:pt x="6622" y="9530"/>
                      <a:pt x="6250" y="10750"/>
                    </a:cubicBezTo>
                    <a:cubicBezTo>
                      <a:pt x="5110" y="10600"/>
                      <a:pt x="5110" y="10600"/>
                      <a:pt x="4655" y="10188"/>
                    </a:cubicBezTo>
                    <a:cubicBezTo>
                      <a:pt x="4435" y="9567"/>
                      <a:pt x="4582" y="9122"/>
                      <a:pt x="4750" y="8500"/>
                    </a:cubicBezTo>
                    <a:cubicBezTo>
                      <a:pt x="4337" y="8418"/>
                      <a:pt x="3925" y="8335"/>
                      <a:pt x="3500" y="8250"/>
                    </a:cubicBezTo>
                    <a:cubicBezTo>
                      <a:pt x="4035" y="9530"/>
                      <a:pt x="4610" y="10785"/>
                      <a:pt x="5220" y="12030"/>
                    </a:cubicBezTo>
                    <a:cubicBezTo>
                      <a:pt x="5300" y="12202"/>
                      <a:pt x="5383" y="12375"/>
                      <a:pt x="5465" y="12553"/>
                    </a:cubicBezTo>
                    <a:cubicBezTo>
                      <a:pt x="5930" y="13500"/>
                      <a:pt x="6385" y="14235"/>
                      <a:pt x="7190" y="14923"/>
                    </a:cubicBezTo>
                    <a:cubicBezTo>
                      <a:pt x="7875" y="15645"/>
                      <a:pt x="8227" y="16217"/>
                      <a:pt x="8305" y="17200"/>
                    </a:cubicBezTo>
                    <a:cubicBezTo>
                      <a:pt x="8290" y="17452"/>
                      <a:pt x="8273" y="17702"/>
                      <a:pt x="8250" y="17955"/>
                    </a:cubicBezTo>
                    <a:cubicBezTo>
                      <a:pt x="8242" y="18087"/>
                      <a:pt x="8235" y="18222"/>
                      <a:pt x="8227" y="18362"/>
                    </a:cubicBezTo>
                    <a:cubicBezTo>
                      <a:pt x="8202" y="18788"/>
                      <a:pt x="8173" y="19215"/>
                      <a:pt x="8140" y="19640"/>
                    </a:cubicBezTo>
                    <a:cubicBezTo>
                      <a:pt x="8110" y="20067"/>
                      <a:pt x="8082" y="20495"/>
                      <a:pt x="8058" y="20923"/>
                    </a:cubicBezTo>
                    <a:cubicBezTo>
                      <a:pt x="8040" y="21188"/>
                      <a:pt x="8023" y="21452"/>
                      <a:pt x="8000" y="21715"/>
                    </a:cubicBezTo>
                    <a:cubicBezTo>
                      <a:pt x="7950" y="22535"/>
                      <a:pt x="8045" y="23065"/>
                      <a:pt x="8500" y="23750"/>
                    </a:cubicBezTo>
                    <a:cubicBezTo>
                      <a:pt x="9055" y="24028"/>
                      <a:pt x="9370" y="24040"/>
                      <a:pt x="9985" y="24048"/>
                    </a:cubicBezTo>
                    <a:cubicBezTo>
                      <a:pt x="10158" y="24050"/>
                      <a:pt x="10330" y="24055"/>
                      <a:pt x="10507" y="24058"/>
                    </a:cubicBezTo>
                    <a:cubicBezTo>
                      <a:pt x="11085" y="23990"/>
                      <a:pt x="11317" y="23885"/>
                      <a:pt x="11750" y="23500"/>
                    </a:cubicBezTo>
                    <a:cubicBezTo>
                      <a:pt x="11870" y="23015"/>
                      <a:pt x="11870" y="23015"/>
                      <a:pt x="11905" y="22430"/>
                    </a:cubicBezTo>
                    <a:cubicBezTo>
                      <a:pt x="11923" y="22220"/>
                      <a:pt x="11940" y="22010"/>
                      <a:pt x="11957" y="21793"/>
                    </a:cubicBezTo>
                    <a:cubicBezTo>
                      <a:pt x="11965" y="21683"/>
                      <a:pt x="11965" y="21683"/>
                      <a:pt x="12000" y="21125"/>
                    </a:cubicBezTo>
                    <a:cubicBezTo>
                      <a:pt x="12028" y="20690"/>
                      <a:pt x="12060" y="20255"/>
                      <a:pt x="12095" y="19820"/>
                    </a:cubicBezTo>
                    <a:cubicBezTo>
                      <a:pt x="12105" y="19628"/>
                      <a:pt x="12118" y="19435"/>
                      <a:pt x="12130" y="19235"/>
                    </a:cubicBezTo>
                    <a:cubicBezTo>
                      <a:pt x="12250" y="18750"/>
                      <a:pt x="12250" y="18750"/>
                      <a:pt x="12597" y="18445"/>
                    </a:cubicBezTo>
                    <a:cubicBezTo>
                      <a:pt x="13335" y="18087"/>
                      <a:pt x="14138" y="17938"/>
                      <a:pt x="14930" y="17745"/>
                    </a:cubicBezTo>
                    <a:cubicBezTo>
                      <a:pt x="15500" y="17500"/>
                      <a:pt x="15500" y="17500"/>
                      <a:pt x="15827" y="16975"/>
                    </a:cubicBezTo>
                    <a:cubicBezTo>
                      <a:pt x="15885" y="16817"/>
                      <a:pt x="15940" y="16663"/>
                      <a:pt x="16000" y="16500"/>
                    </a:cubicBezTo>
                    <a:cubicBezTo>
                      <a:pt x="15842" y="16622"/>
                      <a:pt x="15685" y="16742"/>
                      <a:pt x="15523" y="16870"/>
                    </a:cubicBezTo>
                    <a:cubicBezTo>
                      <a:pt x="14543" y="17455"/>
                      <a:pt x="13485" y="17360"/>
                      <a:pt x="12375" y="17345"/>
                    </a:cubicBezTo>
                    <a:cubicBezTo>
                      <a:pt x="12270" y="17345"/>
                      <a:pt x="12270" y="17345"/>
                      <a:pt x="11737" y="17352"/>
                    </a:cubicBezTo>
                    <a:cubicBezTo>
                      <a:pt x="10523" y="17347"/>
                      <a:pt x="9692" y="17303"/>
                      <a:pt x="8750" y="16500"/>
                    </a:cubicBezTo>
                    <a:cubicBezTo>
                      <a:pt x="7685" y="14758"/>
                      <a:pt x="8303" y="11617"/>
                      <a:pt x="8750" y="9750"/>
                    </a:cubicBezTo>
                    <a:cubicBezTo>
                      <a:pt x="8975" y="9325"/>
                      <a:pt x="8975" y="9325"/>
                      <a:pt x="9250" y="9000"/>
                    </a:cubicBezTo>
                    <a:cubicBezTo>
                      <a:pt x="10135" y="8732"/>
                      <a:pt x="10972" y="8730"/>
                      <a:pt x="11890" y="8750"/>
                    </a:cubicBezTo>
                    <a:cubicBezTo>
                      <a:pt x="12730" y="8768"/>
                      <a:pt x="13442" y="8742"/>
                      <a:pt x="14250" y="8500"/>
                    </a:cubicBezTo>
                    <a:cubicBezTo>
                      <a:pt x="14168" y="8405"/>
                      <a:pt x="14085" y="8308"/>
                      <a:pt x="14000" y="8210"/>
                    </a:cubicBezTo>
                    <a:cubicBezTo>
                      <a:pt x="13475" y="7240"/>
                      <a:pt x="13763" y="6035"/>
                      <a:pt x="14000" y="5000"/>
                    </a:cubicBezTo>
                    <a:cubicBezTo>
                      <a:pt x="14577" y="4040"/>
                      <a:pt x="15753" y="3795"/>
                      <a:pt x="16755" y="3442"/>
                    </a:cubicBezTo>
                    <a:cubicBezTo>
                      <a:pt x="18135" y="2908"/>
                      <a:pt x="18993" y="2043"/>
                      <a:pt x="19903" y="898"/>
                    </a:cubicBezTo>
                    <a:cubicBezTo>
                      <a:pt x="20240" y="510"/>
                      <a:pt x="20560" y="263"/>
                      <a:pt x="21000" y="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21" name="robot vector"/>
              <p:cNvSpPr/>
              <p:nvPr/>
            </p:nvSpPr>
            <p:spPr>
              <a:xfrm>
                <a:off x="8186532" y="4587179"/>
                <a:ext cx="316131" cy="193830"/>
              </a:xfrm>
              <a:custGeom>
                <a:avLst/>
                <a:gdLst/>
                <a:ahLst/>
                <a:cxnLst/>
                <a:rect l="0" t="0" r="r" b="b"/>
                <a:pathLst>
                  <a:path w="34572" h="21197" fill="norm" stroke="0">
                    <a:moveTo>
                      <a:pt x="5710" y="90"/>
                    </a:moveTo>
                    <a:cubicBezTo>
                      <a:pt x="5758" y="685"/>
                      <a:pt x="5758" y="685"/>
                      <a:pt x="5710" y="1340"/>
                    </a:cubicBezTo>
                    <a:cubicBezTo>
                      <a:pt x="5350" y="1605"/>
                      <a:pt x="5350" y="1605"/>
                      <a:pt x="4960" y="1840"/>
                    </a:cubicBezTo>
                    <a:cubicBezTo>
                      <a:pt x="4788" y="2370"/>
                      <a:pt x="4788" y="2370"/>
                      <a:pt x="4710" y="2840"/>
                    </a:cubicBezTo>
                    <a:cubicBezTo>
                      <a:pt x="5680" y="1902"/>
                      <a:pt x="5680" y="1902"/>
                      <a:pt x="5960" y="1340"/>
                    </a:cubicBezTo>
                    <a:cubicBezTo>
                      <a:pt x="8113" y="240"/>
                      <a:pt x="10680" y="485"/>
                      <a:pt x="13020" y="500"/>
                    </a:cubicBezTo>
                    <a:cubicBezTo>
                      <a:pt x="13463" y="500"/>
                      <a:pt x="13905" y="500"/>
                      <a:pt x="14348" y="500"/>
                    </a:cubicBezTo>
                    <a:cubicBezTo>
                      <a:pt x="15273" y="500"/>
                      <a:pt x="16197" y="502"/>
                      <a:pt x="17123" y="505"/>
                    </a:cubicBezTo>
                    <a:cubicBezTo>
                      <a:pt x="18298" y="512"/>
                      <a:pt x="19475" y="512"/>
                      <a:pt x="20653" y="510"/>
                    </a:cubicBezTo>
                    <a:cubicBezTo>
                      <a:pt x="21565" y="510"/>
                      <a:pt x="22480" y="510"/>
                      <a:pt x="23393" y="512"/>
                    </a:cubicBezTo>
                    <a:cubicBezTo>
                      <a:pt x="23825" y="515"/>
                      <a:pt x="24260" y="515"/>
                      <a:pt x="24692" y="515"/>
                    </a:cubicBezTo>
                    <a:cubicBezTo>
                      <a:pt x="26660" y="515"/>
                      <a:pt x="28613" y="520"/>
                      <a:pt x="30562" y="802"/>
                    </a:cubicBezTo>
                    <a:cubicBezTo>
                      <a:pt x="30690" y="822"/>
                      <a:pt x="30820" y="840"/>
                      <a:pt x="30950" y="857"/>
                    </a:cubicBezTo>
                    <a:cubicBezTo>
                      <a:pt x="31942" y="1025"/>
                      <a:pt x="32628" y="1420"/>
                      <a:pt x="33368" y="2085"/>
                    </a:cubicBezTo>
                    <a:cubicBezTo>
                      <a:pt x="34308" y="3475"/>
                      <a:pt x="34572" y="4927"/>
                      <a:pt x="34543" y="6577"/>
                    </a:cubicBezTo>
                    <a:cubicBezTo>
                      <a:pt x="34543" y="6760"/>
                      <a:pt x="34540" y="6942"/>
                      <a:pt x="34540" y="7130"/>
                    </a:cubicBezTo>
                    <a:cubicBezTo>
                      <a:pt x="34540" y="7517"/>
                      <a:pt x="34535" y="7902"/>
                      <a:pt x="34530" y="8287"/>
                    </a:cubicBezTo>
                    <a:cubicBezTo>
                      <a:pt x="34523" y="8865"/>
                      <a:pt x="34520" y="9442"/>
                      <a:pt x="34518" y="10020"/>
                    </a:cubicBezTo>
                    <a:cubicBezTo>
                      <a:pt x="34510" y="11777"/>
                      <a:pt x="34470" y="13535"/>
                      <a:pt x="34358" y="15290"/>
                    </a:cubicBezTo>
                    <a:cubicBezTo>
                      <a:pt x="34350" y="15430"/>
                      <a:pt x="34343" y="15567"/>
                      <a:pt x="34335" y="15712"/>
                    </a:cubicBezTo>
                    <a:cubicBezTo>
                      <a:pt x="34207" y="17432"/>
                      <a:pt x="33560" y="18877"/>
                      <a:pt x="32345" y="20098"/>
                    </a:cubicBezTo>
                    <a:cubicBezTo>
                      <a:pt x="31200" y="20820"/>
                      <a:pt x="29945" y="20932"/>
                      <a:pt x="28625" y="20993"/>
                    </a:cubicBezTo>
                    <a:cubicBezTo>
                      <a:pt x="28452" y="21002"/>
                      <a:pt x="28278" y="21012"/>
                      <a:pt x="28100" y="21022"/>
                    </a:cubicBezTo>
                    <a:cubicBezTo>
                      <a:pt x="26168" y="21118"/>
                      <a:pt x="24235" y="21135"/>
                      <a:pt x="22300" y="21140"/>
                    </a:cubicBezTo>
                    <a:cubicBezTo>
                      <a:pt x="22207" y="21140"/>
                      <a:pt x="22207" y="21140"/>
                      <a:pt x="21730" y="21142"/>
                    </a:cubicBezTo>
                    <a:cubicBezTo>
                      <a:pt x="20738" y="21147"/>
                      <a:pt x="19745" y="21150"/>
                      <a:pt x="18753" y="21150"/>
                    </a:cubicBezTo>
                    <a:cubicBezTo>
                      <a:pt x="17740" y="21152"/>
                      <a:pt x="16725" y="21157"/>
                      <a:pt x="15713" y="21165"/>
                    </a:cubicBezTo>
                    <a:cubicBezTo>
                      <a:pt x="14923" y="21170"/>
                      <a:pt x="14130" y="21170"/>
                      <a:pt x="13340" y="21170"/>
                    </a:cubicBezTo>
                    <a:cubicBezTo>
                      <a:pt x="12965" y="21172"/>
                      <a:pt x="12593" y="21172"/>
                      <a:pt x="12218" y="21177"/>
                    </a:cubicBezTo>
                    <a:cubicBezTo>
                      <a:pt x="9858" y="21197"/>
                      <a:pt x="7735" y="20985"/>
                      <a:pt x="5460" y="20340"/>
                    </a:cubicBezTo>
                    <a:cubicBezTo>
                      <a:pt x="5295" y="20587"/>
                      <a:pt x="5130" y="20835"/>
                      <a:pt x="4960" y="21090"/>
                    </a:cubicBezTo>
                    <a:cubicBezTo>
                      <a:pt x="3457" y="20980"/>
                      <a:pt x="2170" y="20830"/>
                      <a:pt x="1090" y="19705"/>
                    </a:cubicBezTo>
                    <a:cubicBezTo>
                      <a:pt x="485" y="18937"/>
                      <a:pt x="0" y="18228"/>
                      <a:pt x="85" y="17223"/>
                    </a:cubicBezTo>
                    <a:cubicBezTo>
                      <a:pt x="298" y="16575"/>
                      <a:pt x="702" y="16085"/>
                      <a:pt x="1138" y="15567"/>
                    </a:cubicBezTo>
                    <a:cubicBezTo>
                      <a:pt x="1900" y="14437"/>
                      <a:pt x="2058" y="13240"/>
                      <a:pt x="2055" y="11902"/>
                    </a:cubicBezTo>
                    <a:cubicBezTo>
                      <a:pt x="2053" y="11750"/>
                      <a:pt x="2053" y="11600"/>
                      <a:pt x="2053" y="11442"/>
                    </a:cubicBezTo>
                    <a:cubicBezTo>
                      <a:pt x="2015" y="9917"/>
                      <a:pt x="1630" y="8460"/>
                      <a:pt x="683" y="7227"/>
                    </a:cubicBezTo>
                    <a:cubicBezTo>
                      <a:pt x="95" y="6200"/>
                      <a:pt x="345" y="4625"/>
                      <a:pt x="585" y="3510"/>
                    </a:cubicBezTo>
                    <a:cubicBezTo>
                      <a:pt x="1067" y="2067"/>
                      <a:pt x="1868" y="1142"/>
                      <a:pt x="3180" y="387"/>
                    </a:cubicBezTo>
                    <a:cubicBezTo>
                      <a:pt x="4013" y="0"/>
                      <a:pt x="4808" y="17"/>
                      <a:pt x="5710" y="90"/>
                    </a:cubicBezTo>
                    <a:close/>
                    <a:moveTo>
                      <a:pt x="18325" y="1135"/>
                    </a:moveTo>
                    <a:cubicBezTo>
                      <a:pt x="17238" y="1145"/>
                      <a:pt x="16148" y="1155"/>
                      <a:pt x="15060" y="1157"/>
                    </a:cubicBezTo>
                    <a:cubicBezTo>
                      <a:pt x="14008" y="1162"/>
                      <a:pt x="12955" y="1170"/>
                      <a:pt x="11903" y="1182"/>
                    </a:cubicBezTo>
                    <a:cubicBezTo>
                      <a:pt x="11500" y="1185"/>
                      <a:pt x="11100" y="1188"/>
                      <a:pt x="10700" y="1188"/>
                    </a:cubicBezTo>
                    <a:cubicBezTo>
                      <a:pt x="10138" y="1188"/>
                      <a:pt x="9577" y="1195"/>
                      <a:pt x="9015" y="1202"/>
                    </a:cubicBezTo>
                    <a:cubicBezTo>
                      <a:pt x="8850" y="1202"/>
                      <a:pt x="8685" y="1200"/>
                      <a:pt x="8515" y="1200"/>
                    </a:cubicBezTo>
                    <a:cubicBezTo>
                      <a:pt x="7523" y="1222"/>
                      <a:pt x="6940" y="1395"/>
                      <a:pt x="6202" y="2077"/>
                    </a:cubicBezTo>
                    <a:cubicBezTo>
                      <a:pt x="4915" y="3470"/>
                      <a:pt x="5095" y="5425"/>
                      <a:pt x="5103" y="7197"/>
                    </a:cubicBezTo>
                    <a:cubicBezTo>
                      <a:pt x="5100" y="7500"/>
                      <a:pt x="5100" y="7800"/>
                      <a:pt x="5098" y="8102"/>
                    </a:cubicBezTo>
                    <a:cubicBezTo>
                      <a:pt x="5095" y="8730"/>
                      <a:pt x="5095" y="9357"/>
                      <a:pt x="5098" y="9987"/>
                    </a:cubicBezTo>
                    <a:cubicBezTo>
                      <a:pt x="5103" y="10787"/>
                      <a:pt x="5098" y="11587"/>
                      <a:pt x="5090" y="12387"/>
                    </a:cubicBezTo>
                    <a:cubicBezTo>
                      <a:pt x="5085" y="13010"/>
                      <a:pt x="5085" y="13630"/>
                      <a:pt x="5085" y="14250"/>
                    </a:cubicBezTo>
                    <a:cubicBezTo>
                      <a:pt x="5085" y="14545"/>
                      <a:pt x="5085" y="14840"/>
                      <a:pt x="5082" y="15135"/>
                    </a:cubicBezTo>
                    <a:cubicBezTo>
                      <a:pt x="5065" y="16820"/>
                      <a:pt x="5075" y="18473"/>
                      <a:pt x="6210" y="19840"/>
                    </a:cubicBezTo>
                    <a:cubicBezTo>
                      <a:pt x="6900" y="20248"/>
                      <a:pt x="7413" y="20402"/>
                      <a:pt x="8210" y="20407"/>
                    </a:cubicBezTo>
                    <a:cubicBezTo>
                      <a:pt x="8408" y="20410"/>
                      <a:pt x="8605" y="20410"/>
                      <a:pt x="8808" y="20412"/>
                    </a:cubicBezTo>
                    <a:cubicBezTo>
                      <a:pt x="9020" y="20412"/>
                      <a:pt x="9233" y="20412"/>
                      <a:pt x="9452" y="20412"/>
                    </a:cubicBezTo>
                    <a:cubicBezTo>
                      <a:pt x="9680" y="20415"/>
                      <a:pt x="9905" y="20415"/>
                      <a:pt x="10140" y="20417"/>
                    </a:cubicBezTo>
                    <a:cubicBezTo>
                      <a:pt x="10760" y="20422"/>
                      <a:pt x="11380" y="20422"/>
                      <a:pt x="12000" y="20422"/>
                    </a:cubicBezTo>
                    <a:cubicBezTo>
                      <a:pt x="12388" y="20425"/>
                      <a:pt x="12775" y="20425"/>
                      <a:pt x="13163" y="20427"/>
                    </a:cubicBezTo>
                    <a:cubicBezTo>
                      <a:pt x="14518" y="20430"/>
                      <a:pt x="15875" y="20432"/>
                      <a:pt x="17230" y="20432"/>
                    </a:cubicBezTo>
                    <a:cubicBezTo>
                      <a:pt x="18490" y="20432"/>
                      <a:pt x="19750" y="20437"/>
                      <a:pt x="21010" y="20445"/>
                    </a:cubicBezTo>
                    <a:cubicBezTo>
                      <a:pt x="22095" y="20452"/>
                      <a:pt x="23180" y="20455"/>
                      <a:pt x="24263" y="20455"/>
                    </a:cubicBezTo>
                    <a:cubicBezTo>
                      <a:pt x="24910" y="20455"/>
                      <a:pt x="25558" y="20455"/>
                      <a:pt x="26202" y="20460"/>
                    </a:cubicBezTo>
                    <a:cubicBezTo>
                      <a:pt x="26925" y="20468"/>
                      <a:pt x="27648" y="20465"/>
                      <a:pt x="28370" y="20462"/>
                    </a:cubicBezTo>
                    <a:cubicBezTo>
                      <a:pt x="28475" y="20462"/>
                      <a:pt x="28475" y="20462"/>
                      <a:pt x="29013" y="20470"/>
                    </a:cubicBezTo>
                    <a:cubicBezTo>
                      <a:pt x="30383" y="20455"/>
                      <a:pt x="31373" y="20200"/>
                      <a:pt x="32460" y="19340"/>
                    </a:cubicBezTo>
                    <a:cubicBezTo>
                      <a:pt x="33383" y="18335"/>
                      <a:pt x="33643" y="17345"/>
                      <a:pt x="33768" y="16010"/>
                    </a:cubicBezTo>
                    <a:cubicBezTo>
                      <a:pt x="33788" y="15837"/>
                      <a:pt x="33805" y="15662"/>
                      <a:pt x="33825" y="15485"/>
                    </a:cubicBezTo>
                    <a:cubicBezTo>
                      <a:pt x="34003" y="13710"/>
                      <a:pt x="34035" y="11935"/>
                      <a:pt x="34025" y="10150"/>
                    </a:cubicBezTo>
                    <a:cubicBezTo>
                      <a:pt x="34023" y="9615"/>
                      <a:pt x="34025" y="9082"/>
                      <a:pt x="34028" y="8547"/>
                    </a:cubicBezTo>
                    <a:cubicBezTo>
                      <a:pt x="34035" y="3510"/>
                      <a:pt x="34035" y="3510"/>
                      <a:pt x="32540" y="1855"/>
                    </a:cubicBezTo>
                    <a:cubicBezTo>
                      <a:pt x="31853" y="1302"/>
                      <a:pt x="31123" y="1297"/>
                      <a:pt x="30265" y="1260"/>
                    </a:cubicBezTo>
                    <a:cubicBezTo>
                      <a:pt x="30033" y="1250"/>
                      <a:pt x="29803" y="1240"/>
                      <a:pt x="29565" y="1230"/>
                    </a:cubicBezTo>
                    <a:cubicBezTo>
                      <a:pt x="29445" y="1225"/>
                      <a:pt x="29445" y="1225"/>
                      <a:pt x="28835" y="1200"/>
                    </a:cubicBezTo>
                    <a:cubicBezTo>
                      <a:pt x="28715" y="1195"/>
                      <a:pt x="28715" y="1195"/>
                      <a:pt x="28105" y="1167"/>
                    </a:cubicBezTo>
                    <a:cubicBezTo>
                      <a:pt x="24850" y="1022"/>
                      <a:pt x="21582" y="1105"/>
                      <a:pt x="18325" y="1135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22" name="robot vector"/>
              <p:cNvSpPr/>
              <p:nvPr/>
            </p:nvSpPr>
            <p:spPr>
              <a:xfrm>
                <a:off x="8262778" y="4646863"/>
                <a:ext cx="101704" cy="107785"/>
              </a:xfrm>
              <a:custGeom>
                <a:avLst/>
                <a:gdLst/>
                <a:ahLst/>
                <a:cxnLst/>
                <a:rect l="0" t="0" r="r" b="b"/>
                <a:pathLst>
                  <a:path w="11123" h="11788" fill="norm" stroke="0">
                    <a:moveTo>
                      <a:pt x="9128" y="1702"/>
                    </a:moveTo>
                    <a:cubicBezTo>
                      <a:pt x="10388" y="2980"/>
                      <a:pt x="11048" y="4523"/>
                      <a:pt x="11123" y="6312"/>
                    </a:cubicBezTo>
                    <a:cubicBezTo>
                      <a:pt x="10943" y="7870"/>
                      <a:pt x="10363" y="9315"/>
                      <a:pt x="9123" y="10312"/>
                    </a:cubicBezTo>
                    <a:cubicBezTo>
                      <a:pt x="7818" y="11173"/>
                      <a:pt x="6530" y="11788"/>
                      <a:pt x="4945" y="11683"/>
                    </a:cubicBezTo>
                    <a:cubicBezTo>
                      <a:pt x="3065" y="11290"/>
                      <a:pt x="1690" y="10385"/>
                      <a:pt x="635" y="8788"/>
                    </a:cubicBezTo>
                    <a:cubicBezTo>
                      <a:pt x="300" y="8185"/>
                      <a:pt x="155" y="7755"/>
                      <a:pt x="123" y="7062"/>
                    </a:cubicBezTo>
                    <a:cubicBezTo>
                      <a:pt x="110" y="6893"/>
                      <a:pt x="98" y="6722"/>
                      <a:pt x="85" y="6548"/>
                    </a:cubicBezTo>
                    <a:cubicBezTo>
                      <a:pt x="0" y="4637"/>
                      <a:pt x="525" y="3308"/>
                      <a:pt x="1793" y="1885"/>
                    </a:cubicBezTo>
                    <a:cubicBezTo>
                      <a:pt x="3728" y="0"/>
                      <a:pt x="7043" y="95"/>
                      <a:pt x="9128" y="1702"/>
                    </a:cubicBezTo>
                    <a:close/>
                  </a:path>
                </a:pathLst>
              </a:custGeom>
              <a:solidFill>
                <a:srgbClr val="1D1D1D"/>
              </a:solidFill>
              <a:ln w="0">
                <a:noFill/>
              </a:ln>
            </p:spPr>
          </p:sp>
          <p:sp>
            <p:nvSpPr>
              <p:cNvPr id="623" name="robot vector"/>
              <p:cNvSpPr/>
              <p:nvPr/>
            </p:nvSpPr>
            <p:spPr>
              <a:xfrm>
                <a:off x="8293288" y="4872700"/>
                <a:ext cx="133182" cy="75804"/>
              </a:xfrm>
              <a:custGeom>
                <a:avLst/>
                <a:gdLst/>
                <a:ahLst/>
                <a:cxnLst/>
                <a:rect l="0" t="0" r="r" b="b"/>
                <a:pathLst>
                  <a:path w="14565" h="8290" fill="norm" stroke="0">
                    <a:moveTo>
                      <a:pt x="285" y="115"/>
                    </a:moveTo>
                    <a:cubicBezTo>
                      <a:pt x="1402" y="205"/>
                      <a:pt x="1830" y="558"/>
                      <a:pt x="2535" y="1365"/>
                    </a:cubicBezTo>
                    <a:cubicBezTo>
                      <a:pt x="2617" y="1035"/>
                      <a:pt x="2700" y="705"/>
                      <a:pt x="2785" y="365"/>
                    </a:cubicBezTo>
                    <a:cubicBezTo>
                      <a:pt x="3197" y="283"/>
                      <a:pt x="3610" y="200"/>
                      <a:pt x="4035" y="115"/>
                    </a:cubicBezTo>
                    <a:cubicBezTo>
                      <a:pt x="4117" y="528"/>
                      <a:pt x="4200" y="940"/>
                      <a:pt x="4285" y="1365"/>
                    </a:cubicBezTo>
                    <a:cubicBezTo>
                      <a:pt x="4450" y="1365"/>
                      <a:pt x="4615" y="1365"/>
                      <a:pt x="4785" y="1365"/>
                    </a:cubicBezTo>
                    <a:cubicBezTo>
                      <a:pt x="4950" y="952"/>
                      <a:pt x="5115" y="540"/>
                      <a:pt x="5285" y="115"/>
                    </a:cubicBezTo>
                    <a:cubicBezTo>
                      <a:pt x="6072" y="50"/>
                      <a:pt x="6440" y="53"/>
                      <a:pt x="7112" y="490"/>
                    </a:cubicBezTo>
                    <a:cubicBezTo>
                      <a:pt x="7252" y="615"/>
                      <a:pt x="7392" y="737"/>
                      <a:pt x="7535" y="865"/>
                    </a:cubicBezTo>
                    <a:cubicBezTo>
                      <a:pt x="7592" y="740"/>
                      <a:pt x="7647" y="618"/>
                      <a:pt x="7707" y="490"/>
                    </a:cubicBezTo>
                    <a:cubicBezTo>
                      <a:pt x="8035" y="115"/>
                      <a:pt x="8035" y="115"/>
                      <a:pt x="8660" y="20"/>
                    </a:cubicBezTo>
                    <a:cubicBezTo>
                      <a:pt x="9285" y="115"/>
                      <a:pt x="9285" y="115"/>
                      <a:pt x="9612" y="490"/>
                    </a:cubicBezTo>
                    <a:cubicBezTo>
                      <a:pt x="9642" y="553"/>
                      <a:pt x="9642" y="553"/>
                      <a:pt x="9785" y="865"/>
                    </a:cubicBezTo>
                    <a:cubicBezTo>
                      <a:pt x="9882" y="740"/>
                      <a:pt x="9980" y="618"/>
                      <a:pt x="10082" y="490"/>
                    </a:cubicBezTo>
                    <a:cubicBezTo>
                      <a:pt x="10673" y="0"/>
                      <a:pt x="11038" y="55"/>
                      <a:pt x="11785" y="115"/>
                    </a:cubicBezTo>
                    <a:cubicBezTo>
                      <a:pt x="11950" y="528"/>
                      <a:pt x="12115" y="940"/>
                      <a:pt x="12285" y="1365"/>
                    </a:cubicBezTo>
                    <a:cubicBezTo>
                      <a:pt x="12362" y="1205"/>
                      <a:pt x="12440" y="1045"/>
                      <a:pt x="12520" y="880"/>
                    </a:cubicBezTo>
                    <a:cubicBezTo>
                      <a:pt x="12785" y="365"/>
                      <a:pt x="12785" y="365"/>
                      <a:pt x="13035" y="115"/>
                    </a:cubicBezTo>
                    <a:cubicBezTo>
                      <a:pt x="13452" y="105"/>
                      <a:pt x="13867" y="105"/>
                      <a:pt x="14285" y="115"/>
                    </a:cubicBezTo>
                    <a:cubicBezTo>
                      <a:pt x="14565" y="1303"/>
                      <a:pt x="14565" y="1303"/>
                      <a:pt x="14285" y="1865"/>
                    </a:cubicBezTo>
                    <a:cubicBezTo>
                      <a:pt x="14255" y="2295"/>
                      <a:pt x="14240" y="2725"/>
                      <a:pt x="14232" y="3155"/>
                    </a:cubicBezTo>
                    <a:cubicBezTo>
                      <a:pt x="14225" y="3413"/>
                      <a:pt x="14217" y="3670"/>
                      <a:pt x="14210" y="3928"/>
                    </a:cubicBezTo>
                    <a:cubicBezTo>
                      <a:pt x="14200" y="4335"/>
                      <a:pt x="14190" y="4743"/>
                      <a:pt x="14185" y="5148"/>
                    </a:cubicBezTo>
                    <a:cubicBezTo>
                      <a:pt x="14178" y="5540"/>
                      <a:pt x="14168" y="5933"/>
                      <a:pt x="14155" y="6325"/>
                    </a:cubicBezTo>
                    <a:cubicBezTo>
                      <a:pt x="14150" y="6560"/>
                      <a:pt x="14145" y="6795"/>
                      <a:pt x="14140" y="7038"/>
                    </a:cubicBezTo>
                    <a:cubicBezTo>
                      <a:pt x="14035" y="7615"/>
                      <a:pt x="14035" y="7615"/>
                      <a:pt x="13710" y="7942"/>
                    </a:cubicBezTo>
                    <a:cubicBezTo>
                      <a:pt x="13227" y="8140"/>
                      <a:pt x="12877" y="8175"/>
                      <a:pt x="12355" y="8173"/>
                    </a:cubicBezTo>
                    <a:cubicBezTo>
                      <a:pt x="12178" y="8173"/>
                      <a:pt x="12002" y="8173"/>
                      <a:pt x="11822" y="8170"/>
                    </a:cubicBezTo>
                    <a:cubicBezTo>
                      <a:pt x="11640" y="8168"/>
                      <a:pt x="11457" y="8165"/>
                      <a:pt x="11270" y="8163"/>
                    </a:cubicBezTo>
                    <a:cubicBezTo>
                      <a:pt x="11085" y="8163"/>
                      <a:pt x="10902" y="8163"/>
                      <a:pt x="10715" y="8163"/>
                    </a:cubicBezTo>
                    <a:cubicBezTo>
                      <a:pt x="9355" y="8150"/>
                      <a:pt x="9355" y="8150"/>
                      <a:pt x="8785" y="7865"/>
                    </a:cubicBezTo>
                    <a:cubicBezTo>
                      <a:pt x="8862" y="7648"/>
                      <a:pt x="8940" y="7433"/>
                      <a:pt x="9020" y="7210"/>
                    </a:cubicBezTo>
                    <a:cubicBezTo>
                      <a:pt x="9110" y="6928"/>
                      <a:pt x="9197" y="6648"/>
                      <a:pt x="9285" y="6365"/>
                    </a:cubicBezTo>
                    <a:cubicBezTo>
                      <a:pt x="9325" y="6240"/>
                      <a:pt x="9367" y="6112"/>
                      <a:pt x="9410" y="5985"/>
                    </a:cubicBezTo>
                    <a:cubicBezTo>
                      <a:pt x="9607" y="5212"/>
                      <a:pt x="9553" y="4740"/>
                      <a:pt x="9160" y="4038"/>
                    </a:cubicBezTo>
                    <a:cubicBezTo>
                      <a:pt x="8732" y="3477"/>
                      <a:pt x="8397" y="3243"/>
                      <a:pt x="7707" y="3100"/>
                    </a:cubicBezTo>
                    <a:cubicBezTo>
                      <a:pt x="6717" y="3045"/>
                      <a:pt x="5812" y="3227"/>
                      <a:pt x="5035" y="3865"/>
                    </a:cubicBezTo>
                    <a:cubicBezTo>
                      <a:pt x="4727" y="4462"/>
                      <a:pt x="4683" y="4955"/>
                      <a:pt x="4785" y="5615"/>
                    </a:cubicBezTo>
                    <a:cubicBezTo>
                      <a:pt x="4995" y="6050"/>
                      <a:pt x="5232" y="6400"/>
                      <a:pt x="5532" y="6775"/>
                    </a:cubicBezTo>
                    <a:cubicBezTo>
                      <a:pt x="5798" y="7133"/>
                      <a:pt x="5918" y="7440"/>
                      <a:pt x="6035" y="7865"/>
                    </a:cubicBezTo>
                    <a:cubicBezTo>
                      <a:pt x="5185" y="8290"/>
                      <a:pt x="4237" y="8160"/>
                      <a:pt x="3300" y="8163"/>
                    </a:cubicBezTo>
                    <a:cubicBezTo>
                      <a:pt x="3197" y="8163"/>
                      <a:pt x="3197" y="8163"/>
                      <a:pt x="2675" y="8170"/>
                    </a:cubicBezTo>
                    <a:cubicBezTo>
                      <a:pt x="2477" y="8173"/>
                      <a:pt x="2280" y="8173"/>
                      <a:pt x="2075" y="8173"/>
                    </a:cubicBezTo>
                    <a:cubicBezTo>
                      <a:pt x="1892" y="8173"/>
                      <a:pt x="1712" y="8175"/>
                      <a:pt x="1525" y="8175"/>
                    </a:cubicBezTo>
                    <a:cubicBezTo>
                      <a:pt x="970" y="8107"/>
                      <a:pt x="700" y="7987"/>
                      <a:pt x="285" y="7615"/>
                    </a:cubicBezTo>
                    <a:cubicBezTo>
                      <a:pt x="183" y="7123"/>
                      <a:pt x="132" y="6705"/>
                      <a:pt x="112" y="6210"/>
                    </a:cubicBezTo>
                    <a:cubicBezTo>
                      <a:pt x="105" y="6067"/>
                      <a:pt x="97" y="5928"/>
                      <a:pt x="87" y="5783"/>
                    </a:cubicBezTo>
                    <a:cubicBezTo>
                      <a:pt x="27" y="4582"/>
                      <a:pt x="10" y="3380"/>
                      <a:pt x="5" y="2178"/>
                    </a:cubicBezTo>
                    <a:cubicBezTo>
                      <a:pt x="2" y="2003"/>
                      <a:pt x="2" y="1825"/>
                      <a:pt x="0" y="1645"/>
                    </a:cubicBezTo>
                    <a:cubicBezTo>
                      <a:pt x="0" y="1482"/>
                      <a:pt x="0" y="1317"/>
                      <a:pt x="2" y="1150"/>
                    </a:cubicBezTo>
                    <a:cubicBezTo>
                      <a:pt x="2" y="1005"/>
                      <a:pt x="2" y="860"/>
                      <a:pt x="2" y="710"/>
                    </a:cubicBezTo>
                    <a:cubicBezTo>
                      <a:pt x="35" y="365"/>
                      <a:pt x="35" y="365"/>
                      <a:pt x="285" y="115"/>
                    </a:cubicBezTo>
                    <a:close/>
                  </a:path>
                </a:pathLst>
              </a:custGeom>
              <a:solidFill>
                <a:srgbClr val="615B4F"/>
              </a:solidFill>
              <a:ln w="0">
                <a:noFill/>
              </a:ln>
            </p:spPr>
          </p:sp>
          <p:sp>
            <p:nvSpPr>
              <p:cNvPr id="624" name="robot vector"/>
              <p:cNvSpPr/>
              <p:nvPr/>
            </p:nvSpPr>
            <p:spPr>
              <a:xfrm>
                <a:off x="8304618" y="5071804"/>
                <a:ext cx="79438" cy="103693"/>
              </a:xfrm>
              <a:custGeom>
                <a:avLst/>
                <a:gdLst/>
                <a:ahLst/>
                <a:cxnLst/>
                <a:rect l="0" t="0" r="r" b="b"/>
                <a:pathLst>
                  <a:path w="8688" h="11340" fill="norm" stroke="0">
                    <a:moveTo>
                      <a:pt x="2545" y="40"/>
                    </a:moveTo>
                    <a:cubicBezTo>
                      <a:pt x="2692" y="37"/>
                      <a:pt x="2840" y="37"/>
                      <a:pt x="2992" y="35"/>
                    </a:cubicBezTo>
                    <a:cubicBezTo>
                      <a:pt x="3303" y="33"/>
                      <a:pt x="3615" y="33"/>
                      <a:pt x="3928" y="30"/>
                    </a:cubicBezTo>
                    <a:cubicBezTo>
                      <a:pt x="4402" y="27"/>
                      <a:pt x="4880" y="20"/>
                      <a:pt x="5355" y="12"/>
                    </a:cubicBezTo>
                    <a:cubicBezTo>
                      <a:pt x="5657" y="10"/>
                      <a:pt x="5960" y="10"/>
                      <a:pt x="6265" y="10"/>
                    </a:cubicBezTo>
                    <a:cubicBezTo>
                      <a:pt x="6405" y="5"/>
                      <a:pt x="6548" y="2"/>
                      <a:pt x="6695" y="0"/>
                    </a:cubicBezTo>
                    <a:cubicBezTo>
                      <a:pt x="7308" y="2"/>
                      <a:pt x="7730" y="50"/>
                      <a:pt x="8260" y="365"/>
                    </a:cubicBezTo>
                    <a:cubicBezTo>
                      <a:pt x="8688" y="1075"/>
                      <a:pt x="8657" y="1715"/>
                      <a:pt x="8655" y="2527"/>
                    </a:cubicBezTo>
                    <a:cubicBezTo>
                      <a:pt x="8655" y="2692"/>
                      <a:pt x="8657" y="2855"/>
                      <a:pt x="8657" y="3025"/>
                    </a:cubicBezTo>
                    <a:cubicBezTo>
                      <a:pt x="8660" y="3370"/>
                      <a:pt x="8660" y="3715"/>
                      <a:pt x="8657" y="4060"/>
                    </a:cubicBezTo>
                    <a:cubicBezTo>
                      <a:pt x="8655" y="4590"/>
                      <a:pt x="8662" y="5117"/>
                      <a:pt x="8670" y="5645"/>
                    </a:cubicBezTo>
                    <a:cubicBezTo>
                      <a:pt x="8670" y="5982"/>
                      <a:pt x="8670" y="6317"/>
                      <a:pt x="8670" y="6652"/>
                    </a:cubicBezTo>
                    <a:cubicBezTo>
                      <a:pt x="8673" y="6732"/>
                      <a:pt x="8673" y="6732"/>
                      <a:pt x="8678" y="7132"/>
                    </a:cubicBezTo>
                    <a:cubicBezTo>
                      <a:pt x="8660" y="8227"/>
                      <a:pt x="8660" y="8227"/>
                      <a:pt x="8065" y="8810"/>
                    </a:cubicBezTo>
                    <a:cubicBezTo>
                      <a:pt x="7607" y="9058"/>
                      <a:pt x="7178" y="9252"/>
                      <a:pt x="6688" y="9420"/>
                    </a:cubicBezTo>
                    <a:cubicBezTo>
                      <a:pt x="5688" y="9820"/>
                      <a:pt x="5155" y="10475"/>
                      <a:pt x="4545" y="11340"/>
                    </a:cubicBezTo>
                    <a:cubicBezTo>
                      <a:pt x="3735" y="11197"/>
                      <a:pt x="3367" y="10987"/>
                      <a:pt x="2827" y="10372"/>
                    </a:cubicBezTo>
                    <a:cubicBezTo>
                      <a:pt x="2320" y="9832"/>
                      <a:pt x="1895" y="9472"/>
                      <a:pt x="1217" y="9170"/>
                    </a:cubicBezTo>
                    <a:cubicBezTo>
                      <a:pt x="545" y="8840"/>
                      <a:pt x="545" y="8840"/>
                      <a:pt x="385" y="8520"/>
                    </a:cubicBezTo>
                    <a:cubicBezTo>
                      <a:pt x="175" y="7507"/>
                      <a:pt x="175" y="6465"/>
                      <a:pt x="125" y="5435"/>
                    </a:cubicBezTo>
                    <a:cubicBezTo>
                      <a:pt x="110" y="5195"/>
                      <a:pt x="95" y="4955"/>
                      <a:pt x="77" y="4707"/>
                    </a:cubicBezTo>
                    <a:cubicBezTo>
                      <a:pt x="5" y="3217"/>
                      <a:pt x="0" y="1752"/>
                      <a:pt x="545" y="340"/>
                    </a:cubicBezTo>
                    <a:cubicBezTo>
                      <a:pt x="1207" y="10"/>
                      <a:pt x="1820" y="45"/>
                      <a:pt x="2545" y="40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625" name="robot vector"/>
              <p:cNvSpPr/>
              <p:nvPr/>
            </p:nvSpPr>
            <p:spPr>
              <a:xfrm>
                <a:off x="8507854" y="4745718"/>
                <a:ext cx="150350" cy="157551"/>
              </a:xfrm>
              <a:custGeom>
                <a:avLst/>
                <a:gdLst/>
                <a:ahLst/>
                <a:cxnLst/>
                <a:rect l="0" t="0" r="r" b="b"/>
                <a:pathLst>
                  <a:path w="16442" h="17230" fill="norm" stroke="0">
                    <a:moveTo>
                      <a:pt x="12770" y="2000"/>
                    </a:moveTo>
                    <a:cubicBezTo>
                      <a:pt x="13180" y="2303"/>
                      <a:pt x="13485" y="2615"/>
                      <a:pt x="13820" y="3003"/>
                    </a:cubicBezTo>
                    <a:cubicBezTo>
                      <a:pt x="13900" y="3095"/>
                      <a:pt x="13982" y="3190"/>
                      <a:pt x="14065" y="3288"/>
                    </a:cubicBezTo>
                    <a:cubicBezTo>
                      <a:pt x="15763" y="5293"/>
                      <a:pt x="16442" y="7013"/>
                      <a:pt x="16257" y="9690"/>
                    </a:cubicBezTo>
                    <a:cubicBezTo>
                      <a:pt x="15923" y="12375"/>
                      <a:pt x="14702" y="14145"/>
                      <a:pt x="12600" y="15883"/>
                    </a:cubicBezTo>
                    <a:cubicBezTo>
                      <a:pt x="10803" y="17135"/>
                      <a:pt x="8688" y="17230"/>
                      <a:pt x="6570" y="17003"/>
                    </a:cubicBezTo>
                    <a:cubicBezTo>
                      <a:pt x="4415" y="16605"/>
                      <a:pt x="2658" y="15347"/>
                      <a:pt x="1327" y="13628"/>
                    </a:cubicBezTo>
                    <a:cubicBezTo>
                      <a:pt x="0" y="11690"/>
                      <a:pt x="2" y="9795"/>
                      <a:pt x="70" y="7503"/>
                    </a:cubicBezTo>
                    <a:cubicBezTo>
                      <a:pt x="70" y="7340"/>
                      <a:pt x="72" y="7180"/>
                      <a:pt x="72" y="7015"/>
                    </a:cubicBezTo>
                    <a:cubicBezTo>
                      <a:pt x="180" y="5370"/>
                      <a:pt x="1227" y="4018"/>
                      <a:pt x="2413" y="2940"/>
                    </a:cubicBezTo>
                    <a:cubicBezTo>
                      <a:pt x="5553" y="255"/>
                      <a:pt x="9140" y="0"/>
                      <a:pt x="12770" y="2000"/>
                    </a:cubicBezTo>
                    <a:close/>
                    <a:moveTo>
                      <a:pt x="3820" y="3003"/>
                    </a:moveTo>
                    <a:cubicBezTo>
                      <a:pt x="3695" y="3077"/>
                      <a:pt x="3570" y="3153"/>
                      <a:pt x="3440" y="3230"/>
                    </a:cubicBezTo>
                    <a:cubicBezTo>
                      <a:pt x="2520" y="3872"/>
                      <a:pt x="2060" y="4765"/>
                      <a:pt x="1570" y="5753"/>
                    </a:cubicBezTo>
                    <a:cubicBezTo>
                      <a:pt x="1495" y="5888"/>
                      <a:pt x="1420" y="6025"/>
                      <a:pt x="1342" y="6165"/>
                    </a:cubicBezTo>
                    <a:cubicBezTo>
                      <a:pt x="710" y="7418"/>
                      <a:pt x="560" y="8622"/>
                      <a:pt x="820" y="10003"/>
                    </a:cubicBezTo>
                    <a:cubicBezTo>
                      <a:pt x="1635" y="12390"/>
                      <a:pt x="2850" y="14305"/>
                      <a:pt x="5148" y="15455"/>
                    </a:cubicBezTo>
                    <a:cubicBezTo>
                      <a:pt x="6895" y="16117"/>
                      <a:pt x="8755" y="16082"/>
                      <a:pt x="10570" y="15753"/>
                    </a:cubicBezTo>
                    <a:cubicBezTo>
                      <a:pt x="10570" y="14975"/>
                      <a:pt x="10435" y="14665"/>
                      <a:pt x="10070" y="14003"/>
                    </a:cubicBezTo>
                    <a:cubicBezTo>
                      <a:pt x="10210" y="13987"/>
                      <a:pt x="10347" y="13970"/>
                      <a:pt x="10492" y="13955"/>
                    </a:cubicBezTo>
                    <a:cubicBezTo>
                      <a:pt x="11550" y="13582"/>
                      <a:pt x="12102" y="12913"/>
                      <a:pt x="12622" y="11933"/>
                    </a:cubicBezTo>
                    <a:cubicBezTo>
                      <a:pt x="13240" y="10510"/>
                      <a:pt x="13750" y="9155"/>
                      <a:pt x="13185" y="7640"/>
                    </a:cubicBezTo>
                    <a:cubicBezTo>
                      <a:pt x="12595" y="6255"/>
                      <a:pt x="11977" y="4990"/>
                      <a:pt x="10820" y="4003"/>
                    </a:cubicBezTo>
                    <a:cubicBezTo>
                      <a:pt x="10655" y="4003"/>
                      <a:pt x="10490" y="4003"/>
                      <a:pt x="10320" y="4003"/>
                    </a:cubicBezTo>
                    <a:cubicBezTo>
                      <a:pt x="10340" y="3810"/>
                      <a:pt x="10360" y="3620"/>
                      <a:pt x="10382" y="3425"/>
                    </a:cubicBezTo>
                    <a:cubicBezTo>
                      <a:pt x="10320" y="2753"/>
                      <a:pt x="10320" y="2753"/>
                      <a:pt x="9913" y="2342"/>
                    </a:cubicBezTo>
                    <a:cubicBezTo>
                      <a:pt x="9188" y="1928"/>
                      <a:pt x="8587" y="1878"/>
                      <a:pt x="7773" y="1893"/>
                    </a:cubicBezTo>
                    <a:cubicBezTo>
                      <a:pt x="7630" y="1895"/>
                      <a:pt x="7487" y="1895"/>
                      <a:pt x="7340" y="1898"/>
                    </a:cubicBezTo>
                    <a:cubicBezTo>
                      <a:pt x="6013" y="1945"/>
                      <a:pt x="4957" y="2312"/>
                      <a:pt x="3820" y="3003"/>
                    </a:cubicBezTo>
                    <a:close/>
                  </a:path>
                </a:pathLst>
              </a:custGeom>
              <a:solidFill>
                <a:srgbClr val="575349"/>
              </a:solidFill>
              <a:ln w="0">
                <a:noFill/>
              </a:ln>
            </p:spPr>
          </p:sp>
          <p:sp>
            <p:nvSpPr>
              <p:cNvPr id="626" name="robot vector"/>
              <p:cNvSpPr/>
              <p:nvPr/>
            </p:nvSpPr>
            <p:spPr>
              <a:xfrm>
                <a:off x="8400895" y="4648211"/>
                <a:ext cx="85839" cy="100310"/>
              </a:xfrm>
              <a:custGeom>
                <a:avLst/>
                <a:gdLst/>
                <a:ahLst/>
                <a:cxnLst/>
                <a:rect l="0" t="0" r="r" b="b"/>
                <a:pathLst>
                  <a:path w="9387" h="10970" fill="norm" stroke="0">
                    <a:moveTo>
                      <a:pt x="7742" y="1038"/>
                    </a:moveTo>
                    <a:cubicBezTo>
                      <a:pt x="8930" y="2348"/>
                      <a:pt x="9387" y="3625"/>
                      <a:pt x="9327" y="5383"/>
                    </a:cubicBezTo>
                    <a:cubicBezTo>
                      <a:pt x="9080" y="7565"/>
                      <a:pt x="8045" y="9018"/>
                      <a:pt x="6435" y="10462"/>
                    </a:cubicBezTo>
                    <a:cubicBezTo>
                      <a:pt x="5387" y="10970"/>
                      <a:pt x="3897" y="10875"/>
                      <a:pt x="2767" y="10665"/>
                    </a:cubicBezTo>
                    <a:cubicBezTo>
                      <a:pt x="1607" y="10113"/>
                      <a:pt x="805" y="9135"/>
                      <a:pt x="375" y="7928"/>
                    </a:cubicBezTo>
                    <a:cubicBezTo>
                      <a:pt x="0" y="6148"/>
                      <a:pt x="115" y="4498"/>
                      <a:pt x="1017" y="2915"/>
                    </a:cubicBezTo>
                    <a:cubicBezTo>
                      <a:pt x="1045" y="2858"/>
                      <a:pt x="1045" y="2858"/>
                      <a:pt x="1190" y="2567"/>
                    </a:cubicBezTo>
                    <a:cubicBezTo>
                      <a:pt x="1782" y="1448"/>
                      <a:pt x="2637" y="755"/>
                      <a:pt x="3815" y="323"/>
                    </a:cubicBezTo>
                    <a:cubicBezTo>
                      <a:pt x="5160" y="0"/>
                      <a:pt x="6637" y="173"/>
                      <a:pt x="7742" y="1038"/>
                    </a:cubicBezTo>
                    <a:close/>
                  </a:path>
                </a:pathLst>
              </a:custGeom>
              <a:solidFill>
                <a:srgbClr val="1D1D1D"/>
              </a:solidFill>
              <a:ln w="0">
                <a:noFill/>
              </a:ln>
            </p:spPr>
          </p:sp>
          <p:sp>
            <p:nvSpPr>
              <p:cNvPr id="627" name="robot vector"/>
              <p:cNvSpPr/>
              <p:nvPr/>
            </p:nvSpPr>
            <p:spPr>
              <a:xfrm>
                <a:off x="8202168" y="5221224"/>
                <a:ext cx="292608" cy="30221"/>
              </a:xfrm>
              <a:custGeom>
                <a:avLst/>
                <a:gdLst/>
                <a:ahLst/>
                <a:cxnLst/>
                <a:rect l="0" t="0" r="r" b="b"/>
                <a:pathLst>
                  <a:path w="32000" h="3305" fill="norm" stroke="0">
                    <a:moveTo>
                      <a:pt x="0" y="0"/>
                    </a:moveTo>
                    <a:cubicBezTo>
                      <a:pt x="10560" y="0"/>
                      <a:pt x="21120" y="0"/>
                      <a:pt x="32000" y="0"/>
                    </a:cubicBezTo>
                    <a:cubicBezTo>
                      <a:pt x="31045" y="638"/>
                      <a:pt x="30087" y="905"/>
                      <a:pt x="29000" y="1250"/>
                    </a:cubicBezTo>
                    <a:cubicBezTo>
                      <a:pt x="28760" y="1330"/>
                      <a:pt x="28520" y="1413"/>
                      <a:pt x="28280" y="1495"/>
                    </a:cubicBezTo>
                    <a:cubicBezTo>
                      <a:pt x="24268" y="2827"/>
                      <a:pt x="20087" y="3305"/>
                      <a:pt x="15875" y="3298"/>
                    </a:cubicBezTo>
                    <a:cubicBezTo>
                      <a:pt x="15732" y="3298"/>
                      <a:pt x="15592" y="3298"/>
                      <a:pt x="15445" y="3298"/>
                    </a:cubicBezTo>
                    <a:cubicBezTo>
                      <a:pt x="11825" y="3285"/>
                      <a:pt x="8378" y="3010"/>
                      <a:pt x="4920" y="1885"/>
                    </a:cubicBezTo>
                    <a:cubicBezTo>
                      <a:pt x="4482" y="1745"/>
                      <a:pt x="4045" y="1612"/>
                      <a:pt x="3605" y="1480"/>
                    </a:cubicBezTo>
                    <a:cubicBezTo>
                      <a:pt x="2383" y="1115"/>
                      <a:pt x="1180" y="740"/>
                      <a:pt x="0" y="250"/>
                    </a:cubicBezTo>
                    <a:cubicBezTo>
                      <a:pt x="0" y="168"/>
                      <a:pt x="0" y="85"/>
                      <a:pt x="0" y="0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628" name="robot vector"/>
              <p:cNvSpPr/>
              <p:nvPr/>
            </p:nvSpPr>
            <p:spPr>
              <a:xfrm>
                <a:off x="8453628" y="4523994"/>
                <a:ext cx="262021" cy="674370"/>
              </a:xfrm>
              <a:custGeom>
                <a:avLst/>
                <a:gdLst/>
                <a:ahLst/>
                <a:cxnLst/>
                <a:rect l="0" t="0" r="r" b="b"/>
                <a:pathLst>
                  <a:path w="28655" h="73750" fill="norm" stroke="0">
                    <a:moveTo>
                      <a:pt x="0" y="0"/>
                    </a:moveTo>
                    <a:cubicBezTo>
                      <a:pt x="1625" y="233"/>
                      <a:pt x="2947" y="658"/>
                      <a:pt x="4395" y="1430"/>
                    </a:cubicBezTo>
                    <a:cubicBezTo>
                      <a:pt x="4942" y="1720"/>
                      <a:pt x="5490" y="1965"/>
                      <a:pt x="6062" y="2202"/>
                    </a:cubicBezTo>
                    <a:cubicBezTo>
                      <a:pt x="15025" y="6163"/>
                      <a:pt x="22312" y="14440"/>
                      <a:pt x="25900" y="23467"/>
                    </a:cubicBezTo>
                    <a:cubicBezTo>
                      <a:pt x="26163" y="24170"/>
                      <a:pt x="26400" y="24880"/>
                      <a:pt x="26622" y="25595"/>
                    </a:cubicBezTo>
                    <a:cubicBezTo>
                      <a:pt x="26750" y="26000"/>
                      <a:pt x="26885" y="26403"/>
                      <a:pt x="27020" y="26805"/>
                    </a:cubicBezTo>
                    <a:cubicBezTo>
                      <a:pt x="28255" y="30543"/>
                      <a:pt x="28630" y="34110"/>
                      <a:pt x="28612" y="38043"/>
                    </a:cubicBezTo>
                    <a:cubicBezTo>
                      <a:pt x="28610" y="38555"/>
                      <a:pt x="28610" y="39065"/>
                      <a:pt x="28618" y="39577"/>
                    </a:cubicBezTo>
                    <a:cubicBezTo>
                      <a:pt x="28655" y="42995"/>
                      <a:pt x="28393" y="46188"/>
                      <a:pt x="27500" y="49500"/>
                    </a:cubicBezTo>
                    <a:cubicBezTo>
                      <a:pt x="27460" y="49648"/>
                      <a:pt x="27423" y="49793"/>
                      <a:pt x="27382" y="49945"/>
                    </a:cubicBezTo>
                    <a:cubicBezTo>
                      <a:pt x="27148" y="50808"/>
                      <a:pt x="26880" y="51655"/>
                      <a:pt x="26595" y="52500"/>
                    </a:cubicBezTo>
                    <a:cubicBezTo>
                      <a:pt x="26572" y="52562"/>
                      <a:pt x="26572" y="52562"/>
                      <a:pt x="26467" y="52875"/>
                    </a:cubicBezTo>
                    <a:cubicBezTo>
                      <a:pt x="25158" y="56740"/>
                      <a:pt x="23192" y="60237"/>
                      <a:pt x="20750" y="63500"/>
                    </a:cubicBezTo>
                    <a:cubicBezTo>
                      <a:pt x="20607" y="63695"/>
                      <a:pt x="20465" y="63890"/>
                      <a:pt x="20317" y="64092"/>
                    </a:cubicBezTo>
                    <a:cubicBezTo>
                      <a:pt x="17622" y="67685"/>
                      <a:pt x="14305" y="71202"/>
                      <a:pt x="10250" y="73250"/>
                    </a:cubicBezTo>
                    <a:cubicBezTo>
                      <a:pt x="10085" y="73250"/>
                      <a:pt x="9920" y="73250"/>
                      <a:pt x="9750" y="73250"/>
                    </a:cubicBezTo>
                    <a:cubicBezTo>
                      <a:pt x="9668" y="73415"/>
                      <a:pt x="9585" y="73580"/>
                      <a:pt x="9500" y="73750"/>
                    </a:cubicBezTo>
                    <a:cubicBezTo>
                      <a:pt x="9580" y="73018"/>
                      <a:pt x="9712" y="72783"/>
                      <a:pt x="10280" y="72295"/>
                    </a:cubicBezTo>
                    <a:cubicBezTo>
                      <a:pt x="10507" y="72138"/>
                      <a:pt x="10737" y="71980"/>
                      <a:pt x="10970" y="71827"/>
                    </a:cubicBezTo>
                    <a:cubicBezTo>
                      <a:pt x="11220" y="71653"/>
                      <a:pt x="11472" y="71477"/>
                      <a:pt x="11722" y="71300"/>
                    </a:cubicBezTo>
                    <a:cubicBezTo>
                      <a:pt x="11852" y="71210"/>
                      <a:pt x="11980" y="71120"/>
                      <a:pt x="12115" y="71025"/>
                    </a:cubicBezTo>
                    <a:cubicBezTo>
                      <a:pt x="14050" y="69645"/>
                      <a:pt x="15712" y="68097"/>
                      <a:pt x="17253" y="66288"/>
                    </a:cubicBezTo>
                    <a:cubicBezTo>
                      <a:pt x="17475" y="66028"/>
                      <a:pt x="17707" y="65775"/>
                      <a:pt x="17940" y="65520"/>
                    </a:cubicBezTo>
                    <a:cubicBezTo>
                      <a:pt x="20043" y="63222"/>
                      <a:pt x="21750" y="60658"/>
                      <a:pt x="23155" y="57888"/>
                    </a:cubicBezTo>
                    <a:cubicBezTo>
                      <a:pt x="23500" y="57250"/>
                      <a:pt x="23500" y="57250"/>
                      <a:pt x="24000" y="56750"/>
                    </a:cubicBezTo>
                    <a:cubicBezTo>
                      <a:pt x="24770" y="55337"/>
                      <a:pt x="25170" y="53732"/>
                      <a:pt x="25640" y="52202"/>
                    </a:cubicBezTo>
                    <a:cubicBezTo>
                      <a:pt x="25790" y="51715"/>
                      <a:pt x="25942" y="51227"/>
                      <a:pt x="26095" y="50740"/>
                    </a:cubicBezTo>
                    <a:cubicBezTo>
                      <a:pt x="26160" y="50525"/>
                      <a:pt x="26227" y="50310"/>
                      <a:pt x="26295" y="50090"/>
                    </a:cubicBezTo>
                    <a:cubicBezTo>
                      <a:pt x="26500" y="49500"/>
                      <a:pt x="26500" y="49500"/>
                      <a:pt x="26765" y="48980"/>
                    </a:cubicBezTo>
                    <a:cubicBezTo>
                      <a:pt x="27007" y="48485"/>
                      <a:pt x="27090" y="48107"/>
                      <a:pt x="27150" y="47562"/>
                    </a:cubicBezTo>
                    <a:cubicBezTo>
                      <a:pt x="27170" y="47390"/>
                      <a:pt x="27190" y="47217"/>
                      <a:pt x="27210" y="47040"/>
                    </a:cubicBezTo>
                    <a:cubicBezTo>
                      <a:pt x="27227" y="46860"/>
                      <a:pt x="27247" y="46683"/>
                      <a:pt x="27265" y="46500"/>
                    </a:cubicBezTo>
                    <a:cubicBezTo>
                      <a:pt x="27305" y="46145"/>
                      <a:pt x="27345" y="45793"/>
                      <a:pt x="27385" y="45438"/>
                    </a:cubicBezTo>
                    <a:cubicBezTo>
                      <a:pt x="27400" y="45283"/>
                      <a:pt x="27418" y="45125"/>
                      <a:pt x="27433" y="44965"/>
                    </a:cubicBezTo>
                    <a:cubicBezTo>
                      <a:pt x="27500" y="44500"/>
                      <a:pt x="27500" y="44500"/>
                      <a:pt x="27630" y="44058"/>
                    </a:cubicBezTo>
                    <a:cubicBezTo>
                      <a:pt x="27803" y="43253"/>
                      <a:pt x="27790" y="42462"/>
                      <a:pt x="27793" y="41640"/>
                    </a:cubicBezTo>
                    <a:cubicBezTo>
                      <a:pt x="27793" y="41460"/>
                      <a:pt x="27793" y="41278"/>
                      <a:pt x="27795" y="41092"/>
                    </a:cubicBezTo>
                    <a:cubicBezTo>
                      <a:pt x="27795" y="40710"/>
                      <a:pt x="27798" y="40327"/>
                      <a:pt x="27798" y="39945"/>
                    </a:cubicBezTo>
                    <a:cubicBezTo>
                      <a:pt x="27798" y="39367"/>
                      <a:pt x="27803" y="38790"/>
                      <a:pt x="27805" y="38215"/>
                    </a:cubicBezTo>
                    <a:cubicBezTo>
                      <a:pt x="27812" y="36378"/>
                      <a:pt x="27763" y="34650"/>
                      <a:pt x="27375" y="32850"/>
                    </a:cubicBezTo>
                    <a:cubicBezTo>
                      <a:pt x="27253" y="32263"/>
                      <a:pt x="27185" y="31692"/>
                      <a:pt x="27130" y="31097"/>
                    </a:cubicBezTo>
                    <a:cubicBezTo>
                      <a:pt x="27013" y="29928"/>
                      <a:pt x="26730" y="28830"/>
                      <a:pt x="26405" y="27702"/>
                    </a:cubicBezTo>
                    <a:cubicBezTo>
                      <a:pt x="26380" y="27607"/>
                      <a:pt x="26380" y="27607"/>
                      <a:pt x="26247" y="27122"/>
                    </a:cubicBezTo>
                    <a:cubicBezTo>
                      <a:pt x="25970" y="26135"/>
                      <a:pt x="25655" y="25242"/>
                      <a:pt x="25173" y="24340"/>
                    </a:cubicBezTo>
                    <a:cubicBezTo>
                      <a:pt x="24900" y="23805"/>
                      <a:pt x="24732" y="23240"/>
                      <a:pt x="24548" y="22673"/>
                    </a:cubicBezTo>
                    <a:cubicBezTo>
                      <a:pt x="24143" y="21492"/>
                      <a:pt x="23580" y="20543"/>
                      <a:pt x="22855" y="19523"/>
                    </a:cubicBezTo>
                    <a:cubicBezTo>
                      <a:pt x="22533" y="19050"/>
                      <a:pt x="22298" y="18600"/>
                      <a:pt x="22062" y="18077"/>
                    </a:cubicBezTo>
                    <a:cubicBezTo>
                      <a:pt x="19800" y="13387"/>
                      <a:pt x="14510" y="7373"/>
                      <a:pt x="9678" y="5217"/>
                    </a:cubicBezTo>
                    <a:cubicBezTo>
                      <a:pt x="9062" y="4905"/>
                      <a:pt x="8497" y="4517"/>
                      <a:pt x="7923" y="4140"/>
                    </a:cubicBezTo>
                    <a:cubicBezTo>
                      <a:pt x="6740" y="3375"/>
                      <a:pt x="5558" y="2777"/>
                      <a:pt x="4250" y="2250"/>
                    </a:cubicBezTo>
                    <a:cubicBezTo>
                      <a:pt x="3888" y="2100"/>
                      <a:pt x="3528" y="1950"/>
                      <a:pt x="3165" y="1800"/>
                    </a:cubicBezTo>
                    <a:cubicBezTo>
                      <a:pt x="2110" y="1365"/>
                      <a:pt x="1055" y="933"/>
                      <a:pt x="0" y="500"/>
                    </a:cubicBezTo>
                    <a:cubicBezTo>
                      <a:pt x="0" y="335"/>
                      <a:pt x="0" y="170"/>
                      <a:pt x="0" y="0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629" name="robot vector"/>
              <p:cNvSpPr/>
              <p:nvPr/>
            </p:nvSpPr>
            <p:spPr>
              <a:xfrm>
                <a:off x="7968699" y="4530852"/>
                <a:ext cx="238041" cy="662940"/>
              </a:xfrm>
              <a:custGeom>
                <a:avLst/>
                <a:gdLst/>
                <a:ahLst/>
                <a:cxnLst/>
                <a:rect l="0" t="0" r="r" b="b"/>
                <a:pathLst>
                  <a:path w="26033" h="72500" fill="norm" stroke="0">
                    <a:moveTo>
                      <a:pt x="25533" y="0"/>
                    </a:moveTo>
                    <a:cubicBezTo>
                      <a:pt x="25615" y="40"/>
                      <a:pt x="25615" y="40"/>
                      <a:pt x="26033" y="250"/>
                    </a:cubicBezTo>
                    <a:cubicBezTo>
                      <a:pt x="25350" y="1040"/>
                      <a:pt x="24768" y="1395"/>
                      <a:pt x="23805" y="1777"/>
                    </a:cubicBezTo>
                    <a:cubicBezTo>
                      <a:pt x="19850" y="3460"/>
                      <a:pt x="16418" y="6110"/>
                      <a:pt x="13283" y="9000"/>
                    </a:cubicBezTo>
                    <a:cubicBezTo>
                      <a:pt x="13173" y="9100"/>
                      <a:pt x="13065" y="9200"/>
                      <a:pt x="12952" y="9305"/>
                    </a:cubicBezTo>
                    <a:cubicBezTo>
                      <a:pt x="11155" y="10980"/>
                      <a:pt x="9720" y="12905"/>
                      <a:pt x="8398" y="14965"/>
                    </a:cubicBezTo>
                    <a:cubicBezTo>
                      <a:pt x="8125" y="15365"/>
                      <a:pt x="7853" y="15717"/>
                      <a:pt x="7543" y="16085"/>
                    </a:cubicBezTo>
                    <a:cubicBezTo>
                      <a:pt x="6952" y="16812"/>
                      <a:pt x="6560" y="17610"/>
                      <a:pt x="6158" y="18452"/>
                    </a:cubicBezTo>
                    <a:cubicBezTo>
                      <a:pt x="6005" y="18768"/>
                      <a:pt x="5853" y="19080"/>
                      <a:pt x="5700" y="19393"/>
                    </a:cubicBezTo>
                    <a:cubicBezTo>
                      <a:pt x="5628" y="19543"/>
                      <a:pt x="5555" y="19690"/>
                      <a:pt x="5480" y="19845"/>
                    </a:cubicBezTo>
                    <a:cubicBezTo>
                      <a:pt x="5243" y="20332"/>
                      <a:pt x="4988" y="20815"/>
                      <a:pt x="4735" y="21298"/>
                    </a:cubicBezTo>
                    <a:cubicBezTo>
                      <a:pt x="3810" y="23155"/>
                      <a:pt x="3217" y="25130"/>
                      <a:pt x="2695" y="27130"/>
                    </a:cubicBezTo>
                    <a:cubicBezTo>
                      <a:pt x="2565" y="27625"/>
                      <a:pt x="2423" y="28107"/>
                      <a:pt x="2268" y="28595"/>
                    </a:cubicBezTo>
                    <a:cubicBezTo>
                      <a:pt x="1605" y="30915"/>
                      <a:pt x="1415" y="33403"/>
                      <a:pt x="1303" y="35803"/>
                    </a:cubicBezTo>
                    <a:cubicBezTo>
                      <a:pt x="1290" y="36092"/>
                      <a:pt x="1275" y="36380"/>
                      <a:pt x="1258" y="36670"/>
                    </a:cubicBezTo>
                    <a:cubicBezTo>
                      <a:pt x="1108" y="39247"/>
                      <a:pt x="1428" y="41775"/>
                      <a:pt x="1753" y="44327"/>
                    </a:cubicBezTo>
                    <a:cubicBezTo>
                      <a:pt x="1773" y="44503"/>
                      <a:pt x="1795" y="44680"/>
                      <a:pt x="1817" y="44860"/>
                    </a:cubicBezTo>
                    <a:cubicBezTo>
                      <a:pt x="1880" y="45365"/>
                      <a:pt x="1947" y="45867"/>
                      <a:pt x="2015" y="46372"/>
                    </a:cubicBezTo>
                    <a:cubicBezTo>
                      <a:pt x="2035" y="46525"/>
                      <a:pt x="2053" y="46678"/>
                      <a:pt x="2072" y="46835"/>
                    </a:cubicBezTo>
                    <a:cubicBezTo>
                      <a:pt x="2180" y="47597"/>
                      <a:pt x="2300" y="48145"/>
                      <a:pt x="2783" y="48750"/>
                    </a:cubicBezTo>
                    <a:cubicBezTo>
                      <a:pt x="2898" y="49200"/>
                      <a:pt x="2898" y="49200"/>
                      <a:pt x="2985" y="49720"/>
                    </a:cubicBezTo>
                    <a:cubicBezTo>
                      <a:pt x="3312" y="51300"/>
                      <a:pt x="3920" y="52763"/>
                      <a:pt x="4533" y="54250"/>
                    </a:cubicBezTo>
                    <a:cubicBezTo>
                      <a:pt x="4613" y="54445"/>
                      <a:pt x="4692" y="54643"/>
                      <a:pt x="4775" y="54845"/>
                    </a:cubicBezTo>
                    <a:cubicBezTo>
                      <a:pt x="6217" y="58227"/>
                      <a:pt x="8133" y="61220"/>
                      <a:pt x="10533" y="64000"/>
                    </a:cubicBezTo>
                    <a:cubicBezTo>
                      <a:pt x="10730" y="64240"/>
                      <a:pt x="10928" y="64480"/>
                      <a:pt x="11128" y="64720"/>
                    </a:cubicBezTo>
                    <a:cubicBezTo>
                      <a:pt x="11233" y="64842"/>
                      <a:pt x="11337" y="64967"/>
                      <a:pt x="11445" y="65097"/>
                    </a:cubicBezTo>
                    <a:cubicBezTo>
                      <a:pt x="11678" y="65375"/>
                      <a:pt x="11908" y="65658"/>
                      <a:pt x="12135" y="65942"/>
                    </a:cubicBezTo>
                    <a:cubicBezTo>
                      <a:pt x="13408" y="67480"/>
                      <a:pt x="14910" y="68700"/>
                      <a:pt x="16447" y="69965"/>
                    </a:cubicBezTo>
                    <a:cubicBezTo>
                      <a:pt x="16783" y="70250"/>
                      <a:pt x="16783" y="70250"/>
                      <a:pt x="17205" y="70680"/>
                    </a:cubicBezTo>
                    <a:cubicBezTo>
                      <a:pt x="17558" y="71025"/>
                      <a:pt x="17883" y="71212"/>
                      <a:pt x="18330" y="71423"/>
                    </a:cubicBezTo>
                    <a:cubicBezTo>
                      <a:pt x="18462" y="71485"/>
                      <a:pt x="18595" y="71548"/>
                      <a:pt x="18730" y="71612"/>
                    </a:cubicBezTo>
                    <a:cubicBezTo>
                      <a:pt x="18830" y="71658"/>
                      <a:pt x="18930" y="71702"/>
                      <a:pt x="19033" y="71750"/>
                    </a:cubicBezTo>
                    <a:cubicBezTo>
                      <a:pt x="18950" y="71997"/>
                      <a:pt x="18868" y="72245"/>
                      <a:pt x="18783" y="72500"/>
                    </a:cubicBezTo>
                    <a:cubicBezTo>
                      <a:pt x="16280" y="71115"/>
                      <a:pt x="14320" y="69237"/>
                      <a:pt x="12283" y="67250"/>
                    </a:cubicBezTo>
                    <a:cubicBezTo>
                      <a:pt x="12030" y="67007"/>
                      <a:pt x="11775" y="66763"/>
                      <a:pt x="11523" y="66520"/>
                    </a:cubicBezTo>
                    <a:cubicBezTo>
                      <a:pt x="9683" y="64737"/>
                      <a:pt x="9683" y="64737"/>
                      <a:pt x="9043" y="63665"/>
                    </a:cubicBezTo>
                    <a:cubicBezTo>
                      <a:pt x="8758" y="63210"/>
                      <a:pt x="8440" y="62785"/>
                      <a:pt x="8118" y="62357"/>
                    </a:cubicBezTo>
                    <a:cubicBezTo>
                      <a:pt x="5815" y="59283"/>
                      <a:pt x="4205" y="56188"/>
                      <a:pt x="2973" y="52548"/>
                    </a:cubicBezTo>
                    <a:cubicBezTo>
                      <a:pt x="2805" y="52062"/>
                      <a:pt x="2625" y="51587"/>
                      <a:pt x="2433" y="51112"/>
                    </a:cubicBezTo>
                    <a:cubicBezTo>
                      <a:pt x="1008" y="47538"/>
                      <a:pt x="395" y="43555"/>
                      <a:pt x="295" y="39717"/>
                    </a:cubicBezTo>
                    <a:cubicBezTo>
                      <a:pt x="288" y="39395"/>
                      <a:pt x="275" y="39070"/>
                      <a:pt x="260" y="38747"/>
                    </a:cubicBezTo>
                    <a:cubicBezTo>
                      <a:pt x="0" y="33158"/>
                      <a:pt x="1195" y="27095"/>
                      <a:pt x="3550" y="22008"/>
                    </a:cubicBezTo>
                    <a:cubicBezTo>
                      <a:pt x="3780" y="21505"/>
                      <a:pt x="3995" y="20995"/>
                      <a:pt x="4205" y="20485"/>
                    </a:cubicBezTo>
                    <a:cubicBezTo>
                      <a:pt x="5890" y="16712"/>
                      <a:pt x="8130" y="13390"/>
                      <a:pt x="10945" y="10385"/>
                    </a:cubicBezTo>
                    <a:cubicBezTo>
                      <a:pt x="11428" y="9870"/>
                      <a:pt x="11873" y="9332"/>
                      <a:pt x="12312" y="8780"/>
                    </a:cubicBezTo>
                    <a:cubicBezTo>
                      <a:pt x="15452" y="5205"/>
                      <a:pt x="19955" y="2410"/>
                      <a:pt x="24283" y="500"/>
                    </a:cubicBezTo>
                    <a:cubicBezTo>
                      <a:pt x="24393" y="450"/>
                      <a:pt x="24393" y="450"/>
                      <a:pt x="24942" y="205"/>
                    </a:cubicBezTo>
                    <a:cubicBezTo>
                      <a:pt x="25138" y="137"/>
                      <a:pt x="25332" y="70"/>
                      <a:pt x="25533" y="0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630" name="robot vector"/>
              <p:cNvSpPr/>
              <p:nvPr/>
            </p:nvSpPr>
            <p:spPr>
              <a:xfrm>
                <a:off x="8356971" y="5162700"/>
                <a:ext cx="160889" cy="35959"/>
              </a:xfrm>
              <a:custGeom>
                <a:avLst/>
                <a:gdLst/>
                <a:ahLst/>
                <a:cxnLst/>
                <a:rect l="0" t="0" r="r" b="b"/>
                <a:pathLst>
                  <a:path w="17595" h="3933" fill="norm" stroke="0">
                    <a:moveTo>
                      <a:pt x="6010" y="18"/>
                    </a:moveTo>
                    <a:cubicBezTo>
                      <a:pt x="6132" y="18"/>
                      <a:pt x="6132" y="18"/>
                      <a:pt x="6757" y="15"/>
                    </a:cubicBezTo>
                    <a:cubicBezTo>
                      <a:pt x="7278" y="13"/>
                      <a:pt x="7795" y="15"/>
                      <a:pt x="8312" y="20"/>
                    </a:cubicBezTo>
                    <a:cubicBezTo>
                      <a:pt x="8970" y="25"/>
                      <a:pt x="9630" y="23"/>
                      <a:pt x="10288" y="18"/>
                    </a:cubicBezTo>
                    <a:cubicBezTo>
                      <a:pt x="10925" y="13"/>
                      <a:pt x="11560" y="15"/>
                      <a:pt x="12197" y="18"/>
                    </a:cubicBezTo>
                    <a:cubicBezTo>
                      <a:pt x="12430" y="15"/>
                      <a:pt x="12665" y="13"/>
                      <a:pt x="12905" y="13"/>
                    </a:cubicBezTo>
                    <a:cubicBezTo>
                      <a:pt x="14660" y="38"/>
                      <a:pt x="16002" y="433"/>
                      <a:pt x="17335" y="1603"/>
                    </a:cubicBezTo>
                    <a:cubicBezTo>
                      <a:pt x="17595" y="2210"/>
                      <a:pt x="17565" y="2425"/>
                      <a:pt x="17460" y="3060"/>
                    </a:cubicBezTo>
                    <a:cubicBezTo>
                      <a:pt x="17447" y="3138"/>
                      <a:pt x="17447" y="3138"/>
                      <a:pt x="17382" y="3538"/>
                    </a:cubicBezTo>
                    <a:cubicBezTo>
                      <a:pt x="17362" y="3658"/>
                      <a:pt x="17342" y="3778"/>
                      <a:pt x="17320" y="3900"/>
                    </a:cubicBezTo>
                    <a:cubicBezTo>
                      <a:pt x="15145" y="3905"/>
                      <a:pt x="12970" y="3910"/>
                      <a:pt x="10795" y="3913"/>
                    </a:cubicBezTo>
                    <a:cubicBezTo>
                      <a:pt x="9785" y="3915"/>
                      <a:pt x="8775" y="3918"/>
                      <a:pt x="7765" y="3920"/>
                    </a:cubicBezTo>
                    <a:cubicBezTo>
                      <a:pt x="6790" y="3923"/>
                      <a:pt x="5815" y="3923"/>
                      <a:pt x="4842" y="3925"/>
                    </a:cubicBezTo>
                    <a:cubicBezTo>
                      <a:pt x="4470" y="3925"/>
                      <a:pt x="4097" y="3925"/>
                      <a:pt x="3725" y="3928"/>
                    </a:cubicBezTo>
                    <a:cubicBezTo>
                      <a:pt x="3205" y="3928"/>
                      <a:pt x="2685" y="3930"/>
                      <a:pt x="2165" y="3928"/>
                    </a:cubicBezTo>
                    <a:cubicBezTo>
                      <a:pt x="2087" y="3930"/>
                      <a:pt x="2087" y="3930"/>
                      <a:pt x="1695" y="3933"/>
                    </a:cubicBezTo>
                    <a:cubicBezTo>
                      <a:pt x="627" y="3930"/>
                      <a:pt x="627" y="3930"/>
                      <a:pt x="70" y="3650"/>
                    </a:cubicBezTo>
                    <a:cubicBezTo>
                      <a:pt x="0" y="2833"/>
                      <a:pt x="28" y="2148"/>
                      <a:pt x="500" y="1448"/>
                    </a:cubicBezTo>
                    <a:cubicBezTo>
                      <a:pt x="1957" y="98"/>
                      <a:pt x="4135" y="0"/>
                      <a:pt x="6010" y="18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31" name="robot vector"/>
              <p:cNvSpPr/>
              <p:nvPr/>
            </p:nvSpPr>
            <p:spPr>
              <a:xfrm>
                <a:off x="8284464" y="4828032"/>
                <a:ext cx="171816" cy="161186"/>
              </a:xfrm>
              <a:custGeom>
                <a:avLst/>
                <a:gdLst/>
                <a:ahLst/>
                <a:cxnLst/>
                <a:rect l="0" t="0" r="r" b="b"/>
                <a:pathLst>
                  <a:path w="18790" h="17628" fill="norm" stroke="0">
                    <a:moveTo>
                      <a:pt x="14500" y="0"/>
                    </a:moveTo>
                    <a:cubicBezTo>
                      <a:pt x="16428" y="8"/>
                      <a:pt x="16428" y="8"/>
                      <a:pt x="17160" y="558"/>
                    </a:cubicBezTo>
                    <a:cubicBezTo>
                      <a:pt x="18660" y="2317"/>
                      <a:pt x="18790" y="4375"/>
                      <a:pt x="18783" y="6592"/>
                    </a:cubicBezTo>
                    <a:cubicBezTo>
                      <a:pt x="18783" y="6763"/>
                      <a:pt x="18783" y="6933"/>
                      <a:pt x="18785" y="7105"/>
                    </a:cubicBezTo>
                    <a:cubicBezTo>
                      <a:pt x="18785" y="7462"/>
                      <a:pt x="18783" y="7820"/>
                      <a:pt x="18783" y="8178"/>
                    </a:cubicBezTo>
                    <a:cubicBezTo>
                      <a:pt x="18783" y="8715"/>
                      <a:pt x="18783" y="9255"/>
                      <a:pt x="18785" y="9795"/>
                    </a:cubicBezTo>
                    <a:cubicBezTo>
                      <a:pt x="18788" y="15155"/>
                      <a:pt x="18788" y="15155"/>
                      <a:pt x="17500" y="16500"/>
                    </a:cubicBezTo>
                    <a:cubicBezTo>
                      <a:pt x="16745" y="17250"/>
                      <a:pt x="16175" y="17612"/>
                      <a:pt x="15100" y="17628"/>
                    </a:cubicBezTo>
                    <a:cubicBezTo>
                      <a:pt x="14957" y="17625"/>
                      <a:pt x="14817" y="17620"/>
                      <a:pt x="14670" y="17617"/>
                    </a:cubicBezTo>
                    <a:cubicBezTo>
                      <a:pt x="14592" y="17617"/>
                      <a:pt x="14592" y="17617"/>
                      <a:pt x="14207" y="17620"/>
                    </a:cubicBezTo>
                    <a:cubicBezTo>
                      <a:pt x="13705" y="17620"/>
                      <a:pt x="13202" y="17612"/>
                      <a:pt x="12700" y="17607"/>
                    </a:cubicBezTo>
                    <a:cubicBezTo>
                      <a:pt x="12350" y="17605"/>
                      <a:pt x="12000" y="17605"/>
                      <a:pt x="11650" y="17605"/>
                    </a:cubicBezTo>
                    <a:cubicBezTo>
                      <a:pt x="10918" y="17602"/>
                      <a:pt x="10185" y="17597"/>
                      <a:pt x="9455" y="17590"/>
                    </a:cubicBezTo>
                    <a:cubicBezTo>
                      <a:pt x="8515" y="17580"/>
                      <a:pt x="7575" y="17575"/>
                      <a:pt x="6638" y="17572"/>
                    </a:cubicBezTo>
                    <a:cubicBezTo>
                      <a:pt x="5742" y="17570"/>
                      <a:pt x="4845" y="17565"/>
                      <a:pt x="3950" y="17560"/>
                    </a:cubicBezTo>
                    <a:cubicBezTo>
                      <a:pt x="3780" y="17558"/>
                      <a:pt x="3607" y="17558"/>
                      <a:pt x="3433" y="17558"/>
                    </a:cubicBezTo>
                    <a:cubicBezTo>
                      <a:pt x="2947" y="17555"/>
                      <a:pt x="2465" y="17550"/>
                      <a:pt x="1982" y="17545"/>
                    </a:cubicBezTo>
                    <a:cubicBezTo>
                      <a:pt x="1840" y="17543"/>
                      <a:pt x="1695" y="17543"/>
                      <a:pt x="1548" y="17543"/>
                    </a:cubicBezTo>
                    <a:cubicBezTo>
                      <a:pt x="947" y="17535"/>
                      <a:pt x="545" y="17523"/>
                      <a:pt x="0" y="17250"/>
                    </a:cubicBezTo>
                    <a:cubicBezTo>
                      <a:pt x="82" y="16920"/>
                      <a:pt x="165" y="16590"/>
                      <a:pt x="250" y="16250"/>
                    </a:cubicBezTo>
                    <a:cubicBezTo>
                      <a:pt x="5695" y="16168"/>
                      <a:pt x="11140" y="16085"/>
                      <a:pt x="16750" y="16000"/>
                    </a:cubicBezTo>
                    <a:cubicBezTo>
                      <a:pt x="16985" y="15298"/>
                      <a:pt x="17033" y="14865"/>
                      <a:pt x="17038" y="14140"/>
                    </a:cubicBezTo>
                    <a:cubicBezTo>
                      <a:pt x="17038" y="13918"/>
                      <a:pt x="17040" y="13692"/>
                      <a:pt x="17040" y="13462"/>
                    </a:cubicBezTo>
                    <a:cubicBezTo>
                      <a:pt x="17043" y="13222"/>
                      <a:pt x="17043" y="12982"/>
                      <a:pt x="17043" y="12732"/>
                    </a:cubicBezTo>
                    <a:cubicBezTo>
                      <a:pt x="17043" y="12485"/>
                      <a:pt x="17043" y="12237"/>
                      <a:pt x="17045" y="11982"/>
                    </a:cubicBezTo>
                    <a:cubicBezTo>
                      <a:pt x="17045" y="11460"/>
                      <a:pt x="17048" y="10938"/>
                      <a:pt x="17048" y="10415"/>
                    </a:cubicBezTo>
                    <a:cubicBezTo>
                      <a:pt x="17048" y="9745"/>
                      <a:pt x="17050" y="9072"/>
                      <a:pt x="17055" y="8403"/>
                    </a:cubicBezTo>
                    <a:cubicBezTo>
                      <a:pt x="17058" y="7763"/>
                      <a:pt x="17058" y="7122"/>
                      <a:pt x="17058" y="6482"/>
                    </a:cubicBezTo>
                    <a:cubicBezTo>
                      <a:pt x="17058" y="6362"/>
                      <a:pt x="17058" y="6362"/>
                      <a:pt x="17062" y="5753"/>
                    </a:cubicBezTo>
                    <a:cubicBezTo>
                      <a:pt x="17062" y="5643"/>
                      <a:pt x="17062" y="5643"/>
                      <a:pt x="17060" y="5077"/>
                    </a:cubicBezTo>
                    <a:cubicBezTo>
                      <a:pt x="17060" y="4880"/>
                      <a:pt x="17062" y="4685"/>
                      <a:pt x="17062" y="4482"/>
                    </a:cubicBezTo>
                    <a:cubicBezTo>
                      <a:pt x="17000" y="4000"/>
                      <a:pt x="17000" y="4000"/>
                      <a:pt x="16500" y="3500"/>
                    </a:cubicBezTo>
                    <a:cubicBezTo>
                      <a:pt x="16023" y="3425"/>
                      <a:pt x="15575" y="3372"/>
                      <a:pt x="15095" y="3345"/>
                    </a:cubicBezTo>
                    <a:cubicBezTo>
                      <a:pt x="14965" y="3335"/>
                      <a:pt x="14835" y="3325"/>
                      <a:pt x="14702" y="3315"/>
                    </a:cubicBezTo>
                    <a:cubicBezTo>
                      <a:pt x="14385" y="3290"/>
                      <a:pt x="14067" y="3270"/>
                      <a:pt x="13750" y="3250"/>
                    </a:cubicBezTo>
                    <a:cubicBezTo>
                      <a:pt x="13827" y="2803"/>
                      <a:pt x="13905" y="2355"/>
                      <a:pt x="13985" y="1905"/>
                    </a:cubicBezTo>
                    <a:cubicBezTo>
                      <a:pt x="14005" y="1780"/>
                      <a:pt x="14028" y="1653"/>
                      <a:pt x="14050" y="1523"/>
                    </a:cubicBezTo>
                    <a:cubicBezTo>
                      <a:pt x="14150" y="967"/>
                      <a:pt x="14247" y="508"/>
                      <a:pt x="14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32" name="robot vector"/>
              <p:cNvSpPr/>
              <p:nvPr/>
            </p:nvSpPr>
            <p:spPr>
              <a:xfrm>
                <a:off x="8266176" y="4610259"/>
                <a:ext cx="210609" cy="19774"/>
              </a:xfrm>
              <a:custGeom>
                <a:avLst/>
                <a:gdLst/>
                <a:ahLst/>
                <a:cxnLst/>
                <a:rect l="0" t="0" r="r" b="b"/>
                <a:pathLst>
                  <a:path w="23033" h="2163" fill="norm" stroke="0">
                    <a:moveTo>
                      <a:pt x="1633" y="33"/>
                    </a:moveTo>
                    <a:cubicBezTo>
                      <a:pt x="1725" y="33"/>
                      <a:pt x="1725" y="33"/>
                      <a:pt x="2188" y="30"/>
                    </a:cubicBezTo>
                    <a:cubicBezTo>
                      <a:pt x="2288" y="30"/>
                      <a:pt x="2288" y="30"/>
                      <a:pt x="2795" y="30"/>
                    </a:cubicBezTo>
                    <a:cubicBezTo>
                      <a:pt x="3008" y="30"/>
                      <a:pt x="3218" y="28"/>
                      <a:pt x="3435" y="28"/>
                    </a:cubicBezTo>
                    <a:cubicBezTo>
                      <a:pt x="4138" y="25"/>
                      <a:pt x="4838" y="25"/>
                      <a:pt x="5540" y="25"/>
                    </a:cubicBezTo>
                    <a:cubicBezTo>
                      <a:pt x="6025" y="23"/>
                      <a:pt x="6510" y="23"/>
                      <a:pt x="6998" y="23"/>
                    </a:cubicBezTo>
                    <a:cubicBezTo>
                      <a:pt x="8015" y="20"/>
                      <a:pt x="9035" y="20"/>
                      <a:pt x="10053" y="20"/>
                    </a:cubicBezTo>
                    <a:cubicBezTo>
                      <a:pt x="11233" y="20"/>
                      <a:pt x="12410" y="18"/>
                      <a:pt x="13588" y="13"/>
                    </a:cubicBezTo>
                    <a:cubicBezTo>
                      <a:pt x="14720" y="10"/>
                      <a:pt x="15855" y="8"/>
                      <a:pt x="16988" y="10"/>
                    </a:cubicBezTo>
                    <a:cubicBezTo>
                      <a:pt x="17470" y="8"/>
                      <a:pt x="17953" y="8"/>
                      <a:pt x="18435" y="5"/>
                    </a:cubicBezTo>
                    <a:cubicBezTo>
                      <a:pt x="19108" y="3"/>
                      <a:pt x="19780" y="3"/>
                      <a:pt x="20455" y="5"/>
                    </a:cubicBezTo>
                    <a:cubicBezTo>
                      <a:pt x="20655" y="5"/>
                      <a:pt x="20855" y="3"/>
                      <a:pt x="21062" y="0"/>
                    </a:cubicBezTo>
                    <a:cubicBezTo>
                      <a:pt x="21245" y="3"/>
                      <a:pt x="21430" y="3"/>
                      <a:pt x="21618" y="5"/>
                    </a:cubicBezTo>
                    <a:cubicBezTo>
                      <a:pt x="21778" y="5"/>
                      <a:pt x="21935" y="5"/>
                      <a:pt x="22100" y="3"/>
                    </a:cubicBezTo>
                    <a:cubicBezTo>
                      <a:pt x="22500" y="65"/>
                      <a:pt x="22500" y="65"/>
                      <a:pt x="23000" y="565"/>
                    </a:cubicBezTo>
                    <a:cubicBezTo>
                      <a:pt x="23033" y="1223"/>
                      <a:pt x="23033" y="1223"/>
                      <a:pt x="23000" y="1815"/>
                    </a:cubicBezTo>
                    <a:cubicBezTo>
                      <a:pt x="22463" y="2085"/>
                      <a:pt x="22210" y="2098"/>
                      <a:pt x="21620" y="2100"/>
                    </a:cubicBezTo>
                    <a:cubicBezTo>
                      <a:pt x="21438" y="2103"/>
                      <a:pt x="21255" y="2105"/>
                      <a:pt x="21065" y="2105"/>
                    </a:cubicBezTo>
                    <a:cubicBezTo>
                      <a:pt x="20865" y="2105"/>
                      <a:pt x="20665" y="2105"/>
                      <a:pt x="20458" y="2105"/>
                    </a:cubicBezTo>
                    <a:cubicBezTo>
                      <a:pt x="20248" y="2108"/>
                      <a:pt x="20038" y="2108"/>
                      <a:pt x="19820" y="2110"/>
                    </a:cubicBezTo>
                    <a:cubicBezTo>
                      <a:pt x="19120" y="2113"/>
                      <a:pt x="18420" y="2115"/>
                      <a:pt x="17720" y="2118"/>
                    </a:cubicBezTo>
                    <a:cubicBezTo>
                      <a:pt x="17235" y="2118"/>
                      <a:pt x="16750" y="2120"/>
                      <a:pt x="16265" y="2120"/>
                    </a:cubicBezTo>
                    <a:cubicBezTo>
                      <a:pt x="15378" y="2123"/>
                      <a:pt x="14490" y="2125"/>
                      <a:pt x="13603" y="2125"/>
                    </a:cubicBezTo>
                    <a:cubicBezTo>
                      <a:pt x="12295" y="2128"/>
                      <a:pt x="10988" y="2130"/>
                      <a:pt x="9683" y="2138"/>
                    </a:cubicBezTo>
                    <a:cubicBezTo>
                      <a:pt x="8550" y="2145"/>
                      <a:pt x="7418" y="2148"/>
                      <a:pt x="6288" y="2148"/>
                    </a:cubicBezTo>
                    <a:cubicBezTo>
                      <a:pt x="5805" y="2148"/>
                      <a:pt x="5323" y="2150"/>
                      <a:pt x="4843" y="2153"/>
                    </a:cubicBezTo>
                    <a:cubicBezTo>
                      <a:pt x="4170" y="2158"/>
                      <a:pt x="3498" y="2158"/>
                      <a:pt x="2825" y="2155"/>
                    </a:cubicBezTo>
                    <a:cubicBezTo>
                      <a:pt x="2625" y="2158"/>
                      <a:pt x="2425" y="2160"/>
                      <a:pt x="2218" y="2163"/>
                    </a:cubicBezTo>
                    <a:cubicBezTo>
                      <a:pt x="875" y="2153"/>
                      <a:pt x="875" y="2153"/>
                      <a:pt x="243" y="1718"/>
                    </a:cubicBezTo>
                    <a:cubicBezTo>
                      <a:pt x="0" y="1315"/>
                      <a:pt x="0" y="1315"/>
                      <a:pt x="48" y="785"/>
                    </a:cubicBezTo>
                    <a:cubicBezTo>
                      <a:pt x="383" y="10"/>
                      <a:pt x="865" y="35"/>
                      <a:pt x="1633" y="33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33" name="robot vector"/>
              <p:cNvSpPr/>
              <p:nvPr/>
            </p:nvSpPr>
            <p:spPr>
              <a:xfrm>
                <a:off x="8111574" y="4916272"/>
                <a:ext cx="65448" cy="94640"/>
              </a:xfrm>
              <a:custGeom>
                <a:avLst/>
                <a:gdLst/>
                <a:ahLst/>
                <a:cxnLst/>
                <a:rect l="0" t="0" r="r" b="b"/>
                <a:pathLst>
                  <a:path w="7158" h="10350" fill="norm" stroke="0">
                    <a:moveTo>
                      <a:pt x="3908" y="350"/>
                    </a:moveTo>
                    <a:cubicBezTo>
                      <a:pt x="4265" y="595"/>
                      <a:pt x="4515" y="865"/>
                      <a:pt x="4798" y="1195"/>
                    </a:cubicBezTo>
                    <a:cubicBezTo>
                      <a:pt x="5158" y="1600"/>
                      <a:pt x="5158" y="1600"/>
                      <a:pt x="5688" y="2085"/>
                    </a:cubicBezTo>
                    <a:cubicBezTo>
                      <a:pt x="5783" y="2170"/>
                      <a:pt x="5875" y="2255"/>
                      <a:pt x="5970" y="2342"/>
                    </a:cubicBezTo>
                    <a:cubicBezTo>
                      <a:pt x="6243" y="2590"/>
                      <a:pt x="6515" y="2837"/>
                      <a:pt x="6788" y="3085"/>
                    </a:cubicBezTo>
                    <a:cubicBezTo>
                      <a:pt x="7158" y="3600"/>
                      <a:pt x="7158" y="3600"/>
                      <a:pt x="7113" y="4228"/>
                    </a:cubicBezTo>
                    <a:cubicBezTo>
                      <a:pt x="6935" y="4770"/>
                      <a:pt x="6743" y="5293"/>
                      <a:pt x="6518" y="5820"/>
                    </a:cubicBezTo>
                    <a:cubicBezTo>
                      <a:pt x="5925" y="7355"/>
                      <a:pt x="6138" y="8760"/>
                      <a:pt x="6408" y="10350"/>
                    </a:cubicBezTo>
                    <a:cubicBezTo>
                      <a:pt x="5233" y="10220"/>
                      <a:pt x="4495" y="9722"/>
                      <a:pt x="3548" y="9038"/>
                    </a:cubicBezTo>
                    <a:cubicBezTo>
                      <a:pt x="3480" y="8990"/>
                      <a:pt x="3480" y="8990"/>
                      <a:pt x="3133" y="8748"/>
                    </a:cubicBezTo>
                    <a:cubicBezTo>
                      <a:pt x="268" y="6720"/>
                      <a:pt x="268" y="6720"/>
                      <a:pt x="80" y="5665"/>
                    </a:cubicBezTo>
                    <a:cubicBezTo>
                      <a:pt x="0" y="4345"/>
                      <a:pt x="278" y="3403"/>
                      <a:pt x="860" y="2240"/>
                    </a:cubicBezTo>
                    <a:cubicBezTo>
                      <a:pt x="925" y="2110"/>
                      <a:pt x="990" y="1980"/>
                      <a:pt x="1058" y="1847"/>
                    </a:cubicBezTo>
                    <a:cubicBezTo>
                      <a:pt x="1712" y="620"/>
                      <a:pt x="2467" y="0"/>
                      <a:pt x="3908" y="3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34" name="robot vector"/>
              <p:cNvSpPr/>
              <p:nvPr/>
            </p:nvSpPr>
            <p:spPr>
              <a:xfrm>
                <a:off x="8238750" y="4826209"/>
                <a:ext cx="66294" cy="113866"/>
              </a:xfrm>
              <a:custGeom>
                <a:avLst/>
                <a:gdLst/>
                <a:ahLst/>
                <a:cxnLst/>
                <a:rect l="0" t="0" r="r" b="b"/>
                <a:pathLst>
                  <a:path w="7250" h="12452" fill="norm" stroke="0">
                    <a:moveTo>
                      <a:pt x="2202" y="90"/>
                    </a:moveTo>
                    <a:cubicBezTo>
                      <a:pt x="3985" y="93"/>
                      <a:pt x="3985" y="93"/>
                      <a:pt x="4717" y="730"/>
                    </a:cubicBezTo>
                    <a:cubicBezTo>
                      <a:pt x="4798" y="843"/>
                      <a:pt x="4877" y="957"/>
                      <a:pt x="4962" y="1072"/>
                    </a:cubicBezTo>
                    <a:cubicBezTo>
                      <a:pt x="5465" y="1733"/>
                      <a:pt x="6183" y="2145"/>
                      <a:pt x="6855" y="2618"/>
                    </a:cubicBezTo>
                    <a:cubicBezTo>
                      <a:pt x="6985" y="2728"/>
                      <a:pt x="7115" y="2835"/>
                      <a:pt x="7250" y="2950"/>
                    </a:cubicBezTo>
                    <a:cubicBezTo>
                      <a:pt x="7250" y="3115"/>
                      <a:pt x="7250" y="3280"/>
                      <a:pt x="7250" y="3450"/>
                    </a:cubicBezTo>
                    <a:cubicBezTo>
                      <a:pt x="7077" y="3470"/>
                      <a:pt x="6905" y="3493"/>
                      <a:pt x="6730" y="3515"/>
                    </a:cubicBezTo>
                    <a:cubicBezTo>
                      <a:pt x="6615" y="3533"/>
                      <a:pt x="6615" y="3533"/>
                      <a:pt x="6048" y="3620"/>
                    </a:cubicBezTo>
                    <a:cubicBezTo>
                      <a:pt x="5822" y="3653"/>
                      <a:pt x="5600" y="3685"/>
                      <a:pt x="5370" y="3718"/>
                    </a:cubicBezTo>
                    <a:cubicBezTo>
                      <a:pt x="4688" y="3973"/>
                      <a:pt x="4497" y="4202"/>
                      <a:pt x="4150" y="4827"/>
                    </a:cubicBezTo>
                    <a:cubicBezTo>
                      <a:pt x="3880" y="5493"/>
                      <a:pt x="3908" y="6143"/>
                      <a:pt x="3925" y="6853"/>
                    </a:cubicBezTo>
                    <a:cubicBezTo>
                      <a:pt x="3928" y="7008"/>
                      <a:pt x="3928" y="7160"/>
                      <a:pt x="3930" y="7317"/>
                    </a:cubicBezTo>
                    <a:cubicBezTo>
                      <a:pt x="3933" y="7805"/>
                      <a:pt x="3942" y="8290"/>
                      <a:pt x="3952" y="8778"/>
                    </a:cubicBezTo>
                    <a:cubicBezTo>
                      <a:pt x="3957" y="9110"/>
                      <a:pt x="3960" y="9440"/>
                      <a:pt x="3962" y="9773"/>
                    </a:cubicBezTo>
                    <a:cubicBezTo>
                      <a:pt x="3970" y="10582"/>
                      <a:pt x="3985" y="11390"/>
                      <a:pt x="4000" y="12200"/>
                    </a:cubicBezTo>
                    <a:cubicBezTo>
                      <a:pt x="3340" y="12445"/>
                      <a:pt x="3028" y="12452"/>
                      <a:pt x="2357" y="12200"/>
                    </a:cubicBezTo>
                    <a:cubicBezTo>
                      <a:pt x="2210" y="12148"/>
                      <a:pt x="2060" y="12098"/>
                      <a:pt x="1905" y="12043"/>
                    </a:cubicBezTo>
                    <a:cubicBezTo>
                      <a:pt x="1173" y="11423"/>
                      <a:pt x="1045" y="10408"/>
                      <a:pt x="952" y="9480"/>
                    </a:cubicBezTo>
                    <a:cubicBezTo>
                      <a:pt x="930" y="8990"/>
                      <a:pt x="925" y="8500"/>
                      <a:pt x="923" y="8010"/>
                    </a:cubicBezTo>
                    <a:cubicBezTo>
                      <a:pt x="915" y="7643"/>
                      <a:pt x="910" y="7278"/>
                      <a:pt x="903" y="6913"/>
                    </a:cubicBezTo>
                    <a:cubicBezTo>
                      <a:pt x="895" y="6343"/>
                      <a:pt x="890" y="5773"/>
                      <a:pt x="885" y="5202"/>
                    </a:cubicBezTo>
                    <a:cubicBezTo>
                      <a:pt x="880" y="4650"/>
                      <a:pt x="870" y="4095"/>
                      <a:pt x="860" y="3540"/>
                    </a:cubicBezTo>
                    <a:cubicBezTo>
                      <a:pt x="860" y="3370"/>
                      <a:pt x="860" y="3200"/>
                      <a:pt x="860" y="3025"/>
                    </a:cubicBezTo>
                    <a:cubicBezTo>
                      <a:pt x="837" y="2018"/>
                      <a:pt x="727" y="1460"/>
                      <a:pt x="0" y="700"/>
                    </a:cubicBezTo>
                    <a:cubicBezTo>
                      <a:pt x="700" y="0"/>
                      <a:pt x="1247" y="93"/>
                      <a:pt x="2202" y="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35" name="robot vector"/>
              <p:cNvSpPr/>
              <p:nvPr/>
            </p:nvSpPr>
            <p:spPr>
              <a:xfrm>
                <a:off x="8167872" y="5167593"/>
                <a:ext cx="153162" cy="26198"/>
              </a:xfrm>
              <a:custGeom>
                <a:avLst/>
                <a:gdLst/>
                <a:ahLst/>
                <a:cxnLst/>
                <a:rect l="0" t="0" r="r" b="b"/>
                <a:pathLst>
                  <a:path w="16750" h="2865" fill="norm" stroke="0">
                    <a:moveTo>
                      <a:pt x="5508" y="40"/>
                    </a:moveTo>
                    <a:cubicBezTo>
                      <a:pt x="5745" y="40"/>
                      <a:pt x="5983" y="37"/>
                      <a:pt x="6225" y="37"/>
                    </a:cubicBezTo>
                    <a:cubicBezTo>
                      <a:pt x="6725" y="35"/>
                      <a:pt x="7223" y="35"/>
                      <a:pt x="7723" y="37"/>
                    </a:cubicBezTo>
                    <a:cubicBezTo>
                      <a:pt x="8358" y="37"/>
                      <a:pt x="8990" y="33"/>
                      <a:pt x="9625" y="27"/>
                    </a:cubicBezTo>
                    <a:cubicBezTo>
                      <a:pt x="10238" y="22"/>
                      <a:pt x="10848" y="25"/>
                      <a:pt x="11460" y="25"/>
                    </a:cubicBezTo>
                    <a:cubicBezTo>
                      <a:pt x="11685" y="22"/>
                      <a:pt x="11910" y="20"/>
                      <a:pt x="12143" y="17"/>
                    </a:cubicBezTo>
                    <a:cubicBezTo>
                      <a:pt x="13733" y="30"/>
                      <a:pt x="15133" y="237"/>
                      <a:pt x="16448" y="1188"/>
                    </a:cubicBezTo>
                    <a:cubicBezTo>
                      <a:pt x="16548" y="1330"/>
                      <a:pt x="16648" y="1470"/>
                      <a:pt x="16750" y="1615"/>
                    </a:cubicBezTo>
                    <a:cubicBezTo>
                      <a:pt x="16668" y="2027"/>
                      <a:pt x="16585" y="2440"/>
                      <a:pt x="16500" y="2865"/>
                    </a:cubicBezTo>
                    <a:cubicBezTo>
                      <a:pt x="11138" y="2865"/>
                      <a:pt x="5775" y="2865"/>
                      <a:pt x="250" y="2865"/>
                    </a:cubicBezTo>
                    <a:cubicBezTo>
                      <a:pt x="0" y="1865"/>
                      <a:pt x="0" y="1865"/>
                      <a:pt x="188" y="1512"/>
                    </a:cubicBezTo>
                    <a:cubicBezTo>
                      <a:pt x="293" y="1412"/>
                      <a:pt x="395" y="1312"/>
                      <a:pt x="500" y="1210"/>
                    </a:cubicBezTo>
                    <a:cubicBezTo>
                      <a:pt x="550" y="1158"/>
                      <a:pt x="550" y="1158"/>
                      <a:pt x="798" y="902"/>
                    </a:cubicBezTo>
                    <a:cubicBezTo>
                      <a:pt x="2223" y="0"/>
                      <a:pt x="3875" y="37"/>
                      <a:pt x="5508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36" name="robot vector"/>
              <p:cNvSpPr/>
              <p:nvPr/>
            </p:nvSpPr>
            <p:spPr>
              <a:xfrm>
                <a:off x="8192247" y="4591911"/>
                <a:ext cx="39639" cy="181394"/>
              </a:xfrm>
              <a:custGeom>
                <a:avLst/>
                <a:gdLst/>
                <a:ahLst/>
                <a:cxnLst/>
                <a:rect l="0" t="0" r="r" b="b"/>
                <a:pathLst>
                  <a:path w="4335" h="19837" fill="norm" stroke="0">
                    <a:moveTo>
                      <a:pt x="4335" y="72"/>
                    </a:moveTo>
                    <a:cubicBezTo>
                      <a:pt x="3835" y="1322"/>
                      <a:pt x="3835" y="1322"/>
                      <a:pt x="3580" y="1877"/>
                    </a:cubicBezTo>
                    <a:cubicBezTo>
                      <a:pt x="3312" y="2640"/>
                      <a:pt x="3265" y="3305"/>
                      <a:pt x="3270" y="4102"/>
                    </a:cubicBezTo>
                    <a:cubicBezTo>
                      <a:pt x="3270" y="4250"/>
                      <a:pt x="3268" y="4397"/>
                      <a:pt x="3268" y="4550"/>
                    </a:cubicBezTo>
                    <a:cubicBezTo>
                      <a:pt x="3265" y="5035"/>
                      <a:pt x="3268" y="5520"/>
                      <a:pt x="3268" y="6005"/>
                    </a:cubicBezTo>
                    <a:cubicBezTo>
                      <a:pt x="3268" y="6342"/>
                      <a:pt x="3268" y="6680"/>
                      <a:pt x="3268" y="7020"/>
                    </a:cubicBezTo>
                    <a:cubicBezTo>
                      <a:pt x="3268" y="7727"/>
                      <a:pt x="3268" y="8435"/>
                      <a:pt x="3270" y="9140"/>
                    </a:cubicBezTo>
                    <a:cubicBezTo>
                      <a:pt x="3273" y="10048"/>
                      <a:pt x="3270" y="10955"/>
                      <a:pt x="3268" y="11860"/>
                    </a:cubicBezTo>
                    <a:cubicBezTo>
                      <a:pt x="3265" y="12558"/>
                      <a:pt x="3268" y="13257"/>
                      <a:pt x="3268" y="13955"/>
                    </a:cubicBezTo>
                    <a:cubicBezTo>
                      <a:pt x="3268" y="14288"/>
                      <a:pt x="3268" y="14622"/>
                      <a:pt x="3268" y="14957"/>
                    </a:cubicBezTo>
                    <a:cubicBezTo>
                      <a:pt x="3265" y="15425"/>
                      <a:pt x="3268" y="15890"/>
                      <a:pt x="3270" y="16357"/>
                    </a:cubicBezTo>
                    <a:cubicBezTo>
                      <a:pt x="3270" y="16495"/>
                      <a:pt x="3268" y="16632"/>
                      <a:pt x="3268" y="16775"/>
                    </a:cubicBezTo>
                    <a:cubicBezTo>
                      <a:pt x="3275" y="17543"/>
                      <a:pt x="3373" y="17965"/>
                      <a:pt x="3835" y="18572"/>
                    </a:cubicBezTo>
                    <a:cubicBezTo>
                      <a:pt x="3865" y="19245"/>
                      <a:pt x="3865" y="19245"/>
                      <a:pt x="3835" y="19822"/>
                    </a:cubicBezTo>
                    <a:cubicBezTo>
                      <a:pt x="2827" y="19837"/>
                      <a:pt x="1940" y="19820"/>
                      <a:pt x="1093" y="19227"/>
                    </a:cubicBezTo>
                    <a:cubicBezTo>
                      <a:pt x="550" y="18655"/>
                      <a:pt x="138" y="18165"/>
                      <a:pt x="15" y="17370"/>
                    </a:cubicBezTo>
                    <a:cubicBezTo>
                      <a:pt x="100" y="16418"/>
                      <a:pt x="485" y="15725"/>
                      <a:pt x="1075" y="14985"/>
                    </a:cubicBezTo>
                    <a:cubicBezTo>
                      <a:pt x="1745" y="13918"/>
                      <a:pt x="1933" y="12770"/>
                      <a:pt x="1930" y="11525"/>
                    </a:cubicBezTo>
                    <a:cubicBezTo>
                      <a:pt x="1928" y="11388"/>
                      <a:pt x="1928" y="11247"/>
                      <a:pt x="1928" y="11102"/>
                    </a:cubicBezTo>
                    <a:cubicBezTo>
                      <a:pt x="1888" y="9605"/>
                      <a:pt x="1495" y="7920"/>
                      <a:pt x="558" y="6717"/>
                    </a:cubicBezTo>
                    <a:cubicBezTo>
                      <a:pt x="0" y="5727"/>
                      <a:pt x="168" y="4175"/>
                      <a:pt x="335" y="3072"/>
                    </a:cubicBezTo>
                    <a:cubicBezTo>
                      <a:pt x="788" y="1830"/>
                      <a:pt x="1572" y="897"/>
                      <a:pt x="2713" y="225"/>
                    </a:cubicBezTo>
                    <a:cubicBezTo>
                      <a:pt x="3265" y="0"/>
                      <a:pt x="3750" y="2"/>
                      <a:pt x="4335" y="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37" name="robot vector"/>
              <p:cNvSpPr/>
              <p:nvPr/>
            </p:nvSpPr>
            <p:spPr>
              <a:xfrm>
                <a:off x="8363948" y="4790199"/>
                <a:ext cx="134165" cy="57219"/>
              </a:xfrm>
              <a:custGeom>
                <a:avLst/>
                <a:gdLst/>
                <a:ahLst/>
                <a:cxnLst/>
                <a:rect l="0" t="0" r="r" b="b"/>
                <a:pathLst>
                  <a:path w="14673" h="6258" fill="norm" stroke="0">
                    <a:moveTo>
                      <a:pt x="14558" y="138"/>
                    </a:moveTo>
                    <a:cubicBezTo>
                      <a:pt x="14587" y="950"/>
                      <a:pt x="14605" y="1763"/>
                      <a:pt x="14620" y="2575"/>
                    </a:cubicBezTo>
                    <a:cubicBezTo>
                      <a:pt x="14628" y="2805"/>
                      <a:pt x="14638" y="3035"/>
                      <a:pt x="14645" y="3273"/>
                    </a:cubicBezTo>
                    <a:cubicBezTo>
                      <a:pt x="14673" y="5180"/>
                      <a:pt x="14673" y="5180"/>
                      <a:pt x="14107" y="5795"/>
                    </a:cubicBezTo>
                    <a:cubicBezTo>
                      <a:pt x="13380" y="6248"/>
                      <a:pt x="13060" y="6258"/>
                      <a:pt x="12245" y="6093"/>
                    </a:cubicBezTo>
                    <a:cubicBezTo>
                      <a:pt x="11413" y="5703"/>
                      <a:pt x="10960" y="4940"/>
                      <a:pt x="10558" y="4138"/>
                    </a:cubicBezTo>
                    <a:cubicBezTo>
                      <a:pt x="10558" y="3973"/>
                      <a:pt x="10558" y="3808"/>
                      <a:pt x="10558" y="3638"/>
                    </a:cubicBezTo>
                    <a:cubicBezTo>
                      <a:pt x="10143" y="3463"/>
                      <a:pt x="9727" y="3300"/>
                      <a:pt x="9308" y="3138"/>
                    </a:cubicBezTo>
                    <a:cubicBezTo>
                      <a:pt x="9150" y="3072"/>
                      <a:pt x="8992" y="3005"/>
                      <a:pt x="8830" y="2938"/>
                    </a:cubicBezTo>
                    <a:cubicBezTo>
                      <a:pt x="7092" y="2273"/>
                      <a:pt x="5160" y="2023"/>
                      <a:pt x="3365" y="2618"/>
                    </a:cubicBezTo>
                    <a:cubicBezTo>
                      <a:pt x="2808" y="2888"/>
                      <a:pt x="2808" y="2888"/>
                      <a:pt x="2447" y="3293"/>
                    </a:cubicBezTo>
                    <a:cubicBezTo>
                      <a:pt x="2003" y="3685"/>
                      <a:pt x="1865" y="3697"/>
                      <a:pt x="1293" y="3715"/>
                    </a:cubicBezTo>
                    <a:cubicBezTo>
                      <a:pt x="558" y="3638"/>
                      <a:pt x="558" y="3638"/>
                      <a:pt x="58" y="3138"/>
                    </a:cubicBezTo>
                    <a:cubicBezTo>
                      <a:pt x="0" y="2723"/>
                      <a:pt x="0" y="2723"/>
                      <a:pt x="10" y="2263"/>
                    </a:cubicBezTo>
                    <a:cubicBezTo>
                      <a:pt x="13" y="2110"/>
                      <a:pt x="15" y="1958"/>
                      <a:pt x="15" y="1803"/>
                    </a:cubicBezTo>
                    <a:cubicBezTo>
                      <a:pt x="58" y="1388"/>
                      <a:pt x="58" y="1388"/>
                      <a:pt x="308" y="888"/>
                    </a:cubicBezTo>
                    <a:cubicBezTo>
                      <a:pt x="380" y="888"/>
                      <a:pt x="380" y="888"/>
                      <a:pt x="745" y="893"/>
                    </a:cubicBezTo>
                    <a:cubicBezTo>
                      <a:pt x="2110" y="908"/>
                      <a:pt x="3475" y="920"/>
                      <a:pt x="4840" y="928"/>
                    </a:cubicBezTo>
                    <a:cubicBezTo>
                      <a:pt x="5540" y="930"/>
                      <a:pt x="6242" y="935"/>
                      <a:pt x="6942" y="945"/>
                    </a:cubicBezTo>
                    <a:cubicBezTo>
                      <a:pt x="7620" y="953"/>
                      <a:pt x="8298" y="958"/>
                      <a:pt x="8975" y="958"/>
                    </a:cubicBezTo>
                    <a:cubicBezTo>
                      <a:pt x="9232" y="960"/>
                      <a:pt x="9492" y="963"/>
                      <a:pt x="9750" y="968"/>
                    </a:cubicBezTo>
                    <a:cubicBezTo>
                      <a:pt x="11523" y="993"/>
                      <a:pt x="12965" y="0"/>
                      <a:pt x="14558" y="138"/>
                    </a:cubicBezTo>
                    <a:close/>
                  </a:path>
                </a:pathLst>
              </a:custGeom>
              <a:solidFill>
                <a:srgbClr val="655E50"/>
              </a:solidFill>
              <a:ln w="0">
                <a:noFill/>
              </a:ln>
            </p:spPr>
          </p:sp>
          <p:sp>
            <p:nvSpPr>
              <p:cNvPr id="638" name="robot vector"/>
              <p:cNvSpPr/>
              <p:nvPr/>
            </p:nvSpPr>
            <p:spPr>
              <a:xfrm>
                <a:off x="8194030" y="4953705"/>
                <a:ext cx="64282" cy="67048"/>
              </a:xfrm>
              <a:custGeom>
                <a:avLst/>
                <a:gdLst/>
                <a:ahLst/>
                <a:cxnLst/>
                <a:rect l="0" t="0" r="r" b="b"/>
                <a:pathLst>
                  <a:path w="7030" h="7332" fill="norm" stroke="0">
                    <a:moveTo>
                      <a:pt x="5327" y="538"/>
                    </a:moveTo>
                    <a:cubicBezTo>
                      <a:pt x="6202" y="1265"/>
                      <a:pt x="6795" y="1908"/>
                      <a:pt x="6977" y="3060"/>
                    </a:cubicBezTo>
                    <a:cubicBezTo>
                      <a:pt x="7030" y="4462"/>
                      <a:pt x="6817" y="5243"/>
                      <a:pt x="5885" y="6295"/>
                    </a:cubicBezTo>
                    <a:cubicBezTo>
                      <a:pt x="5345" y="6863"/>
                      <a:pt x="4938" y="7225"/>
                      <a:pt x="4143" y="7308"/>
                    </a:cubicBezTo>
                    <a:cubicBezTo>
                      <a:pt x="2895" y="7332"/>
                      <a:pt x="2102" y="7332"/>
                      <a:pt x="1140" y="6508"/>
                    </a:cubicBezTo>
                    <a:cubicBezTo>
                      <a:pt x="380" y="5728"/>
                      <a:pt x="67" y="5003"/>
                      <a:pt x="0" y="3913"/>
                    </a:cubicBezTo>
                    <a:cubicBezTo>
                      <a:pt x="60" y="2635"/>
                      <a:pt x="550" y="1705"/>
                      <a:pt x="1390" y="758"/>
                    </a:cubicBezTo>
                    <a:cubicBezTo>
                      <a:pt x="2555" y="0"/>
                      <a:pt x="4067" y="23"/>
                      <a:pt x="5327" y="5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39" name="robot vector"/>
              <p:cNvSpPr/>
              <p:nvPr/>
            </p:nvSpPr>
            <p:spPr>
              <a:xfrm>
                <a:off x="8403199" y="5020330"/>
                <a:ext cx="67071" cy="62476"/>
              </a:xfrm>
              <a:custGeom>
                <a:avLst/>
                <a:gdLst/>
                <a:ahLst/>
                <a:cxnLst/>
                <a:rect l="0" t="0" r="r" b="b"/>
                <a:pathLst>
                  <a:path w="7335" h="6832" fill="norm" stroke="0">
                    <a:moveTo>
                      <a:pt x="3515" y="470"/>
                    </a:moveTo>
                    <a:cubicBezTo>
                      <a:pt x="4990" y="1105"/>
                      <a:pt x="6305" y="2155"/>
                      <a:pt x="6952" y="3653"/>
                    </a:cubicBezTo>
                    <a:cubicBezTo>
                      <a:pt x="7255" y="4602"/>
                      <a:pt x="7335" y="5477"/>
                      <a:pt x="7265" y="6470"/>
                    </a:cubicBezTo>
                    <a:cubicBezTo>
                      <a:pt x="6903" y="6832"/>
                      <a:pt x="6567" y="6753"/>
                      <a:pt x="6077" y="6755"/>
                    </a:cubicBezTo>
                    <a:cubicBezTo>
                      <a:pt x="5950" y="6755"/>
                      <a:pt x="5820" y="6753"/>
                      <a:pt x="5688" y="6753"/>
                    </a:cubicBezTo>
                    <a:cubicBezTo>
                      <a:pt x="5555" y="6753"/>
                      <a:pt x="5423" y="6753"/>
                      <a:pt x="5285" y="6755"/>
                    </a:cubicBezTo>
                    <a:cubicBezTo>
                      <a:pt x="5007" y="6755"/>
                      <a:pt x="4727" y="6753"/>
                      <a:pt x="4447" y="6753"/>
                    </a:cubicBezTo>
                    <a:cubicBezTo>
                      <a:pt x="4018" y="6753"/>
                      <a:pt x="3587" y="6753"/>
                      <a:pt x="3158" y="6755"/>
                    </a:cubicBezTo>
                    <a:cubicBezTo>
                      <a:pt x="2885" y="6755"/>
                      <a:pt x="2615" y="6753"/>
                      <a:pt x="2342" y="6753"/>
                    </a:cubicBezTo>
                    <a:cubicBezTo>
                      <a:pt x="2215" y="6753"/>
                      <a:pt x="2085" y="6755"/>
                      <a:pt x="1952" y="6755"/>
                    </a:cubicBezTo>
                    <a:cubicBezTo>
                      <a:pt x="1043" y="6748"/>
                      <a:pt x="1043" y="6748"/>
                      <a:pt x="765" y="6470"/>
                    </a:cubicBezTo>
                    <a:cubicBezTo>
                      <a:pt x="717" y="6055"/>
                      <a:pt x="685" y="5638"/>
                      <a:pt x="655" y="5220"/>
                    </a:cubicBezTo>
                    <a:cubicBezTo>
                      <a:pt x="572" y="4092"/>
                      <a:pt x="382" y="3053"/>
                      <a:pt x="67" y="1962"/>
                    </a:cubicBezTo>
                    <a:cubicBezTo>
                      <a:pt x="0" y="1317"/>
                      <a:pt x="165" y="1008"/>
                      <a:pt x="515" y="470"/>
                    </a:cubicBezTo>
                    <a:cubicBezTo>
                      <a:pt x="1452" y="0"/>
                      <a:pt x="2518" y="258"/>
                      <a:pt x="3515" y="4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40" name="robot vector"/>
              <p:cNvSpPr/>
              <p:nvPr/>
            </p:nvSpPr>
            <p:spPr>
              <a:xfrm>
                <a:off x="8551166" y="4959769"/>
                <a:ext cx="56258" cy="61128"/>
              </a:xfrm>
              <a:custGeom>
                <a:avLst/>
                <a:gdLst/>
                <a:ahLst/>
                <a:cxnLst/>
                <a:rect l="0" t="0" r="r" b="b"/>
                <a:pathLst>
                  <a:path w="6153" h="6685" fill="norm" stroke="0">
                    <a:moveTo>
                      <a:pt x="2440" y="13"/>
                    </a:moveTo>
                    <a:cubicBezTo>
                      <a:pt x="2543" y="13"/>
                      <a:pt x="2543" y="13"/>
                      <a:pt x="3068" y="15"/>
                    </a:cubicBezTo>
                    <a:cubicBezTo>
                      <a:pt x="3273" y="10"/>
                      <a:pt x="3480" y="8"/>
                      <a:pt x="3693" y="3"/>
                    </a:cubicBezTo>
                    <a:cubicBezTo>
                      <a:pt x="3790" y="3"/>
                      <a:pt x="3790" y="3"/>
                      <a:pt x="4293" y="3"/>
                    </a:cubicBezTo>
                    <a:cubicBezTo>
                      <a:pt x="4475" y="3"/>
                      <a:pt x="4655" y="0"/>
                      <a:pt x="4843" y="0"/>
                    </a:cubicBezTo>
                    <a:cubicBezTo>
                      <a:pt x="5488" y="123"/>
                      <a:pt x="5705" y="310"/>
                      <a:pt x="6083" y="843"/>
                    </a:cubicBezTo>
                    <a:cubicBezTo>
                      <a:pt x="6153" y="1375"/>
                      <a:pt x="6153" y="1375"/>
                      <a:pt x="6120" y="1983"/>
                    </a:cubicBezTo>
                    <a:cubicBezTo>
                      <a:pt x="6113" y="2093"/>
                      <a:pt x="6113" y="2093"/>
                      <a:pt x="6085" y="2650"/>
                    </a:cubicBezTo>
                    <a:cubicBezTo>
                      <a:pt x="6068" y="2878"/>
                      <a:pt x="6053" y="3108"/>
                      <a:pt x="6035" y="3343"/>
                    </a:cubicBezTo>
                    <a:cubicBezTo>
                      <a:pt x="6030" y="3458"/>
                      <a:pt x="6030" y="3458"/>
                      <a:pt x="6003" y="4038"/>
                    </a:cubicBezTo>
                    <a:cubicBezTo>
                      <a:pt x="5885" y="6035"/>
                      <a:pt x="5885" y="6035"/>
                      <a:pt x="5333" y="6593"/>
                    </a:cubicBezTo>
                    <a:cubicBezTo>
                      <a:pt x="4875" y="6685"/>
                      <a:pt x="4875" y="6685"/>
                      <a:pt x="4325" y="6685"/>
                    </a:cubicBezTo>
                    <a:cubicBezTo>
                      <a:pt x="4128" y="6683"/>
                      <a:pt x="3930" y="6683"/>
                      <a:pt x="3725" y="6683"/>
                    </a:cubicBezTo>
                    <a:cubicBezTo>
                      <a:pt x="3520" y="6680"/>
                      <a:pt x="3312" y="6675"/>
                      <a:pt x="3098" y="6670"/>
                    </a:cubicBezTo>
                    <a:cubicBezTo>
                      <a:pt x="2893" y="6673"/>
                      <a:pt x="2688" y="6673"/>
                      <a:pt x="2475" y="6673"/>
                    </a:cubicBezTo>
                    <a:cubicBezTo>
                      <a:pt x="703" y="6658"/>
                      <a:pt x="703" y="6658"/>
                      <a:pt x="83" y="6093"/>
                    </a:cubicBezTo>
                    <a:cubicBezTo>
                      <a:pt x="20" y="5560"/>
                      <a:pt x="0" y="5108"/>
                      <a:pt x="20" y="4578"/>
                    </a:cubicBezTo>
                    <a:cubicBezTo>
                      <a:pt x="23" y="4433"/>
                      <a:pt x="28" y="4288"/>
                      <a:pt x="30" y="4138"/>
                    </a:cubicBezTo>
                    <a:cubicBezTo>
                      <a:pt x="143" y="33"/>
                      <a:pt x="143" y="33"/>
                      <a:pt x="244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41" name="robot vector"/>
              <p:cNvSpPr/>
              <p:nvPr/>
            </p:nvSpPr>
            <p:spPr>
              <a:xfrm>
                <a:off x="8213329" y="5106243"/>
                <a:ext cx="69403" cy="44440"/>
              </a:xfrm>
              <a:custGeom>
                <a:avLst/>
                <a:gdLst/>
                <a:ahLst/>
                <a:cxnLst/>
                <a:rect l="0" t="0" r="r" b="b"/>
                <a:pathLst>
                  <a:path w="7590" h="4860" fill="norm" stroke="0">
                    <a:moveTo>
                      <a:pt x="1982" y="33"/>
                    </a:moveTo>
                    <a:cubicBezTo>
                      <a:pt x="2125" y="33"/>
                      <a:pt x="2267" y="30"/>
                      <a:pt x="2415" y="30"/>
                    </a:cubicBezTo>
                    <a:cubicBezTo>
                      <a:pt x="2715" y="28"/>
                      <a:pt x="3015" y="28"/>
                      <a:pt x="3317" y="28"/>
                    </a:cubicBezTo>
                    <a:cubicBezTo>
                      <a:pt x="3777" y="28"/>
                      <a:pt x="4237" y="23"/>
                      <a:pt x="4700" y="18"/>
                    </a:cubicBezTo>
                    <a:cubicBezTo>
                      <a:pt x="4992" y="18"/>
                      <a:pt x="5285" y="18"/>
                      <a:pt x="5577" y="18"/>
                    </a:cubicBezTo>
                    <a:cubicBezTo>
                      <a:pt x="5645" y="15"/>
                      <a:pt x="5645" y="15"/>
                      <a:pt x="5995" y="13"/>
                    </a:cubicBezTo>
                    <a:cubicBezTo>
                      <a:pt x="6972" y="18"/>
                      <a:pt x="6972" y="18"/>
                      <a:pt x="7530" y="575"/>
                    </a:cubicBezTo>
                    <a:cubicBezTo>
                      <a:pt x="7590" y="995"/>
                      <a:pt x="7590" y="995"/>
                      <a:pt x="7587" y="1490"/>
                    </a:cubicBezTo>
                    <a:cubicBezTo>
                      <a:pt x="7587" y="1668"/>
                      <a:pt x="7585" y="1845"/>
                      <a:pt x="7585" y="2028"/>
                    </a:cubicBezTo>
                    <a:cubicBezTo>
                      <a:pt x="7585" y="2120"/>
                      <a:pt x="7585" y="2120"/>
                      <a:pt x="7577" y="2590"/>
                    </a:cubicBezTo>
                    <a:cubicBezTo>
                      <a:pt x="7575" y="2778"/>
                      <a:pt x="7575" y="2963"/>
                      <a:pt x="7575" y="3155"/>
                    </a:cubicBezTo>
                    <a:cubicBezTo>
                      <a:pt x="7565" y="4540"/>
                      <a:pt x="7565" y="4540"/>
                      <a:pt x="7280" y="4825"/>
                    </a:cubicBezTo>
                    <a:cubicBezTo>
                      <a:pt x="6760" y="4850"/>
                      <a:pt x="6250" y="4860"/>
                      <a:pt x="5732" y="4858"/>
                    </a:cubicBezTo>
                    <a:cubicBezTo>
                      <a:pt x="5655" y="4858"/>
                      <a:pt x="5655" y="4858"/>
                      <a:pt x="5265" y="4858"/>
                    </a:cubicBezTo>
                    <a:cubicBezTo>
                      <a:pt x="4938" y="4858"/>
                      <a:pt x="4610" y="4858"/>
                      <a:pt x="4282" y="4858"/>
                    </a:cubicBezTo>
                    <a:cubicBezTo>
                      <a:pt x="3782" y="4855"/>
                      <a:pt x="3280" y="4858"/>
                      <a:pt x="2777" y="4858"/>
                    </a:cubicBezTo>
                    <a:cubicBezTo>
                      <a:pt x="2460" y="4858"/>
                      <a:pt x="2142" y="4858"/>
                      <a:pt x="1827" y="4858"/>
                    </a:cubicBezTo>
                    <a:cubicBezTo>
                      <a:pt x="1675" y="4858"/>
                      <a:pt x="1525" y="4858"/>
                      <a:pt x="1367" y="4860"/>
                    </a:cubicBezTo>
                    <a:cubicBezTo>
                      <a:pt x="308" y="4852"/>
                      <a:pt x="308" y="4852"/>
                      <a:pt x="30" y="4575"/>
                    </a:cubicBezTo>
                    <a:cubicBezTo>
                      <a:pt x="0" y="4155"/>
                      <a:pt x="0" y="4155"/>
                      <a:pt x="5" y="3620"/>
                    </a:cubicBezTo>
                    <a:cubicBezTo>
                      <a:pt x="5" y="3430"/>
                      <a:pt x="7" y="3238"/>
                      <a:pt x="7" y="3043"/>
                    </a:cubicBezTo>
                    <a:cubicBezTo>
                      <a:pt x="10" y="2840"/>
                      <a:pt x="12" y="2640"/>
                      <a:pt x="12" y="2435"/>
                    </a:cubicBezTo>
                    <a:cubicBezTo>
                      <a:pt x="15" y="2233"/>
                      <a:pt x="15" y="2030"/>
                      <a:pt x="17" y="1822"/>
                    </a:cubicBezTo>
                    <a:cubicBezTo>
                      <a:pt x="20" y="1322"/>
                      <a:pt x="25" y="825"/>
                      <a:pt x="30" y="325"/>
                    </a:cubicBezTo>
                    <a:cubicBezTo>
                      <a:pt x="680" y="0"/>
                      <a:pt x="1270" y="35"/>
                      <a:pt x="1982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42" name="robot vector"/>
              <p:cNvSpPr/>
              <p:nvPr/>
            </p:nvSpPr>
            <p:spPr>
              <a:xfrm>
                <a:off x="8212844" y="5024628"/>
                <a:ext cx="69906" cy="57470"/>
              </a:xfrm>
              <a:custGeom>
                <a:avLst/>
                <a:gdLst/>
                <a:ahLst/>
                <a:cxnLst/>
                <a:rect l="0" t="0" r="r" b="b"/>
                <a:pathLst>
                  <a:path w="7645" h="6285" fill="norm" stroke="0">
                    <a:moveTo>
                      <a:pt x="6332" y="0"/>
                    </a:moveTo>
                    <a:cubicBezTo>
                      <a:pt x="6678" y="62"/>
                      <a:pt x="6678" y="62"/>
                      <a:pt x="7082" y="250"/>
                    </a:cubicBezTo>
                    <a:cubicBezTo>
                      <a:pt x="7530" y="977"/>
                      <a:pt x="7645" y="1530"/>
                      <a:pt x="7640" y="2378"/>
                    </a:cubicBezTo>
                    <a:cubicBezTo>
                      <a:pt x="7640" y="2587"/>
                      <a:pt x="7640" y="2798"/>
                      <a:pt x="7637" y="3015"/>
                    </a:cubicBezTo>
                    <a:cubicBezTo>
                      <a:pt x="7637" y="3122"/>
                      <a:pt x="7637" y="3122"/>
                      <a:pt x="7630" y="3673"/>
                    </a:cubicBezTo>
                    <a:cubicBezTo>
                      <a:pt x="7630" y="3893"/>
                      <a:pt x="7630" y="4112"/>
                      <a:pt x="7630" y="4337"/>
                    </a:cubicBezTo>
                    <a:cubicBezTo>
                      <a:pt x="7617" y="5965"/>
                      <a:pt x="7617" y="5965"/>
                      <a:pt x="7332" y="6250"/>
                    </a:cubicBezTo>
                    <a:cubicBezTo>
                      <a:pt x="6815" y="6275"/>
                      <a:pt x="6305" y="6285"/>
                      <a:pt x="5785" y="6283"/>
                    </a:cubicBezTo>
                    <a:cubicBezTo>
                      <a:pt x="5707" y="6283"/>
                      <a:pt x="5707" y="6283"/>
                      <a:pt x="5317" y="6285"/>
                    </a:cubicBezTo>
                    <a:cubicBezTo>
                      <a:pt x="4990" y="6285"/>
                      <a:pt x="4663" y="6283"/>
                      <a:pt x="4337" y="6283"/>
                    </a:cubicBezTo>
                    <a:cubicBezTo>
                      <a:pt x="3835" y="6283"/>
                      <a:pt x="3332" y="6283"/>
                      <a:pt x="2830" y="6285"/>
                    </a:cubicBezTo>
                    <a:cubicBezTo>
                      <a:pt x="2512" y="6285"/>
                      <a:pt x="2197" y="6283"/>
                      <a:pt x="1880" y="6283"/>
                    </a:cubicBezTo>
                    <a:cubicBezTo>
                      <a:pt x="1727" y="6283"/>
                      <a:pt x="1577" y="6285"/>
                      <a:pt x="1423" y="6285"/>
                    </a:cubicBezTo>
                    <a:cubicBezTo>
                      <a:pt x="360" y="6278"/>
                      <a:pt x="360" y="6278"/>
                      <a:pt x="82" y="6000"/>
                    </a:cubicBezTo>
                    <a:cubicBezTo>
                      <a:pt x="33" y="5465"/>
                      <a:pt x="33" y="5465"/>
                      <a:pt x="20" y="4798"/>
                    </a:cubicBezTo>
                    <a:cubicBezTo>
                      <a:pt x="12" y="4577"/>
                      <a:pt x="7" y="4360"/>
                      <a:pt x="0" y="4135"/>
                    </a:cubicBezTo>
                    <a:cubicBezTo>
                      <a:pt x="100" y="3360"/>
                      <a:pt x="270" y="3040"/>
                      <a:pt x="832" y="2500"/>
                    </a:cubicBezTo>
                    <a:cubicBezTo>
                      <a:pt x="1438" y="2337"/>
                      <a:pt x="1438" y="2337"/>
                      <a:pt x="2130" y="2265"/>
                    </a:cubicBezTo>
                    <a:cubicBezTo>
                      <a:pt x="3892" y="2005"/>
                      <a:pt x="5110" y="1278"/>
                      <a:pt x="63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43" name="robot vector"/>
              <p:cNvSpPr/>
              <p:nvPr/>
            </p:nvSpPr>
            <p:spPr>
              <a:xfrm>
                <a:off x="8305035" y="5012298"/>
                <a:ext cx="78456" cy="45034"/>
              </a:xfrm>
              <a:custGeom>
                <a:avLst/>
                <a:gdLst/>
                <a:ahLst/>
                <a:cxnLst/>
                <a:rect l="0" t="0" r="r" b="b"/>
                <a:pathLst>
                  <a:path w="8580" h="4925" fill="norm" stroke="0">
                    <a:moveTo>
                      <a:pt x="1855" y="23"/>
                    </a:moveTo>
                    <a:cubicBezTo>
                      <a:pt x="1930" y="23"/>
                      <a:pt x="1930" y="23"/>
                      <a:pt x="2305" y="23"/>
                    </a:cubicBezTo>
                    <a:cubicBezTo>
                      <a:pt x="2457" y="23"/>
                      <a:pt x="2610" y="20"/>
                      <a:pt x="2768" y="20"/>
                    </a:cubicBezTo>
                    <a:cubicBezTo>
                      <a:pt x="3090" y="18"/>
                      <a:pt x="3415" y="18"/>
                      <a:pt x="3738" y="20"/>
                    </a:cubicBezTo>
                    <a:cubicBezTo>
                      <a:pt x="4233" y="20"/>
                      <a:pt x="4725" y="15"/>
                      <a:pt x="5220" y="8"/>
                    </a:cubicBezTo>
                    <a:cubicBezTo>
                      <a:pt x="5535" y="8"/>
                      <a:pt x="5850" y="8"/>
                      <a:pt x="6163" y="8"/>
                    </a:cubicBezTo>
                    <a:cubicBezTo>
                      <a:pt x="6238" y="8"/>
                      <a:pt x="6238" y="8"/>
                      <a:pt x="6610" y="0"/>
                    </a:cubicBezTo>
                    <a:cubicBezTo>
                      <a:pt x="7285" y="8"/>
                      <a:pt x="7675" y="43"/>
                      <a:pt x="8222" y="450"/>
                    </a:cubicBezTo>
                    <a:cubicBezTo>
                      <a:pt x="8580" y="963"/>
                      <a:pt x="8555" y="1192"/>
                      <a:pt x="8452" y="1803"/>
                    </a:cubicBezTo>
                    <a:cubicBezTo>
                      <a:pt x="8425" y="1975"/>
                      <a:pt x="8395" y="2150"/>
                      <a:pt x="8365" y="2330"/>
                    </a:cubicBezTo>
                    <a:cubicBezTo>
                      <a:pt x="8210" y="3028"/>
                      <a:pt x="8003" y="3680"/>
                      <a:pt x="7750" y="4348"/>
                    </a:cubicBezTo>
                    <a:cubicBezTo>
                      <a:pt x="2915" y="4925"/>
                      <a:pt x="2915" y="4925"/>
                      <a:pt x="1000" y="4348"/>
                    </a:cubicBezTo>
                    <a:cubicBezTo>
                      <a:pt x="280" y="3628"/>
                      <a:pt x="155" y="2840"/>
                      <a:pt x="0" y="1848"/>
                    </a:cubicBezTo>
                    <a:cubicBezTo>
                      <a:pt x="118" y="510"/>
                      <a:pt x="488" y="45"/>
                      <a:pt x="1855" y="23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44" name="robot vector"/>
              <p:cNvSpPr/>
              <p:nvPr/>
            </p:nvSpPr>
            <p:spPr>
              <a:xfrm>
                <a:off x="8409642" y="5106620"/>
                <a:ext cx="59985" cy="45469"/>
              </a:xfrm>
              <a:custGeom>
                <a:avLst/>
                <a:gdLst/>
                <a:ahLst/>
                <a:cxnLst/>
                <a:rect l="0" t="0" r="r" b="b"/>
                <a:pathLst>
                  <a:path w="6560" h="4972" fill="norm" stroke="0">
                    <a:moveTo>
                      <a:pt x="1575" y="0"/>
                    </a:moveTo>
                    <a:cubicBezTo>
                      <a:pt x="1638" y="0"/>
                      <a:pt x="1638" y="0"/>
                      <a:pt x="1958" y="0"/>
                    </a:cubicBezTo>
                    <a:cubicBezTo>
                      <a:pt x="2225" y="0"/>
                      <a:pt x="2493" y="0"/>
                      <a:pt x="2758" y="0"/>
                    </a:cubicBezTo>
                    <a:cubicBezTo>
                      <a:pt x="3168" y="3"/>
                      <a:pt x="3575" y="0"/>
                      <a:pt x="3985" y="0"/>
                    </a:cubicBezTo>
                    <a:cubicBezTo>
                      <a:pt x="4245" y="0"/>
                      <a:pt x="4503" y="0"/>
                      <a:pt x="4763" y="0"/>
                    </a:cubicBezTo>
                    <a:cubicBezTo>
                      <a:pt x="5000" y="0"/>
                      <a:pt x="5235" y="0"/>
                      <a:pt x="5480" y="0"/>
                    </a:cubicBezTo>
                    <a:cubicBezTo>
                      <a:pt x="6060" y="33"/>
                      <a:pt x="6060" y="33"/>
                      <a:pt x="6560" y="283"/>
                    </a:cubicBezTo>
                    <a:cubicBezTo>
                      <a:pt x="6560" y="1685"/>
                      <a:pt x="6560" y="3087"/>
                      <a:pt x="6560" y="4533"/>
                    </a:cubicBezTo>
                    <a:cubicBezTo>
                      <a:pt x="5680" y="4972"/>
                      <a:pt x="4670" y="4830"/>
                      <a:pt x="3700" y="4830"/>
                    </a:cubicBezTo>
                    <a:cubicBezTo>
                      <a:pt x="3312" y="4830"/>
                      <a:pt x="2923" y="4835"/>
                      <a:pt x="2535" y="4840"/>
                    </a:cubicBezTo>
                    <a:cubicBezTo>
                      <a:pt x="2413" y="4840"/>
                      <a:pt x="2413" y="4840"/>
                      <a:pt x="1795" y="4840"/>
                    </a:cubicBezTo>
                    <a:cubicBezTo>
                      <a:pt x="1570" y="4842"/>
                      <a:pt x="1345" y="4842"/>
                      <a:pt x="1115" y="4845"/>
                    </a:cubicBezTo>
                    <a:cubicBezTo>
                      <a:pt x="560" y="4783"/>
                      <a:pt x="560" y="4783"/>
                      <a:pt x="60" y="4283"/>
                    </a:cubicBezTo>
                    <a:cubicBezTo>
                      <a:pt x="0" y="3862"/>
                      <a:pt x="0" y="3862"/>
                      <a:pt x="3" y="3368"/>
                    </a:cubicBezTo>
                    <a:cubicBezTo>
                      <a:pt x="3" y="3190"/>
                      <a:pt x="3" y="3013"/>
                      <a:pt x="5" y="2830"/>
                    </a:cubicBezTo>
                    <a:cubicBezTo>
                      <a:pt x="8" y="2645"/>
                      <a:pt x="10" y="2457"/>
                      <a:pt x="13" y="2268"/>
                    </a:cubicBezTo>
                    <a:cubicBezTo>
                      <a:pt x="13" y="2080"/>
                      <a:pt x="15" y="1895"/>
                      <a:pt x="15" y="1702"/>
                    </a:cubicBezTo>
                    <a:cubicBezTo>
                      <a:pt x="28" y="3"/>
                      <a:pt x="28" y="3"/>
                      <a:pt x="15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45" name="robot vector"/>
              <p:cNvSpPr/>
              <p:nvPr/>
            </p:nvSpPr>
            <p:spPr>
              <a:xfrm>
                <a:off x="8149264" y="4651581"/>
                <a:ext cx="38496" cy="86434"/>
              </a:xfrm>
              <a:custGeom>
                <a:avLst/>
                <a:gdLst/>
                <a:ahLst/>
                <a:cxnLst/>
                <a:rect l="0" t="0" r="r" b="b"/>
                <a:pathLst>
                  <a:path w="4210" h="9452" fill="norm" stroke="0">
                    <a:moveTo>
                      <a:pt x="2520" y="188"/>
                    </a:moveTo>
                    <a:cubicBezTo>
                      <a:pt x="3260" y="702"/>
                      <a:pt x="3683" y="1210"/>
                      <a:pt x="4035" y="2048"/>
                    </a:cubicBezTo>
                    <a:cubicBezTo>
                      <a:pt x="4168" y="2920"/>
                      <a:pt x="4190" y="3773"/>
                      <a:pt x="4180" y="4655"/>
                    </a:cubicBezTo>
                    <a:cubicBezTo>
                      <a:pt x="4175" y="5062"/>
                      <a:pt x="4185" y="5470"/>
                      <a:pt x="4195" y="5878"/>
                    </a:cubicBezTo>
                    <a:cubicBezTo>
                      <a:pt x="4210" y="8048"/>
                      <a:pt x="4210" y="8048"/>
                      <a:pt x="3440" y="8847"/>
                    </a:cubicBezTo>
                    <a:cubicBezTo>
                      <a:pt x="2990" y="9215"/>
                      <a:pt x="2745" y="9308"/>
                      <a:pt x="2160" y="9452"/>
                    </a:cubicBezTo>
                    <a:cubicBezTo>
                      <a:pt x="1425" y="9270"/>
                      <a:pt x="1072" y="9065"/>
                      <a:pt x="553" y="8523"/>
                    </a:cubicBezTo>
                    <a:cubicBezTo>
                      <a:pt x="0" y="7538"/>
                      <a:pt x="112" y="6345"/>
                      <a:pt x="137" y="5245"/>
                    </a:cubicBezTo>
                    <a:cubicBezTo>
                      <a:pt x="145" y="4798"/>
                      <a:pt x="142" y="4352"/>
                      <a:pt x="137" y="3908"/>
                    </a:cubicBezTo>
                    <a:cubicBezTo>
                      <a:pt x="137" y="3620"/>
                      <a:pt x="140" y="3332"/>
                      <a:pt x="145" y="3048"/>
                    </a:cubicBezTo>
                    <a:cubicBezTo>
                      <a:pt x="142" y="2915"/>
                      <a:pt x="142" y="2783"/>
                      <a:pt x="140" y="2647"/>
                    </a:cubicBezTo>
                    <a:cubicBezTo>
                      <a:pt x="170" y="1730"/>
                      <a:pt x="433" y="1223"/>
                      <a:pt x="997" y="543"/>
                    </a:cubicBezTo>
                    <a:cubicBezTo>
                      <a:pt x="1510" y="105"/>
                      <a:pt x="1875" y="0"/>
                      <a:pt x="2520" y="188"/>
                    </a:cubicBezTo>
                    <a:close/>
                  </a:path>
                </a:pathLst>
              </a:custGeom>
              <a:solidFill>
                <a:srgbClr val="585348"/>
              </a:solidFill>
              <a:ln w="0">
                <a:noFill/>
              </a:ln>
            </p:spPr>
          </p:sp>
          <p:sp>
            <p:nvSpPr>
              <p:cNvPr id="646" name="robot vector"/>
              <p:cNvSpPr/>
              <p:nvPr/>
            </p:nvSpPr>
            <p:spPr>
              <a:xfrm>
                <a:off x="8511555" y="4750057"/>
                <a:ext cx="127239" cy="148979"/>
              </a:xfrm>
              <a:custGeom>
                <a:avLst/>
                <a:gdLst/>
                <a:ahLst/>
                <a:cxnLst/>
                <a:rect l="0" t="0" r="r" b="b"/>
                <a:pathLst>
                  <a:path w="13915" h="16293" fill="norm" stroke="0">
                    <a:moveTo>
                      <a:pt x="11415" y="1778"/>
                    </a:moveTo>
                    <a:cubicBezTo>
                      <a:pt x="11250" y="2385"/>
                      <a:pt x="11135" y="2558"/>
                      <a:pt x="10665" y="3028"/>
                    </a:cubicBezTo>
                    <a:cubicBezTo>
                      <a:pt x="10762" y="3133"/>
                      <a:pt x="10857" y="3240"/>
                      <a:pt x="10957" y="3350"/>
                    </a:cubicBezTo>
                    <a:cubicBezTo>
                      <a:pt x="11372" y="3815"/>
                      <a:pt x="11770" y="4295"/>
                      <a:pt x="12165" y="4778"/>
                    </a:cubicBezTo>
                    <a:cubicBezTo>
                      <a:pt x="12217" y="4837"/>
                      <a:pt x="12217" y="4837"/>
                      <a:pt x="12487" y="5143"/>
                    </a:cubicBezTo>
                    <a:cubicBezTo>
                      <a:pt x="13572" y="6620"/>
                      <a:pt x="13402" y="8788"/>
                      <a:pt x="13165" y="10528"/>
                    </a:cubicBezTo>
                    <a:cubicBezTo>
                      <a:pt x="12935" y="11230"/>
                      <a:pt x="12645" y="11723"/>
                      <a:pt x="12165" y="12278"/>
                    </a:cubicBezTo>
                    <a:cubicBezTo>
                      <a:pt x="12017" y="12480"/>
                      <a:pt x="11872" y="12683"/>
                      <a:pt x="11727" y="12888"/>
                    </a:cubicBezTo>
                    <a:cubicBezTo>
                      <a:pt x="11675" y="12952"/>
                      <a:pt x="11675" y="12952"/>
                      <a:pt x="11415" y="13278"/>
                    </a:cubicBezTo>
                    <a:cubicBezTo>
                      <a:pt x="11533" y="13228"/>
                      <a:pt x="11650" y="13175"/>
                      <a:pt x="11772" y="13123"/>
                    </a:cubicBezTo>
                    <a:cubicBezTo>
                      <a:pt x="11928" y="13055"/>
                      <a:pt x="12082" y="12988"/>
                      <a:pt x="12242" y="12918"/>
                    </a:cubicBezTo>
                    <a:cubicBezTo>
                      <a:pt x="12397" y="12853"/>
                      <a:pt x="12550" y="12785"/>
                      <a:pt x="12710" y="12715"/>
                    </a:cubicBezTo>
                    <a:cubicBezTo>
                      <a:pt x="13107" y="12553"/>
                      <a:pt x="13505" y="12408"/>
                      <a:pt x="13915" y="12278"/>
                    </a:cubicBezTo>
                    <a:cubicBezTo>
                      <a:pt x="13577" y="13673"/>
                      <a:pt x="12530" y="14442"/>
                      <a:pt x="11415" y="15278"/>
                    </a:cubicBezTo>
                    <a:cubicBezTo>
                      <a:pt x="9597" y="16293"/>
                      <a:pt x="7375" y="16263"/>
                      <a:pt x="5400" y="15748"/>
                    </a:cubicBezTo>
                    <a:cubicBezTo>
                      <a:pt x="3222" y="15030"/>
                      <a:pt x="1727" y="13598"/>
                      <a:pt x="647" y="11625"/>
                    </a:cubicBezTo>
                    <a:cubicBezTo>
                      <a:pt x="95" y="10505"/>
                      <a:pt x="0" y="9530"/>
                      <a:pt x="25" y="8293"/>
                    </a:cubicBezTo>
                    <a:cubicBezTo>
                      <a:pt x="27" y="8095"/>
                      <a:pt x="30" y="7898"/>
                      <a:pt x="30" y="7695"/>
                    </a:cubicBezTo>
                    <a:cubicBezTo>
                      <a:pt x="100" y="5723"/>
                      <a:pt x="688" y="4518"/>
                      <a:pt x="2040" y="3075"/>
                    </a:cubicBezTo>
                    <a:cubicBezTo>
                      <a:pt x="2245" y="2890"/>
                      <a:pt x="2455" y="2707"/>
                      <a:pt x="2665" y="2528"/>
                    </a:cubicBezTo>
                    <a:cubicBezTo>
                      <a:pt x="2757" y="2438"/>
                      <a:pt x="2847" y="2350"/>
                      <a:pt x="2942" y="2258"/>
                    </a:cubicBezTo>
                    <a:cubicBezTo>
                      <a:pt x="5410" y="0"/>
                      <a:pt x="8637" y="595"/>
                      <a:pt x="11415" y="1778"/>
                    </a:cubicBezTo>
                    <a:close/>
                    <a:moveTo>
                      <a:pt x="3415" y="2528"/>
                    </a:moveTo>
                    <a:cubicBezTo>
                      <a:pt x="3290" y="2603"/>
                      <a:pt x="3165" y="2678"/>
                      <a:pt x="3035" y="2755"/>
                    </a:cubicBezTo>
                    <a:cubicBezTo>
                      <a:pt x="2115" y="3398"/>
                      <a:pt x="1655" y="4290"/>
                      <a:pt x="1165" y="5278"/>
                    </a:cubicBezTo>
                    <a:cubicBezTo>
                      <a:pt x="1090" y="5415"/>
                      <a:pt x="1015" y="5550"/>
                      <a:pt x="938" y="5692"/>
                    </a:cubicBezTo>
                    <a:cubicBezTo>
                      <a:pt x="305" y="6945"/>
                      <a:pt x="155" y="8150"/>
                      <a:pt x="415" y="9528"/>
                    </a:cubicBezTo>
                    <a:cubicBezTo>
                      <a:pt x="1230" y="11915"/>
                      <a:pt x="2447" y="13830"/>
                      <a:pt x="4742" y="14980"/>
                    </a:cubicBezTo>
                    <a:cubicBezTo>
                      <a:pt x="6490" y="15643"/>
                      <a:pt x="8350" y="15608"/>
                      <a:pt x="10165" y="15278"/>
                    </a:cubicBezTo>
                    <a:cubicBezTo>
                      <a:pt x="10165" y="14500"/>
                      <a:pt x="10030" y="14190"/>
                      <a:pt x="9665" y="13528"/>
                    </a:cubicBezTo>
                    <a:cubicBezTo>
                      <a:pt x="9805" y="13513"/>
                      <a:pt x="9942" y="13498"/>
                      <a:pt x="10087" y="13480"/>
                    </a:cubicBezTo>
                    <a:cubicBezTo>
                      <a:pt x="11145" y="13110"/>
                      <a:pt x="11697" y="12440"/>
                      <a:pt x="12217" y="11460"/>
                    </a:cubicBezTo>
                    <a:cubicBezTo>
                      <a:pt x="12837" y="10035"/>
                      <a:pt x="13345" y="8680"/>
                      <a:pt x="12780" y="7165"/>
                    </a:cubicBezTo>
                    <a:cubicBezTo>
                      <a:pt x="12192" y="5780"/>
                      <a:pt x="11572" y="4515"/>
                      <a:pt x="10415" y="3528"/>
                    </a:cubicBezTo>
                    <a:cubicBezTo>
                      <a:pt x="10250" y="3528"/>
                      <a:pt x="10085" y="3528"/>
                      <a:pt x="9915" y="3528"/>
                    </a:cubicBezTo>
                    <a:cubicBezTo>
                      <a:pt x="9935" y="3337"/>
                      <a:pt x="9957" y="3145"/>
                      <a:pt x="9977" y="2950"/>
                    </a:cubicBezTo>
                    <a:cubicBezTo>
                      <a:pt x="9915" y="2278"/>
                      <a:pt x="9915" y="2278"/>
                      <a:pt x="9507" y="1868"/>
                    </a:cubicBezTo>
                    <a:cubicBezTo>
                      <a:pt x="8783" y="1452"/>
                      <a:pt x="8183" y="1403"/>
                      <a:pt x="7367" y="1418"/>
                    </a:cubicBezTo>
                    <a:cubicBezTo>
                      <a:pt x="7225" y="1420"/>
                      <a:pt x="7082" y="1420"/>
                      <a:pt x="6935" y="1423"/>
                    </a:cubicBezTo>
                    <a:cubicBezTo>
                      <a:pt x="5607" y="1470"/>
                      <a:pt x="4553" y="1837"/>
                      <a:pt x="3415" y="252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47" name="robot vector"/>
              <p:cNvSpPr/>
              <p:nvPr/>
            </p:nvSpPr>
            <p:spPr>
              <a:xfrm>
                <a:off x="8202557" y="5013815"/>
                <a:ext cx="90137" cy="78616"/>
              </a:xfrm>
              <a:custGeom>
                <a:avLst/>
                <a:gdLst/>
                <a:ahLst/>
                <a:cxnLst/>
                <a:rect l="0" t="0" r="r" b="b"/>
                <a:pathLst>
                  <a:path w="9857" h="8597" fill="norm" stroke="0">
                    <a:moveTo>
                      <a:pt x="8707" y="183"/>
                    </a:moveTo>
                    <a:cubicBezTo>
                      <a:pt x="9617" y="1865"/>
                      <a:pt x="9857" y="3253"/>
                      <a:pt x="9817" y="5153"/>
                    </a:cubicBezTo>
                    <a:cubicBezTo>
                      <a:pt x="9817" y="5385"/>
                      <a:pt x="9820" y="5620"/>
                      <a:pt x="9822" y="5860"/>
                    </a:cubicBezTo>
                    <a:cubicBezTo>
                      <a:pt x="9808" y="7520"/>
                      <a:pt x="9808" y="7520"/>
                      <a:pt x="9438" y="8123"/>
                    </a:cubicBezTo>
                    <a:cubicBezTo>
                      <a:pt x="8702" y="8597"/>
                      <a:pt x="8017" y="8535"/>
                      <a:pt x="7160" y="8523"/>
                    </a:cubicBezTo>
                    <a:cubicBezTo>
                      <a:pt x="6985" y="8523"/>
                      <a:pt x="6810" y="8523"/>
                      <a:pt x="6630" y="8523"/>
                    </a:cubicBezTo>
                    <a:cubicBezTo>
                      <a:pt x="6262" y="8523"/>
                      <a:pt x="5892" y="8520"/>
                      <a:pt x="5525" y="8518"/>
                    </a:cubicBezTo>
                    <a:cubicBezTo>
                      <a:pt x="4960" y="8510"/>
                      <a:pt x="4395" y="8513"/>
                      <a:pt x="3830" y="8513"/>
                    </a:cubicBezTo>
                    <a:cubicBezTo>
                      <a:pt x="3472" y="8513"/>
                      <a:pt x="3112" y="8510"/>
                      <a:pt x="2755" y="8508"/>
                    </a:cubicBezTo>
                    <a:cubicBezTo>
                      <a:pt x="2585" y="8508"/>
                      <a:pt x="2418" y="8508"/>
                      <a:pt x="2242" y="8508"/>
                    </a:cubicBezTo>
                    <a:cubicBezTo>
                      <a:pt x="1585" y="8498"/>
                      <a:pt x="1082" y="8488"/>
                      <a:pt x="477" y="8222"/>
                    </a:cubicBezTo>
                    <a:cubicBezTo>
                      <a:pt x="0" y="7710"/>
                      <a:pt x="100" y="7048"/>
                      <a:pt x="112" y="6385"/>
                    </a:cubicBezTo>
                    <a:cubicBezTo>
                      <a:pt x="110" y="6248"/>
                      <a:pt x="107" y="6110"/>
                      <a:pt x="105" y="5967"/>
                    </a:cubicBezTo>
                    <a:cubicBezTo>
                      <a:pt x="112" y="4880"/>
                      <a:pt x="273" y="3808"/>
                      <a:pt x="957" y="2933"/>
                    </a:cubicBezTo>
                    <a:cubicBezTo>
                      <a:pt x="1585" y="2605"/>
                      <a:pt x="2217" y="2498"/>
                      <a:pt x="2910" y="2385"/>
                    </a:cubicBezTo>
                    <a:cubicBezTo>
                      <a:pt x="4487" y="2102"/>
                      <a:pt x="5757" y="1750"/>
                      <a:pt x="6832" y="495"/>
                    </a:cubicBezTo>
                    <a:cubicBezTo>
                      <a:pt x="7425" y="0"/>
                      <a:pt x="7955" y="133"/>
                      <a:pt x="8707" y="183"/>
                    </a:cubicBezTo>
                    <a:close/>
                    <a:moveTo>
                      <a:pt x="6660" y="1885"/>
                    </a:moveTo>
                    <a:cubicBezTo>
                      <a:pt x="5342" y="3040"/>
                      <a:pt x="4158" y="3505"/>
                      <a:pt x="2408" y="3558"/>
                    </a:cubicBezTo>
                    <a:cubicBezTo>
                      <a:pt x="1957" y="3683"/>
                      <a:pt x="1957" y="3683"/>
                      <a:pt x="1528" y="4110"/>
                    </a:cubicBezTo>
                    <a:cubicBezTo>
                      <a:pt x="1148" y="4790"/>
                      <a:pt x="1122" y="5205"/>
                      <a:pt x="1145" y="5980"/>
                    </a:cubicBezTo>
                    <a:cubicBezTo>
                      <a:pt x="1150" y="6200"/>
                      <a:pt x="1153" y="6420"/>
                      <a:pt x="1158" y="6648"/>
                    </a:cubicBezTo>
                    <a:cubicBezTo>
                      <a:pt x="1207" y="7183"/>
                      <a:pt x="1207" y="7183"/>
                      <a:pt x="1457" y="7433"/>
                    </a:cubicBezTo>
                    <a:cubicBezTo>
                      <a:pt x="1975" y="7457"/>
                      <a:pt x="2485" y="7467"/>
                      <a:pt x="3005" y="7465"/>
                    </a:cubicBezTo>
                    <a:cubicBezTo>
                      <a:pt x="3160" y="7465"/>
                      <a:pt x="3312" y="7465"/>
                      <a:pt x="3472" y="7467"/>
                    </a:cubicBezTo>
                    <a:cubicBezTo>
                      <a:pt x="3800" y="7467"/>
                      <a:pt x="4127" y="7465"/>
                      <a:pt x="4452" y="7465"/>
                    </a:cubicBezTo>
                    <a:cubicBezTo>
                      <a:pt x="4955" y="7465"/>
                      <a:pt x="5457" y="7465"/>
                      <a:pt x="5960" y="7467"/>
                    </a:cubicBezTo>
                    <a:cubicBezTo>
                      <a:pt x="6278" y="7467"/>
                      <a:pt x="6592" y="7465"/>
                      <a:pt x="6910" y="7465"/>
                    </a:cubicBezTo>
                    <a:cubicBezTo>
                      <a:pt x="7062" y="7465"/>
                      <a:pt x="7212" y="7467"/>
                      <a:pt x="7367" y="7467"/>
                    </a:cubicBezTo>
                    <a:cubicBezTo>
                      <a:pt x="8430" y="7460"/>
                      <a:pt x="8430" y="7460"/>
                      <a:pt x="8707" y="7183"/>
                    </a:cubicBezTo>
                    <a:cubicBezTo>
                      <a:pt x="8778" y="6415"/>
                      <a:pt x="8765" y="5643"/>
                      <a:pt x="8770" y="4870"/>
                    </a:cubicBezTo>
                    <a:cubicBezTo>
                      <a:pt x="8775" y="4655"/>
                      <a:pt x="8780" y="4440"/>
                      <a:pt x="8785" y="4217"/>
                    </a:cubicBezTo>
                    <a:cubicBezTo>
                      <a:pt x="8793" y="2987"/>
                      <a:pt x="8773" y="2140"/>
                      <a:pt x="7957" y="1183"/>
                    </a:cubicBezTo>
                    <a:cubicBezTo>
                      <a:pt x="7283" y="1183"/>
                      <a:pt x="7145" y="1430"/>
                      <a:pt x="6660" y="1885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48" name="robot vector"/>
              <p:cNvSpPr/>
              <p:nvPr/>
            </p:nvSpPr>
            <p:spPr>
              <a:xfrm>
                <a:off x="8106979" y="4903447"/>
                <a:ext cx="92903" cy="112311"/>
              </a:xfrm>
              <a:custGeom>
                <a:avLst/>
                <a:gdLst/>
                <a:ahLst/>
                <a:cxnLst/>
                <a:rect l="0" t="0" r="r" b="b"/>
                <a:pathLst>
                  <a:path w="10160" h="12283" fill="norm" stroke="0">
                    <a:moveTo>
                      <a:pt x="6160" y="253"/>
                    </a:moveTo>
                    <a:cubicBezTo>
                      <a:pt x="6737" y="500"/>
                      <a:pt x="7180" y="853"/>
                      <a:pt x="7660" y="1253"/>
                    </a:cubicBezTo>
                    <a:cubicBezTo>
                      <a:pt x="7852" y="1408"/>
                      <a:pt x="8045" y="1560"/>
                      <a:pt x="8245" y="1720"/>
                    </a:cubicBezTo>
                    <a:cubicBezTo>
                      <a:pt x="8452" y="1893"/>
                      <a:pt x="8657" y="2065"/>
                      <a:pt x="8862" y="2238"/>
                    </a:cubicBezTo>
                    <a:cubicBezTo>
                      <a:pt x="8962" y="2318"/>
                      <a:pt x="9062" y="2398"/>
                      <a:pt x="9165" y="2483"/>
                    </a:cubicBezTo>
                    <a:cubicBezTo>
                      <a:pt x="9680" y="2933"/>
                      <a:pt x="9910" y="3255"/>
                      <a:pt x="10132" y="3910"/>
                    </a:cubicBezTo>
                    <a:cubicBezTo>
                      <a:pt x="10137" y="4008"/>
                      <a:pt x="10137" y="4008"/>
                      <a:pt x="10160" y="4503"/>
                    </a:cubicBezTo>
                    <a:cubicBezTo>
                      <a:pt x="9660" y="5003"/>
                      <a:pt x="9660" y="5003"/>
                      <a:pt x="9065" y="5158"/>
                    </a:cubicBezTo>
                    <a:cubicBezTo>
                      <a:pt x="8065" y="5683"/>
                      <a:pt x="7770" y="6460"/>
                      <a:pt x="7410" y="7503"/>
                    </a:cubicBezTo>
                    <a:cubicBezTo>
                      <a:pt x="7062" y="9023"/>
                      <a:pt x="7175" y="10473"/>
                      <a:pt x="7410" y="12003"/>
                    </a:cubicBezTo>
                    <a:cubicBezTo>
                      <a:pt x="6923" y="12205"/>
                      <a:pt x="6680" y="12283"/>
                      <a:pt x="6160" y="12253"/>
                    </a:cubicBezTo>
                    <a:cubicBezTo>
                      <a:pt x="5397" y="11908"/>
                      <a:pt x="4725" y="11443"/>
                      <a:pt x="4035" y="10973"/>
                    </a:cubicBezTo>
                    <a:cubicBezTo>
                      <a:pt x="3847" y="10850"/>
                      <a:pt x="3663" y="10728"/>
                      <a:pt x="3470" y="10603"/>
                    </a:cubicBezTo>
                    <a:cubicBezTo>
                      <a:pt x="392" y="8555"/>
                      <a:pt x="392" y="8555"/>
                      <a:pt x="58" y="7043"/>
                    </a:cubicBezTo>
                    <a:cubicBezTo>
                      <a:pt x="0" y="5760"/>
                      <a:pt x="275" y="4810"/>
                      <a:pt x="832" y="3675"/>
                    </a:cubicBezTo>
                    <a:cubicBezTo>
                      <a:pt x="892" y="3548"/>
                      <a:pt x="952" y="3423"/>
                      <a:pt x="1017" y="3293"/>
                    </a:cubicBezTo>
                    <a:cubicBezTo>
                      <a:pt x="1497" y="2385"/>
                      <a:pt x="2077" y="1843"/>
                      <a:pt x="2910" y="1253"/>
                    </a:cubicBezTo>
                    <a:cubicBezTo>
                      <a:pt x="3038" y="1148"/>
                      <a:pt x="3168" y="1043"/>
                      <a:pt x="3298" y="935"/>
                    </a:cubicBezTo>
                    <a:cubicBezTo>
                      <a:pt x="4225" y="245"/>
                      <a:pt x="5012" y="0"/>
                      <a:pt x="6160" y="253"/>
                    </a:cubicBezTo>
                    <a:close/>
                    <a:moveTo>
                      <a:pt x="1360" y="3508"/>
                    </a:moveTo>
                    <a:cubicBezTo>
                      <a:pt x="705" y="4820"/>
                      <a:pt x="390" y="6040"/>
                      <a:pt x="660" y="7503"/>
                    </a:cubicBezTo>
                    <a:cubicBezTo>
                      <a:pt x="1382" y="8883"/>
                      <a:pt x="2885" y="9665"/>
                      <a:pt x="4160" y="10503"/>
                    </a:cubicBezTo>
                    <a:cubicBezTo>
                      <a:pt x="4255" y="10568"/>
                      <a:pt x="4255" y="10568"/>
                      <a:pt x="4740" y="10893"/>
                    </a:cubicBezTo>
                    <a:cubicBezTo>
                      <a:pt x="6060" y="11753"/>
                      <a:pt x="6060" y="11753"/>
                      <a:pt x="6910" y="11753"/>
                    </a:cubicBezTo>
                    <a:cubicBezTo>
                      <a:pt x="6880" y="11530"/>
                      <a:pt x="6850" y="11305"/>
                      <a:pt x="6820" y="11075"/>
                    </a:cubicBezTo>
                    <a:cubicBezTo>
                      <a:pt x="6612" y="9230"/>
                      <a:pt x="6585" y="7955"/>
                      <a:pt x="7457" y="6275"/>
                    </a:cubicBezTo>
                    <a:cubicBezTo>
                      <a:pt x="7710" y="5628"/>
                      <a:pt x="7688" y="5385"/>
                      <a:pt x="7410" y="4753"/>
                    </a:cubicBezTo>
                    <a:cubicBezTo>
                      <a:pt x="6982" y="4253"/>
                      <a:pt x="6982" y="4253"/>
                      <a:pt x="6457" y="3753"/>
                    </a:cubicBezTo>
                    <a:cubicBezTo>
                      <a:pt x="6285" y="3588"/>
                      <a:pt x="6112" y="3423"/>
                      <a:pt x="5938" y="3253"/>
                    </a:cubicBezTo>
                    <a:cubicBezTo>
                      <a:pt x="5850" y="3170"/>
                      <a:pt x="5850" y="3170"/>
                      <a:pt x="5410" y="2753"/>
                    </a:cubicBezTo>
                    <a:cubicBezTo>
                      <a:pt x="5322" y="2660"/>
                      <a:pt x="5237" y="2568"/>
                      <a:pt x="5147" y="2473"/>
                    </a:cubicBezTo>
                    <a:cubicBezTo>
                      <a:pt x="4630" y="1923"/>
                      <a:pt x="4445" y="1760"/>
                      <a:pt x="3675" y="1613"/>
                    </a:cubicBezTo>
                    <a:cubicBezTo>
                      <a:pt x="2485" y="1708"/>
                      <a:pt x="1933" y="2543"/>
                      <a:pt x="1360" y="350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49" name="robot vector"/>
              <p:cNvSpPr/>
              <p:nvPr/>
            </p:nvSpPr>
            <p:spPr>
              <a:xfrm>
                <a:off x="8393519" y="5010013"/>
                <a:ext cx="86525" cy="81862"/>
              </a:xfrm>
              <a:custGeom>
                <a:avLst/>
                <a:gdLst/>
                <a:ahLst/>
                <a:cxnLst/>
                <a:rect l="0" t="0" r="r" b="b"/>
                <a:pathLst>
                  <a:path w="9462" h="8952" fill="norm" stroke="0">
                    <a:moveTo>
                      <a:pt x="4288" y="467"/>
                    </a:moveTo>
                    <a:cubicBezTo>
                      <a:pt x="6368" y="1257"/>
                      <a:pt x="7808" y="2652"/>
                      <a:pt x="8822" y="4597"/>
                    </a:cubicBezTo>
                    <a:cubicBezTo>
                      <a:pt x="8915" y="4757"/>
                      <a:pt x="9005" y="4915"/>
                      <a:pt x="9100" y="5080"/>
                    </a:cubicBezTo>
                    <a:cubicBezTo>
                      <a:pt x="9368" y="5700"/>
                      <a:pt x="9415" y="6190"/>
                      <a:pt x="9433" y="6865"/>
                    </a:cubicBezTo>
                    <a:cubicBezTo>
                      <a:pt x="9438" y="6970"/>
                      <a:pt x="9438" y="6970"/>
                      <a:pt x="9462" y="7512"/>
                    </a:cubicBezTo>
                    <a:cubicBezTo>
                      <a:pt x="9322" y="8097"/>
                      <a:pt x="9322" y="8097"/>
                      <a:pt x="8780" y="8505"/>
                    </a:cubicBezTo>
                    <a:cubicBezTo>
                      <a:pt x="8075" y="8898"/>
                      <a:pt x="7415" y="8952"/>
                      <a:pt x="6620" y="8940"/>
                    </a:cubicBezTo>
                    <a:cubicBezTo>
                      <a:pt x="6485" y="8940"/>
                      <a:pt x="6350" y="8940"/>
                      <a:pt x="6212" y="8940"/>
                    </a:cubicBezTo>
                    <a:cubicBezTo>
                      <a:pt x="5930" y="8940"/>
                      <a:pt x="5648" y="8938"/>
                      <a:pt x="5365" y="8933"/>
                    </a:cubicBezTo>
                    <a:cubicBezTo>
                      <a:pt x="4933" y="8928"/>
                      <a:pt x="4503" y="8928"/>
                      <a:pt x="4072" y="8930"/>
                    </a:cubicBezTo>
                    <a:cubicBezTo>
                      <a:pt x="3798" y="8928"/>
                      <a:pt x="3520" y="8925"/>
                      <a:pt x="3245" y="8923"/>
                    </a:cubicBezTo>
                    <a:cubicBezTo>
                      <a:pt x="3118" y="8925"/>
                      <a:pt x="2990" y="8925"/>
                      <a:pt x="2858" y="8925"/>
                    </a:cubicBezTo>
                    <a:cubicBezTo>
                      <a:pt x="2065" y="8908"/>
                      <a:pt x="1483" y="8803"/>
                      <a:pt x="822" y="8347"/>
                    </a:cubicBezTo>
                    <a:cubicBezTo>
                      <a:pt x="717" y="7790"/>
                      <a:pt x="673" y="7332"/>
                      <a:pt x="668" y="6770"/>
                    </a:cubicBezTo>
                    <a:cubicBezTo>
                      <a:pt x="643" y="5665"/>
                      <a:pt x="500" y="4885"/>
                      <a:pt x="72" y="3847"/>
                    </a:cubicBezTo>
                    <a:cubicBezTo>
                      <a:pt x="0" y="2762"/>
                      <a:pt x="115" y="1692"/>
                      <a:pt x="822" y="832"/>
                    </a:cubicBezTo>
                    <a:cubicBezTo>
                      <a:pt x="1820" y="0"/>
                      <a:pt x="3097" y="163"/>
                      <a:pt x="4288" y="467"/>
                    </a:cubicBezTo>
                    <a:close/>
                    <a:moveTo>
                      <a:pt x="1322" y="1847"/>
                    </a:moveTo>
                    <a:cubicBezTo>
                      <a:pt x="1025" y="2860"/>
                      <a:pt x="1043" y="3395"/>
                      <a:pt x="1438" y="4385"/>
                    </a:cubicBezTo>
                    <a:cubicBezTo>
                      <a:pt x="1688" y="5240"/>
                      <a:pt x="1702" y="6140"/>
                      <a:pt x="1763" y="7025"/>
                    </a:cubicBezTo>
                    <a:cubicBezTo>
                      <a:pt x="1822" y="7597"/>
                      <a:pt x="1822" y="7597"/>
                      <a:pt x="2072" y="7847"/>
                    </a:cubicBezTo>
                    <a:cubicBezTo>
                      <a:pt x="2520" y="7872"/>
                      <a:pt x="2955" y="7882"/>
                      <a:pt x="3403" y="7882"/>
                    </a:cubicBezTo>
                    <a:cubicBezTo>
                      <a:pt x="3467" y="7882"/>
                      <a:pt x="3467" y="7882"/>
                      <a:pt x="3803" y="7882"/>
                    </a:cubicBezTo>
                    <a:cubicBezTo>
                      <a:pt x="4082" y="7882"/>
                      <a:pt x="4363" y="7882"/>
                      <a:pt x="4643" y="7880"/>
                    </a:cubicBezTo>
                    <a:cubicBezTo>
                      <a:pt x="5072" y="7880"/>
                      <a:pt x="5503" y="7880"/>
                      <a:pt x="5930" y="7882"/>
                    </a:cubicBezTo>
                    <a:cubicBezTo>
                      <a:pt x="6202" y="7882"/>
                      <a:pt x="6475" y="7882"/>
                      <a:pt x="6745" y="7882"/>
                    </a:cubicBezTo>
                    <a:cubicBezTo>
                      <a:pt x="6875" y="7882"/>
                      <a:pt x="7005" y="7882"/>
                      <a:pt x="7138" y="7882"/>
                    </a:cubicBezTo>
                    <a:cubicBezTo>
                      <a:pt x="8045" y="7877"/>
                      <a:pt x="8045" y="7877"/>
                      <a:pt x="8322" y="7597"/>
                    </a:cubicBezTo>
                    <a:cubicBezTo>
                      <a:pt x="8340" y="5767"/>
                      <a:pt x="7978" y="4360"/>
                      <a:pt x="6753" y="2990"/>
                    </a:cubicBezTo>
                    <a:cubicBezTo>
                      <a:pt x="5600" y="1910"/>
                      <a:pt x="4155" y="1440"/>
                      <a:pt x="2605" y="1270"/>
                    </a:cubicBezTo>
                    <a:cubicBezTo>
                      <a:pt x="1733" y="1397"/>
                      <a:pt x="1733" y="1397"/>
                      <a:pt x="1322" y="1847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50" name="robot vector"/>
              <p:cNvSpPr/>
              <p:nvPr/>
            </p:nvSpPr>
            <p:spPr>
              <a:xfrm>
                <a:off x="8200285" y="5099429"/>
                <a:ext cx="92149" cy="61013"/>
              </a:xfrm>
              <a:custGeom>
                <a:avLst/>
                <a:gdLst/>
                <a:ahLst/>
                <a:cxnLst/>
                <a:rect l="0" t="0" r="r" b="b"/>
                <a:pathLst>
                  <a:path w="10077" h="6673" fill="norm" stroke="0">
                    <a:moveTo>
                      <a:pt x="1785" y="5"/>
                    </a:moveTo>
                    <a:cubicBezTo>
                      <a:pt x="1952" y="2"/>
                      <a:pt x="2122" y="2"/>
                      <a:pt x="2295" y="0"/>
                    </a:cubicBezTo>
                    <a:cubicBezTo>
                      <a:pt x="2477" y="0"/>
                      <a:pt x="2660" y="2"/>
                      <a:pt x="2847" y="2"/>
                    </a:cubicBezTo>
                    <a:cubicBezTo>
                      <a:pt x="3032" y="2"/>
                      <a:pt x="3220" y="2"/>
                      <a:pt x="3413" y="2"/>
                    </a:cubicBezTo>
                    <a:cubicBezTo>
                      <a:pt x="3808" y="2"/>
                      <a:pt x="4202" y="2"/>
                      <a:pt x="4597" y="5"/>
                    </a:cubicBezTo>
                    <a:cubicBezTo>
                      <a:pt x="5202" y="8"/>
                      <a:pt x="5810" y="5"/>
                      <a:pt x="6415" y="2"/>
                    </a:cubicBezTo>
                    <a:cubicBezTo>
                      <a:pt x="6798" y="2"/>
                      <a:pt x="7183" y="2"/>
                      <a:pt x="7565" y="2"/>
                    </a:cubicBezTo>
                    <a:cubicBezTo>
                      <a:pt x="7747" y="2"/>
                      <a:pt x="7930" y="2"/>
                      <a:pt x="8115" y="0"/>
                    </a:cubicBezTo>
                    <a:cubicBezTo>
                      <a:pt x="8200" y="0"/>
                      <a:pt x="8200" y="0"/>
                      <a:pt x="8627" y="5"/>
                    </a:cubicBezTo>
                    <a:cubicBezTo>
                      <a:pt x="8700" y="5"/>
                      <a:pt x="8700" y="5"/>
                      <a:pt x="9077" y="5"/>
                    </a:cubicBezTo>
                    <a:cubicBezTo>
                      <a:pt x="9455" y="70"/>
                      <a:pt x="9455" y="70"/>
                      <a:pt x="9955" y="570"/>
                    </a:cubicBezTo>
                    <a:cubicBezTo>
                      <a:pt x="10075" y="1435"/>
                      <a:pt x="10048" y="2308"/>
                      <a:pt x="10050" y="3180"/>
                    </a:cubicBezTo>
                    <a:cubicBezTo>
                      <a:pt x="10055" y="3420"/>
                      <a:pt x="10062" y="3663"/>
                      <a:pt x="10067" y="3913"/>
                    </a:cubicBezTo>
                    <a:cubicBezTo>
                      <a:pt x="10067" y="4028"/>
                      <a:pt x="10067" y="4028"/>
                      <a:pt x="10070" y="4615"/>
                    </a:cubicBezTo>
                    <a:cubicBezTo>
                      <a:pt x="10072" y="4827"/>
                      <a:pt x="10075" y="5043"/>
                      <a:pt x="10077" y="5260"/>
                    </a:cubicBezTo>
                    <a:cubicBezTo>
                      <a:pt x="9955" y="5820"/>
                      <a:pt x="9955" y="5820"/>
                      <a:pt x="9555" y="6265"/>
                    </a:cubicBezTo>
                    <a:cubicBezTo>
                      <a:pt x="8760" y="6670"/>
                      <a:pt x="8132" y="6673"/>
                      <a:pt x="7252" y="6660"/>
                    </a:cubicBezTo>
                    <a:cubicBezTo>
                      <a:pt x="7090" y="6660"/>
                      <a:pt x="6928" y="6660"/>
                      <a:pt x="6760" y="6660"/>
                    </a:cubicBezTo>
                    <a:cubicBezTo>
                      <a:pt x="6418" y="6660"/>
                      <a:pt x="6075" y="6658"/>
                      <a:pt x="5730" y="6653"/>
                    </a:cubicBezTo>
                    <a:cubicBezTo>
                      <a:pt x="5207" y="6648"/>
                      <a:pt x="4685" y="6648"/>
                      <a:pt x="4160" y="6650"/>
                    </a:cubicBezTo>
                    <a:cubicBezTo>
                      <a:pt x="3827" y="6650"/>
                      <a:pt x="3492" y="6648"/>
                      <a:pt x="3160" y="6645"/>
                    </a:cubicBezTo>
                    <a:cubicBezTo>
                      <a:pt x="3002" y="6645"/>
                      <a:pt x="2847" y="6645"/>
                      <a:pt x="2688" y="6645"/>
                    </a:cubicBezTo>
                    <a:cubicBezTo>
                      <a:pt x="1825" y="6633"/>
                      <a:pt x="1192" y="6567"/>
                      <a:pt x="455" y="6070"/>
                    </a:cubicBezTo>
                    <a:cubicBezTo>
                      <a:pt x="0" y="5155"/>
                      <a:pt x="232" y="4070"/>
                      <a:pt x="285" y="3070"/>
                    </a:cubicBezTo>
                    <a:cubicBezTo>
                      <a:pt x="293" y="2837"/>
                      <a:pt x="303" y="2605"/>
                      <a:pt x="310" y="2367"/>
                    </a:cubicBezTo>
                    <a:cubicBezTo>
                      <a:pt x="322" y="2145"/>
                      <a:pt x="332" y="1923"/>
                      <a:pt x="342" y="1695"/>
                    </a:cubicBezTo>
                    <a:cubicBezTo>
                      <a:pt x="352" y="1490"/>
                      <a:pt x="362" y="1288"/>
                      <a:pt x="372" y="1077"/>
                    </a:cubicBezTo>
                    <a:cubicBezTo>
                      <a:pt x="520" y="183"/>
                      <a:pt x="960" y="8"/>
                      <a:pt x="1785" y="5"/>
                    </a:cubicBezTo>
                    <a:close/>
                    <a:moveTo>
                      <a:pt x="1455" y="1070"/>
                    </a:moveTo>
                    <a:cubicBezTo>
                      <a:pt x="1447" y="1773"/>
                      <a:pt x="1445" y="2475"/>
                      <a:pt x="1440" y="3180"/>
                    </a:cubicBezTo>
                    <a:cubicBezTo>
                      <a:pt x="1438" y="3380"/>
                      <a:pt x="1435" y="3580"/>
                      <a:pt x="1435" y="3788"/>
                    </a:cubicBezTo>
                    <a:cubicBezTo>
                      <a:pt x="1433" y="3977"/>
                      <a:pt x="1433" y="4170"/>
                      <a:pt x="1433" y="4365"/>
                    </a:cubicBezTo>
                    <a:cubicBezTo>
                      <a:pt x="1430" y="4543"/>
                      <a:pt x="1430" y="4720"/>
                      <a:pt x="1428" y="4900"/>
                    </a:cubicBezTo>
                    <a:cubicBezTo>
                      <a:pt x="1455" y="5320"/>
                      <a:pt x="1455" y="5320"/>
                      <a:pt x="1705" y="5570"/>
                    </a:cubicBezTo>
                    <a:cubicBezTo>
                      <a:pt x="2225" y="5595"/>
                      <a:pt x="2735" y="5605"/>
                      <a:pt x="3252" y="5602"/>
                    </a:cubicBezTo>
                    <a:cubicBezTo>
                      <a:pt x="3407" y="5602"/>
                      <a:pt x="3562" y="5602"/>
                      <a:pt x="3720" y="5602"/>
                    </a:cubicBezTo>
                    <a:cubicBezTo>
                      <a:pt x="4048" y="5605"/>
                      <a:pt x="4375" y="5602"/>
                      <a:pt x="4702" y="5602"/>
                    </a:cubicBezTo>
                    <a:cubicBezTo>
                      <a:pt x="5205" y="5600"/>
                      <a:pt x="5705" y="5602"/>
                      <a:pt x="6207" y="5605"/>
                    </a:cubicBezTo>
                    <a:cubicBezTo>
                      <a:pt x="6525" y="5602"/>
                      <a:pt x="6842" y="5602"/>
                      <a:pt x="7160" y="5602"/>
                    </a:cubicBezTo>
                    <a:cubicBezTo>
                      <a:pt x="7310" y="5602"/>
                      <a:pt x="7460" y="5605"/>
                      <a:pt x="7617" y="5605"/>
                    </a:cubicBezTo>
                    <a:cubicBezTo>
                      <a:pt x="8678" y="5597"/>
                      <a:pt x="8678" y="5597"/>
                      <a:pt x="8955" y="5320"/>
                    </a:cubicBezTo>
                    <a:cubicBezTo>
                      <a:pt x="9017" y="4660"/>
                      <a:pt x="9002" y="3998"/>
                      <a:pt x="9002" y="3335"/>
                    </a:cubicBezTo>
                    <a:cubicBezTo>
                      <a:pt x="9005" y="3242"/>
                      <a:pt x="9005" y="3242"/>
                      <a:pt x="9012" y="2773"/>
                    </a:cubicBezTo>
                    <a:cubicBezTo>
                      <a:pt x="9012" y="2595"/>
                      <a:pt x="9012" y="2418"/>
                      <a:pt x="9012" y="2235"/>
                    </a:cubicBezTo>
                    <a:cubicBezTo>
                      <a:pt x="9015" y="2153"/>
                      <a:pt x="9015" y="2153"/>
                      <a:pt x="9017" y="1740"/>
                    </a:cubicBezTo>
                    <a:cubicBezTo>
                      <a:pt x="8955" y="1320"/>
                      <a:pt x="8955" y="1320"/>
                      <a:pt x="8455" y="820"/>
                    </a:cubicBezTo>
                    <a:cubicBezTo>
                      <a:pt x="7960" y="773"/>
                      <a:pt x="7500" y="755"/>
                      <a:pt x="7002" y="762"/>
                    </a:cubicBezTo>
                    <a:cubicBezTo>
                      <a:pt x="6933" y="762"/>
                      <a:pt x="6933" y="762"/>
                      <a:pt x="6572" y="762"/>
                    </a:cubicBezTo>
                    <a:cubicBezTo>
                      <a:pt x="6270" y="762"/>
                      <a:pt x="5970" y="765"/>
                      <a:pt x="5668" y="768"/>
                    </a:cubicBezTo>
                    <a:cubicBezTo>
                      <a:pt x="5207" y="773"/>
                      <a:pt x="4747" y="773"/>
                      <a:pt x="4285" y="773"/>
                    </a:cubicBezTo>
                    <a:cubicBezTo>
                      <a:pt x="3992" y="775"/>
                      <a:pt x="3702" y="775"/>
                      <a:pt x="3410" y="778"/>
                    </a:cubicBezTo>
                    <a:cubicBezTo>
                      <a:pt x="3270" y="778"/>
                      <a:pt x="3132" y="778"/>
                      <a:pt x="2990" y="778"/>
                    </a:cubicBezTo>
                    <a:cubicBezTo>
                      <a:pt x="2392" y="785"/>
                      <a:pt x="1997" y="800"/>
                      <a:pt x="1455" y="107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51" name="robot vector"/>
              <p:cNvSpPr/>
              <p:nvPr/>
            </p:nvSpPr>
            <p:spPr>
              <a:xfrm>
                <a:off x="8397912" y="5099111"/>
                <a:ext cx="81976" cy="61379"/>
              </a:xfrm>
              <a:custGeom>
                <a:avLst/>
                <a:gdLst/>
                <a:ahLst/>
                <a:cxnLst/>
                <a:rect l="0" t="0" r="r" b="b"/>
                <a:pathLst>
                  <a:path w="8965" h="6712" fill="norm" stroke="0">
                    <a:moveTo>
                      <a:pt x="2515" y="62"/>
                    </a:moveTo>
                    <a:cubicBezTo>
                      <a:pt x="2597" y="62"/>
                      <a:pt x="2597" y="62"/>
                      <a:pt x="3012" y="60"/>
                    </a:cubicBezTo>
                    <a:cubicBezTo>
                      <a:pt x="3362" y="58"/>
                      <a:pt x="3710" y="58"/>
                      <a:pt x="4058" y="58"/>
                    </a:cubicBezTo>
                    <a:cubicBezTo>
                      <a:pt x="4590" y="58"/>
                      <a:pt x="5125" y="53"/>
                      <a:pt x="5658" y="48"/>
                    </a:cubicBezTo>
                    <a:cubicBezTo>
                      <a:pt x="5995" y="48"/>
                      <a:pt x="6332" y="48"/>
                      <a:pt x="6670" y="48"/>
                    </a:cubicBezTo>
                    <a:cubicBezTo>
                      <a:pt x="6830" y="45"/>
                      <a:pt x="6990" y="43"/>
                      <a:pt x="7155" y="43"/>
                    </a:cubicBezTo>
                    <a:cubicBezTo>
                      <a:pt x="8285" y="48"/>
                      <a:pt x="8285" y="48"/>
                      <a:pt x="8842" y="605"/>
                    </a:cubicBezTo>
                    <a:cubicBezTo>
                      <a:pt x="8962" y="1470"/>
                      <a:pt x="8935" y="2342"/>
                      <a:pt x="8938" y="3215"/>
                    </a:cubicBezTo>
                    <a:cubicBezTo>
                      <a:pt x="8942" y="3455"/>
                      <a:pt x="8950" y="3697"/>
                      <a:pt x="8955" y="3947"/>
                    </a:cubicBezTo>
                    <a:cubicBezTo>
                      <a:pt x="8955" y="4062"/>
                      <a:pt x="8955" y="4062"/>
                      <a:pt x="8957" y="4650"/>
                    </a:cubicBezTo>
                    <a:cubicBezTo>
                      <a:pt x="8960" y="4862"/>
                      <a:pt x="8962" y="5075"/>
                      <a:pt x="8965" y="5295"/>
                    </a:cubicBezTo>
                    <a:cubicBezTo>
                      <a:pt x="8842" y="5855"/>
                      <a:pt x="8842" y="5855"/>
                      <a:pt x="8428" y="6298"/>
                    </a:cubicBezTo>
                    <a:cubicBezTo>
                      <a:pt x="7722" y="6668"/>
                      <a:pt x="7137" y="6712"/>
                      <a:pt x="6360" y="6705"/>
                    </a:cubicBezTo>
                    <a:cubicBezTo>
                      <a:pt x="6217" y="6705"/>
                      <a:pt x="6077" y="6705"/>
                      <a:pt x="5933" y="6707"/>
                    </a:cubicBezTo>
                    <a:cubicBezTo>
                      <a:pt x="5637" y="6707"/>
                      <a:pt x="5342" y="6705"/>
                      <a:pt x="5045" y="6702"/>
                    </a:cubicBezTo>
                    <a:cubicBezTo>
                      <a:pt x="4595" y="6697"/>
                      <a:pt x="4145" y="6702"/>
                      <a:pt x="3692" y="6707"/>
                    </a:cubicBezTo>
                    <a:cubicBezTo>
                      <a:pt x="3405" y="6707"/>
                      <a:pt x="3115" y="6705"/>
                      <a:pt x="2827" y="6705"/>
                    </a:cubicBezTo>
                    <a:cubicBezTo>
                      <a:pt x="2760" y="6705"/>
                      <a:pt x="2760" y="6705"/>
                      <a:pt x="2423" y="6707"/>
                    </a:cubicBezTo>
                    <a:cubicBezTo>
                      <a:pt x="1505" y="6692"/>
                      <a:pt x="1000" y="6497"/>
                      <a:pt x="342" y="5855"/>
                    </a:cubicBezTo>
                    <a:cubicBezTo>
                      <a:pt x="0" y="4668"/>
                      <a:pt x="90" y="3497"/>
                      <a:pt x="170" y="2278"/>
                    </a:cubicBezTo>
                    <a:cubicBezTo>
                      <a:pt x="180" y="2095"/>
                      <a:pt x="190" y="1913"/>
                      <a:pt x="197" y="1725"/>
                    </a:cubicBezTo>
                    <a:cubicBezTo>
                      <a:pt x="210" y="1553"/>
                      <a:pt x="220" y="1380"/>
                      <a:pt x="230" y="1200"/>
                    </a:cubicBezTo>
                    <a:cubicBezTo>
                      <a:pt x="240" y="1045"/>
                      <a:pt x="250" y="888"/>
                      <a:pt x="260" y="727"/>
                    </a:cubicBezTo>
                    <a:cubicBezTo>
                      <a:pt x="288" y="602"/>
                      <a:pt x="315" y="480"/>
                      <a:pt x="342" y="355"/>
                    </a:cubicBezTo>
                    <a:cubicBezTo>
                      <a:pt x="1050" y="0"/>
                      <a:pt x="1740" y="65"/>
                      <a:pt x="2515" y="62"/>
                    </a:cubicBezTo>
                    <a:close/>
                    <a:moveTo>
                      <a:pt x="1342" y="1105"/>
                    </a:moveTo>
                    <a:cubicBezTo>
                      <a:pt x="1283" y="1765"/>
                      <a:pt x="1298" y="2428"/>
                      <a:pt x="1295" y="3090"/>
                    </a:cubicBezTo>
                    <a:cubicBezTo>
                      <a:pt x="1293" y="3275"/>
                      <a:pt x="1290" y="3460"/>
                      <a:pt x="1288" y="3650"/>
                    </a:cubicBezTo>
                    <a:cubicBezTo>
                      <a:pt x="1288" y="3827"/>
                      <a:pt x="1285" y="4007"/>
                      <a:pt x="1285" y="4190"/>
                    </a:cubicBezTo>
                    <a:cubicBezTo>
                      <a:pt x="1285" y="4352"/>
                      <a:pt x="1283" y="4515"/>
                      <a:pt x="1283" y="4685"/>
                    </a:cubicBezTo>
                    <a:cubicBezTo>
                      <a:pt x="1342" y="5105"/>
                      <a:pt x="1342" y="5105"/>
                      <a:pt x="1842" y="5605"/>
                    </a:cubicBezTo>
                    <a:cubicBezTo>
                      <a:pt x="2398" y="5665"/>
                      <a:pt x="2398" y="5665"/>
                      <a:pt x="3077" y="5663"/>
                    </a:cubicBezTo>
                    <a:cubicBezTo>
                      <a:pt x="3322" y="5663"/>
                      <a:pt x="3565" y="5660"/>
                      <a:pt x="3817" y="5660"/>
                    </a:cubicBezTo>
                    <a:cubicBezTo>
                      <a:pt x="3882" y="5660"/>
                      <a:pt x="3882" y="5660"/>
                      <a:pt x="4202" y="5655"/>
                    </a:cubicBezTo>
                    <a:cubicBezTo>
                      <a:pt x="4592" y="5653"/>
                      <a:pt x="4980" y="5650"/>
                      <a:pt x="5367" y="5650"/>
                    </a:cubicBezTo>
                    <a:cubicBezTo>
                      <a:pt x="7273" y="5640"/>
                      <a:pt x="7273" y="5640"/>
                      <a:pt x="7842" y="5355"/>
                    </a:cubicBezTo>
                    <a:cubicBezTo>
                      <a:pt x="7842" y="3952"/>
                      <a:pt x="7842" y="2550"/>
                      <a:pt x="7842" y="1105"/>
                    </a:cubicBezTo>
                    <a:cubicBezTo>
                      <a:pt x="7207" y="788"/>
                      <a:pt x="6755" y="822"/>
                      <a:pt x="6045" y="822"/>
                    </a:cubicBezTo>
                    <a:cubicBezTo>
                      <a:pt x="5920" y="820"/>
                      <a:pt x="5793" y="820"/>
                      <a:pt x="5663" y="820"/>
                    </a:cubicBezTo>
                    <a:cubicBezTo>
                      <a:pt x="5395" y="820"/>
                      <a:pt x="5130" y="820"/>
                      <a:pt x="4862" y="822"/>
                    </a:cubicBezTo>
                    <a:cubicBezTo>
                      <a:pt x="4452" y="822"/>
                      <a:pt x="4045" y="822"/>
                      <a:pt x="3635" y="820"/>
                    </a:cubicBezTo>
                    <a:cubicBezTo>
                      <a:pt x="3375" y="820"/>
                      <a:pt x="3117" y="820"/>
                      <a:pt x="2857" y="822"/>
                    </a:cubicBezTo>
                    <a:cubicBezTo>
                      <a:pt x="2622" y="822"/>
                      <a:pt x="2385" y="822"/>
                      <a:pt x="2143" y="822"/>
                    </a:cubicBezTo>
                    <a:cubicBezTo>
                      <a:pt x="1592" y="855"/>
                      <a:pt x="1592" y="855"/>
                      <a:pt x="1342" y="1105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52" name="robot vector"/>
              <p:cNvSpPr/>
              <p:nvPr/>
            </p:nvSpPr>
            <p:spPr>
              <a:xfrm>
                <a:off x="8369040" y="5171000"/>
                <a:ext cx="139446" cy="18219"/>
              </a:xfrm>
              <a:custGeom>
                <a:avLst/>
                <a:gdLst/>
                <a:ahLst/>
                <a:cxnLst/>
                <a:rect l="0" t="0" r="r" b="b"/>
                <a:pathLst>
                  <a:path w="15250" h="1993" fill="norm" stroke="0">
                    <a:moveTo>
                      <a:pt x="6710" y="210"/>
                    </a:moveTo>
                    <a:cubicBezTo>
                      <a:pt x="7200" y="213"/>
                      <a:pt x="7690" y="210"/>
                      <a:pt x="8180" y="207"/>
                    </a:cubicBezTo>
                    <a:cubicBezTo>
                      <a:pt x="9675" y="207"/>
                      <a:pt x="11168" y="228"/>
                      <a:pt x="12660" y="322"/>
                    </a:cubicBezTo>
                    <a:cubicBezTo>
                      <a:pt x="12775" y="330"/>
                      <a:pt x="12775" y="330"/>
                      <a:pt x="13355" y="365"/>
                    </a:cubicBezTo>
                    <a:cubicBezTo>
                      <a:pt x="14160" y="525"/>
                      <a:pt x="14598" y="748"/>
                      <a:pt x="15250" y="1243"/>
                    </a:cubicBezTo>
                    <a:cubicBezTo>
                      <a:pt x="15250" y="1490"/>
                      <a:pt x="15250" y="1738"/>
                      <a:pt x="15250" y="1993"/>
                    </a:cubicBezTo>
                    <a:cubicBezTo>
                      <a:pt x="10218" y="1993"/>
                      <a:pt x="5185" y="1993"/>
                      <a:pt x="0" y="1993"/>
                    </a:cubicBezTo>
                    <a:cubicBezTo>
                      <a:pt x="0" y="1663"/>
                      <a:pt x="0" y="1332"/>
                      <a:pt x="0" y="993"/>
                    </a:cubicBezTo>
                    <a:cubicBezTo>
                      <a:pt x="2053" y="0"/>
                      <a:pt x="4483" y="203"/>
                      <a:pt x="6710" y="2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53" name="robot vector"/>
              <p:cNvSpPr/>
              <p:nvPr/>
            </p:nvSpPr>
            <p:spPr>
              <a:xfrm>
                <a:off x="8473059" y="4846526"/>
                <a:ext cx="48143" cy="62454"/>
              </a:xfrm>
              <a:custGeom>
                <a:avLst/>
                <a:gdLst/>
                <a:ahLst/>
                <a:cxnLst/>
                <a:rect l="0" t="0" r="r" b="b"/>
                <a:pathLst>
                  <a:path w="5265" h="6830" fill="norm" stroke="0">
                    <a:moveTo>
                      <a:pt x="2625" y="227"/>
                    </a:moveTo>
                    <a:cubicBezTo>
                      <a:pt x="3395" y="830"/>
                      <a:pt x="3790" y="1757"/>
                      <a:pt x="4192" y="2625"/>
                    </a:cubicBezTo>
                    <a:cubicBezTo>
                      <a:pt x="4375" y="2977"/>
                      <a:pt x="4375" y="2977"/>
                      <a:pt x="4798" y="3492"/>
                    </a:cubicBezTo>
                    <a:cubicBezTo>
                      <a:pt x="5125" y="3977"/>
                      <a:pt x="5125" y="3977"/>
                      <a:pt x="5265" y="4587"/>
                    </a:cubicBezTo>
                    <a:cubicBezTo>
                      <a:pt x="5082" y="5423"/>
                      <a:pt x="4745" y="5720"/>
                      <a:pt x="4072" y="6222"/>
                    </a:cubicBezTo>
                    <a:cubicBezTo>
                      <a:pt x="3357" y="6630"/>
                      <a:pt x="2700" y="6830"/>
                      <a:pt x="1875" y="6727"/>
                    </a:cubicBezTo>
                    <a:cubicBezTo>
                      <a:pt x="1008" y="6100"/>
                      <a:pt x="245" y="5137"/>
                      <a:pt x="48" y="4060"/>
                    </a:cubicBezTo>
                    <a:cubicBezTo>
                      <a:pt x="15" y="3602"/>
                      <a:pt x="10" y="3155"/>
                      <a:pt x="15" y="2697"/>
                    </a:cubicBezTo>
                    <a:cubicBezTo>
                      <a:pt x="10" y="2540"/>
                      <a:pt x="5" y="2385"/>
                      <a:pt x="0" y="2227"/>
                    </a:cubicBezTo>
                    <a:cubicBezTo>
                      <a:pt x="3" y="1420"/>
                      <a:pt x="8" y="1100"/>
                      <a:pt x="585" y="502"/>
                    </a:cubicBezTo>
                    <a:cubicBezTo>
                      <a:pt x="1310" y="132"/>
                      <a:pt x="1832" y="0"/>
                      <a:pt x="2625" y="227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54" name="robot vector"/>
              <p:cNvSpPr/>
              <p:nvPr/>
            </p:nvSpPr>
            <p:spPr>
              <a:xfrm>
                <a:off x="8186830" y="4942408"/>
                <a:ext cx="81450" cy="88354"/>
              </a:xfrm>
              <a:custGeom>
                <a:avLst/>
                <a:gdLst/>
                <a:ahLst/>
                <a:cxnLst/>
                <a:rect l="0" t="0" r="r" b="b"/>
                <a:pathLst>
                  <a:path w="8908" h="9663" fill="norm" stroke="0">
                    <a:moveTo>
                      <a:pt x="7087" y="1270"/>
                    </a:moveTo>
                    <a:cubicBezTo>
                      <a:pt x="7415" y="1572"/>
                      <a:pt x="7670" y="1877"/>
                      <a:pt x="7928" y="2242"/>
                    </a:cubicBezTo>
                    <a:cubicBezTo>
                      <a:pt x="8007" y="2347"/>
                      <a:pt x="8085" y="2450"/>
                      <a:pt x="8168" y="2560"/>
                    </a:cubicBezTo>
                    <a:cubicBezTo>
                      <a:pt x="8908" y="3737"/>
                      <a:pt x="8862" y="5153"/>
                      <a:pt x="8678" y="6492"/>
                    </a:cubicBezTo>
                    <a:cubicBezTo>
                      <a:pt x="8435" y="7085"/>
                      <a:pt x="8165" y="7570"/>
                      <a:pt x="7678" y="7992"/>
                    </a:cubicBezTo>
                    <a:cubicBezTo>
                      <a:pt x="7512" y="7992"/>
                      <a:pt x="7347" y="7992"/>
                      <a:pt x="7178" y="7992"/>
                    </a:cubicBezTo>
                    <a:cubicBezTo>
                      <a:pt x="7153" y="8070"/>
                      <a:pt x="7153" y="8070"/>
                      <a:pt x="7020" y="8460"/>
                    </a:cubicBezTo>
                    <a:cubicBezTo>
                      <a:pt x="6627" y="9067"/>
                      <a:pt x="6312" y="9225"/>
                      <a:pt x="5620" y="9413"/>
                    </a:cubicBezTo>
                    <a:cubicBezTo>
                      <a:pt x="4347" y="9640"/>
                      <a:pt x="3168" y="9663"/>
                      <a:pt x="2022" y="9005"/>
                    </a:cubicBezTo>
                    <a:cubicBezTo>
                      <a:pt x="1188" y="8367"/>
                      <a:pt x="420" y="7535"/>
                      <a:pt x="178" y="6492"/>
                    </a:cubicBezTo>
                    <a:cubicBezTo>
                      <a:pt x="0" y="4692"/>
                      <a:pt x="112" y="3240"/>
                      <a:pt x="1178" y="1742"/>
                    </a:cubicBezTo>
                    <a:cubicBezTo>
                      <a:pt x="1615" y="1288"/>
                      <a:pt x="1615" y="1288"/>
                      <a:pt x="2178" y="992"/>
                    </a:cubicBezTo>
                    <a:cubicBezTo>
                      <a:pt x="2315" y="915"/>
                      <a:pt x="2455" y="837"/>
                      <a:pt x="2597" y="757"/>
                    </a:cubicBezTo>
                    <a:cubicBezTo>
                      <a:pt x="4175" y="0"/>
                      <a:pt x="5650" y="295"/>
                      <a:pt x="7087" y="1270"/>
                    </a:cubicBezTo>
                    <a:close/>
                    <a:moveTo>
                      <a:pt x="1612" y="2602"/>
                    </a:moveTo>
                    <a:cubicBezTo>
                      <a:pt x="967" y="3575"/>
                      <a:pt x="745" y="4507"/>
                      <a:pt x="795" y="5670"/>
                    </a:cubicBezTo>
                    <a:cubicBezTo>
                      <a:pt x="1035" y="6712"/>
                      <a:pt x="1663" y="7512"/>
                      <a:pt x="2428" y="8242"/>
                    </a:cubicBezTo>
                    <a:cubicBezTo>
                      <a:pt x="3030" y="8540"/>
                      <a:pt x="3622" y="8533"/>
                      <a:pt x="4288" y="8538"/>
                    </a:cubicBezTo>
                    <a:cubicBezTo>
                      <a:pt x="4382" y="8540"/>
                      <a:pt x="4382" y="8540"/>
                      <a:pt x="4865" y="8550"/>
                    </a:cubicBezTo>
                    <a:cubicBezTo>
                      <a:pt x="5635" y="8470"/>
                      <a:pt x="6175" y="8235"/>
                      <a:pt x="6735" y="7695"/>
                    </a:cubicBezTo>
                    <a:cubicBezTo>
                      <a:pt x="6815" y="7592"/>
                      <a:pt x="6892" y="7490"/>
                      <a:pt x="6975" y="7382"/>
                    </a:cubicBezTo>
                    <a:cubicBezTo>
                      <a:pt x="7055" y="7280"/>
                      <a:pt x="7135" y="7178"/>
                      <a:pt x="7220" y="7070"/>
                    </a:cubicBezTo>
                    <a:cubicBezTo>
                      <a:pt x="7855" y="6067"/>
                      <a:pt x="7817" y="4887"/>
                      <a:pt x="7678" y="3742"/>
                    </a:cubicBezTo>
                    <a:cubicBezTo>
                      <a:pt x="7337" y="2880"/>
                      <a:pt x="6820" y="2360"/>
                      <a:pt x="6115" y="1773"/>
                    </a:cubicBezTo>
                    <a:cubicBezTo>
                      <a:pt x="4543" y="1130"/>
                      <a:pt x="2770" y="1275"/>
                      <a:pt x="1612" y="2602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55" name="robot vector"/>
              <p:cNvSpPr/>
              <p:nvPr/>
            </p:nvSpPr>
            <p:spPr>
              <a:xfrm>
                <a:off x="8299346" y="5065100"/>
                <a:ext cx="90914" cy="119558"/>
              </a:xfrm>
              <a:custGeom>
                <a:avLst/>
                <a:gdLst/>
                <a:ahLst/>
                <a:cxnLst/>
                <a:rect l="0" t="0" r="r" b="b"/>
                <a:pathLst>
                  <a:path w="9942" h="13075" fill="norm" stroke="0">
                    <a:moveTo>
                      <a:pt x="3372" y="7"/>
                    </a:moveTo>
                    <a:cubicBezTo>
                      <a:pt x="3512" y="7"/>
                      <a:pt x="3652" y="7"/>
                      <a:pt x="3795" y="5"/>
                    </a:cubicBezTo>
                    <a:cubicBezTo>
                      <a:pt x="4087" y="5"/>
                      <a:pt x="4382" y="7"/>
                      <a:pt x="4675" y="7"/>
                    </a:cubicBezTo>
                    <a:cubicBezTo>
                      <a:pt x="5122" y="12"/>
                      <a:pt x="5567" y="7"/>
                      <a:pt x="6012" y="5"/>
                    </a:cubicBezTo>
                    <a:cubicBezTo>
                      <a:pt x="6300" y="5"/>
                      <a:pt x="6585" y="7"/>
                      <a:pt x="6872" y="7"/>
                    </a:cubicBezTo>
                    <a:cubicBezTo>
                      <a:pt x="6938" y="7"/>
                      <a:pt x="6938" y="7"/>
                      <a:pt x="7272" y="5"/>
                    </a:cubicBezTo>
                    <a:cubicBezTo>
                      <a:pt x="8180" y="15"/>
                      <a:pt x="8812" y="200"/>
                      <a:pt x="9622" y="575"/>
                    </a:cubicBezTo>
                    <a:cubicBezTo>
                      <a:pt x="9942" y="4857"/>
                      <a:pt x="9942" y="4857"/>
                      <a:pt x="9872" y="6825"/>
                    </a:cubicBezTo>
                    <a:cubicBezTo>
                      <a:pt x="9870" y="6945"/>
                      <a:pt x="9870" y="6945"/>
                      <a:pt x="9850" y="7560"/>
                    </a:cubicBezTo>
                    <a:cubicBezTo>
                      <a:pt x="9837" y="7807"/>
                      <a:pt x="9825" y="8055"/>
                      <a:pt x="9810" y="8307"/>
                    </a:cubicBezTo>
                    <a:cubicBezTo>
                      <a:pt x="9797" y="8532"/>
                      <a:pt x="9787" y="8755"/>
                      <a:pt x="9775" y="8987"/>
                    </a:cubicBezTo>
                    <a:cubicBezTo>
                      <a:pt x="9622" y="9575"/>
                      <a:pt x="9622" y="9575"/>
                      <a:pt x="9165" y="10012"/>
                    </a:cubicBezTo>
                    <a:cubicBezTo>
                      <a:pt x="8677" y="10292"/>
                      <a:pt x="8290" y="10462"/>
                      <a:pt x="7747" y="10590"/>
                    </a:cubicBezTo>
                    <a:cubicBezTo>
                      <a:pt x="6365" y="10960"/>
                      <a:pt x="6365" y="10960"/>
                      <a:pt x="5872" y="11325"/>
                    </a:cubicBezTo>
                    <a:cubicBezTo>
                      <a:pt x="5725" y="11710"/>
                      <a:pt x="5625" y="12082"/>
                      <a:pt x="5545" y="12490"/>
                    </a:cubicBezTo>
                    <a:cubicBezTo>
                      <a:pt x="5372" y="12825"/>
                      <a:pt x="5372" y="12825"/>
                      <a:pt x="4857" y="12995"/>
                    </a:cubicBezTo>
                    <a:cubicBezTo>
                      <a:pt x="4777" y="13007"/>
                      <a:pt x="4777" y="13007"/>
                      <a:pt x="4372" y="13075"/>
                    </a:cubicBezTo>
                    <a:cubicBezTo>
                      <a:pt x="4245" y="12920"/>
                      <a:pt x="4117" y="12767"/>
                      <a:pt x="3987" y="12607"/>
                    </a:cubicBezTo>
                    <a:cubicBezTo>
                      <a:pt x="3032" y="11477"/>
                      <a:pt x="2272" y="10640"/>
                      <a:pt x="872" y="10075"/>
                    </a:cubicBezTo>
                    <a:cubicBezTo>
                      <a:pt x="227" y="9430"/>
                      <a:pt x="277" y="8927"/>
                      <a:pt x="252" y="8065"/>
                    </a:cubicBezTo>
                    <a:cubicBezTo>
                      <a:pt x="245" y="7915"/>
                      <a:pt x="240" y="7765"/>
                      <a:pt x="232" y="7610"/>
                    </a:cubicBezTo>
                    <a:cubicBezTo>
                      <a:pt x="220" y="7292"/>
                      <a:pt x="210" y="6972"/>
                      <a:pt x="200" y="6655"/>
                    </a:cubicBezTo>
                    <a:cubicBezTo>
                      <a:pt x="185" y="6175"/>
                      <a:pt x="165" y="5695"/>
                      <a:pt x="142" y="5212"/>
                    </a:cubicBezTo>
                    <a:cubicBezTo>
                      <a:pt x="0" y="1532"/>
                      <a:pt x="0" y="1532"/>
                      <a:pt x="622" y="575"/>
                    </a:cubicBezTo>
                    <a:cubicBezTo>
                      <a:pt x="1527" y="87"/>
                      <a:pt x="2362" y="0"/>
                      <a:pt x="3372" y="7"/>
                    </a:cubicBezTo>
                    <a:close/>
                    <a:moveTo>
                      <a:pt x="1162" y="1142"/>
                    </a:moveTo>
                    <a:cubicBezTo>
                      <a:pt x="227" y="2530"/>
                      <a:pt x="612" y="4807"/>
                      <a:pt x="700" y="6402"/>
                    </a:cubicBezTo>
                    <a:cubicBezTo>
                      <a:pt x="710" y="6622"/>
                      <a:pt x="717" y="6842"/>
                      <a:pt x="727" y="7067"/>
                    </a:cubicBezTo>
                    <a:cubicBezTo>
                      <a:pt x="737" y="7280"/>
                      <a:pt x="750" y="7492"/>
                      <a:pt x="760" y="7712"/>
                    </a:cubicBezTo>
                    <a:cubicBezTo>
                      <a:pt x="770" y="7902"/>
                      <a:pt x="780" y="8092"/>
                      <a:pt x="790" y="8287"/>
                    </a:cubicBezTo>
                    <a:cubicBezTo>
                      <a:pt x="882" y="8885"/>
                      <a:pt x="1065" y="9305"/>
                      <a:pt x="1372" y="9825"/>
                    </a:cubicBezTo>
                    <a:cubicBezTo>
                      <a:pt x="1697" y="10032"/>
                      <a:pt x="1697" y="10032"/>
                      <a:pt x="2060" y="10167"/>
                    </a:cubicBezTo>
                    <a:cubicBezTo>
                      <a:pt x="2910" y="10537"/>
                      <a:pt x="3407" y="11095"/>
                      <a:pt x="4000" y="11797"/>
                    </a:cubicBezTo>
                    <a:cubicBezTo>
                      <a:pt x="4372" y="12075"/>
                      <a:pt x="4372" y="12075"/>
                      <a:pt x="4882" y="12035"/>
                    </a:cubicBezTo>
                    <a:cubicBezTo>
                      <a:pt x="5435" y="11797"/>
                      <a:pt x="5592" y="11615"/>
                      <a:pt x="5920" y="11120"/>
                    </a:cubicBezTo>
                    <a:cubicBezTo>
                      <a:pt x="6597" y="10237"/>
                      <a:pt x="7380" y="9915"/>
                      <a:pt x="8400" y="9515"/>
                    </a:cubicBezTo>
                    <a:cubicBezTo>
                      <a:pt x="8872" y="9325"/>
                      <a:pt x="8872" y="9325"/>
                      <a:pt x="9122" y="9075"/>
                    </a:cubicBezTo>
                    <a:cubicBezTo>
                      <a:pt x="9155" y="8525"/>
                      <a:pt x="9170" y="7985"/>
                      <a:pt x="9172" y="7435"/>
                    </a:cubicBezTo>
                    <a:cubicBezTo>
                      <a:pt x="9175" y="7352"/>
                      <a:pt x="9175" y="7352"/>
                      <a:pt x="9177" y="6938"/>
                    </a:cubicBezTo>
                    <a:cubicBezTo>
                      <a:pt x="9180" y="6590"/>
                      <a:pt x="9182" y="6240"/>
                      <a:pt x="9182" y="5892"/>
                    </a:cubicBezTo>
                    <a:cubicBezTo>
                      <a:pt x="9185" y="5360"/>
                      <a:pt x="9192" y="4827"/>
                      <a:pt x="9200" y="4292"/>
                    </a:cubicBezTo>
                    <a:cubicBezTo>
                      <a:pt x="9202" y="3955"/>
                      <a:pt x="9202" y="3617"/>
                      <a:pt x="9205" y="3280"/>
                    </a:cubicBezTo>
                    <a:cubicBezTo>
                      <a:pt x="9207" y="3120"/>
                      <a:pt x="9210" y="2960"/>
                      <a:pt x="9215" y="2795"/>
                    </a:cubicBezTo>
                    <a:cubicBezTo>
                      <a:pt x="9210" y="2112"/>
                      <a:pt x="9192" y="1692"/>
                      <a:pt x="8837" y="1097"/>
                    </a:cubicBezTo>
                    <a:cubicBezTo>
                      <a:pt x="8185" y="712"/>
                      <a:pt x="7585" y="717"/>
                      <a:pt x="6850" y="725"/>
                    </a:cubicBezTo>
                    <a:cubicBezTo>
                      <a:pt x="6775" y="725"/>
                      <a:pt x="6775" y="725"/>
                      <a:pt x="6402" y="722"/>
                    </a:cubicBezTo>
                    <a:cubicBezTo>
                      <a:pt x="6092" y="722"/>
                      <a:pt x="5782" y="722"/>
                      <a:pt x="5472" y="725"/>
                    </a:cubicBezTo>
                    <a:cubicBezTo>
                      <a:pt x="5000" y="730"/>
                      <a:pt x="4525" y="725"/>
                      <a:pt x="4050" y="722"/>
                    </a:cubicBezTo>
                    <a:cubicBezTo>
                      <a:pt x="3750" y="722"/>
                      <a:pt x="3447" y="722"/>
                      <a:pt x="3145" y="725"/>
                    </a:cubicBezTo>
                    <a:cubicBezTo>
                      <a:pt x="3005" y="722"/>
                      <a:pt x="2862" y="722"/>
                      <a:pt x="2717" y="720"/>
                    </a:cubicBezTo>
                    <a:cubicBezTo>
                      <a:pt x="2082" y="730"/>
                      <a:pt x="1690" y="777"/>
                      <a:pt x="1162" y="1142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56" name="robot vector"/>
              <p:cNvSpPr/>
              <p:nvPr/>
            </p:nvSpPr>
            <p:spPr>
              <a:xfrm>
                <a:off x="8275320" y="4615434"/>
                <a:ext cx="194310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21250" h="1000" fill="norm" stroke="0">
                    <a:moveTo>
                      <a:pt x="0" y="0"/>
                    </a:moveTo>
                    <a:cubicBezTo>
                      <a:pt x="7013" y="0"/>
                      <a:pt x="14025" y="0"/>
                      <a:pt x="21250" y="0"/>
                    </a:cubicBezTo>
                    <a:cubicBezTo>
                      <a:pt x="21250" y="330"/>
                      <a:pt x="21250" y="660"/>
                      <a:pt x="21250" y="1000"/>
                    </a:cubicBezTo>
                    <a:cubicBezTo>
                      <a:pt x="14237" y="1000"/>
                      <a:pt x="7225" y="1000"/>
                      <a:pt x="0" y="1000"/>
                    </a:cubicBezTo>
                    <a:cubicBezTo>
                      <a:pt x="0" y="670"/>
                      <a:pt x="0" y="340"/>
                      <a:pt x="0" y="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57" name="robot vector"/>
              <p:cNvSpPr/>
              <p:nvPr/>
            </p:nvSpPr>
            <p:spPr>
              <a:xfrm>
                <a:off x="8202168" y="5220813"/>
                <a:ext cx="292608" cy="30632"/>
              </a:xfrm>
              <a:custGeom>
                <a:avLst/>
                <a:gdLst/>
                <a:ahLst/>
                <a:cxnLst/>
                <a:rect l="0" t="0" r="r" b="b"/>
                <a:pathLst>
                  <a:path w="32000" h="3350" fill="norm" stroke="0">
                    <a:moveTo>
                      <a:pt x="0" y="45"/>
                    </a:moveTo>
                    <a:cubicBezTo>
                      <a:pt x="1337" y="145"/>
                      <a:pt x="2633" y="355"/>
                      <a:pt x="3938" y="655"/>
                    </a:cubicBezTo>
                    <a:cubicBezTo>
                      <a:pt x="4072" y="685"/>
                      <a:pt x="4207" y="715"/>
                      <a:pt x="4347" y="747"/>
                    </a:cubicBezTo>
                    <a:cubicBezTo>
                      <a:pt x="4480" y="777"/>
                      <a:pt x="4610" y="810"/>
                      <a:pt x="4745" y="840"/>
                    </a:cubicBezTo>
                    <a:cubicBezTo>
                      <a:pt x="4803" y="855"/>
                      <a:pt x="4803" y="855"/>
                      <a:pt x="5095" y="923"/>
                    </a:cubicBezTo>
                    <a:cubicBezTo>
                      <a:pt x="5500" y="1045"/>
                      <a:pt x="5500" y="1045"/>
                      <a:pt x="6082" y="1290"/>
                    </a:cubicBezTo>
                    <a:cubicBezTo>
                      <a:pt x="6775" y="1555"/>
                      <a:pt x="7447" y="1705"/>
                      <a:pt x="8175" y="1822"/>
                    </a:cubicBezTo>
                    <a:cubicBezTo>
                      <a:pt x="8310" y="1842"/>
                      <a:pt x="8447" y="1865"/>
                      <a:pt x="8587" y="1890"/>
                    </a:cubicBezTo>
                    <a:cubicBezTo>
                      <a:pt x="9033" y="1960"/>
                      <a:pt x="9477" y="2027"/>
                      <a:pt x="9923" y="2092"/>
                    </a:cubicBezTo>
                    <a:cubicBezTo>
                      <a:pt x="10075" y="2115"/>
                      <a:pt x="10227" y="2137"/>
                      <a:pt x="10388" y="2160"/>
                    </a:cubicBezTo>
                    <a:cubicBezTo>
                      <a:pt x="16253" y="3002"/>
                      <a:pt x="22038" y="2362"/>
                      <a:pt x="27717" y="775"/>
                    </a:cubicBezTo>
                    <a:cubicBezTo>
                      <a:pt x="27885" y="727"/>
                      <a:pt x="28050" y="683"/>
                      <a:pt x="28222" y="635"/>
                    </a:cubicBezTo>
                    <a:cubicBezTo>
                      <a:pt x="28545" y="548"/>
                      <a:pt x="28865" y="455"/>
                      <a:pt x="29188" y="362"/>
                    </a:cubicBezTo>
                    <a:cubicBezTo>
                      <a:pt x="30158" y="92"/>
                      <a:pt x="30992" y="0"/>
                      <a:pt x="32000" y="45"/>
                    </a:cubicBezTo>
                    <a:cubicBezTo>
                      <a:pt x="31087" y="707"/>
                      <a:pt x="30065" y="960"/>
                      <a:pt x="29000" y="1295"/>
                    </a:cubicBezTo>
                    <a:cubicBezTo>
                      <a:pt x="28760" y="1375"/>
                      <a:pt x="28520" y="1457"/>
                      <a:pt x="28280" y="1540"/>
                    </a:cubicBezTo>
                    <a:cubicBezTo>
                      <a:pt x="24268" y="2872"/>
                      <a:pt x="20087" y="3350"/>
                      <a:pt x="15875" y="3342"/>
                    </a:cubicBezTo>
                    <a:cubicBezTo>
                      <a:pt x="15732" y="3342"/>
                      <a:pt x="15592" y="3342"/>
                      <a:pt x="15445" y="3342"/>
                    </a:cubicBezTo>
                    <a:cubicBezTo>
                      <a:pt x="11825" y="3330"/>
                      <a:pt x="8378" y="3055"/>
                      <a:pt x="4920" y="1930"/>
                    </a:cubicBezTo>
                    <a:cubicBezTo>
                      <a:pt x="4482" y="1790"/>
                      <a:pt x="4045" y="1657"/>
                      <a:pt x="3605" y="1525"/>
                    </a:cubicBezTo>
                    <a:cubicBezTo>
                      <a:pt x="2383" y="1160"/>
                      <a:pt x="1180" y="785"/>
                      <a:pt x="0" y="295"/>
                    </a:cubicBezTo>
                    <a:cubicBezTo>
                      <a:pt x="0" y="212"/>
                      <a:pt x="0" y="130"/>
                      <a:pt x="0" y="45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658" name="robot vector"/>
              <p:cNvSpPr/>
              <p:nvPr/>
            </p:nvSpPr>
            <p:spPr>
              <a:xfrm>
                <a:off x="8297553" y="4893807"/>
                <a:ext cx="41765" cy="50772"/>
              </a:xfrm>
              <a:custGeom>
                <a:avLst/>
                <a:gdLst/>
                <a:ahLst/>
                <a:cxnLst/>
                <a:rect l="0" t="0" r="r" b="b"/>
                <a:pathLst>
                  <a:path w="4567" h="5553" fill="norm" stroke="0">
                    <a:moveTo>
                      <a:pt x="992" y="0"/>
                    </a:moveTo>
                    <a:cubicBezTo>
                      <a:pt x="1157" y="3"/>
                      <a:pt x="1322" y="5"/>
                      <a:pt x="1492" y="8"/>
                    </a:cubicBezTo>
                    <a:cubicBezTo>
                      <a:pt x="1670" y="10"/>
                      <a:pt x="1850" y="10"/>
                      <a:pt x="2035" y="13"/>
                    </a:cubicBezTo>
                    <a:cubicBezTo>
                      <a:pt x="2127" y="15"/>
                      <a:pt x="2127" y="15"/>
                      <a:pt x="2600" y="25"/>
                    </a:cubicBezTo>
                    <a:cubicBezTo>
                      <a:pt x="2787" y="28"/>
                      <a:pt x="2977" y="30"/>
                      <a:pt x="3170" y="33"/>
                    </a:cubicBezTo>
                    <a:cubicBezTo>
                      <a:pt x="3637" y="38"/>
                      <a:pt x="4102" y="48"/>
                      <a:pt x="4567" y="58"/>
                    </a:cubicBezTo>
                    <a:cubicBezTo>
                      <a:pt x="4567" y="800"/>
                      <a:pt x="4532" y="935"/>
                      <a:pt x="4177" y="1525"/>
                    </a:cubicBezTo>
                    <a:cubicBezTo>
                      <a:pt x="3882" y="2092"/>
                      <a:pt x="3815" y="2270"/>
                      <a:pt x="3865" y="2933"/>
                    </a:cubicBezTo>
                    <a:cubicBezTo>
                      <a:pt x="3933" y="3138"/>
                      <a:pt x="4000" y="3345"/>
                      <a:pt x="4067" y="3558"/>
                    </a:cubicBezTo>
                    <a:cubicBezTo>
                      <a:pt x="4112" y="3692"/>
                      <a:pt x="4155" y="3827"/>
                      <a:pt x="4200" y="3967"/>
                    </a:cubicBezTo>
                    <a:cubicBezTo>
                      <a:pt x="4317" y="4332"/>
                      <a:pt x="4442" y="4695"/>
                      <a:pt x="4567" y="5058"/>
                    </a:cubicBezTo>
                    <a:cubicBezTo>
                      <a:pt x="4072" y="5553"/>
                      <a:pt x="3127" y="5352"/>
                      <a:pt x="2460" y="5352"/>
                    </a:cubicBezTo>
                    <a:cubicBezTo>
                      <a:pt x="2372" y="5355"/>
                      <a:pt x="2372" y="5355"/>
                      <a:pt x="1933" y="5362"/>
                    </a:cubicBezTo>
                    <a:cubicBezTo>
                      <a:pt x="1767" y="5362"/>
                      <a:pt x="1600" y="5365"/>
                      <a:pt x="1430" y="5365"/>
                    </a:cubicBezTo>
                    <a:cubicBezTo>
                      <a:pt x="1275" y="5365"/>
                      <a:pt x="1122" y="5367"/>
                      <a:pt x="965" y="5367"/>
                    </a:cubicBezTo>
                    <a:cubicBezTo>
                      <a:pt x="567" y="5308"/>
                      <a:pt x="567" y="5308"/>
                      <a:pt x="67" y="4808"/>
                    </a:cubicBezTo>
                    <a:cubicBezTo>
                      <a:pt x="5" y="4367"/>
                      <a:pt x="5" y="4367"/>
                      <a:pt x="2" y="3845"/>
                    </a:cubicBezTo>
                    <a:cubicBezTo>
                      <a:pt x="2" y="3658"/>
                      <a:pt x="0" y="3470"/>
                      <a:pt x="0" y="3278"/>
                    </a:cubicBezTo>
                    <a:cubicBezTo>
                      <a:pt x="2" y="3080"/>
                      <a:pt x="5" y="2885"/>
                      <a:pt x="5" y="2683"/>
                    </a:cubicBezTo>
                    <a:cubicBezTo>
                      <a:pt x="5" y="2485"/>
                      <a:pt x="2" y="2290"/>
                      <a:pt x="0" y="2087"/>
                    </a:cubicBezTo>
                    <a:cubicBezTo>
                      <a:pt x="0" y="1900"/>
                      <a:pt x="2" y="1712"/>
                      <a:pt x="2" y="1518"/>
                    </a:cubicBezTo>
                    <a:cubicBezTo>
                      <a:pt x="2" y="1345"/>
                      <a:pt x="2" y="1173"/>
                      <a:pt x="5" y="995"/>
                    </a:cubicBezTo>
                    <a:cubicBezTo>
                      <a:pt x="97" y="362"/>
                      <a:pt x="352" y="85"/>
                      <a:pt x="9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59" name="robot vector"/>
              <p:cNvSpPr/>
              <p:nvPr/>
            </p:nvSpPr>
            <p:spPr>
              <a:xfrm>
                <a:off x="8380476" y="4893549"/>
                <a:ext cx="39479" cy="49309"/>
              </a:xfrm>
              <a:custGeom>
                <a:avLst/>
                <a:gdLst/>
                <a:ahLst/>
                <a:cxnLst/>
                <a:rect l="0" t="0" r="r" b="b"/>
                <a:pathLst>
                  <a:path w="4317" h="5393" fill="norm" stroke="0">
                    <a:moveTo>
                      <a:pt x="0" y="85"/>
                    </a:moveTo>
                    <a:cubicBezTo>
                      <a:pt x="615" y="62"/>
                      <a:pt x="1230" y="50"/>
                      <a:pt x="1845" y="38"/>
                    </a:cubicBezTo>
                    <a:cubicBezTo>
                      <a:pt x="2018" y="33"/>
                      <a:pt x="2192" y="25"/>
                      <a:pt x="2372" y="20"/>
                    </a:cubicBezTo>
                    <a:cubicBezTo>
                      <a:pt x="2540" y="18"/>
                      <a:pt x="2707" y="15"/>
                      <a:pt x="2880" y="13"/>
                    </a:cubicBezTo>
                    <a:cubicBezTo>
                      <a:pt x="3035" y="8"/>
                      <a:pt x="3190" y="5"/>
                      <a:pt x="3350" y="0"/>
                    </a:cubicBezTo>
                    <a:cubicBezTo>
                      <a:pt x="3750" y="85"/>
                      <a:pt x="3750" y="85"/>
                      <a:pt x="4050" y="408"/>
                    </a:cubicBezTo>
                    <a:cubicBezTo>
                      <a:pt x="4278" y="895"/>
                      <a:pt x="4315" y="1228"/>
                      <a:pt x="4317" y="1765"/>
                    </a:cubicBezTo>
                    <a:cubicBezTo>
                      <a:pt x="4317" y="1853"/>
                      <a:pt x="4317" y="1853"/>
                      <a:pt x="4317" y="2298"/>
                    </a:cubicBezTo>
                    <a:cubicBezTo>
                      <a:pt x="4317" y="2480"/>
                      <a:pt x="4315" y="2663"/>
                      <a:pt x="4312" y="2850"/>
                    </a:cubicBezTo>
                    <a:cubicBezTo>
                      <a:pt x="4315" y="3035"/>
                      <a:pt x="4317" y="3218"/>
                      <a:pt x="4317" y="3405"/>
                    </a:cubicBezTo>
                    <a:cubicBezTo>
                      <a:pt x="4317" y="3582"/>
                      <a:pt x="4317" y="3758"/>
                      <a:pt x="4317" y="3938"/>
                    </a:cubicBezTo>
                    <a:cubicBezTo>
                      <a:pt x="4315" y="4098"/>
                      <a:pt x="4315" y="4258"/>
                      <a:pt x="4315" y="4423"/>
                    </a:cubicBezTo>
                    <a:cubicBezTo>
                      <a:pt x="4250" y="4835"/>
                      <a:pt x="4250" y="4835"/>
                      <a:pt x="3750" y="5335"/>
                    </a:cubicBezTo>
                    <a:cubicBezTo>
                      <a:pt x="3395" y="5393"/>
                      <a:pt x="3395" y="5393"/>
                      <a:pt x="2990" y="5385"/>
                    </a:cubicBezTo>
                    <a:cubicBezTo>
                      <a:pt x="2845" y="5383"/>
                      <a:pt x="2700" y="5380"/>
                      <a:pt x="2550" y="5380"/>
                    </a:cubicBezTo>
                    <a:cubicBezTo>
                      <a:pt x="2400" y="5375"/>
                      <a:pt x="2250" y="5370"/>
                      <a:pt x="2095" y="5365"/>
                    </a:cubicBezTo>
                    <a:cubicBezTo>
                      <a:pt x="1940" y="5365"/>
                      <a:pt x="1788" y="5363"/>
                      <a:pt x="1630" y="5360"/>
                    </a:cubicBezTo>
                    <a:cubicBezTo>
                      <a:pt x="1255" y="5353"/>
                      <a:pt x="878" y="5345"/>
                      <a:pt x="500" y="5335"/>
                    </a:cubicBezTo>
                    <a:cubicBezTo>
                      <a:pt x="482" y="4610"/>
                      <a:pt x="558" y="3942"/>
                      <a:pt x="673" y="3225"/>
                    </a:cubicBezTo>
                    <a:cubicBezTo>
                      <a:pt x="805" y="2128"/>
                      <a:pt x="643" y="1710"/>
                      <a:pt x="0" y="835"/>
                    </a:cubicBezTo>
                    <a:cubicBezTo>
                      <a:pt x="0" y="588"/>
                      <a:pt x="0" y="340"/>
                      <a:pt x="0" y="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60" name="robot vector"/>
              <p:cNvSpPr/>
              <p:nvPr/>
            </p:nvSpPr>
            <p:spPr>
              <a:xfrm>
                <a:off x="8496205" y="4901333"/>
                <a:ext cx="55733" cy="59276"/>
              </a:xfrm>
              <a:custGeom>
                <a:avLst/>
                <a:gdLst/>
                <a:ahLst/>
                <a:cxnLst/>
                <a:rect l="0" t="0" r="r" b="b"/>
                <a:pathLst>
                  <a:path w="6095" h="6482" fill="norm" stroke="0">
                    <a:moveTo>
                      <a:pt x="5125" y="452"/>
                    </a:moveTo>
                    <a:cubicBezTo>
                      <a:pt x="5665" y="778"/>
                      <a:pt x="5820" y="935"/>
                      <a:pt x="6095" y="1515"/>
                    </a:cubicBezTo>
                    <a:cubicBezTo>
                      <a:pt x="6095" y="1670"/>
                      <a:pt x="6095" y="1825"/>
                      <a:pt x="6095" y="1982"/>
                    </a:cubicBezTo>
                    <a:cubicBezTo>
                      <a:pt x="5673" y="2405"/>
                      <a:pt x="5067" y="2332"/>
                      <a:pt x="4492" y="2390"/>
                    </a:cubicBezTo>
                    <a:cubicBezTo>
                      <a:pt x="4360" y="2420"/>
                      <a:pt x="4230" y="2452"/>
                      <a:pt x="4095" y="2482"/>
                    </a:cubicBezTo>
                    <a:cubicBezTo>
                      <a:pt x="4010" y="2648"/>
                      <a:pt x="3930" y="2812"/>
                      <a:pt x="3845" y="2982"/>
                    </a:cubicBezTo>
                    <a:cubicBezTo>
                      <a:pt x="4092" y="2982"/>
                      <a:pt x="4337" y="2982"/>
                      <a:pt x="4595" y="2982"/>
                    </a:cubicBezTo>
                    <a:cubicBezTo>
                      <a:pt x="4513" y="3312"/>
                      <a:pt x="4430" y="3643"/>
                      <a:pt x="4345" y="3982"/>
                    </a:cubicBezTo>
                    <a:cubicBezTo>
                      <a:pt x="4180" y="3982"/>
                      <a:pt x="4015" y="3982"/>
                      <a:pt x="3845" y="3982"/>
                    </a:cubicBezTo>
                    <a:cubicBezTo>
                      <a:pt x="3778" y="4165"/>
                      <a:pt x="3710" y="4345"/>
                      <a:pt x="3640" y="4530"/>
                    </a:cubicBezTo>
                    <a:cubicBezTo>
                      <a:pt x="3352" y="5240"/>
                      <a:pt x="3040" y="5860"/>
                      <a:pt x="2595" y="6482"/>
                    </a:cubicBezTo>
                    <a:cubicBezTo>
                      <a:pt x="2345" y="6482"/>
                      <a:pt x="2100" y="6482"/>
                      <a:pt x="1845" y="6482"/>
                    </a:cubicBezTo>
                    <a:cubicBezTo>
                      <a:pt x="1760" y="5905"/>
                      <a:pt x="1680" y="5327"/>
                      <a:pt x="1595" y="4732"/>
                    </a:cubicBezTo>
                    <a:cubicBezTo>
                      <a:pt x="1393" y="4658"/>
                      <a:pt x="1192" y="4580"/>
                      <a:pt x="985" y="4500"/>
                    </a:cubicBezTo>
                    <a:cubicBezTo>
                      <a:pt x="345" y="4232"/>
                      <a:pt x="345" y="4232"/>
                      <a:pt x="95" y="3982"/>
                    </a:cubicBezTo>
                    <a:cubicBezTo>
                      <a:pt x="0" y="3405"/>
                      <a:pt x="0" y="3405"/>
                      <a:pt x="95" y="2732"/>
                    </a:cubicBezTo>
                    <a:cubicBezTo>
                      <a:pt x="510" y="2288"/>
                      <a:pt x="830" y="2050"/>
                      <a:pt x="1345" y="1732"/>
                    </a:cubicBezTo>
                    <a:cubicBezTo>
                      <a:pt x="1442" y="1668"/>
                      <a:pt x="1543" y="1600"/>
                      <a:pt x="1645" y="1533"/>
                    </a:cubicBezTo>
                    <a:cubicBezTo>
                      <a:pt x="3955" y="0"/>
                      <a:pt x="3955" y="0"/>
                      <a:pt x="5125" y="45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61" name="robot vector"/>
              <p:cNvSpPr/>
              <p:nvPr/>
            </p:nvSpPr>
            <p:spPr>
              <a:xfrm>
                <a:off x="8167872" y="5167593"/>
                <a:ext cx="153162" cy="26198"/>
              </a:xfrm>
              <a:custGeom>
                <a:avLst/>
                <a:gdLst/>
                <a:ahLst/>
                <a:cxnLst/>
                <a:rect l="0" t="0" r="r" b="b"/>
                <a:pathLst>
                  <a:path w="16750" h="2865" fill="norm" stroke="0">
                    <a:moveTo>
                      <a:pt x="5508" y="40"/>
                    </a:moveTo>
                    <a:cubicBezTo>
                      <a:pt x="5745" y="40"/>
                      <a:pt x="5983" y="37"/>
                      <a:pt x="6225" y="37"/>
                    </a:cubicBezTo>
                    <a:cubicBezTo>
                      <a:pt x="6725" y="35"/>
                      <a:pt x="7223" y="35"/>
                      <a:pt x="7723" y="37"/>
                    </a:cubicBezTo>
                    <a:cubicBezTo>
                      <a:pt x="8358" y="37"/>
                      <a:pt x="8990" y="33"/>
                      <a:pt x="9625" y="27"/>
                    </a:cubicBezTo>
                    <a:cubicBezTo>
                      <a:pt x="10238" y="22"/>
                      <a:pt x="10848" y="25"/>
                      <a:pt x="11460" y="25"/>
                    </a:cubicBezTo>
                    <a:cubicBezTo>
                      <a:pt x="11685" y="22"/>
                      <a:pt x="11910" y="20"/>
                      <a:pt x="12143" y="17"/>
                    </a:cubicBezTo>
                    <a:cubicBezTo>
                      <a:pt x="13733" y="30"/>
                      <a:pt x="15133" y="237"/>
                      <a:pt x="16448" y="1188"/>
                    </a:cubicBezTo>
                    <a:cubicBezTo>
                      <a:pt x="16548" y="1330"/>
                      <a:pt x="16648" y="1470"/>
                      <a:pt x="16750" y="1615"/>
                    </a:cubicBezTo>
                    <a:cubicBezTo>
                      <a:pt x="16668" y="2027"/>
                      <a:pt x="16585" y="2440"/>
                      <a:pt x="16500" y="2865"/>
                    </a:cubicBezTo>
                    <a:cubicBezTo>
                      <a:pt x="11138" y="2865"/>
                      <a:pt x="5775" y="2865"/>
                      <a:pt x="250" y="2865"/>
                    </a:cubicBezTo>
                    <a:cubicBezTo>
                      <a:pt x="0" y="1865"/>
                      <a:pt x="0" y="1865"/>
                      <a:pt x="188" y="1512"/>
                    </a:cubicBezTo>
                    <a:cubicBezTo>
                      <a:pt x="293" y="1412"/>
                      <a:pt x="395" y="1312"/>
                      <a:pt x="500" y="1210"/>
                    </a:cubicBezTo>
                    <a:cubicBezTo>
                      <a:pt x="550" y="1158"/>
                      <a:pt x="550" y="1158"/>
                      <a:pt x="798" y="902"/>
                    </a:cubicBezTo>
                    <a:cubicBezTo>
                      <a:pt x="2223" y="0"/>
                      <a:pt x="3875" y="37"/>
                      <a:pt x="5508" y="40"/>
                    </a:cubicBezTo>
                    <a:close/>
                    <a:moveTo>
                      <a:pt x="750" y="1615"/>
                    </a:moveTo>
                    <a:cubicBezTo>
                      <a:pt x="750" y="1862"/>
                      <a:pt x="750" y="2110"/>
                      <a:pt x="750" y="2365"/>
                    </a:cubicBezTo>
                    <a:cubicBezTo>
                      <a:pt x="3268" y="2408"/>
                      <a:pt x="3268" y="2408"/>
                      <a:pt x="16000" y="2615"/>
                    </a:cubicBezTo>
                    <a:cubicBezTo>
                      <a:pt x="16083" y="2285"/>
                      <a:pt x="16165" y="1955"/>
                      <a:pt x="16250" y="1615"/>
                    </a:cubicBezTo>
                    <a:cubicBezTo>
                      <a:pt x="14850" y="715"/>
                      <a:pt x="13445" y="725"/>
                      <a:pt x="11830" y="692"/>
                    </a:cubicBezTo>
                    <a:cubicBezTo>
                      <a:pt x="11550" y="685"/>
                      <a:pt x="11270" y="678"/>
                      <a:pt x="10993" y="670"/>
                    </a:cubicBezTo>
                    <a:cubicBezTo>
                      <a:pt x="10293" y="650"/>
                      <a:pt x="9593" y="635"/>
                      <a:pt x="8895" y="622"/>
                    </a:cubicBezTo>
                    <a:cubicBezTo>
                      <a:pt x="8525" y="615"/>
                      <a:pt x="8155" y="607"/>
                      <a:pt x="7785" y="597"/>
                    </a:cubicBezTo>
                    <a:cubicBezTo>
                      <a:pt x="1898" y="467"/>
                      <a:pt x="1898" y="467"/>
                      <a:pt x="750" y="1615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62" name="robot vector"/>
              <p:cNvSpPr/>
              <p:nvPr/>
            </p:nvSpPr>
            <p:spPr>
              <a:xfrm>
                <a:off x="8161782" y="5162614"/>
                <a:ext cx="163952" cy="36073"/>
              </a:xfrm>
              <a:custGeom>
                <a:avLst/>
                <a:gdLst/>
                <a:ahLst/>
                <a:cxnLst/>
                <a:rect l="0" t="0" r="r" b="b"/>
                <a:pathLst>
                  <a:path w="17930" h="3945" fill="norm" stroke="0">
                    <a:moveTo>
                      <a:pt x="5820" y="43"/>
                    </a:moveTo>
                    <a:cubicBezTo>
                      <a:pt x="6075" y="40"/>
                      <a:pt x="6330" y="40"/>
                      <a:pt x="6585" y="38"/>
                    </a:cubicBezTo>
                    <a:cubicBezTo>
                      <a:pt x="7118" y="33"/>
                      <a:pt x="7650" y="33"/>
                      <a:pt x="8183" y="35"/>
                    </a:cubicBezTo>
                    <a:cubicBezTo>
                      <a:pt x="8858" y="35"/>
                      <a:pt x="9530" y="28"/>
                      <a:pt x="10205" y="18"/>
                    </a:cubicBezTo>
                    <a:cubicBezTo>
                      <a:pt x="10733" y="13"/>
                      <a:pt x="11258" y="10"/>
                      <a:pt x="11785" y="13"/>
                    </a:cubicBezTo>
                    <a:cubicBezTo>
                      <a:pt x="12153" y="13"/>
                      <a:pt x="12520" y="5"/>
                      <a:pt x="12888" y="0"/>
                    </a:cubicBezTo>
                    <a:cubicBezTo>
                      <a:pt x="14615" y="18"/>
                      <a:pt x="16013" y="380"/>
                      <a:pt x="17418" y="1410"/>
                    </a:cubicBezTo>
                    <a:cubicBezTo>
                      <a:pt x="17840" y="2065"/>
                      <a:pt x="17930" y="2295"/>
                      <a:pt x="17838" y="3082"/>
                    </a:cubicBezTo>
                    <a:cubicBezTo>
                      <a:pt x="17668" y="3660"/>
                      <a:pt x="17668" y="3660"/>
                      <a:pt x="17418" y="3910"/>
                    </a:cubicBezTo>
                    <a:cubicBezTo>
                      <a:pt x="16885" y="3935"/>
                      <a:pt x="16363" y="3942"/>
                      <a:pt x="15833" y="3942"/>
                    </a:cubicBezTo>
                    <a:cubicBezTo>
                      <a:pt x="15750" y="3942"/>
                      <a:pt x="15750" y="3942"/>
                      <a:pt x="15330" y="3942"/>
                    </a:cubicBezTo>
                    <a:cubicBezTo>
                      <a:pt x="14780" y="3945"/>
                      <a:pt x="14233" y="3942"/>
                      <a:pt x="13683" y="3942"/>
                    </a:cubicBezTo>
                    <a:cubicBezTo>
                      <a:pt x="13303" y="3942"/>
                      <a:pt x="12923" y="3942"/>
                      <a:pt x="12543" y="3942"/>
                    </a:cubicBezTo>
                    <a:cubicBezTo>
                      <a:pt x="11745" y="3945"/>
                      <a:pt x="10945" y="3942"/>
                      <a:pt x="10148" y="3942"/>
                    </a:cubicBezTo>
                    <a:cubicBezTo>
                      <a:pt x="9123" y="3940"/>
                      <a:pt x="8098" y="3942"/>
                      <a:pt x="7075" y="3942"/>
                    </a:cubicBezTo>
                    <a:cubicBezTo>
                      <a:pt x="6288" y="3945"/>
                      <a:pt x="5503" y="3945"/>
                      <a:pt x="4718" y="3942"/>
                    </a:cubicBezTo>
                    <a:cubicBezTo>
                      <a:pt x="4340" y="3942"/>
                      <a:pt x="3963" y="3942"/>
                      <a:pt x="3585" y="3945"/>
                    </a:cubicBezTo>
                    <a:cubicBezTo>
                      <a:pt x="3058" y="3945"/>
                      <a:pt x="2530" y="3942"/>
                      <a:pt x="2003" y="3942"/>
                    </a:cubicBezTo>
                    <a:cubicBezTo>
                      <a:pt x="1845" y="3942"/>
                      <a:pt x="1688" y="3942"/>
                      <a:pt x="1525" y="3942"/>
                    </a:cubicBezTo>
                    <a:cubicBezTo>
                      <a:pt x="445" y="3938"/>
                      <a:pt x="445" y="3938"/>
                      <a:pt x="168" y="3660"/>
                    </a:cubicBezTo>
                    <a:cubicBezTo>
                      <a:pt x="0" y="2430"/>
                      <a:pt x="0" y="2430"/>
                      <a:pt x="385" y="1810"/>
                    </a:cubicBezTo>
                    <a:cubicBezTo>
                      <a:pt x="1890" y="185"/>
                      <a:pt x="3713" y="43"/>
                      <a:pt x="5820" y="43"/>
                    </a:cubicBezTo>
                    <a:close/>
                    <a:moveTo>
                      <a:pt x="885" y="1895"/>
                    </a:moveTo>
                    <a:cubicBezTo>
                      <a:pt x="668" y="2410"/>
                      <a:pt x="668" y="2410"/>
                      <a:pt x="918" y="3410"/>
                    </a:cubicBezTo>
                    <a:cubicBezTo>
                      <a:pt x="6280" y="3410"/>
                      <a:pt x="11643" y="3410"/>
                      <a:pt x="17168" y="3410"/>
                    </a:cubicBezTo>
                    <a:cubicBezTo>
                      <a:pt x="17250" y="2998"/>
                      <a:pt x="17333" y="2585"/>
                      <a:pt x="17418" y="2160"/>
                    </a:cubicBezTo>
                    <a:cubicBezTo>
                      <a:pt x="17330" y="2082"/>
                      <a:pt x="17330" y="2082"/>
                      <a:pt x="16885" y="1690"/>
                    </a:cubicBezTo>
                    <a:cubicBezTo>
                      <a:pt x="16835" y="1648"/>
                      <a:pt x="16835" y="1648"/>
                      <a:pt x="16588" y="1428"/>
                    </a:cubicBezTo>
                    <a:cubicBezTo>
                      <a:pt x="15210" y="550"/>
                      <a:pt x="13775" y="582"/>
                      <a:pt x="12192" y="585"/>
                    </a:cubicBezTo>
                    <a:cubicBezTo>
                      <a:pt x="12075" y="585"/>
                      <a:pt x="12075" y="585"/>
                      <a:pt x="11475" y="580"/>
                    </a:cubicBezTo>
                    <a:cubicBezTo>
                      <a:pt x="10978" y="580"/>
                      <a:pt x="10478" y="580"/>
                      <a:pt x="9978" y="580"/>
                    </a:cubicBezTo>
                    <a:cubicBezTo>
                      <a:pt x="9343" y="582"/>
                      <a:pt x="8710" y="577"/>
                      <a:pt x="8078" y="572"/>
                    </a:cubicBezTo>
                    <a:cubicBezTo>
                      <a:pt x="7465" y="567"/>
                      <a:pt x="6853" y="567"/>
                      <a:pt x="6240" y="570"/>
                    </a:cubicBezTo>
                    <a:cubicBezTo>
                      <a:pt x="6015" y="567"/>
                      <a:pt x="5793" y="565"/>
                      <a:pt x="5560" y="562"/>
                    </a:cubicBezTo>
                    <a:cubicBezTo>
                      <a:pt x="3905" y="575"/>
                      <a:pt x="2155" y="737"/>
                      <a:pt x="885" y="1895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63" name="robot vector"/>
              <p:cNvSpPr/>
              <p:nvPr/>
            </p:nvSpPr>
            <p:spPr>
              <a:xfrm>
                <a:off x="8364482" y="5167090"/>
                <a:ext cx="148590" cy="26700"/>
              </a:xfrm>
              <a:custGeom>
                <a:avLst/>
                <a:gdLst/>
                <a:ahLst/>
                <a:cxnLst/>
                <a:rect l="0" t="0" r="r" b="b"/>
                <a:pathLst>
                  <a:path w="16250" h="2920" fill="norm" stroke="0">
                    <a:moveTo>
                      <a:pt x="5357" y="95"/>
                    </a:moveTo>
                    <a:cubicBezTo>
                      <a:pt x="5577" y="95"/>
                      <a:pt x="5795" y="92"/>
                      <a:pt x="6022" y="92"/>
                    </a:cubicBezTo>
                    <a:cubicBezTo>
                      <a:pt x="6482" y="90"/>
                      <a:pt x="6945" y="90"/>
                      <a:pt x="7405" y="92"/>
                    </a:cubicBezTo>
                    <a:cubicBezTo>
                      <a:pt x="8105" y="92"/>
                      <a:pt x="8805" y="85"/>
                      <a:pt x="9505" y="80"/>
                    </a:cubicBezTo>
                    <a:cubicBezTo>
                      <a:pt x="9955" y="80"/>
                      <a:pt x="10407" y="80"/>
                      <a:pt x="10857" y="80"/>
                    </a:cubicBezTo>
                    <a:cubicBezTo>
                      <a:pt x="11065" y="77"/>
                      <a:pt x="11270" y="75"/>
                      <a:pt x="11482" y="72"/>
                    </a:cubicBezTo>
                    <a:cubicBezTo>
                      <a:pt x="13067" y="85"/>
                      <a:pt x="14632" y="305"/>
                      <a:pt x="15952" y="1243"/>
                    </a:cubicBezTo>
                    <a:cubicBezTo>
                      <a:pt x="16050" y="1385"/>
                      <a:pt x="16147" y="1525"/>
                      <a:pt x="16250" y="1670"/>
                    </a:cubicBezTo>
                    <a:cubicBezTo>
                      <a:pt x="16167" y="2082"/>
                      <a:pt x="16085" y="2495"/>
                      <a:pt x="16000" y="2920"/>
                    </a:cubicBezTo>
                    <a:cubicBezTo>
                      <a:pt x="10803" y="2920"/>
                      <a:pt x="5605" y="2920"/>
                      <a:pt x="250" y="2920"/>
                    </a:cubicBezTo>
                    <a:cubicBezTo>
                      <a:pt x="0" y="1670"/>
                      <a:pt x="0" y="1670"/>
                      <a:pt x="357" y="1123"/>
                    </a:cubicBezTo>
                    <a:cubicBezTo>
                      <a:pt x="1680" y="0"/>
                      <a:pt x="3725" y="92"/>
                      <a:pt x="5357" y="95"/>
                    </a:cubicBezTo>
                    <a:close/>
                    <a:moveTo>
                      <a:pt x="500" y="1420"/>
                    </a:moveTo>
                    <a:cubicBezTo>
                      <a:pt x="500" y="1750"/>
                      <a:pt x="500" y="2080"/>
                      <a:pt x="500" y="2420"/>
                    </a:cubicBezTo>
                    <a:cubicBezTo>
                      <a:pt x="5532" y="2420"/>
                      <a:pt x="10565" y="2420"/>
                      <a:pt x="15750" y="2420"/>
                    </a:cubicBezTo>
                    <a:cubicBezTo>
                      <a:pt x="15500" y="1420"/>
                      <a:pt x="15500" y="1420"/>
                      <a:pt x="15067" y="1118"/>
                    </a:cubicBezTo>
                    <a:cubicBezTo>
                      <a:pt x="12992" y="398"/>
                      <a:pt x="10410" y="623"/>
                      <a:pt x="8232" y="625"/>
                    </a:cubicBezTo>
                    <a:cubicBezTo>
                      <a:pt x="7750" y="623"/>
                      <a:pt x="7265" y="620"/>
                      <a:pt x="6782" y="615"/>
                    </a:cubicBezTo>
                    <a:cubicBezTo>
                      <a:pt x="2152" y="592"/>
                      <a:pt x="2152" y="592"/>
                      <a:pt x="500" y="142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64" name="robot vector"/>
              <p:cNvSpPr/>
              <p:nvPr/>
            </p:nvSpPr>
            <p:spPr>
              <a:xfrm>
                <a:off x="8439912" y="4790862"/>
                <a:ext cx="57150" cy="49698"/>
              </a:xfrm>
              <a:custGeom>
                <a:avLst/>
                <a:gdLst/>
                <a:ahLst/>
                <a:cxnLst/>
                <a:rect l="0" t="0" r="r" b="b"/>
                <a:pathLst>
                  <a:path w="6250" h="5435" fill="norm" stroke="0">
                    <a:moveTo>
                      <a:pt x="6250" y="65"/>
                    </a:moveTo>
                    <a:cubicBezTo>
                      <a:pt x="6180" y="800"/>
                      <a:pt x="6107" y="1535"/>
                      <a:pt x="6030" y="2268"/>
                    </a:cubicBezTo>
                    <a:cubicBezTo>
                      <a:pt x="6023" y="2373"/>
                      <a:pt x="6023" y="2373"/>
                      <a:pt x="5972" y="2900"/>
                    </a:cubicBezTo>
                    <a:cubicBezTo>
                      <a:pt x="5950" y="3100"/>
                      <a:pt x="5930" y="3300"/>
                      <a:pt x="5908" y="3508"/>
                    </a:cubicBezTo>
                    <a:cubicBezTo>
                      <a:pt x="5900" y="3600"/>
                      <a:pt x="5900" y="3600"/>
                      <a:pt x="5852" y="4068"/>
                    </a:cubicBezTo>
                    <a:cubicBezTo>
                      <a:pt x="5742" y="4603"/>
                      <a:pt x="5610" y="4905"/>
                      <a:pt x="5250" y="5315"/>
                    </a:cubicBezTo>
                    <a:cubicBezTo>
                      <a:pt x="4663" y="5435"/>
                      <a:pt x="4663" y="5435"/>
                      <a:pt x="4000" y="5315"/>
                    </a:cubicBezTo>
                    <a:cubicBezTo>
                      <a:pt x="3565" y="4975"/>
                      <a:pt x="3245" y="4562"/>
                      <a:pt x="2905" y="4128"/>
                    </a:cubicBezTo>
                    <a:cubicBezTo>
                      <a:pt x="2050" y="3098"/>
                      <a:pt x="1253" y="2355"/>
                      <a:pt x="0" y="1815"/>
                    </a:cubicBezTo>
                    <a:cubicBezTo>
                      <a:pt x="0" y="1650"/>
                      <a:pt x="0" y="1485"/>
                      <a:pt x="0" y="1315"/>
                    </a:cubicBezTo>
                    <a:cubicBezTo>
                      <a:pt x="107" y="1305"/>
                      <a:pt x="215" y="1293"/>
                      <a:pt x="325" y="1280"/>
                    </a:cubicBezTo>
                    <a:cubicBezTo>
                      <a:pt x="815" y="1228"/>
                      <a:pt x="1305" y="1170"/>
                      <a:pt x="1798" y="1113"/>
                    </a:cubicBezTo>
                    <a:cubicBezTo>
                      <a:pt x="1965" y="1095"/>
                      <a:pt x="2133" y="1078"/>
                      <a:pt x="2308" y="1058"/>
                    </a:cubicBezTo>
                    <a:cubicBezTo>
                      <a:pt x="3105" y="963"/>
                      <a:pt x="3742" y="873"/>
                      <a:pt x="4420" y="423"/>
                    </a:cubicBezTo>
                    <a:cubicBezTo>
                      <a:pt x="5090" y="10"/>
                      <a:pt x="5477" y="0"/>
                      <a:pt x="6250" y="65"/>
                    </a:cubicBezTo>
                    <a:close/>
                  </a:path>
                </a:pathLst>
              </a:custGeom>
              <a:solidFill>
                <a:srgbClr val="FAD272"/>
              </a:solidFill>
              <a:ln w="0">
                <a:noFill/>
              </a:ln>
            </p:spPr>
          </p:sp>
          <p:sp>
            <p:nvSpPr>
              <p:cNvPr id="665" name="robot vector"/>
              <p:cNvSpPr/>
              <p:nvPr/>
            </p:nvSpPr>
            <p:spPr>
              <a:xfrm>
                <a:off x="8258245" y="4643394"/>
                <a:ext cx="111991" cy="115054"/>
              </a:xfrm>
              <a:custGeom>
                <a:avLst/>
                <a:gdLst/>
                <a:ahLst/>
                <a:cxnLst/>
                <a:rect l="0" t="0" r="r" b="b"/>
                <a:pathLst>
                  <a:path w="12247" h="12582" fill="norm" stroke="0">
                    <a:moveTo>
                      <a:pt x="9550" y="1433"/>
                    </a:moveTo>
                    <a:cubicBezTo>
                      <a:pt x="10975" y="2465"/>
                      <a:pt x="11790" y="4250"/>
                      <a:pt x="12132" y="5942"/>
                    </a:cubicBezTo>
                    <a:cubicBezTo>
                      <a:pt x="12247" y="7660"/>
                      <a:pt x="11367" y="9222"/>
                      <a:pt x="10335" y="10535"/>
                    </a:cubicBezTo>
                    <a:cubicBezTo>
                      <a:pt x="9140" y="11800"/>
                      <a:pt x="7600" y="12447"/>
                      <a:pt x="5867" y="12582"/>
                    </a:cubicBezTo>
                    <a:cubicBezTo>
                      <a:pt x="4082" y="12470"/>
                      <a:pt x="2555" y="11492"/>
                      <a:pt x="1367" y="10207"/>
                    </a:cubicBezTo>
                    <a:cubicBezTo>
                      <a:pt x="242" y="8788"/>
                      <a:pt x="0" y="7650"/>
                      <a:pt x="37" y="5840"/>
                    </a:cubicBezTo>
                    <a:cubicBezTo>
                      <a:pt x="220" y="4370"/>
                      <a:pt x="955" y="2665"/>
                      <a:pt x="2117" y="1692"/>
                    </a:cubicBezTo>
                    <a:cubicBezTo>
                      <a:pt x="4595" y="183"/>
                      <a:pt x="6970" y="0"/>
                      <a:pt x="9550" y="1433"/>
                    </a:cubicBezTo>
                    <a:close/>
                    <a:moveTo>
                      <a:pt x="1560" y="3072"/>
                    </a:moveTo>
                    <a:cubicBezTo>
                      <a:pt x="505" y="4572"/>
                      <a:pt x="452" y="6128"/>
                      <a:pt x="678" y="7915"/>
                    </a:cubicBezTo>
                    <a:cubicBezTo>
                      <a:pt x="1002" y="9378"/>
                      <a:pt x="1885" y="10475"/>
                      <a:pt x="3137" y="11275"/>
                    </a:cubicBezTo>
                    <a:cubicBezTo>
                      <a:pt x="4442" y="11923"/>
                      <a:pt x="5672" y="12220"/>
                      <a:pt x="7117" y="11942"/>
                    </a:cubicBezTo>
                    <a:cubicBezTo>
                      <a:pt x="8655" y="11403"/>
                      <a:pt x="10087" y="10673"/>
                      <a:pt x="10867" y="9192"/>
                    </a:cubicBezTo>
                    <a:cubicBezTo>
                      <a:pt x="11607" y="7495"/>
                      <a:pt x="11765" y="6102"/>
                      <a:pt x="11167" y="4337"/>
                    </a:cubicBezTo>
                    <a:cubicBezTo>
                      <a:pt x="10470" y="2840"/>
                      <a:pt x="9562" y="1772"/>
                      <a:pt x="7992" y="1192"/>
                    </a:cubicBezTo>
                    <a:cubicBezTo>
                      <a:pt x="5477" y="533"/>
                      <a:pt x="3232" y="1000"/>
                      <a:pt x="1560" y="307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66" name="robot vector"/>
              <p:cNvSpPr/>
              <p:nvPr/>
            </p:nvSpPr>
            <p:spPr>
              <a:xfrm>
                <a:off x="8304618" y="5071804"/>
                <a:ext cx="79438" cy="103693"/>
              </a:xfrm>
              <a:custGeom>
                <a:avLst/>
                <a:gdLst/>
                <a:ahLst/>
                <a:cxnLst/>
                <a:rect l="0" t="0" r="r" b="b"/>
                <a:pathLst>
                  <a:path w="8688" h="11340" fill="norm" stroke="0">
                    <a:moveTo>
                      <a:pt x="2545" y="40"/>
                    </a:moveTo>
                    <a:cubicBezTo>
                      <a:pt x="2692" y="37"/>
                      <a:pt x="2840" y="37"/>
                      <a:pt x="2992" y="35"/>
                    </a:cubicBezTo>
                    <a:cubicBezTo>
                      <a:pt x="3303" y="33"/>
                      <a:pt x="3615" y="33"/>
                      <a:pt x="3928" y="30"/>
                    </a:cubicBezTo>
                    <a:cubicBezTo>
                      <a:pt x="4402" y="27"/>
                      <a:pt x="4880" y="20"/>
                      <a:pt x="5355" y="12"/>
                    </a:cubicBezTo>
                    <a:cubicBezTo>
                      <a:pt x="5657" y="10"/>
                      <a:pt x="5960" y="10"/>
                      <a:pt x="6265" y="10"/>
                    </a:cubicBezTo>
                    <a:cubicBezTo>
                      <a:pt x="6405" y="5"/>
                      <a:pt x="6548" y="2"/>
                      <a:pt x="6695" y="0"/>
                    </a:cubicBezTo>
                    <a:cubicBezTo>
                      <a:pt x="7308" y="2"/>
                      <a:pt x="7730" y="50"/>
                      <a:pt x="8260" y="365"/>
                    </a:cubicBezTo>
                    <a:cubicBezTo>
                      <a:pt x="8688" y="1075"/>
                      <a:pt x="8657" y="1715"/>
                      <a:pt x="8655" y="2527"/>
                    </a:cubicBezTo>
                    <a:cubicBezTo>
                      <a:pt x="8655" y="2692"/>
                      <a:pt x="8657" y="2855"/>
                      <a:pt x="8657" y="3025"/>
                    </a:cubicBezTo>
                    <a:cubicBezTo>
                      <a:pt x="8660" y="3370"/>
                      <a:pt x="8660" y="3715"/>
                      <a:pt x="8657" y="4060"/>
                    </a:cubicBezTo>
                    <a:cubicBezTo>
                      <a:pt x="8655" y="4590"/>
                      <a:pt x="8662" y="5117"/>
                      <a:pt x="8670" y="5645"/>
                    </a:cubicBezTo>
                    <a:cubicBezTo>
                      <a:pt x="8670" y="5982"/>
                      <a:pt x="8670" y="6317"/>
                      <a:pt x="8670" y="6652"/>
                    </a:cubicBezTo>
                    <a:cubicBezTo>
                      <a:pt x="8673" y="6732"/>
                      <a:pt x="8673" y="6732"/>
                      <a:pt x="8678" y="7132"/>
                    </a:cubicBezTo>
                    <a:cubicBezTo>
                      <a:pt x="8660" y="8227"/>
                      <a:pt x="8660" y="8227"/>
                      <a:pt x="8065" y="8810"/>
                    </a:cubicBezTo>
                    <a:cubicBezTo>
                      <a:pt x="7607" y="9058"/>
                      <a:pt x="7178" y="9252"/>
                      <a:pt x="6688" y="9420"/>
                    </a:cubicBezTo>
                    <a:cubicBezTo>
                      <a:pt x="5688" y="9820"/>
                      <a:pt x="5155" y="10475"/>
                      <a:pt x="4545" y="11340"/>
                    </a:cubicBezTo>
                    <a:cubicBezTo>
                      <a:pt x="3735" y="11197"/>
                      <a:pt x="3367" y="10987"/>
                      <a:pt x="2827" y="10372"/>
                    </a:cubicBezTo>
                    <a:cubicBezTo>
                      <a:pt x="2320" y="9832"/>
                      <a:pt x="1895" y="9472"/>
                      <a:pt x="1217" y="9170"/>
                    </a:cubicBezTo>
                    <a:cubicBezTo>
                      <a:pt x="545" y="8840"/>
                      <a:pt x="545" y="8840"/>
                      <a:pt x="385" y="8520"/>
                    </a:cubicBezTo>
                    <a:cubicBezTo>
                      <a:pt x="175" y="7507"/>
                      <a:pt x="175" y="6465"/>
                      <a:pt x="125" y="5435"/>
                    </a:cubicBezTo>
                    <a:cubicBezTo>
                      <a:pt x="110" y="5195"/>
                      <a:pt x="95" y="4955"/>
                      <a:pt x="77" y="4707"/>
                    </a:cubicBezTo>
                    <a:cubicBezTo>
                      <a:pt x="5" y="3217"/>
                      <a:pt x="0" y="1752"/>
                      <a:pt x="545" y="340"/>
                    </a:cubicBezTo>
                    <a:cubicBezTo>
                      <a:pt x="1207" y="10"/>
                      <a:pt x="1820" y="45"/>
                      <a:pt x="2545" y="40"/>
                    </a:cubicBezTo>
                    <a:close/>
                    <a:moveTo>
                      <a:pt x="795" y="840"/>
                    </a:moveTo>
                    <a:cubicBezTo>
                      <a:pt x="692" y="1882"/>
                      <a:pt x="665" y="2922"/>
                      <a:pt x="640" y="3967"/>
                    </a:cubicBezTo>
                    <a:cubicBezTo>
                      <a:pt x="630" y="4317"/>
                      <a:pt x="615" y="4668"/>
                      <a:pt x="592" y="5017"/>
                    </a:cubicBezTo>
                    <a:cubicBezTo>
                      <a:pt x="433" y="7842"/>
                      <a:pt x="433" y="7842"/>
                      <a:pt x="1035" y="8668"/>
                    </a:cubicBezTo>
                    <a:cubicBezTo>
                      <a:pt x="1705" y="9297"/>
                      <a:pt x="2480" y="9680"/>
                      <a:pt x="3295" y="10090"/>
                    </a:cubicBezTo>
                    <a:cubicBezTo>
                      <a:pt x="3635" y="10335"/>
                      <a:pt x="3970" y="10582"/>
                      <a:pt x="4295" y="10840"/>
                    </a:cubicBezTo>
                    <a:cubicBezTo>
                      <a:pt x="4410" y="10660"/>
                      <a:pt x="4522" y="10480"/>
                      <a:pt x="4640" y="10295"/>
                    </a:cubicBezTo>
                    <a:cubicBezTo>
                      <a:pt x="5320" y="9422"/>
                      <a:pt x="6277" y="9060"/>
                      <a:pt x="7260" y="8620"/>
                    </a:cubicBezTo>
                    <a:cubicBezTo>
                      <a:pt x="7795" y="8340"/>
                      <a:pt x="7795" y="8340"/>
                      <a:pt x="8045" y="7840"/>
                    </a:cubicBezTo>
                    <a:cubicBezTo>
                      <a:pt x="8072" y="7335"/>
                      <a:pt x="8087" y="6837"/>
                      <a:pt x="8087" y="6332"/>
                    </a:cubicBezTo>
                    <a:cubicBezTo>
                      <a:pt x="8090" y="6185"/>
                      <a:pt x="8090" y="6037"/>
                      <a:pt x="8090" y="5885"/>
                    </a:cubicBezTo>
                    <a:cubicBezTo>
                      <a:pt x="8092" y="5572"/>
                      <a:pt x="8092" y="5260"/>
                      <a:pt x="8092" y="4947"/>
                    </a:cubicBezTo>
                    <a:cubicBezTo>
                      <a:pt x="8092" y="4467"/>
                      <a:pt x="8097" y="3987"/>
                      <a:pt x="8102" y="3510"/>
                    </a:cubicBezTo>
                    <a:cubicBezTo>
                      <a:pt x="8102" y="3205"/>
                      <a:pt x="8102" y="2902"/>
                      <a:pt x="8102" y="2597"/>
                    </a:cubicBezTo>
                    <a:cubicBezTo>
                      <a:pt x="8105" y="2455"/>
                      <a:pt x="8107" y="2312"/>
                      <a:pt x="8110" y="2162"/>
                    </a:cubicBezTo>
                    <a:cubicBezTo>
                      <a:pt x="8102" y="1147"/>
                      <a:pt x="8102" y="1147"/>
                      <a:pt x="7545" y="590"/>
                    </a:cubicBezTo>
                    <a:cubicBezTo>
                      <a:pt x="7048" y="545"/>
                      <a:pt x="6582" y="527"/>
                      <a:pt x="6085" y="533"/>
                    </a:cubicBezTo>
                    <a:cubicBezTo>
                      <a:pt x="5940" y="533"/>
                      <a:pt x="5798" y="533"/>
                      <a:pt x="5650" y="533"/>
                    </a:cubicBezTo>
                    <a:cubicBezTo>
                      <a:pt x="5350" y="535"/>
                      <a:pt x="5048" y="535"/>
                      <a:pt x="4745" y="540"/>
                    </a:cubicBezTo>
                    <a:cubicBezTo>
                      <a:pt x="4282" y="545"/>
                      <a:pt x="3817" y="545"/>
                      <a:pt x="3355" y="545"/>
                    </a:cubicBezTo>
                    <a:cubicBezTo>
                      <a:pt x="3060" y="545"/>
                      <a:pt x="2767" y="547"/>
                      <a:pt x="2475" y="550"/>
                    </a:cubicBezTo>
                    <a:cubicBezTo>
                      <a:pt x="2335" y="550"/>
                      <a:pt x="2195" y="550"/>
                      <a:pt x="2053" y="550"/>
                    </a:cubicBezTo>
                    <a:cubicBezTo>
                      <a:pt x="1075" y="562"/>
                      <a:pt x="1075" y="562"/>
                      <a:pt x="795" y="84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67" name="robot vector"/>
              <p:cNvSpPr/>
              <p:nvPr/>
            </p:nvSpPr>
            <p:spPr>
              <a:xfrm>
                <a:off x="8262778" y="4646863"/>
                <a:ext cx="101704" cy="107785"/>
              </a:xfrm>
              <a:custGeom>
                <a:avLst/>
                <a:gdLst/>
                <a:ahLst/>
                <a:cxnLst/>
                <a:rect l="0" t="0" r="r" b="b"/>
                <a:pathLst>
                  <a:path w="11123" h="11788" fill="norm" stroke="0">
                    <a:moveTo>
                      <a:pt x="9128" y="1702"/>
                    </a:moveTo>
                    <a:cubicBezTo>
                      <a:pt x="10388" y="2980"/>
                      <a:pt x="11048" y="4523"/>
                      <a:pt x="11123" y="6312"/>
                    </a:cubicBezTo>
                    <a:cubicBezTo>
                      <a:pt x="10943" y="7870"/>
                      <a:pt x="10363" y="9315"/>
                      <a:pt x="9123" y="10312"/>
                    </a:cubicBezTo>
                    <a:cubicBezTo>
                      <a:pt x="7818" y="11173"/>
                      <a:pt x="6530" y="11788"/>
                      <a:pt x="4945" y="11683"/>
                    </a:cubicBezTo>
                    <a:cubicBezTo>
                      <a:pt x="3065" y="11290"/>
                      <a:pt x="1690" y="10385"/>
                      <a:pt x="635" y="8788"/>
                    </a:cubicBezTo>
                    <a:cubicBezTo>
                      <a:pt x="300" y="8185"/>
                      <a:pt x="155" y="7755"/>
                      <a:pt x="123" y="7062"/>
                    </a:cubicBezTo>
                    <a:cubicBezTo>
                      <a:pt x="110" y="6893"/>
                      <a:pt x="98" y="6722"/>
                      <a:pt x="85" y="6548"/>
                    </a:cubicBezTo>
                    <a:cubicBezTo>
                      <a:pt x="0" y="4637"/>
                      <a:pt x="525" y="3308"/>
                      <a:pt x="1793" y="1885"/>
                    </a:cubicBezTo>
                    <a:cubicBezTo>
                      <a:pt x="3728" y="0"/>
                      <a:pt x="7043" y="95"/>
                      <a:pt x="9128" y="1702"/>
                    </a:cubicBezTo>
                    <a:close/>
                    <a:moveTo>
                      <a:pt x="1163" y="3368"/>
                    </a:moveTo>
                    <a:cubicBezTo>
                      <a:pt x="385" y="4560"/>
                      <a:pt x="503" y="6107"/>
                      <a:pt x="673" y="7472"/>
                    </a:cubicBezTo>
                    <a:cubicBezTo>
                      <a:pt x="990" y="8727"/>
                      <a:pt x="1925" y="9725"/>
                      <a:pt x="2873" y="10562"/>
                    </a:cubicBezTo>
                    <a:cubicBezTo>
                      <a:pt x="3453" y="10875"/>
                      <a:pt x="3968" y="10995"/>
                      <a:pt x="4623" y="11062"/>
                    </a:cubicBezTo>
                    <a:cubicBezTo>
                      <a:pt x="4760" y="11082"/>
                      <a:pt x="4900" y="11102"/>
                      <a:pt x="5043" y="11122"/>
                    </a:cubicBezTo>
                    <a:cubicBezTo>
                      <a:pt x="6365" y="11227"/>
                      <a:pt x="7510" y="10752"/>
                      <a:pt x="8623" y="10062"/>
                    </a:cubicBezTo>
                    <a:cubicBezTo>
                      <a:pt x="9398" y="9380"/>
                      <a:pt x="9983" y="8692"/>
                      <a:pt x="10340" y="7720"/>
                    </a:cubicBezTo>
                    <a:cubicBezTo>
                      <a:pt x="10350" y="7502"/>
                      <a:pt x="10360" y="7285"/>
                      <a:pt x="10373" y="7062"/>
                    </a:cubicBezTo>
                    <a:cubicBezTo>
                      <a:pt x="10385" y="6893"/>
                      <a:pt x="10395" y="6722"/>
                      <a:pt x="10408" y="6548"/>
                    </a:cubicBezTo>
                    <a:cubicBezTo>
                      <a:pt x="10465" y="5247"/>
                      <a:pt x="10380" y="4150"/>
                      <a:pt x="9623" y="3062"/>
                    </a:cubicBezTo>
                    <a:cubicBezTo>
                      <a:pt x="8323" y="1710"/>
                      <a:pt x="7438" y="1035"/>
                      <a:pt x="5560" y="985"/>
                    </a:cubicBezTo>
                    <a:cubicBezTo>
                      <a:pt x="3488" y="1012"/>
                      <a:pt x="2468" y="1830"/>
                      <a:pt x="1163" y="3368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68" name="robot vector"/>
              <p:cNvSpPr/>
              <p:nvPr/>
            </p:nvSpPr>
            <p:spPr>
              <a:xfrm>
                <a:off x="8229604" y="4504956"/>
                <a:ext cx="196596" cy="26060"/>
              </a:xfrm>
              <a:custGeom>
                <a:avLst/>
                <a:gdLst/>
                <a:ahLst/>
                <a:cxnLst/>
                <a:rect l="0" t="0" r="r" b="b"/>
                <a:pathLst>
                  <a:path w="21500" h="2850" fill="norm" stroke="0">
                    <a:moveTo>
                      <a:pt x="14237" y="142"/>
                    </a:moveTo>
                    <a:cubicBezTo>
                      <a:pt x="14707" y="160"/>
                      <a:pt x="15175" y="175"/>
                      <a:pt x="15645" y="188"/>
                    </a:cubicBezTo>
                    <a:cubicBezTo>
                      <a:pt x="17315" y="243"/>
                      <a:pt x="18882" y="377"/>
                      <a:pt x="20500" y="832"/>
                    </a:cubicBezTo>
                    <a:cubicBezTo>
                      <a:pt x="20582" y="667"/>
                      <a:pt x="20665" y="502"/>
                      <a:pt x="20750" y="332"/>
                    </a:cubicBezTo>
                    <a:cubicBezTo>
                      <a:pt x="20997" y="745"/>
                      <a:pt x="21245" y="1157"/>
                      <a:pt x="21500" y="1582"/>
                    </a:cubicBezTo>
                    <a:cubicBezTo>
                      <a:pt x="20822" y="1880"/>
                      <a:pt x="20325" y="1808"/>
                      <a:pt x="19602" y="1692"/>
                    </a:cubicBezTo>
                    <a:cubicBezTo>
                      <a:pt x="19487" y="1675"/>
                      <a:pt x="19487" y="1675"/>
                      <a:pt x="18905" y="1587"/>
                    </a:cubicBezTo>
                    <a:cubicBezTo>
                      <a:pt x="18782" y="1567"/>
                      <a:pt x="18660" y="1550"/>
                      <a:pt x="18535" y="1530"/>
                    </a:cubicBezTo>
                    <a:cubicBezTo>
                      <a:pt x="14945" y="988"/>
                      <a:pt x="11205" y="640"/>
                      <a:pt x="7632" y="1457"/>
                    </a:cubicBezTo>
                    <a:cubicBezTo>
                      <a:pt x="6882" y="1605"/>
                      <a:pt x="6152" y="1640"/>
                      <a:pt x="5390" y="1675"/>
                    </a:cubicBezTo>
                    <a:cubicBezTo>
                      <a:pt x="4075" y="1745"/>
                      <a:pt x="2940" y="2030"/>
                      <a:pt x="1717" y="2510"/>
                    </a:cubicBezTo>
                    <a:cubicBezTo>
                      <a:pt x="835" y="2850"/>
                      <a:pt x="835" y="2850"/>
                      <a:pt x="290" y="2738"/>
                    </a:cubicBezTo>
                    <a:cubicBezTo>
                      <a:pt x="195" y="2685"/>
                      <a:pt x="97" y="2635"/>
                      <a:pt x="0" y="2582"/>
                    </a:cubicBezTo>
                    <a:cubicBezTo>
                      <a:pt x="82" y="2170"/>
                      <a:pt x="165" y="1757"/>
                      <a:pt x="250" y="1332"/>
                    </a:cubicBezTo>
                    <a:cubicBezTo>
                      <a:pt x="332" y="1498"/>
                      <a:pt x="415" y="1662"/>
                      <a:pt x="500" y="1832"/>
                    </a:cubicBezTo>
                    <a:cubicBezTo>
                      <a:pt x="560" y="1808"/>
                      <a:pt x="560" y="1808"/>
                      <a:pt x="867" y="1685"/>
                    </a:cubicBezTo>
                    <a:cubicBezTo>
                      <a:pt x="2497" y="1087"/>
                      <a:pt x="4105" y="847"/>
                      <a:pt x="5822" y="645"/>
                    </a:cubicBezTo>
                    <a:cubicBezTo>
                      <a:pt x="6157" y="595"/>
                      <a:pt x="6492" y="530"/>
                      <a:pt x="6825" y="460"/>
                    </a:cubicBezTo>
                    <a:cubicBezTo>
                      <a:pt x="9257" y="0"/>
                      <a:pt x="11772" y="47"/>
                      <a:pt x="14237" y="142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669" name="robot vector"/>
              <p:cNvSpPr/>
              <p:nvPr/>
            </p:nvSpPr>
            <p:spPr>
              <a:xfrm>
                <a:off x="8397988" y="4640900"/>
                <a:ext cx="92514" cy="110322"/>
              </a:xfrm>
              <a:custGeom>
                <a:avLst/>
                <a:gdLst/>
                <a:ahLst/>
                <a:cxnLst/>
                <a:rect l="0" t="0" r="r" b="b"/>
                <a:pathLst>
                  <a:path w="10118" h="12065" fill="norm" stroke="0">
                    <a:moveTo>
                      <a:pt x="8080" y="1340"/>
                    </a:moveTo>
                    <a:cubicBezTo>
                      <a:pt x="9010" y="2030"/>
                      <a:pt x="9510" y="2865"/>
                      <a:pt x="9835" y="3965"/>
                    </a:cubicBezTo>
                    <a:cubicBezTo>
                      <a:pt x="10118" y="6250"/>
                      <a:pt x="10000" y="8325"/>
                      <a:pt x="8585" y="10215"/>
                    </a:cubicBezTo>
                    <a:cubicBezTo>
                      <a:pt x="7490" y="11385"/>
                      <a:pt x="6643" y="11980"/>
                      <a:pt x="5028" y="12037"/>
                    </a:cubicBezTo>
                    <a:cubicBezTo>
                      <a:pt x="2817" y="12065"/>
                      <a:pt x="2817" y="12065"/>
                      <a:pt x="1895" y="11300"/>
                    </a:cubicBezTo>
                    <a:cubicBezTo>
                      <a:pt x="380" y="9665"/>
                      <a:pt x="0" y="8385"/>
                      <a:pt x="35" y="6165"/>
                    </a:cubicBezTo>
                    <a:cubicBezTo>
                      <a:pt x="188" y="4055"/>
                      <a:pt x="1312" y="2600"/>
                      <a:pt x="2835" y="1215"/>
                    </a:cubicBezTo>
                    <a:cubicBezTo>
                      <a:pt x="4640" y="0"/>
                      <a:pt x="6285" y="262"/>
                      <a:pt x="8080" y="1340"/>
                    </a:cubicBezTo>
                    <a:close/>
                    <a:moveTo>
                      <a:pt x="2108" y="2407"/>
                    </a:moveTo>
                    <a:cubicBezTo>
                      <a:pt x="770" y="3917"/>
                      <a:pt x="493" y="5545"/>
                      <a:pt x="515" y="7510"/>
                    </a:cubicBezTo>
                    <a:cubicBezTo>
                      <a:pt x="620" y="8582"/>
                      <a:pt x="963" y="9345"/>
                      <a:pt x="1585" y="10215"/>
                    </a:cubicBezTo>
                    <a:cubicBezTo>
                      <a:pt x="1680" y="10348"/>
                      <a:pt x="1773" y="10480"/>
                      <a:pt x="1870" y="10615"/>
                    </a:cubicBezTo>
                    <a:cubicBezTo>
                      <a:pt x="2560" y="11360"/>
                      <a:pt x="3268" y="11552"/>
                      <a:pt x="4250" y="11637"/>
                    </a:cubicBezTo>
                    <a:cubicBezTo>
                      <a:pt x="5545" y="11682"/>
                      <a:pt x="6445" y="11555"/>
                      <a:pt x="7475" y="10700"/>
                    </a:cubicBezTo>
                    <a:cubicBezTo>
                      <a:pt x="9033" y="9075"/>
                      <a:pt x="9678" y="7473"/>
                      <a:pt x="9638" y="5228"/>
                    </a:cubicBezTo>
                    <a:cubicBezTo>
                      <a:pt x="9550" y="4375"/>
                      <a:pt x="9260" y="3702"/>
                      <a:pt x="8835" y="2965"/>
                    </a:cubicBezTo>
                    <a:cubicBezTo>
                      <a:pt x="8755" y="2825"/>
                      <a:pt x="8678" y="2685"/>
                      <a:pt x="8595" y="2540"/>
                    </a:cubicBezTo>
                    <a:cubicBezTo>
                      <a:pt x="7995" y="1660"/>
                      <a:pt x="7415" y="1335"/>
                      <a:pt x="6383" y="1075"/>
                    </a:cubicBezTo>
                    <a:cubicBezTo>
                      <a:pt x="4753" y="835"/>
                      <a:pt x="3345" y="1320"/>
                      <a:pt x="2108" y="2407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70" name="robot vector"/>
              <p:cNvSpPr/>
              <p:nvPr/>
            </p:nvSpPr>
            <p:spPr>
              <a:xfrm>
                <a:off x="8314064" y="5018771"/>
                <a:ext cx="59962" cy="26952"/>
              </a:xfrm>
              <a:custGeom>
                <a:avLst/>
                <a:gdLst/>
                <a:ahLst/>
                <a:cxnLst/>
                <a:rect l="0" t="0" r="r" b="b"/>
                <a:pathLst>
                  <a:path w="6558" h="2947" fill="norm" stroke="0">
                    <a:moveTo>
                      <a:pt x="2487" y="310"/>
                    </a:moveTo>
                    <a:cubicBezTo>
                      <a:pt x="2550" y="310"/>
                      <a:pt x="2550" y="310"/>
                      <a:pt x="2872" y="312"/>
                    </a:cubicBezTo>
                    <a:cubicBezTo>
                      <a:pt x="3262" y="312"/>
                      <a:pt x="3650" y="307"/>
                      <a:pt x="4037" y="300"/>
                    </a:cubicBezTo>
                    <a:cubicBezTo>
                      <a:pt x="4282" y="300"/>
                      <a:pt x="4527" y="300"/>
                      <a:pt x="4777" y="300"/>
                    </a:cubicBezTo>
                    <a:cubicBezTo>
                      <a:pt x="5002" y="300"/>
                      <a:pt x="5227" y="297"/>
                      <a:pt x="5460" y="297"/>
                    </a:cubicBezTo>
                    <a:cubicBezTo>
                      <a:pt x="6012" y="390"/>
                      <a:pt x="6012" y="390"/>
                      <a:pt x="6352" y="712"/>
                    </a:cubicBezTo>
                    <a:cubicBezTo>
                      <a:pt x="6558" y="1262"/>
                      <a:pt x="6480" y="1515"/>
                      <a:pt x="6295" y="2062"/>
                    </a:cubicBezTo>
                    <a:cubicBezTo>
                      <a:pt x="6242" y="2217"/>
                      <a:pt x="6192" y="2372"/>
                      <a:pt x="6140" y="2535"/>
                    </a:cubicBezTo>
                    <a:cubicBezTo>
                      <a:pt x="6097" y="2652"/>
                      <a:pt x="6055" y="2770"/>
                      <a:pt x="6012" y="2890"/>
                    </a:cubicBezTo>
                    <a:cubicBezTo>
                      <a:pt x="5275" y="2902"/>
                      <a:pt x="4535" y="2912"/>
                      <a:pt x="3797" y="2917"/>
                    </a:cubicBezTo>
                    <a:cubicBezTo>
                      <a:pt x="3422" y="2922"/>
                      <a:pt x="3047" y="2927"/>
                      <a:pt x="2672" y="2935"/>
                    </a:cubicBezTo>
                    <a:cubicBezTo>
                      <a:pt x="2438" y="2935"/>
                      <a:pt x="2202" y="2938"/>
                      <a:pt x="1960" y="2940"/>
                    </a:cubicBezTo>
                    <a:cubicBezTo>
                      <a:pt x="1852" y="2940"/>
                      <a:pt x="1852" y="2940"/>
                      <a:pt x="1303" y="2947"/>
                    </a:cubicBezTo>
                    <a:cubicBezTo>
                      <a:pt x="762" y="2890"/>
                      <a:pt x="762" y="2890"/>
                      <a:pt x="262" y="2390"/>
                    </a:cubicBezTo>
                    <a:cubicBezTo>
                      <a:pt x="142" y="2030"/>
                      <a:pt x="142" y="2030"/>
                      <a:pt x="75" y="1640"/>
                    </a:cubicBezTo>
                    <a:cubicBezTo>
                      <a:pt x="62" y="1575"/>
                      <a:pt x="62" y="1575"/>
                      <a:pt x="0" y="1250"/>
                    </a:cubicBezTo>
                    <a:cubicBezTo>
                      <a:pt x="42" y="0"/>
                      <a:pt x="1627" y="315"/>
                      <a:pt x="2487" y="3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71" name="robot vector"/>
              <p:cNvSpPr/>
              <p:nvPr/>
            </p:nvSpPr>
            <p:spPr>
              <a:xfrm>
                <a:off x="8400895" y="4648211"/>
                <a:ext cx="85839" cy="100310"/>
              </a:xfrm>
              <a:custGeom>
                <a:avLst/>
                <a:gdLst/>
                <a:ahLst/>
                <a:cxnLst/>
                <a:rect l="0" t="0" r="r" b="b"/>
                <a:pathLst>
                  <a:path w="9387" h="10970" fill="norm" stroke="0">
                    <a:moveTo>
                      <a:pt x="7742" y="1038"/>
                    </a:moveTo>
                    <a:cubicBezTo>
                      <a:pt x="8930" y="2348"/>
                      <a:pt x="9387" y="3625"/>
                      <a:pt x="9327" y="5383"/>
                    </a:cubicBezTo>
                    <a:cubicBezTo>
                      <a:pt x="9080" y="7565"/>
                      <a:pt x="8045" y="9018"/>
                      <a:pt x="6435" y="10462"/>
                    </a:cubicBezTo>
                    <a:cubicBezTo>
                      <a:pt x="5387" y="10970"/>
                      <a:pt x="3897" y="10875"/>
                      <a:pt x="2767" y="10665"/>
                    </a:cubicBezTo>
                    <a:cubicBezTo>
                      <a:pt x="1607" y="10113"/>
                      <a:pt x="805" y="9135"/>
                      <a:pt x="375" y="7928"/>
                    </a:cubicBezTo>
                    <a:cubicBezTo>
                      <a:pt x="0" y="6148"/>
                      <a:pt x="115" y="4498"/>
                      <a:pt x="1017" y="2915"/>
                    </a:cubicBezTo>
                    <a:cubicBezTo>
                      <a:pt x="1045" y="2858"/>
                      <a:pt x="1045" y="2858"/>
                      <a:pt x="1190" y="2567"/>
                    </a:cubicBezTo>
                    <a:cubicBezTo>
                      <a:pt x="1782" y="1448"/>
                      <a:pt x="2637" y="755"/>
                      <a:pt x="3815" y="323"/>
                    </a:cubicBezTo>
                    <a:cubicBezTo>
                      <a:pt x="5160" y="0"/>
                      <a:pt x="6637" y="173"/>
                      <a:pt x="7742" y="1038"/>
                    </a:cubicBezTo>
                    <a:close/>
                    <a:moveTo>
                      <a:pt x="2107" y="1923"/>
                    </a:moveTo>
                    <a:cubicBezTo>
                      <a:pt x="1070" y="3420"/>
                      <a:pt x="477" y="5095"/>
                      <a:pt x="767" y="6915"/>
                    </a:cubicBezTo>
                    <a:cubicBezTo>
                      <a:pt x="1007" y="8028"/>
                      <a:pt x="1250" y="9048"/>
                      <a:pt x="2157" y="9790"/>
                    </a:cubicBezTo>
                    <a:cubicBezTo>
                      <a:pt x="3297" y="10493"/>
                      <a:pt x="4188" y="10633"/>
                      <a:pt x="5517" y="10415"/>
                    </a:cubicBezTo>
                    <a:cubicBezTo>
                      <a:pt x="6902" y="9770"/>
                      <a:pt x="7880" y="8680"/>
                      <a:pt x="8552" y="7320"/>
                    </a:cubicBezTo>
                    <a:cubicBezTo>
                      <a:pt x="8992" y="5975"/>
                      <a:pt x="9160" y="4398"/>
                      <a:pt x="8622" y="3055"/>
                    </a:cubicBezTo>
                    <a:cubicBezTo>
                      <a:pt x="8170" y="2188"/>
                      <a:pt x="7652" y="1358"/>
                      <a:pt x="6767" y="915"/>
                    </a:cubicBezTo>
                    <a:cubicBezTo>
                      <a:pt x="5027" y="723"/>
                      <a:pt x="3400" y="562"/>
                      <a:pt x="2107" y="1923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72" name="robot vector"/>
              <p:cNvSpPr/>
              <p:nvPr/>
            </p:nvSpPr>
            <p:spPr>
              <a:xfrm>
                <a:off x="8206649" y="5020056"/>
                <a:ext cx="81404" cy="66934"/>
              </a:xfrm>
              <a:custGeom>
                <a:avLst/>
                <a:gdLst/>
                <a:ahLst/>
                <a:cxnLst/>
                <a:rect l="0" t="0" r="r" b="b"/>
                <a:pathLst>
                  <a:path w="8903" h="7320" fill="norm" stroke="0">
                    <a:moveTo>
                      <a:pt x="6760" y="0"/>
                    </a:moveTo>
                    <a:cubicBezTo>
                      <a:pt x="7337" y="15"/>
                      <a:pt x="7337" y="15"/>
                      <a:pt x="8010" y="250"/>
                    </a:cubicBezTo>
                    <a:cubicBezTo>
                      <a:pt x="8903" y="1505"/>
                      <a:pt x="8867" y="2977"/>
                      <a:pt x="8837" y="4452"/>
                    </a:cubicBezTo>
                    <a:cubicBezTo>
                      <a:pt x="8840" y="4668"/>
                      <a:pt x="8840" y="4882"/>
                      <a:pt x="8840" y="5102"/>
                    </a:cubicBezTo>
                    <a:cubicBezTo>
                      <a:pt x="8827" y="6683"/>
                      <a:pt x="8827" y="6683"/>
                      <a:pt x="8260" y="7250"/>
                    </a:cubicBezTo>
                    <a:cubicBezTo>
                      <a:pt x="7692" y="7300"/>
                      <a:pt x="7155" y="7320"/>
                      <a:pt x="6587" y="7317"/>
                    </a:cubicBezTo>
                    <a:cubicBezTo>
                      <a:pt x="6423" y="7317"/>
                      <a:pt x="6260" y="7317"/>
                      <a:pt x="6090" y="7317"/>
                    </a:cubicBezTo>
                    <a:cubicBezTo>
                      <a:pt x="5742" y="7317"/>
                      <a:pt x="5393" y="7317"/>
                      <a:pt x="5045" y="7315"/>
                    </a:cubicBezTo>
                    <a:cubicBezTo>
                      <a:pt x="4513" y="7312"/>
                      <a:pt x="3980" y="7315"/>
                      <a:pt x="3445" y="7317"/>
                    </a:cubicBezTo>
                    <a:cubicBezTo>
                      <a:pt x="3107" y="7317"/>
                      <a:pt x="2770" y="7317"/>
                      <a:pt x="2433" y="7317"/>
                    </a:cubicBezTo>
                    <a:cubicBezTo>
                      <a:pt x="2273" y="7317"/>
                      <a:pt x="2112" y="7317"/>
                      <a:pt x="1947" y="7320"/>
                    </a:cubicBezTo>
                    <a:cubicBezTo>
                      <a:pt x="817" y="7308"/>
                      <a:pt x="817" y="7308"/>
                      <a:pt x="260" y="6750"/>
                    </a:cubicBezTo>
                    <a:cubicBezTo>
                      <a:pt x="117" y="5595"/>
                      <a:pt x="0" y="4250"/>
                      <a:pt x="620" y="3220"/>
                    </a:cubicBezTo>
                    <a:cubicBezTo>
                      <a:pt x="1112" y="2628"/>
                      <a:pt x="1257" y="2477"/>
                      <a:pt x="1997" y="2347"/>
                    </a:cubicBezTo>
                    <a:cubicBezTo>
                      <a:pt x="5612" y="1673"/>
                      <a:pt x="5612" y="1673"/>
                      <a:pt x="6545" y="345"/>
                    </a:cubicBezTo>
                    <a:cubicBezTo>
                      <a:pt x="6615" y="230"/>
                      <a:pt x="6688" y="117"/>
                      <a:pt x="6760" y="0"/>
                    </a:cubicBezTo>
                    <a:close/>
                    <a:moveTo>
                      <a:pt x="6212" y="1202"/>
                    </a:moveTo>
                    <a:cubicBezTo>
                      <a:pt x="4895" y="2357"/>
                      <a:pt x="3710" y="2822"/>
                      <a:pt x="1960" y="2875"/>
                    </a:cubicBezTo>
                    <a:cubicBezTo>
                      <a:pt x="1510" y="3000"/>
                      <a:pt x="1510" y="3000"/>
                      <a:pt x="1080" y="3428"/>
                    </a:cubicBezTo>
                    <a:cubicBezTo>
                      <a:pt x="700" y="4107"/>
                      <a:pt x="675" y="4523"/>
                      <a:pt x="697" y="5298"/>
                    </a:cubicBezTo>
                    <a:cubicBezTo>
                      <a:pt x="702" y="5518"/>
                      <a:pt x="705" y="5737"/>
                      <a:pt x="710" y="5965"/>
                    </a:cubicBezTo>
                    <a:cubicBezTo>
                      <a:pt x="760" y="6500"/>
                      <a:pt x="760" y="6500"/>
                      <a:pt x="1010" y="6750"/>
                    </a:cubicBezTo>
                    <a:cubicBezTo>
                      <a:pt x="1528" y="6775"/>
                      <a:pt x="2038" y="6785"/>
                      <a:pt x="2558" y="6783"/>
                    </a:cubicBezTo>
                    <a:cubicBezTo>
                      <a:pt x="2712" y="6783"/>
                      <a:pt x="2865" y="6783"/>
                      <a:pt x="3025" y="6785"/>
                    </a:cubicBezTo>
                    <a:cubicBezTo>
                      <a:pt x="3352" y="6785"/>
                      <a:pt x="3680" y="6783"/>
                      <a:pt x="4005" y="6783"/>
                    </a:cubicBezTo>
                    <a:cubicBezTo>
                      <a:pt x="4507" y="6783"/>
                      <a:pt x="5010" y="6783"/>
                      <a:pt x="5513" y="6785"/>
                    </a:cubicBezTo>
                    <a:cubicBezTo>
                      <a:pt x="5830" y="6785"/>
                      <a:pt x="6145" y="6783"/>
                      <a:pt x="6462" y="6783"/>
                    </a:cubicBezTo>
                    <a:cubicBezTo>
                      <a:pt x="6615" y="6783"/>
                      <a:pt x="6765" y="6785"/>
                      <a:pt x="6920" y="6785"/>
                    </a:cubicBezTo>
                    <a:cubicBezTo>
                      <a:pt x="7982" y="6778"/>
                      <a:pt x="7982" y="6778"/>
                      <a:pt x="8260" y="6500"/>
                    </a:cubicBezTo>
                    <a:cubicBezTo>
                      <a:pt x="8330" y="5732"/>
                      <a:pt x="8317" y="4960"/>
                      <a:pt x="8322" y="4188"/>
                    </a:cubicBezTo>
                    <a:cubicBezTo>
                      <a:pt x="8327" y="3972"/>
                      <a:pt x="8332" y="3758"/>
                      <a:pt x="8337" y="3535"/>
                    </a:cubicBezTo>
                    <a:cubicBezTo>
                      <a:pt x="8345" y="2305"/>
                      <a:pt x="8325" y="1457"/>
                      <a:pt x="7510" y="500"/>
                    </a:cubicBezTo>
                    <a:cubicBezTo>
                      <a:pt x="6835" y="500"/>
                      <a:pt x="6697" y="747"/>
                      <a:pt x="6212" y="120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73" name="robot vector"/>
              <p:cNvSpPr/>
              <p:nvPr/>
            </p:nvSpPr>
            <p:spPr>
              <a:xfrm>
                <a:off x="8546434" y="4953150"/>
                <a:ext cx="66134" cy="73198"/>
              </a:xfrm>
              <a:custGeom>
                <a:avLst/>
                <a:gdLst/>
                <a:ahLst/>
                <a:cxnLst/>
                <a:rect l="0" t="0" r="r" b="b"/>
                <a:pathLst>
                  <a:path w="7233" h="8005" fill="norm" stroke="0">
                    <a:moveTo>
                      <a:pt x="3585" y="207"/>
                    </a:moveTo>
                    <a:cubicBezTo>
                      <a:pt x="3697" y="205"/>
                      <a:pt x="3697" y="205"/>
                      <a:pt x="4273" y="192"/>
                    </a:cubicBezTo>
                    <a:cubicBezTo>
                      <a:pt x="6128" y="192"/>
                      <a:pt x="6128" y="192"/>
                      <a:pt x="6753" y="727"/>
                    </a:cubicBezTo>
                    <a:cubicBezTo>
                      <a:pt x="7183" y="1452"/>
                      <a:pt x="7233" y="2030"/>
                      <a:pt x="7195" y="2847"/>
                    </a:cubicBezTo>
                    <a:cubicBezTo>
                      <a:pt x="7190" y="2990"/>
                      <a:pt x="7188" y="3132"/>
                      <a:pt x="7183" y="3280"/>
                    </a:cubicBezTo>
                    <a:cubicBezTo>
                      <a:pt x="7065" y="6317"/>
                      <a:pt x="7065" y="6317"/>
                      <a:pt x="6330" y="7505"/>
                    </a:cubicBezTo>
                    <a:cubicBezTo>
                      <a:pt x="5562" y="8005"/>
                      <a:pt x="4793" y="7915"/>
                      <a:pt x="3898" y="7895"/>
                    </a:cubicBezTo>
                    <a:cubicBezTo>
                      <a:pt x="3723" y="7895"/>
                      <a:pt x="3548" y="7898"/>
                      <a:pt x="3368" y="7898"/>
                    </a:cubicBezTo>
                    <a:cubicBezTo>
                      <a:pt x="2265" y="7885"/>
                      <a:pt x="1368" y="7757"/>
                      <a:pt x="350" y="7317"/>
                    </a:cubicBezTo>
                    <a:cubicBezTo>
                      <a:pt x="0" y="6617"/>
                      <a:pt x="62" y="5942"/>
                      <a:pt x="70" y="5178"/>
                    </a:cubicBezTo>
                    <a:cubicBezTo>
                      <a:pt x="70" y="5020"/>
                      <a:pt x="72" y="4862"/>
                      <a:pt x="72" y="4700"/>
                    </a:cubicBezTo>
                    <a:cubicBezTo>
                      <a:pt x="113" y="1370"/>
                      <a:pt x="113" y="1370"/>
                      <a:pt x="663" y="670"/>
                    </a:cubicBezTo>
                    <a:cubicBezTo>
                      <a:pt x="1490" y="0"/>
                      <a:pt x="2562" y="200"/>
                      <a:pt x="3585" y="207"/>
                    </a:cubicBezTo>
                    <a:close/>
                    <a:moveTo>
                      <a:pt x="850" y="1317"/>
                    </a:moveTo>
                    <a:cubicBezTo>
                      <a:pt x="540" y="2597"/>
                      <a:pt x="567" y="3985"/>
                      <a:pt x="538" y="5303"/>
                    </a:cubicBezTo>
                    <a:cubicBezTo>
                      <a:pt x="533" y="5442"/>
                      <a:pt x="528" y="5585"/>
                      <a:pt x="523" y="5730"/>
                    </a:cubicBezTo>
                    <a:cubicBezTo>
                      <a:pt x="518" y="6135"/>
                      <a:pt x="518" y="6135"/>
                      <a:pt x="600" y="6817"/>
                    </a:cubicBezTo>
                    <a:cubicBezTo>
                      <a:pt x="1445" y="7587"/>
                      <a:pt x="2540" y="7400"/>
                      <a:pt x="3615" y="7395"/>
                    </a:cubicBezTo>
                    <a:cubicBezTo>
                      <a:pt x="3822" y="7400"/>
                      <a:pt x="4030" y="7403"/>
                      <a:pt x="4243" y="7408"/>
                    </a:cubicBezTo>
                    <a:cubicBezTo>
                      <a:pt x="4442" y="7408"/>
                      <a:pt x="4640" y="7408"/>
                      <a:pt x="4845" y="7408"/>
                    </a:cubicBezTo>
                    <a:cubicBezTo>
                      <a:pt x="4935" y="7408"/>
                      <a:pt x="4935" y="7408"/>
                      <a:pt x="5393" y="7410"/>
                    </a:cubicBezTo>
                    <a:cubicBezTo>
                      <a:pt x="5850" y="7317"/>
                      <a:pt x="5850" y="7317"/>
                      <a:pt x="6155" y="7007"/>
                    </a:cubicBezTo>
                    <a:cubicBezTo>
                      <a:pt x="6562" y="6090"/>
                      <a:pt x="6505" y="5058"/>
                      <a:pt x="6555" y="4067"/>
                    </a:cubicBezTo>
                    <a:cubicBezTo>
                      <a:pt x="6570" y="3837"/>
                      <a:pt x="6585" y="3610"/>
                      <a:pt x="6603" y="3372"/>
                    </a:cubicBezTo>
                    <a:cubicBezTo>
                      <a:pt x="6608" y="3262"/>
                      <a:pt x="6608" y="3262"/>
                      <a:pt x="6638" y="2707"/>
                    </a:cubicBezTo>
                    <a:cubicBezTo>
                      <a:pt x="6648" y="2507"/>
                      <a:pt x="6660" y="2305"/>
                      <a:pt x="6670" y="2100"/>
                    </a:cubicBezTo>
                    <a:cubicBezTo>
                      <a:pt x="6600" y="1567"/>
                      <a:pt x="6600" y="1567"/>
                      <a:pt x="6288" y="1127"/>
                    </a:cubicBezTo>
                    <a:cubicBezTo>
                      <a:pt x="5753" y="747"/>
                      <a:pt x="5463" y="722"/>
                      <a:pt x="4810" y="725"/>
                    </a:cubicBezTo>
                    <a:cubicBezTo>
                      <a:pt x="4613" y="725"/>
                      <a:pt x="4415" y="727"/>
                      <a:pt x="4210" y="727"/>
                    </a:cubicBezTo>
                    <a:cubicBezTo>
                      <a:pt x="4003" y="730"/>
                      <a:pt x="3798" y="735"/>
                      <a:pt x="3585" y="737"/>
                    </a:cubicBezTo>
                    <a:cubicBezTo>
                      <a:pt x="3483" y="737"/>
                      <a:pt x="3483" y="737"/>
                      <a:pt x="2957" y="737"/>
                    </a:cubicBezTo>
                    <a:cubicBezTo>
                      <a:pt x="1418" y="750"/>
                      <a:pt x="1418" y="750"/>
                      <a:pt x="850" y="1317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74" name="robot vector"/>
              <p:cNvSpPr/>
              <p:nvPr/>
            </p:nvSpPr>
            <p:spPr>
              <a:xfrm>
                <a:off x="8398661" y="5013312"/>
                <a:ext cx="78090" cy="73952"/>
              </a:xfrm>
              <a:custGeom>
                <a:avLst/>
                <a:gdLst/>
                <a:ahLst/>
                <a:cxnLst/>
                <a:rect l="0" t="0" r="r" b="b"/>
                <a:pathLst>
                  <a:path w="8540" h="8087" fill="norm" stroke="0">
                    <a:moveTo>
                      <a:pt x="3980" y="737"/>
                    </a:moveTo>
                    <a:cubicBezTo>
                      <a:pt x="5668" y="1440"/>
                      <a:pt x="7097" y="2717"/>
                      <a:pt x="7903" y="4362"/>
                    </a:cubicBezTo>
                    <a:cubicBezTo>
                      <a:pt x="8278" y="5357"/>
                      <a:pt x="8540" y="6438"/>
                      <a:pt x="8260" y="7487"/>
                    </a:cubicBezTo>
                    <a:cubicBezTo>
                      <a:pt x="7613" y="8087"/>
                      <a:pt x="6928" y="8060"/>
                      <a:pt x="6087" y="8055"/>
                    </a:cubicBezTo>
                    <a:cubicBezTo>
                      <a:pt x="5952" y="8055"/>
                      <a:pt x="5815" y="8055"/>
                      <a:pt x="5675" y="8055"/>
                    </a:cubicBezTo>
                    <a:cubicBezTo>
                      <a:pt x="5388" y="8055"/>
                      <a:pt x="5100" y="8055"/>
                      <a:pt x="4812" y="8053"/>
                    </a:cubicBezTo>
                    <a:cubicBezTo>
                      <a:pt x="4370" y="8050"/>
                      <a:pt x="3930" y="8053"/>
                      <a:pt x="3490" y="8055"/>
                    </a:cubicBezTo>
                    <a:cubicBezTo>
                      <a:pt x="3210" y="8055"/>
                      <a:pt x="2930" y="8055"/>
                      <a:pt x="2650" y="8055"/>
                    </a:cubicBezTo>
                    <a:cubicBezTo>
                      <a:pt x="2520" y="8055"/>
                      <a:pt x="2388" y="8055"/>
                      <a:pt x="2253" y="8057"/>
                    </a:cubicBezTo>
                    <a:cubicBezTo>
                      <a:pt x="1498" y="8047"/>
                      <a:pt x="1317" y="8045"/>
                      <a:pt x="760" y="7487"/>
                    </a:cubicBezTo>
                    <a:cubicBezTo>
                      <a:pt x="663" y="7107"/>
                      <a:pt x="663" y="7107"/>
                      <a:pt x="613" y="6662"/>
                    </a:cubicBezTo>
                    <a:cubicBezTo>
                      <a:pt x="592" y="6500"/>
                      <a:pt x="572" y="6337"/>
                      <a:pt x="553" y="6172"/>
                    </a:cubicBezTo>
                    <a:cubicBezTo>
                      <a:pt x="533" y="6002"/>
                      <a:pt x="515" y="5832"/>
                      <a:pt x="495" y="5660"/>
                    </a:cubicBezTo>
                    <a:cubicBezTo>
                      <a:pt x="457" y="5327"/>
                      <a:pt x="418" y="4995"/>
                      <a:pt x="378" y="4662"/>
                    </a:cubicBezTo>
                    <a:cubicBezTo>
                      <a:pt x="368" y="4582"/>
                      <a:pt x="368" y="4582"/>
                      <a:pt x="322" y="4180"/>
                    </a:cubicBezTo>
                    <a:cubicBezTo>
                      <a:pt x="260" y="3737"/>
                      <a:pt x="260" y="3737"/>
                      <a:pt x="100" y="3050"/>
                    </a:cubicBezTo>
                    <a:cubicBezTo>
                      <a:pt x="0" y="2415"/>
                      <a:pt x="70" y="2127"/>
                      <a:pt x="340" y="1550"/>
                    </a:cubicBezTo>
                    <a:cubicBezTo>
                      <a:pt x="405" y="1402"/>
                      <a:pt x="472" y="1252"/>
                      <a:pt x="540" y="1100"/>
                    </a:cubicBezTo>
                    <a:cubicBezTo>
                      <a:pt x="1212" y="0"/>
                      <a:pt x="2947" y="415"/>
                      <a:pt x="3980" y="737"/>
                    </a:cubicBezTo>
                    <a:close/>
                    <a:moveTo>
                      <a:pt x="760" y="1487"/>
                    </a:moveTo>
                    <a:cubicBezTo>
                      <a:pt x="462" y="2497"/>
                      <a:pt x="480" y="3035"/>
                      <a:pt x="875" y="4025"/>
                    </a:cubicBezTo>
                    <a:cubicBezTo>
                      <a:pt x="1125" y="4880"/>
                      <a:pt x="1140" y="5780"/>
                      <a:pt x="1200" y="6665"/>
                    </a:cubicBezTo>
                    <a:cubicBezTo>
                      <a:pt x="1260" y="7237"/>
                      <a:pt x="1260" y="7237"/>
                      <a:pt x="1510" y="7487"/>
                    </a:cubicBezTo>
                    <a:cubicBezTo>
                      <a:pt x="1957" y="7512"/>
                      <a:pt x="2393" y="7522"/>
                      <a:pt x="2840" y="7520"/>
                    </a:cubicBezTo>
                    <a:cubicBezTo>
                      <a:pt x="2905" y="7520"/>
                      <a:pt x="2905" y="7520"/>
                      <a:pt x="3240" y="7522"/>
                    </a:cubicBezTo>
                    <a:cubicBezTo>
                      <a:pt x="3520" y="7522"/>
                      <a:pt x="3800" y="7520"/>
                      <a:pt x="4080" y="7520"/>
                    </a:cubicBezTo>
                    <a:cubicBezTo>
                      <a:pt x="4510" y="7520"/>
                      <a:pt x="4940" y="7520"/>
                      <a:pt x="5368" y="7522"/>
                    </a:cubicBezTo>
                    <a:cubicBezTo>
                      <a:pt x="5640" y="7522"/>
                      <a:pt x="5913" y="7520"/>
                      <a:pt x="6183" y="7520"/>
                    </a:cubicBezTo>
                    <a:cubicBezTo>
                      <a:pt x="6312" y="7520"/>
                      <a:pt x="6442" y="7522"/>
                      <a:pt x="6575" y="7522"/>
                    </a:cubicBezTo>
                    <a:cubicBezTo>
                      <a:pt x="7483" y="7515"/>
                      <a:pt x="7483" y="7515"/>
                      <a:pt x="7760" y="7237"/>
                    </a:cubicBezTo>
                    <a:cubicBezTo>
                      <a:pt x="7780" y="5405"/>
                      <a:pt x="7415" y="3997"/>
                      <a:pt x="6190" y="2630"/>
                    </a:cubicBezTo>
                    <a:cubicBezTo>
                      <a:pt x="5038" y="1550"/>
                      <a:pt x="3592" y="1077"/>
                      <a:pt x="2043" y="910"/>
                    </a:cubicBezTo>
                    <a:cubicBezTo>
                      <a:pt x="1170" y="1037"/>
                      <a:pt x="1170" y="1037"/>
                      <a:pt x="760" y="1487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75" name="robot vector"/>
              <p:cNvSpPr/>
              <p:nvPr/>
            </p:nvSpPr>
            <p:spPr>
              <a:xfrm>
                <a:off x="8405102" y="5101722"/>
                <a:ext cx="69883" cy="53858"/>
              </a:xfrm>
              <a:custGeom>
                <a:avLst/>
                <a:gdLst/>
                <a:ahLst/>
                <a:cxnLst/>
                <a:rect l="0" t="0" r="r" b="b"/>
                <a:pathLst>
                  <a:path w="7643" h="5890" fill="norm" stroke="0">
                    <a:moveTo>
                      <a:pt x="2322" y="3"/>
                    </a:moveTo>
                    <a:cubicBezTo>
                      <a:pt x="2562" y="3"/>
                      <a:pt x="2803" y="0"/>
                      <a:pt x="3050" y="0"/>
                    </a:cubicBezTo>
                    <a:cubicBezTo>
                      <a:pt x="3175" y="3"/>
                      <a:pt x="3300" y="3"/>
                      <a:pt x="3428" y="3"/>
                    </a:cubicBezTo>
                    <a:cubicBezTo>
                      <a:pt x="3805" y="8"/>
                      <a:pt x="4185" y="3"/>
                      <a:pt x="4562" y="0"/>
                    </a:cubicBezTo>
                    <a:cubicBezTo>
                      <a:pt x="4683" y="0"/>
                      <a:pt x="4683" y="0"/>
                      <a:pt x="5293" y="3"/>
                    </a:cubicBezTo>
                    <a:cubicBezTo>
                      <a:pt x="5510" y="3"/>
                      <a:pt x="5730" y="3"/>
                      <a:pt x="5955" y="5"/>
                    </a:cubicBezTo>
                    <a:cubicBezTo>
                      <a:pt x="6595" y="72"/>
                      <a:pt x="7005" y="248"/>
                      <a:pt x="7558" y="570"/>
                    </a:cubicBezTo>
                    <a:cubicBezTo>
                      <a:pt x="7577" y="1350"/>
                      <a:pt x="7592" y="2130"/>
                      <a:pt x="7602" y="2913"/>
                    </a:cubicBezTo>
                    <a:cubicBezTo>
                      <a:pt x="7610" y="3135"/>
                      <a:pt x="7617" y="3358"/>
                      <a:pt x="7622" y="3588"/>
                    </a:cubicBezTo>
                    <a:cubicBezTo>
                      <a:pt x="7625" y="3800"/>
                      <a:pt x="7627" y="4013"/>
                      <a:pt x="7630" y="4230"/>
                    </a:cubicBezTo>
                    <a:cubicBezTo>
                      <a:pt x="7635" y="4428"/>
                      <a:pt x="7638" y="4625"/>
                      <a:pt x="7643" y="4825"/>
                    </a:cubicBezTo>
                    <a:cubicBezTo>
                      <a:pt x="7558" y="5320"/>
                      <a:pt x="7558" y="5320"/>
                      <a:pt x="7265" y="5633"/>
                    </a:cubicBezTo>
                    <a:cubicBezTo>
                      <a:pt x="6640" y="5888"/>
                      <a:pt x="6050" y="5890"/>
                      <a:pt x="5385" y="5885"/>
                    </a:cubicBezTo>
                    <a:cubicBezTo>
                      <a:pt x="5247" y="5885"/>
                      <a:pt x="5110" y="5888"/>
                      <a:pt x="4970" y="5888"/>
                    </a:cubicBezTo>
                    <a:cubicBezTo>
                      <a:pt x="4683" y="5888"/>
                      <a:pt x="4395" y="5885"/>
                      <a:pt x="4107" y="5885"/>
                    </a:cubicBezTo>
                    <a:cubicBezTo>
                      <a:pt x="3668" y="5883"/>
                      <a:pt x="3227" y="5885"/>
                      <a:pt x="2785" y="5888"/>
                    </a:cubicBezTo>
                    <a:cubicBezTo>
                      <a:pt x="2505" y="5888"/>
                      <a:pt x="2227" y="5888"/>
                      <a:pt x="1947" y="5885"/>
                    </a:cubicBezTo>
                    <a:cubicBezTo>
                      <a:pt x="1815" y="5888"/>
                      <a:pt x="1683" y="5888"/>
                      <a:pt x="1548" y="5888"/>
                    </a:cubicBezTo>
                    <a:cubicBezTo>
                      <a:pt x="793" y="5878"/>
                      <a:pt x="615" y="5875"/>
                      <a:pt x="58" y="5320"/>
                    </a:cubicBezTo>
                    <a:cubicBezTo>
                      <a:pt x="0" y="4825"/>
                      <a:pt x="0" y="4825"/>
                      <a:pt x="7" y="4230"/>
                    </a:cubicBezTo>
                    <a:cubicBezTo>
                      <a:pt x="10" y="4018"/>
                      <a:pt x="13" y="3805"/>
                      <a:pt x="13" y="3588"/>
                    </a:cubicBezTo>
                    <a:cubicBezTo>
                      <a:pt x="18" y="3365"/>
                      <a:pt x="23" y="3143"/>
                      <a:pt x="25" y="2913"/>
                    </a:cubicBezTo>
                    <a:cubicBezTo>
                      <a:pt x="28" y="2688"/>
                      <a:pt x="30" y="2465"/>
                      <a:pt x="33" y="2233"/>
                    </a:cubicBezTo>
                    <a:cubicBezTo>
                      <a:pt x="38" y="1678"/>
                      <a:pt x="48" y="1123"/>
                      <a:pt x="58" y="570"/>
                    </a:cubicBezTo>
                    <a:cubicBezTo>
                      <a:pt x="842" y="110"/>
                      <a:pt x="1418" y="5"/>
                      <a:pt x="2322" y="3"/>
                    </a:cubicBezTo>
                    <a:close/>
                    <a:moveTo>
                      <a:pt x="558" y="820"/>
                    </a:moveTo>
                    <a:cubicBezTo>
                      <a:pt x="495" y="1478"/>
                      <a:pt x="510" y="2143"/>
                      <a:pt x="510" y="2803"/>
                    </a:cubicBezTo>
                    <a:cubicBezTo>
                      <a:pt x="507" y="2988"/>
                      <a:pt x="505" y="3175"/>
                      <a:pt x="500" y="3365"/>
                    </a:cubicBezTo>
                    <a:cubicBezTo>
                      <a:pt x="500" y="3543"/>
                      <a:pt x="500" y="3720"/>
                      <a:pt x="500" y="3905"/>
                    </a:cubicBezTo>
                    <a:cubicBezTo>
                      <a:pt x="497" y="4068"/>
                      <a:pt x="497" y="4230"/>
                      <a:pt x="495" y="4400"/>
                    </a:cubicBezTo>
                    <a:cubicBezTo>
                      <a:pt x="558" y="4820"/>
                      <a:pt x="558" y="4820"/>
                      <a:pt x="1058" y="5320"/>
                    </a:cubicBezTo>
                    <a:cubicBezTo>
                      <a:pt x="1610" y="5380"/>
                      <a:pt x="1610" y="5380"/>
                      <a:pt x="2293" y="5378"/>
                    </a:cubicBezTo>
                    <a:cubicBezTo>
                      <a:pt x="2535" y="5375"/>
                      <a:pt x="2780" y="5375"/>
                      <a:pt x="3033" y="5375"/>
                    </a:cubicBezTo>
                    <a:cubicBezTo>
                      <a:pt x="3095" y="5375"/>
                      <a:pt x="3095" y="5375"/>
                      <a:pt x="3418" y="5370"/>
                    </a:cubicBezTo>
                    <a:cubicBezTo>
                      <a:pt x="3805" y="5365"/>
                      <a:pt x="4195" y="5365"/>
                      <a:pt x="4582" y="5365"/>
                    </a:cubicBezTo>
                    <a:cubicBezTo>
                      <a:pt x="6487" y="5355"/>
                      <a:pt x="6487" y="5355"/>
                      <a:pt x="7058" y="5070"/>
                    </a:cubicBezTo>
                    <a:cubicBezTo>
                      <a:pt x="7058" y="3668"/>
                      <a:pt x="7058" y="2265"/>
                      <a:pt x="7058" y="820"/>
                    </a:cubicBezTo>
                    <a:cubicBezTo>
                      <a:pt x="6420" y="500"/>
                      <a:pt x="5970" y="538"/>
                      <a:pt x="5260" y="535"/>
                    </a:cubicBezTo>
                    <a:cubicBezTo>
                      <a:pt x="5132" y="535"/>
                      <a:pt x="5007" y="535"/>
                      <a:pt x="4875" y="535"/>
                    </a:cubicBezTo>
                    <a:cubicBezTo>
                      <a:pt x="4610" y="535"/>
                      <a:pt x="4342" y="535"/>
                      <a:pt x="4075" y="538"/>
                    </a:cubicBezTo>
                    <a:cubicBezTo>
                      <a:pt x="3668" y="538"/>
                      <a:pt x="3257" y="538"/>
                      <a:pt x="2847" y="535"/>
                    </a:cubicBezTo>
                    <a:cubicBezTo>
                      <a:pt x="2590" y="535"/>
                      <a:pt x="2330" y="535"/>
                      <a:pt x="2072" y="535"/>
                    </a:cubicBezTo>
                    <a:cubicBezTo>
                      <a:pt x="1835" y="535"/>
                      <a:pt x="1597" y="538"/>
                      <a:pt x="1355" y="538"/>
                    </a:cubicBezTo>
                    <a:cubicBezTo>
                      <a:pt x="808" y="570"/>
                      <a:pt x="808" y="570"/>
                      <a:pt x="558" y="82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76" name="robot vector"/>
              <p:cNvSpPr/>
              <p:nvPr/>
            </p:nvSpPr>
            <p:spPr>
              <a:xfrm>
                <a:off x="8208509" y="5101722"/>
                <a:ext cx="78798" cy="54110"/>
              </a:xfrm>
              <a:custGeom>
                <a:avLst/>
                <a:gdLst/>
                <a:ahLst/>
                <a:cxnLst/>
                <a:rect l="0" t="0" r="r" b="b"/>
                <a:pathLst>
                  <a:path w="8618" h="5918" fill="norm" stroke="0">
                    <a:moveTo>
                      <a:pt x="2643" y="3"/>
                    </a:moveTo>
                    <a:cubicBezTo>
                      <a:pt x="2765" y="3"/>
                      <a:pt x="2888" y="3"/>
                      <a:pt x="3015" y="0"/>
                    </a:cubicBezTo>
                    <a:cubicBezTo>
                      <a:pt x="3273" y="0"/>
                      <a:pt x="3530" y="3"/>
                      <a:pt x="3790" y="3"/>
                    </a:cubicBezTo>
                    <a:cubicBezTo>
                      <a:pt x="4180" y="8"/>
                      <a:pt x="4572" y="3"/>
                      <a:pt x="4965" y="0"/>
                    </a:cubicBezTo>
                    <a:cubicBezTo>
                      <a:pt x="5215" y="0"/>
                      <a:pt x="5468" y="3"/>
                      <a:pt x="5720" y="3"/>
                    </a:cubicBezTo>
                    <a:cubicBezTo>
                      <a:pt x="5947" y="3"/>
                      <a:pt x="6173" y="3"/>
                      <a:pt x="6408" y="5"/>
                    </a:cubicBezTo>
                    <a:cubicBezTo>
                      <a:pt x="7188" y="83"/>
                      <a:pt x="7985" y="245"/>
                      <a:pt x="8558" y="820"/>
                    </a:cubicBezTo>
                    <a:cubicBezTo>
                      <a:pt x="8618" y="1515"/>
                      <a:pt x="8603" y="2215"/>
                      <a:pt x="8603" y="2913"/>
                    </a:cubicBezTo>
                    <a:cubicBezTo>
                      <a:pt x="8608" y="3108"/>
                      <a:pt x="8610" y="3303"/>
                      <a:pt x="8613" y="3505"/>
                    </a:cubicBezTo>
                    <a:cubicBezTo>
                      <a:pt x="8613" y="3693"/>
                      <a:pt x="8613" y="3880"/>
                      <a:pt x="8615" y="4075"/>
                    </a:cubicBezTo>
                    <a:cubicBezTo>
                      <a:pt x="8615" y="4248"/>
                      <a:pt x="8615" y="4420"/>
                      <a:pt x="8618" y="4598"/>
                    </a:cubicBezTo>
                    <a:cubicBezTo>
                      <a:pt x="8543" y="5180"/>
                      <a:pt x="8495" y="5420"/>
                      <a:pt x="8058" y="5820"/>
                    </a:cubicBezTo>
                    <a:cubicBezTo>
                      <a:pt x="7478" y="5893"/>
                      <a:pt x="6965" y="5918"/>
                      <a:pt x="6385" y="5910"/>
                    </a:cubicBezTo>
                    <a:cubicBezTo>
                      <a:pt x="6220" y="5910"/>
                      <a:pt x="6055" y="5910"/>
                      <a:pt x="5885" y="5910"/>
                    </a:cubicBezTo>
                    <a:cubicBezTo>
                      <a:pt x="5538" y="5910"/>
                      <a:pt x="5190" y="5908"/>
                      <a:pt x="4843" y="5903"/>
                    </a:cubicBezTo>
                    <a:cubicBezTo>
                      <a:pt x="4308" y="5898"/>
                      <a:pt x="3775" y="5898"/>
                      <a:pt x="3243" y="5900"/>
                    </a:cubicBezTo>
                    <a:cubicBezTo>
                      <a:pt x="2905" y="5898"/>
                      <a:pt x="2567" y="5898"/>
                      <a:pt x="2228" y="5895"/>
                    </a:cubicBezTo>
                    <a:cubicBezTo>
                      <a:pt x="2067" y="5895"/>
                      <a:pt x="1908" y="5895"/>
                      <a:pt x="1745" y="5895"/>
                    </a:cubicBezTo>
                    <a:cubicBezTo>
                      <a:pt x="615" y="5878"/>
                      <a:pt x="615" y="5878"/>
                      <a:pt x="58" y="5320"/>
                    </a:cubicBezTo>
                    <a:cubicBezTo>
                      <a:pt x="0" y="4825"/>
                      <a:pt x="0" y="4825"/>
                      <a:pt x="8" y="4230"/>
                    </a:cubicBezTo>
                    <a:cubicBezTo>
                      <a:pt x="10" y="4018"/>
                      <a:pt x="10" y="3805"/>
                      <a:pt x="13" y="3588"/>
                    </a:cubicBezTo>
                    <a:cubicBezTo>
                      <a:pt x="18" y="3365"/>
                      <a:pt x="20" y="3143"/>
                      <a:pt x="25" y="2913"/>
                    </a:cubicBezTo>
                    <a:cubicBezTo>
                      <a:pt x="28" y="2688"/>
                      <a:pt x="30" y="2465"/>
                      <a:pt x="33" y="2233"/>
                    </a:cubicBezTo>
                    <a:cubicBezTo>
                      <a:pt x="38" y="1678"/>
                      <a:pt x="48" y="1123"/>
                      <a:pt x="58" y="570"/>
                    </a:cubicBezTo>
                    <a:cubicBezTo>
                      <a:pt x="958" y="160"/>
                      <a:pt x="1638" y="5"/>
                      <a:pt x="2643" y="3"/>
                    </a:cubicBezTo>
                    <a:close/>
                    <a:moveTo>
                      <a:pt x="558" y="820"/>
                    </a:moveTo>
                    <a:cubicBezTo>
                      <a:pt x="550" y="1523"/>
                      <a:pt x="545" y="2225"/>
                      <a:pt x="540" y="2928"/>
                    </a:cubicBezTo>
                    <a:cubicBezTo>
                      <a:pt x="540" y="3130"/>
                      <a:pt x="538" y="3330"/>
                      <a:pt x="535" y="3535"/>
                    </a:cubicBezTo>
                    <a:cubicBezTo>
                      <a:pt x="535" y="3728"/>
                      <a:pt x="533" y="3918"/>
                      <a:pt x="533" y="4115"/>
                    </a:cubicBezTo>
                    <a:cubicBezTo>
                      <a:pt x="530" y="4293"/>
                      <a:pt x="530" y="4468"/>
                      <a:pt x="528" y="4650"/>
                    </a:cubicBezTo>
                    <a:cubicBezTo>
                      <a:pt x="558" y="5070"/>
                      <a:pt x="558" y="5070"/>
                      <a:pt x="808" y="5320"/>
                    </a:cubicBezTo>
                    <a:cubicBezTo>
                      <a:pt x="1325" y="5345"/>
                      <a:pt x="1835" y="5355"/>
                      <a:pt x="2353" y="5353"/>
                    </a:cubicBezTo>
                    <a:cubicBezTo>
                      <a:pt x="2508" y="5353"/>
                      <a:pt x="2663" y="5353"/>
                      <a:pt x="2822" y="5353"/>
                    </a:cubicBezTo>
                    <a:cubicBezTo>
                      <a:pt x="3148" y="5353"/>
                      <a:pt x="3475" y="5353"/>
                      <a:pt x="3803" y="5353"/>
                    </a:cubicBezTo>
                    <a:cubicBezTo>
                      <a:pt x="4305" y="5350"/>
                      <a:pt x="4808" y="5353"/>
                      <a:pt x="5308" y="5353"/>
                    </a:cubicBezTo>
                    <a:cubicBezTo>
                      <a:pt x="5625" y="5353"/>
                      <a:pt x="5942" y="5353"/>
                      <a:pt x="6260" y="5353"/>
                    </a:cubicBezTo>
                    <a:cubicBezTo>
                      <a:pt x="6410" y="5353"/>
                      <a:pt x="6562" y="5353"/>
                      <a:pt x="6718" y="5353"/>
                    </a:cubicBezTo>
                    <a:cubicBezTo>
                      <a:pt x="7778" y="5348"/>
                      <a:pt x="7778" y="5348"/>
                      <a:pt x="8058" y="5070"/>
                    </a:cubicBezTo>
                    <a:cubicBezTo>
                      <a:pt x="8118" y="4410"/>
                      <a:pt x="8103" y="3748"/>
                      <a:pt x="8103" y="3085"/>
                    </a:cubicBezTo>
                    <a:cubicBezTo>
                      <a:pt x="8105" y="2993"/>
                      <a:pt x="8105" y="2993"/>
                      <a:pt x="8113" y="2523"/>
                    </a:cubicBezTo>
                    <a:cubicBezTo>
                      <a:pt x="8113" y="2345"/>
                      <a:pt x="8113" y="2168"/>
                      <a:pt x="8115" y="1985"/>
                    </a:cubicBezTo>
                    <a:cubicBezTo>
                      <a:pt x="8115" y="1903"/>
                      <a:pt x="8115" y="1903"/>
                      <a:pt x="8118" y="1490"/>
                    </a:cubicBezTo>
                    <a:cubicBezTo>
                      <a:pt x="8058" y="1070"/>
                      <a:pt x="8058" y="1070"/>
                      <a:pt x="7558" y="570"/>
                    </a:cubicBezTo>
                    <a:cubicBezTo>
                      <a:pt x="7060" y="523"/>
                      <a:pt x="6600" y="505"/>
                      <a:pt x="6103" y="513"/>
                    </a:cubicBezTo>
                    <a:cubicBezTo>
                      <a:pt x="6033" y="513"/>
                      <a:pt x="6033" y="513"/>
                      <a:pt x="5673" y="513"/>
                    </a:cubicBezTo>
                    <a:cubicBezTo>
                      <a:pt x="5370" y="513"/>
                      <a:pt x="5070" y="515"/>
                      <a:pt x="4770" y="518"/>
                    </a:cubicBezTo>
                    <a:cubicBezTo>
                      <a:pt x="4308" y="523"/>
                      <a:pt x="3848" y="523"/>
                      <a:pt x="3388" y="523"/>
                    </a:cubicBezTo>
                    <a:cubicBezTo>
                      <a:pt x="3095" y="523"/>
                      <a:pt x="2803" y="525"/>
                      <a:pt x="2510" y="528"/>
                    </a:cubicBezTo>
                    <a:cubicBezTo>
                      <a:pt x="2373" y="528"/>
                      <a:pt x="2233" y="528"/>
                      <a:pt x="2093" y="528"/>
                    </a:cubicBezTo>
                    <a:cubicBezTo>
                      <a:pt x="1495" y="535"/>
                      <a:pt x="1098" y="548"/>
                      <a:pt x="558" y="82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77" name="robot vector"/>
              <p:cNvSpPr/>
              <p:nvPr/>
            </p:nvSpPr>
            <p:spPr>
              <a:xfrm>
                <a:off x="8122158" y="4862322"/>
                <a:ext cx="52578" cy="28735"/>
              </a:xfrm>
              <a:custGeom>
                <a:avLst/>
                <a:gdLst/>
                <a:ahLst/>
                <a:cxnLst/>
                <a:rect l="0" t="0" r="r" b="b"/>
                <a:pathLst>
                  <a:path w="5750" h="3143" fill="norm" stroke="0">
                    <a:moveTo>
                      <a:pt x="1500" y="0"/>
                    </a:moveTo>
                    <a:cubicBezTo>
                      <a:pt x="2165" y="222"/>
                      <a:pt x="2825" y="455"/>
                      <a:pt x="3485" y="688"/>
                    </a:cubicBezTo>
                    <a:cubicBezTo>
                      <a:pt x="3673" y="750"/>
                      <a:pt x="3862" y="815"/>
                      <a:pt x="4055" y="880"/>
                    </a:cubicBezTo>
                    <a:cubicBezTo>
                      <a:pt x="4235" y="942"/>
                      <a:pt x="4415" y="1008"/>
                      <a:pt x="4600" y="1075"/>
                    </a:cubicBezTo>
                    <a:cubicBezTo>
                      <a:pt x="4768" y="1133"/>
                      <a:pt x="4933" y="1190"/>
                      <a:pt x="5105" y="1250"/>
                    </a:cubicBezTo>
                    <a:cubicBezTo>
                      <a:pt x="5500" y="1500"/>
                      <a:pt x="5500" y="1500"/>
                      <a:pt x="5712" y="1995"/>
                    </a:cubicBezTo>
                    <a:cubicBezTo>
                      <a:pt x="5717" y="2077"/>
                      <a:pt x="5717" y="2077"/>
                      <a:pt x="5750" y="2500"/>
                    </a:cubicBezTo>
                    <a:cubicBezTo>
                      <a:pt x="5107" y="3143"/>
                      <a:pt x="4812" y="3070"/>
                      <a:pt x="3947" y="3080"/>
                    </a:cubicBezTo>
                    <a:cubicBezTo>
                      <a:pt x="3778" y="3080"/>
                      <a:pt x="3610" y="3080"/>
                      <a:pt x="3438" y="3077"/>
                    </a:cubicBezTo>
                    <a:cubicBezTo>
                      <a:pt x="3355" y="3080"/>
                      <a:pt x="3355" y="3080"/>
                      <a:pt x="2940" y="3090"/>
                    </a:cubicBezTo>
                    <a:cubicBezTo>
                      <a:pt x="1760" y="3092"/>
                      <a:pt x="1018" y="2847"/>
                      <a:pt x="0" y="2250"/>
                    </a:cubicBezTo>
                    <a:cubicBezTo>
                      <a:pt x="337" y="1235"/>
                      <a:pt x="725" y="737"/>
                      <a:pt x="1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78" name="robot vector"/>
              <p:cNvSpPr/>
              <p:nvPr/>
            </p:nvSpPr>
            <p:spPr>
              <a:xfrm>
                <a:off x="8191408" y="4947672"/>
                <a:ext cx="71552" cy="77678"/>
              </a:xfrm>
              <a:custGeom>
                <a:avLst/>
                <a:gdLst/>
                <a:ahLst/>
                <a:cxnLst/>
                <a:rect l="0" t="0" r="r" b="b"/>
                <a:pathLst>
                  <a:path w="7825" h="8495" fill="norm" stroke="0">
                    <a:moveTo>
                      <a:pt x="6080" y="875"/>
                    </a:moveTo>
                    <a:cubicBezTo>
                      <a:pt x="6983" y="1633"/>
                      <a:pt x="7572" y="2582"/>
                      <a:pt x="7780" y="3745"/>
                    </a:cubicBezTo>
                    <a:cubicBezTo>
                      <a:pt x="7825" y="4938"/>
                      <a:pt x="7675" y="5962"/>
                      <a:pt x="6928" y="6915"/>
                    </a:cubicBezTo>
                    <a:cubicBezTo>
                      <a:pt x="5945" y="7908"/>
                      <a:pt x="5135" y="8440"/>
                      <a:pt x="3723" y="8495"/>
                    </a:cubicBezTo>
                    <a:cubicBezTo>
                      <a:pt x="2480" y="8475"/>
                      <a:pt x="1775" y="8015"/>
                      <a:pt x="918" y="7158"/>
                    </a:cubicBezTo>
                    <a:cubicBezTo>
                      <a:pt x="175" y="6335"/>
                      <a:pt x="0" y="5683"/>
                      <a:pt x="20" y="4587"/>
                    </a:cubicBezTo>
                    <a:cubicBezTo>
                      <a:pt x="23" y="4445"/>
                      <a:pt x="23" y="4303"/>
                      <a:pt x="25" y="4158"/>
                    </a:cubicBezTo>
                    <a:cubicBezTo>
                      <a:pt x="85" y="2960"/>
                      <a:pt x="455" y="2178"/>
                      <a:pt x="1268" y="1280"/>
                    </a:cubicBezTo>
                    <a:cubicBezTo>
                      <a:pt x="2548" y="140"/>
                      <a:pt x="4588" y="0"/>
                      <a:pt x="6080" y="875"/>
                    </a:cubicBezTo>
                    <a:close/>
                    <a:moveTo>
                      <a:pt x="1113" y="2028"/>
                    </a:moveTo>
                    <a:cubicBezTo>
                      <a:pt x="468" y="3000"/>
                      <a:pt x="245" y="3930"/>
                      <a:pt x="295" y="5095"/>
                    </a:cubicBezTo>
                    <a:cubicBezTo>
                      <a:pt x="535" y="6138"/>
                      <a:pt x="1163" y="6938"/>
                      <a:pt x="1928" y="7665"/>
                    </a:cubicBezTo>
                    <a:cubicBezTo>
                      <a:pt x="2528" y="7965"/>
                      <a:pt x="3120" y="7957"/>
                      <a:pt x="3785" y="7962"/>
                    </a:cubicBezTo>
                    <a:cubicBezTo>
                      <a:pt x="3883" y="7965"/>
                      <a:pt x="3883" y="7965"/>
                      <a:pt x="4363" y="7972"/>
                    </a:cubicBezTo>
                    <a:cubicBezTo>
                      <a:pt x="5133" y="7895"/>
                      <a:pt x="5675" y="7658"/>
                      <a:pt x="6235" y="7120"/>
                    </a:cubicBezTo>
                    <a:cubicBezTo>
                      <a:pt x="6312" y="7018"/>
                      <a:pt x="6393" y="6913"/>
                      <a:pt x="6473" y="6808"/>
                    </a:cubicBezTo>
                    <a:cubicBezTo>
                      <a:pt x="6555" y="6705"/>
                      <a:pt x="6635" y="6600"/>
                      <a:pt x="6718" y="6495"/>
                    </a:cubicBezTo>
                    <a:cubicBezTo>
                      <a:pt x="7353" y="5490"/>
                      <a:pt x="7317" y="4312"/>
                      <a:pt x="7178" y="3165"/>
                    </a:cubicBezTo>
                    <a:cubicBezTo>
                      <a:pt x="6835" y="2305"/>
                      <a:pt x="6320" y="1785"/>
                      <a:pt x="5615" y="1197"/>
                    </a:cubicBezTo>
                    <a:cubicBezTo>
                      <a:pt x="4040" y="553"/>
                      <a:pt x="2270" y="700"/>
                      <a:pt x="1113" y="202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79" name="robot vector"/>
              <p:cNvSpPr/>
              <p:nvPr/>
            </p:nvSpPr>
            <p:spPr>
              <a:xfrm>
                <a:off x="8295032" y="4889235"/>
                <a:ext cx="53447" cy="59276"/>
              </a:xfrm>
              <a:custGeom>
                <a:avLst/>
                <a:gdLst/>
                <a:ahLst/>
                <a:cxnLst/>
                <a:rect l="0" t="0" r="r" b="b"/>
                <a:pathLst>
                  <a:path w="5845" h="6482" fill="norm" stroke="0">
                    <a:moveTo>
                      <a:pt x="1110" y="0"/>
                    </a:moveTo>
                    <a:cubicBezTo>
                      <a:pt x="1317" y="3"/>
                      <a:pt x="1523" y="5"/>
                      <a:pt x="1738" y="8"/>
                    </a:cubicBezTo>
                    <a:cubicBezTo>
                      <a:pt x="1960" y="10"/>
                      <a:pt x="2185" y="10"/>
                      <a:pt x="2415" y="13"/>
                    </a:cubicBezTo>
                    <a:cubicBezTo>
                      <a:pt x="2533" y="15"/>
                      <a:pt x="2533" y="15"/>
                      <a:pt x="3125" y="25"/>
                    </a:cubicBezTo>
                    <a:cubicBezTo>
                      <a:pt x="3363" y="28"/>
                      <a:pt x="3597" y="30"/>
                      <a:pt x="3842" y="33"/>
                    </a:cubicBezTo>
                    <a:cubicBezTo>
                      <a:pt x="4425" y="38"/>
                      <a:pt x="5010" y="48"/>
                      <a:pt x="5595" y="58"/>
                    </a:cubicBezTo>
                    <a:cubicBezTo>
                      <a:pt x="5748" y="528"/>
                      <a:pt x="5748" y="528"/>
                      <a:pt x="5845" y="1058"/>
                    </a:cubicBezTo>
                    <a:cubicBezTo>
                      <a:pt x="5597" y="1295"/>
                      <a:pt x="5352" y="1533"/>
                      <a:pt x="5095" y="1760"/>
                    </a:cubicBezTo>
                    <a:cubicBezTo>
                      <a:pt x="4685" y="2245"/>
                      <a:pt x="4610" y="2732"/>
                      <a:pt x="4550" y="3355"/>
                    </a:cubicBezTo>
                    <a:cubicBezTo>
                      <a:pt x="4618" y="4033"/>
                      <a:pt x="4923" y="4445"/>
                      <a:pt x="5342" y="4967"/>
                    </a:cubicBezTo>
                    <a:cubicBezTo>
                      <a:pt x="5607" y="5322"/>
                      <a:pt x="5727" y="5633"/>
                      <a:pt x="5845" y="6058"/>
                    </a:cubicBezTo>
                    <a:cubicBezTo>
                      <a:pt x="4993" y="6482"/>
                      <a:pt x="4048" y="6352"/>
                      <a:pt x="3110" y="6352"/>
                    </a:cubicBezTo>
                    <a:cubicBezTo>
                      <a:pt x="3008" y="6355"/>
                      <a:pt x="3008" y="6355"/>
                      <a:pt x="2485" y="6362"/>
                    </a:cubicBezTo>
                    <a:cubicBezTo>
                      <a:pt x="2385" y="6362"/>
                      <a:pt x="2385" y="6362"/>
                      <a:pt x="1885" y="6365"/>
                    </a:cubicBezTo>
                    <a:cubicBezTo>
                      <a:pt x="1702" y="6365"/>
                      <a:pt x="1523" y="6367"/>
                      <a:pt x="1335" y="6367"/>
                    </a:cubicBezTo>
                    <a:cubicBezTo>
                      <a:pt x="763" y="6298"/>
                      <a:pt x="500" y="6217"/>
                      <a:pt x="95" y="5808"/>
                    </a:cubicBezTo>
                    <a:cubicBezTo>
                      <a:pt x="0" y="5275"/>
                      <a:pt x="0" y="5275"/>
                      <a:pt x="3" y="4628"/>
                    </a:cubicBezTo>
                    <a:cubicBezTo>
                      <a:pt x="3" y="4395"/>
                      <a:pt x="5" y="4160"/>
                      <a:pt x="5" y="3920"/>
                    </a:cubicBezTo>
                    <a:cubicBezTo>
                      <a:pt x="8" y="3678"/>
                      <a:pt x="13" y="3433"/>
                      <a:pt x="15" y="3183"/>
                    </a:cubicBezTo>
                    <a:cubicBezTo>
                      <a:pt x="15" y="3060"/>
                      <a:pt x="15" y="3060"/>
                      <a:pt x="13" y="2442"/>
                    </a:cubicBezTo>
                    <a:cubicBezTo>
                      <a:pt x="33" y="117"/>
                      <a:pt x="33" y="117"/>
                      <a:pt x="1110" y="0"/>
                    </a:cubicBezTo>
                    <a:close/>
                    <a:moveTo>
                      <a:pt x="345" y="1058"/>
                    </a:moveTo>
                    <a:cubicBezTo>
                      <a:pt x="280" y="1495"/>
                      <a:pt x="280" y="1495"/>
                      <a:pt x="278" y="2018"/>
                    </a:cubicBezTo>
                    <a:cubicBezTo>
                      <a:pt x="278" y="2205"/>
                      <a:pt x="278" y="2393"/>
                      <a:pt x="275" y="2587"/>
                    </a:cubicBezTo>
                    <a:cubicBezTo>
                      <a:pt x="278" y="2783"/>
                      <a:pt x="280" y="2980"/>
                      <a:pt x="283" y="3183"/>
                    </a:cubicBezTo>
                    <a:cubicBezTo>
                      <a:pt x="280" y="3378"/>
                      <a:pt x="278" y="3575"/>
                      <a:pt x="275" y="3778"/>
                    </a:cubicBezTo>
                    <a:cubicBezTo>
                      <a:pt x="278" y="3965"/>
                      <a:pt x="278" y="4153"/>
                      <a:pt x="278" y="4345"/>
                    </a:cubicBezTo>
                    <a:cubicBezTo>
                      <a:pt x="278" y="4518"/>
                      <a:pt x="280" y="4690"/>
                      <a:pt x="280" y="4867"/>
                    </a:cubicBezTo>
                    <a:cubicBezTo>
                      <a:pt x="345" y="5308"/>
                      <a:pt x="345" y="5308"/>
                      <a:pt x="845" y="5808"/>
                    </a:cubicBezTo>
                    <a:cubicBezTo>
                      <a:pt x="1245" y="5862"/>
                      <a:pt x="1245" y="5862"/>
                      <a:pt x="1712" y="5855"/>
                    </a:cubicBezTo>
                    <a:cubicBezTo>
                      <a:pt x="1880" y="5855"/>
                      <a:pt x="2048" y="5852"/>
                      <a:pt x="2220" y="5850"/>
                    </a:cubicBezTo>
                    <a:cubicBezTo>
                      <a:pt x="2308" y="5847"/>
                      <a:pt x="2308" y="5847"/>
                      <a:pt x="2750" y="5837"/>
                    </a:cubicBezTo>
                    <a:cubicBezTo>
                      <a:pt x="2928" y="5835"/>
                      <a:pt x="3102" y="5832"/>
                      <a:pt x="3285" y="5830"/>
                    </a:cubicBezTo>
                    <a:cubicBezTo>
                      <a:pt x="3722" y="5825"/>
                      <a:pt x="4158" y="5817"/>
                      <a:pt x="4595" y="5808"/>
                    </a:cubicBezTo>
                    <a:cubicBezTo>
                      <a:pt x="4743" y="5467"/>
                      <a:pt x="4743" y="5467"/>
                      <a:pt x="4845" y="5058"/>
                    </a:cubicBezTo>
                    <a:cubicBezTo>
                      <a:pt x="4720" y="4870"/>
                      <a:pt x="4597" y="4685"/>
                      <a:pt x="4470" y="4495"/>
                    </a:cubicBezTo>
                    <a:cubicBezTo>
                      <a:pt x="4010" y="3795"/>
                      <a:pt x="4055" y="3288"/>
                      <a:pt x="4212" y="2485"/>
                    </a:cubicBezTo>
                    <a:cubicBezTo>
                      <a:pt x="4410" y="1842"/>
                      <a:pt x="4710" y="1357"/>
                      <a:pt x="5095" y="808"/>
                    </a:cubicBezTo>
                    <a:cubicBezTo>
                      <a:pt x="4580" y="293"/>
                      <a:pt x="3550" y="510"/>
                      <a:pt x="2860" y="510"/>
                    </a:cubicBezTo>
                    <a:cubicBezTo>
                      <a:pt x="2675" y="508"/>
                      <a:pt x="2490" y="505"/>
                      <a:pt x="2298" y="500"/>
                    </a:cubicBezTo>
                    <a:cubicBezTo>
                      <a:pt x="2120" y="500"/>
                      <a:pt x="1942" y="500"/>
                      <a:pt x="1760" y="500"/>
                    </a:cubicBezTo>
                    <a:cubicBezTo>
                      <a:pt x="1595" y="497"/>
                      <a:pt x="1433" y="497"/>
                      <a:pt x="1265" y="495"/>
                    </a:cubicBezTo>
                    <a:cubicBezTo>
                      <a:pt x="845" y="558"/>
                      <a:pt x="845" y="558"/>
                      <a:pt x="345" y="105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80" name="robot vector"/>
              <p:cNvSpPr/>
              <p:nvPr/>
            </p:nvSpPr>
            <p:spPr>
              <a:xfrm>
                <a:off x="8369040" y="4888160"/>
                <a:ext cx="53515" cy="59299"/>
              </a:xfrm>
              <a:custGeom>
                <a:avLst/>
                <a:gdLst/>
                <a:ahLst/>
                <a:cxnLst/>
                <a:rect l="0" t="0" r="r" b="b"/>
                <a:pathLst>
                  <a:path w="5852" h="6485" fill="norm" stroke="0">
                    <a:moveTo>
                      <a:pt x="2735" y="128"/>
                    </a:moveTo>
                    <a:cubicBezTo>
                      <a:pt x="2837" y="125"/>
                      <a:pt x="2837" y="125"/>
                      <a:pt x="3360" y="118"/>
                    </a:cubicBezTo>
                    <a:cubicBezTo>
                      <a:pt x="3457" y="118"/>
                      <a:pt x="3457" y="118"/>
                      <a:pt x="3960" y="118"/>
                    </a:cubicBezTo>
                    <a:cubicBezTo>
                      <a:pt x="4143" y="115"/>
                      <a:pt x="4322" y="115"/>
                      <a:pt x="4510" y="113"/>
                    </a:cubicBezTo>
                    <a:cubicBezTo>
                      <a:pt x="5082" y="185"/>
                      <a:pt x="5345" y="263"/>
                      <a:pt x="5750" y="675"/>
                    </a:cubicBezTo>
                    <a:cubicBezTo>
                      <a:pt x="5847" y="1205"/>
                      <a:pt x="5847" y="1205"/>
                      <a:pt x="5850" y="1855"/>
                    </a:cubicBezTo>
                    <a:cubicBezTo>
                      <a:pt x="5850" y="1970"/>
                      <a:pt x="5850" y="1970"/>
                      <a:pt x="5852" y="2560"/>
                    </a:cubicBezTo>
                    <a:cubicBezTo>
                      <a:pt x="5850" y="2805"/>
                      <a:pt x="5847" y="3048"/>
                      <a:pt x="5845" y="3300"/>
                    </a:cubicBezTo>
                    <a:cubicBezTo>
                      <a:pt x="5847" y="3543"/>
                      <a:pt x="5850" y="3788"/>
                      <a:pt x="5852" y="4038"/>
                    </a:cubicBezTo>
                    <a:cubicBezTo>
                      <a:pt x="5852" y="4273"/>
                      <a:pt x="5850" y="4505"/>
                      <a:pt x="5850" y="4745"/>
                    </a:cubicBezTo>
                    <a:cubicBezTo>
                      <a:pt x="5850" y="4853"/>
                      <a:pt x="5850" y="4853"/>
                      <a:pt x="5847" y="5393"/>
                    </a:cubicBezTo>
                    <a:cubicBezTo>
                      <a:pt x="5750" y="5925"/>
                      <a:pt x="5750" y="5925"/>
                      <a:pt x="5428" y="6245"/>
                    </a:cubicBezTo>
                    <a:cubicBezTo>
                      <a:pt x="4940" y="6450"/>
                      <a:pt x="4597" y="6485"/>
                      <a:pt x="4070" y="6483"/>
                    </a:cubicBezTo>
                    <a:cubicBezTo>
                      <a:pt x="3895" y="6483"/>
                      <a:pt x="3717" y="6480"/>
                      <a:pt x="3538" y="6480"/>
                    </a:cubicBezTo>
                    <a:cubicBezTo>
                      <a:pt x="3355" y="6478"/>
                      <a:pt x="3173" y="6475"/>
                      <a:pt x="2985" y="6473"/>
                    </a:cubicBezTo>
                    <a:cubicBezTo>
                      <a:pt x="2803" y="6470"/>
                      <a:pt x="2618" y="6470"/>
                      <a:pt x="2430" y="6470"/>
                    </a:cubicBezTo>
                    <a:cubicBezTo>
                      <a:pt x="1070" y="6460"/>
                      <a:pt x="1070" y="6460"/>
                      <a:pt x="500" y="6175"/>
                    </a:cubicBezTo>
                    <a:cubicBezTo>
                      <a:pt x="960" y="5220"/>
                      <a:pt x="960" y="5220"/>
                      <a:pt x="1283" y="4848"/>
                    </a:cubicBezTo>
                    <a:cubicBezTo>
                      <a:pt x="1717" y="4005"/>
                      <a:pt x="1538" y="3013"/>
                      <a:pt x="1438" y="2098"/>
                    </a:cubicBezTo>
                    <a:cubicBezTo>
                      <a:pt x="1180" y="1513"/>
                      <a:pt x="815" y="1440"/>
                      <a:pt x="250" y="1175"/>
                    </a:cubicBezTo>
                    <a:cubicBezTo>
                      <a:pt x="62" y="768"/>
                      <a:pt x="62" y="768"/>
                      <a:pt x="0" y="425"/>
                    </a:cubicBezTo>
                    <a:cubicBezTo>
                      <a:pt x="852" y="0"/>
                      <a:pt x="1798" y="128"/>
                      <a:pt x="2735" y="128"/>
                    </a:cubicBezTo>
                    <a:close/>
                    <a:moveTo>
                      <a:pt x="1250" y="675"/>
                    </a:moveTo>
                    <a:cubicBezTo>
                      <a:pt x="1250" y="1425"/>
                      <a:pt x="1250" y="1425"/>
                      <a:pt x="1640" y="1955"/>
                    </a:cubicBezTo>
                    <a:cubicBezTo>
                      <a:pt x="2158" y="2750"/>
                      <a:pt x="1977" y="3480"/>
                      <a:pt x="1832" y="4378"/>
                    </a:cubicBezTo>
                    <a:cubicBezTo>
                      <a:pt x="1755" y="4903"/>
                      <a:pt x="1738" y="5395"/>
                      <a:pt x="1750" y="5925"/>
                    </a:cubicBezTo>
                    <a:cubicBezTo>
                      <a:pt x="2283" y="5938"/>
                      <a:pt x="2812" y="5948"/>
                      <a:pt x="3345" y="5955"/>
                    </a:cubicBezTo>
                    <a:cubicBezTo>
                      <a:pt x="3495" y="5960"/>
                      <a:pt x="3645" y="5965"/>
                      <a:pt x="3803" y="5968"/>
                    </a:cubicBezTo>
                    <a:cubicBezTo>
                      <a:pt x="3947" y="5970"/>
                      <a:pt x="4092" y="5973"/>
                      <a:pt x="4240" y="5973"/>
                    </a:cubicBezTo>
                    <a:cubicBezTo>
                      <a:pt x="4308" y="5975"/>
                      <a:pt x="4308" y="5975"/>
                      <a:pt x="4645" y="5980"/>
                    </a:cubicBezTo>
                    <a:cubicBezTo>
                      <a:pt x="5000" y="5925"/>
                      <a:pt x="5000" y="5925"/>
                      <a:pt x="5500" y="5425"/>
                    </a:cubicBezTo>
                    <a:cubicBezTo>
                      <a:pt x="5565" y="5013"/>
                      <a:pt x="5565" y="5013"/>
                      <a:pt x="5567" y="4528"/>
                    </a:cubicBezTo>
                    <a:cubicBezTo>
                      <a:pt x="5567" y="4353"/>
                      <a:pt x="5567" y="4175"/>
                      <a:pt x="5570" y="3995"/>
                    </a:cubicBezTo>
                    <a:cubicBezTo>
                      <a:pt x="5567" y="3812"/>
                      <a:pt x="5565" y="3630"/>
                      <a:pt x="5562" y="3440"/>
                    </a:cubicBezTo>
                    <a:cubicBezTo>
                      <a:pt x="5565" y="3258"/>
                      <a:pt x="5567" y="3075"/>
                      <a:pt x="5570" y="2888"/>
                    </a:cubicBezTo>
                    <a:cubicBezTo>
                      <a:pt x="5567" y="2800"/>
                      <a:pt x="5567" y="2800"/>
                      <a:pt x="5567" y="2355"/>
                    </a:cubicBezTo>
                    <a:cubicBezTo>
                      <a:pt x="5567" y="2195"/>
                      <a:pt x="5565" y="2035"/>
                      <a:pt x="5565" y="1870"/>
                    </a:cubicBezTo>
                    <a:cubicBezTo>
                      <a:pt x="5488" y="1335"/>
                      <a:pt x="5368" y="1068"/>
                      <a:pt x="5000" y="675"/>
                    </a:cubicBezTo>
                    <a:cubicBezTo>
                      <a:pt x="4600" y="590"/>
                      <a:pt x="4600" y="590"/>
                      <a:pt x="4133" y="600"/>
                    </a:cubicBezTo>
                    <a:cubicBezTo>
                      <a:pt x="3965" y="603"/>
                      <a:pt x="3798" y="605"/>
                      <a:pt x="3623" y="608"/>
                    </a:cubicBezTo>
                    <a:cubicBezTo>
                      <a:pt x="3538" y="613"/>
                      <a:pt x="3538" y="613"/>
                      <a:pt x="3095" y="628"/>
                    </a:cubicBezTo>
                    <a:cubicBezTo>
                      <a:pt x="2918" y="630"/>
                      <a:pt x="2740" y="635"/>
                      <a:pt x="2560" y="638"/>
                    </a:cubicBezTo>
                    <a:cubicBezTo>
                      <a:pt x="2123" y="648"/>
                      <a:pt x="1688" y="660"/>
                      <a:pt x="1250" y="675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81" name="robot vector"/>
              <p:cNvSpPr/>
              <p:nvPr/>
            </p:nvSpPr>
            <p:spPr>
              <a:xfrm>
                <a:off x="8481066" y="4857607"/>
                <a:ext cx="29718" cy="42040"/>
              </a:xfrm>
              <a:custGeom>
                <a:avLst/>
                <a:gdLst/>
                <a:ahLst/>
                <a:cxnLst/>
                <a:rect l="0" t="0" r="r" b="b"/>
                <a:pathLst>
                  <a:path w="3250" h="4597" fill="norm" stroke="0">
                    <a:moveTo>
                      <a:pt x="890" y="0"/>
                    </a:moveTo>
                    <a:cubicBezTo>
                      <a:pt x="990" y="3"/>
                      <a:pt x="990" y="3"/>
                      <a:pt x="1500" y="15"/>
                    </a:cubicBezTo>
                    <a:cubicBezTo>
                      <a:pt x="1585" y="173"/>
                      <a:pt x="1668" y="330"/>
                      <a:pt x="1755" y="490"/>
                    </a:cubicBezTo>
                    <a:cubicBezTo>
                      <a:pt x="1867" y="695"/>
                      <a:pt x="1977" y="900"/>
                      <a:pt x="2092" y="1110"/>
                    </a:cubicBezTo>
                    <a:cubicBezTo>
                      <a:pt x="2202" y="1312"/>
                      <a:pt x="2312" y="1515"/>
                      <a:pt x="2428" y="1725"/>
                    </a:cubicBezTo>
                    <a:cubicBezTo>
                      <a:pt x="2750" y="2265"/>
                      <a:pt x="2750" y="2265"/>
                      <a:pt x="3250" y="2765"/>
                    </a:cubicBezTo>
                    <a:cubicBezTo>
                      <a:pt x="3200" y="3428"/>
                      <a:pt x="3153" y="3855"/>
                      <a:pt x="2688" y="4345"/>
                    </a:cubicBezTo>
                    <a:cubicBezTo>
                      <a:pt x="2085" y="4580"/>
                      <a:pt x="1640" y="4597"/>
                      <a:pt x="1000" y="4515"/>
                    </a:cubicBezTo>
                    <a:cubicBezTo>
                      <a:pt x="575" y="4013"/>
                      <a:pt x="423" y="3580"/>
                      <a:pt x="332" y="2935"/>
                    </a:cubicBezTo>
                    <a:cubicBezTo>
                      <a:pt x="310" y="2780"/>
                      <a:pt x="288" y="2628"/>
                      <a:pt x="265" y="2467"/>
                    </a:cubicBezTo>
                    <a:cubicBezTo>
                      <a:pt x="245" y="2308"/>
                      <a:pt x="225" y="2148"/>
                      <a:pt x="202" y="1985"/>
                    </a:cubicBezTo>
                    <a:cubicBezTo>
                      <a:pt x="180" y="1822"/>
                      <a:pt x="155" y="1663"/>
                      <a:pt x="130" y="1495"/>
                    </a:cubicBezTo>
                    <a:cubicBezTo>
                      <a:pt x="10" y="610"/>
                      <a:pt x="10" y="610"/>
                      <a:pt x="0" y="265"/>
                    </a:cubicBezTo>
                    <a:cubicBezTo>
                      <a:pt x="250" y="15"/>
                      <a:pt x="250" y="15"/>
                      <a:pt x="8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82" name="robot vector"/>
              <p:cNvSpPr/>
              <p:nvPr/>
            </p:nvSpPr>
            <p:spPr>
              <a:xfrm>
                <a:off x="8309587" y="5015826"/>
                <a:ext cx="69380" cy="34884"/>
              </a:xfrm>
              <a:custGeom>
                <a:avLst/>
                <a:gdLst/>
                <a:ahLst/>
                <a:cxnLst/>
                <a:rect l="0" t="0" r="r" b="b"/>
                <a:pathLst>
                  <a:path w="7587" h="3815" fill="norm" stroke="0">
                    <a:moveTo>
                      <a:pt x="3312" y="153"/>
                    </a:moveTo>
                    <a:cubicBezTo>
                      <a:pt x="3735" y="150"/>
                      <a:pt x="4155" y="143"/>
                      <a:pt x="4577" y="135"/>
                    </a:cubicBezTo>
                    <a:cubicBezTo>
                      <a:pt x="4847" y="133"/>
                      <a:pt x="5115" y="133"/>
                      <a:pt x="5385" y="130"/>
                    </a:cubicBezTo>
                    <a:cubicBezTo>
                      <a:pt x="5628" y="128"/>
                      <a:pt x="5872" y="125"/>
                      <a:pt x="6125" y="123"/>
                    </a:cubicBezTo>
                    <a:cubicBezTo>
                      <a:pt x="6753" y="212"/>
                      <a:pt x="6753" y="212"/>
                      <a:pt x="7210" y="562"/>
                    </a:cubicBezTo>
                    <a:cubicBezTo>
                      <a:pt x="7587" y="1080"/>
                      <a:pt x="7572" y="1332"/>
                      <a:pt x="7487" y="1962"/>
                    </a:cubicBezTo>
                    <a:cubicBezTo>
                      <a:pt x="7467" y="2133"/>
                      <a:pt x="7450" y="2303"/>
                      <a:pt x="7430" y="2478"/>
                    </a:cubicBezTo>
                    <a:cubicBezTo>
                      <a:pt x="7168" y="3192"/>
                      <a:pt x="6940" y="3368"/>
                      <a:pt x="6253" y="3712"/>
                    </a:cubicBezTo>
                    <a:cubicBezTo>
                      <a:pt x="5460" y="3815"/>
                      <a:pt x="4678" y="3805"/>
                      <a:pt x="3878" y="3790"/>
                    </a:cubicBezTo>
                    <a:cubicBezTo>
                      <a:pt x="3665" y="3793"/>
                      <a:pt x="3450" y="3793"/>
                      <a:pt x="3230" y="3793"/>
                    </a:cubicBezTo>
                    <a:cubicBezTo>
                      <a:pt x="2180" y="3785"/>
                      <a:pt x="1418" y="3778"/>
                      <a:pt x="503" y="3212"/>
                    </a:cubicBezTo>
                    <a:cubicBezTo>
                      <a:pt x="288" y="2753"/>
                      <a:pt x="288" y="2753"/>
                      <a:pt x="175" y="2228"/>
                    </a:cubicBezTo>
                    <a:cubicBezTo>
                      <a:pt x="135" y="2055"/>
                      <a:pt x="95" y="1883"/>
                      <a:pt x="53" y="1705"/>
                    </a:cubicBezTo>
                    <a:cubicBezTo>
                      <a:pt x="0" y="1195"/>
                      <a:pt x="20" y="918"/>
                      <a:pt x="253" y="462"/>
                    </a:cubicBezTo>
                    <a:cubicBezTo>
                      <a:pt x="1175" y="0"/>
                      <a:pt x="2293" y="155"/>
                      <a:pt x="3312" y="153"/>
                    </a:cubicBezTo>
                    <a:close/>
                    <a:moveTo>
                      <a:pt x="1003" y="712"/>
                    </a:moveTo>
                    <a:cubicBezTo>
                      <a:pt x="740" y="1170"/>
                      <a:pt x="740" y="1170"/>
                      <a:pt x="503" y="1712"/>
                    </a:cubicBezTo>
                    <a:cubicBezTo>
                      <a:pt x="827" y="2788"/>
                      <a:pt x="827" y="2788"/>
                      <a:pt x="1253" y="3212"/>
                    </a:cubicBezTo>
                    <a:cubicBezTo>
                      <a:pt x="1643" y="3235"/>
                      <a:pt x="2035" y="3240"/>
                      <a:pt x="2425" y="3238"/>
                    </a:cubicBezTo>
                    <a:cubicBezTo>
                      <a:pt x="2663" y="3235"/>
                      <a:pt x="2898" y="3235"/>
                      <a:pt x="3140" y="3235"/>
                    </a:cubicBezTo>
                    <a:cubicBezTo>
                      <a:pt x="3393" y="3233"/>
                      <a:pt x="3643" y="3230"/>
                      <a:pt x="3893" y="3228"/>
                    </a:cubicBezTo>
                    <a:cubicBezTo>
                      <a:pt x="4145" y="3228"/>
                      <a:pt x="4398" y="3225"/>
                      <a:pt x="4648" y="3225"/>
                    </a:cubicBezTo>
                    <a:cubicBezTo>
                      <a:pt x="5268" y="3223"/>
                      <a:pt x="5885" y="3218"/>
                      <a:pt x="6503" y="3212"/>
                    </a:cubicBezTo>
                    <a:cubicBezTo>
                      <a:pt x="6600" y="2938"/>
                      <a:pt x="6692" y="2663"/>
                      <a:pt x="6785" y="2385"/>
                    </a:cubicBezTo>
                    <a:cubicBezTo>
                      <a:pt x="6835" y="2230"/>
                      <a:pt x="6888" y="2077"/>
                      <a:pt x="6942" y="1918"/>
                    </a:cubicBezTo>
                    <a:cubicBezTo>
                      <a:pt x="7003" y="1462"/>
                      <a:pt x="7003" y="1462"/>
                      <a:pt x="6845" y="1035"/>
                    </a:cubicBezTo>
                    <a:cubicBezTo>
                      <a:pt x="6332" y="553"/>
                      <a:pt x="5942" y="628"/>
                      <a:pt x="5250" y="640"/>
                    </a:cubicBezTo>
                    <a:cubicBezTo>
                      <a:pt x="5005" y="643"/>
                      <a:pt x="4758" y="645"/>
                      <a:pt x="4503" y="648"/>
                    </a:cubicBezTo>
                    <a:cubicBezTo>
                      <a:pt x="4242" y="653"/>
                      <a:pt x="3982" y="660"/>
                      <a:pt x="3722" y="665"/>
                    </a:cubicBezTo>
                    <a:cubicBezTo>
                      <a:pt x="3457" y="670"/>
                      <a:pt x="3195" y="673"/>
                      <a:pt x="2933" y="675"/>
                    </a:cubicBezTo>
                    <a:cubicBezTo>
                      <a:pt x="2290" y="685"/>
                      <a:pt x="1645" y="697"/>
                      <a:pt x="1003" y="71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83" name="robot vector"/>
              <p:cNvSpPr/>
              <p:nvPr/>
            </p:nvSpPr>
            <p:spPr>
              <a:xfrm>
                <a:off x="8411771" y="4480560"/>
                <a:ext cx="30427" cy="80010"/>
              </a:xfrm>
              <a:custGeom>
                <a:avLst/>
                <a:gdLst/>
                <a:ahLst/>
                <a:cxnLst/>
                <a:rect l="0" t="0" r="r" b="b"/>
                <a:pathLst>
                  <a:path w="3327" h="8750" fill="norm" stroke="0">
                    <a:moveTo>
                      <a:pt x="827" y="0"/>
                    </a:moveTo>
                    <a:cubicBezTo>
                      <a:pt x="992" y="0"/>
                      <a:pt x="1158" y="0"/>
                      <a:pt x="1327" y="0"/>
                    </a:cubicBezTo>
                    <a:cubicBezTo>
                      <a:pt x="1327" y="330"/>
                      <a:pt x="1327" y="660"/>
                      <a:pt x="1327" y="1000"/>
                    </a:cubicBezTo>
                    <a:cubicBezTo>
                      <a:pt x="1445" y="975"/>
                      <a:pt x="1445" y="975"/>
                      <a:pt x="2048" y="845"/>
                    </a:cubicBezTo>
                    <a:cubicBezTo>
                      <a:pt x="2450" y="755"/>
                      <a:pt x="2450" y="755"/>
                      <a:pt x="2827" y="750"/>
                    </a:cubicBezTo>
                    <a:cubicBezTo>
                      <a:pt x="2992" y="915"/>
                      <a:pt x="3158" y="1080"/>
                      <a:pt x="3327" y="1250"/>
                    </a:cubicBezTo>
                    <a:cubicBezTo>
                      <a:pt x="3232" y="1905"/>
                      <a:pt x="3232" y="1905"/>
                      <a:pt x="3077" y="2500"/>
                    </a:cubicBezTo>
                    <a:cubicBezTo>
                      <a:pt x="2617" y="2697"/>
                      <a:pt x="2398" y="2767"/>
                      <a:pt x="1905" y="2640"/>
                    </a:cubicBezTo>
                    <a:cubicBezTo>
                      <a:pt x="1798" y="2595"/>
                      <a:pt x="1690" y="2548"/>
                      <a:pt x="1577" y="2500"/>
                    </a:cubicBezTo>
                    <a:cubicBezTo>
                      <a:pt x="1645" y="2670"/>
                      <a:pt x="1712" y="2840"/>
                      <a:pt x="1780" y="3015"/>
                    </a:cubicBezTo>
                    <a:cubicBezTo>
                      <a:pt x="1825" y="3132"/>
                      <a:pt x="1870" y="3248"/>
                      <a:pt x="1918" y="3368"/>
                    </a:cubicBezTo>
                    <a:cubicBezTo>
                      <a:pt x="2077" y="3750"/>
                      <a:pt x="2077" y="3750"/>
                      <a:pt x="2270" y="4108"/>
                    </a:cubicBezTo>
                    <a:cubicBezTo>
                      <a:pt x="3015" y="5575"/>
                      <a:pt x="3007" y="7137"/>
                      <a:pt x="3077" y="8750"/>
                    </a:cubicBezTo>
                    <a:cubicBezTo>
                      <a:pt x="2995" y="8750"/>
                      <a:pt x="2913" y="8750"/>
                      <a:pt x="2827" y="8750"/>
                    </a:cubicBezTo>
                    <a:cubicBezTo>
                      <a:pt x="2815" y="8690"/>
                      <a:pt x="2815" y="8690"/>
                      <a:pt x="2755" y="8382"/>
                    </a:cubicBezTo>
                    <a:cubicBezTo>
                      <a:pt x="2643" y="7827"/>
                      <a:pt x="2525" y="7272"/>
                      <a:pt x="2405" y="6720"/>
                    </a:cubicBezTo>
                    <a:cubicBezTo>
                      <a:pt x="2367" y="6527"/>
                      <a:pt x="2330" y="6337"/>
                      <a:pt x="2293" y="6142"/>
                    </a:cubicBezTo>
                    <a:cubicBezTo>
                      <a:pt x="2035" y="4973"/>
                      <a:pt x="1710" y="4195"/>
                      <a:pt x="880" y="3322"/>
                    </a:cubicBezTo>
                    <a:cubicBezTo>
                      <a:pt x="365" y="2772"/>
                      <a:pt x="97" y="2400"/>
                      <a:pt x="0" y="1640"/>
                    </a:cubicBezTo>
                    <a:cubicBezTo>
                      <a:pt x="92" y="880"/>
                      <a:pt x="300" y="548"/>
                      <a:pt x="827" y="0"/>
                    </a:cubicBezTo>
                    <a:close/>
                  </a:path>
                </a:pathLst>
              </a:custGeom>
              <a:solidFill>
                <a:srgbClr val="C1B493"/>
              </a:solidFill>
              <a:ln w="0">
                <a:noFill/>
              </a:ln>
            </p:spPr>
          </p:sp>
          <p:sp>
            <p:nvSpPr>
              <p:cNvPr id="684" name="robot vector"/>
              <p:cNvSpPr/>
              <p:nvPr/>
            </p:nvSpPr>
            <p:spPr>
              <a:xfrm>
                <a:off x="8546325" y="5033772"/>
                <a:ext cx="17351" cy="43525"/>
              </a:xfrm>
              <a:custGeom>
                <a:avLst/>
                <a:gdLst/>
                <a:ahLst/>
                <a:cxnLst/>
                <a:rect l="0" t="0" r="r" b="b"/>
                <a:pathLst>
                  <a:path w="1897" h="4760" fill="norm" stroke="0">
                    <a:moveTo>
                      <a:pt x="362" y="0"/>
                    </a:moveTo>
                    <a:cubicBezTo>
                      <a:pt x="1582" y="220"/>
                      <a:pt x="1582" y="220"/>
                      <a:pt x="1862" y="500"/>
                    </a:cubicBezTo>
                    <a:cubicBezTo>
                      <a:pt x="1887" y="1030"/>
                      <a:pt x="1897" y="1550"/>
                      <a:pt x="1892" y="2077"/>
                    </a:cubicBezTo>
                    <a:cubicBezTo>
                      <a:pt x="1895" y="2222"/>
                      <a:pt x="1895" y="2370"/>
                      <a:pt x="1897" y="2520"/>
                    </a:cubicBezTo>
                    <a:cubicBezTo>
                      <a:pt x="1895" y="3303"/>
                      <a:pt x="1847" y="3995"/>
                      <a:pt x="1612" y="4750"/>
                    </a:cubicBezTo>
                    <a:cubicBezTo>
                      <a:pt x="1195" y="4760"/>
                      <a:pt x="780" y="4760"/>
                      <a:pt x="362" y="4750"/>
                    </a:cubicBezTo>
                    <a:cubicBezTo>
                      <a:pt x="0" y="4388"/>
                      <a:pt x="80" y="4122"/>
                      <a:pt x="80" y="3618"/>
                    </a:cubicBezTo>
                    <a:cubicBezTo>
                      <a:pt x="80" y="3440"/>
                      <a:pt x="77" y="3263"/>
                      <a:pt x="77" y="3080"/>
                    </a:cubicBezTo>
                    <a:cubicBezTo>
                      <a:pt x="80" y="2895"/>
                      <a:pt x="80" y="2707"/>
                      <a:pt x="82" y="2515"/>
                    </a:cubicBezTo>
                    <a:cubicBezTo>
                      <a:pt x="80" y="2330"/>
                      <a:pt x="80" y="2145"/>
                      <a:pt x="77" y="1952"/>
                    </a:cubicBezTo>
                    <a:cubicBezTo>
                      <a:pt x="77" y="1775"/>
                      <a:pt x="80" y="1597"/>
                      <a:pt x="80" y="1415"/>
                    </a:cubicBezTo>
                    <a:cubicBezTo>
                      <a:pt x="80" y="1253"/>
                      <a:pt x="80" y="1087"/>
                      <a:pt x="80" y="920"/>
                    </a:cubicBezTo>
                    <a:cubicBezTo>
                      <a:pt x="112" y="500"/>
                      <a:pt x="112" y="500"/>
                      <a:pt x="362" y="0"/>
                    </a:cubicBezTo>
                    <a:close/>
                  </a:path>
                </a:pathLst>
              </a:custGeom>
              <a:solidFill>
                <a:srgbClr val="736C5A"/>
              </a:solidFill>
              <a:ln w="0">
                <a:noFill/>
              </a:ln>
            </p:spPr>
          </p:sp>
          <p:sp>
            <p:nvSpPr>
              <p:cNvPr id="685" name="robot vector"/>
              <p:cNvSpPr/>
              <p:nvPr/>
            </p:nvSpPr>
            <p:spPr>
              <a:xfrm>
                <a:off x="8117586" y="4857750"/>
                <a:ext cx="61973" cy="38565"/>
              </a:xfrm>
              <a:custGeom>
                <a:avLst/>
                <a:gdLst/>
                <a:ahLst/>
                <a:cxnLst/>
                <a:rect l="0" t="0" r="r" b="b"/>
                <a:pathLst>
                  <a:path w="6778" h="4217" fill="norm" stroke="0">
                    <a:moveTo>
                      <a:pt x="1750" y="0"/>
                    </a:moveTo>
                    <a:cubicBezTo>
                      <a:pt x="2832" y="173"/>
                      <a:pt x="3800" y="523"/>
                      <a:pt x="4812" y="938"/>
                    </a:cubicBezTo>
                    <a:cubicBezTo>
                      <a:pt x="4972" y="997"/>
                      <a:pt x="5130" y="1058"/>
                      <a:pt x="5295" y="1120"/>
                    </a:cubicBezTo>
                    <a:cubicBezTo>
                      <a:pt x="6425" y="1585"/>
                      <a:pt x="6425" y="1585"/>
                      <a:pt x="6778" y="2362"/>
                    </a:cubicBezTo>
                    <a:cubicBezTo>
                      <a:pt x="6750" y="3000"/>
                      <a:pt x="6750" y="3000"/>
                      <a:pt x="6510" y="3570"/>
                    </a:cubicBezTo>
                    <a:cubicBezTo>
                      <a:pt x="5742" y="4217"/>
                      <a:pt x="5053" y="4150"/>
                      <a:pt x="4077" y="4125"/>
                    </a:cubicBezTo>
                    <a:cubicBezTo>
                      <a:pt x="3900" y="4122"/>
                      <a:pt x="3720" y="4120"/>
                      <a:pt x="3535" y="4120"/>
                    </a:cubicBezTo>
                    <a:cubicBezTo>
                      <a:pt x="2180" y="4075"/>
                      <a:pt x="1110" y="3817"/>
                      <a:pt x="0" y="3000"/>
                    </a:cubicBezTo>
                    <a:cubicBezTo>
                      <a:pt x="80" y="1670"/>
                      <a:pt x="862" y="940"/>
                      <a:pt x="1750" y="0"/>
                    </a:cubicBezTo>
                    <a:close/>
                    <a:moveTo>
                      <a:pt x="2000" y="500"/>
                    </a:moveTo>
                    <a:cubicBezTo>
                      <a:pt x="1795" y="695"/>
                      <a:pt x="1590" y="893"/>
                      <a:pt x="1388" y="1090"/>
                    </a:cubicBezTo>
                    <a:cubicBezTo>
                      <a:pt x="1330" y="1143"/>
                      <a:pt x="1330" y="1143"/>
                      <a:pt x="1043" y="1420"/>
                    </a:cubicBezTo>
                    <a:cubicBezTo>
                      <a:pt x="673" y="1837"/>
                      <a:pt x="560" y="2200"/>
                      <a:pt x="500" y="2750"/>
                    </a:cubicBezTo>
                    <a:cubicBezTo>
                      <a:pt x="1690" y="3450"/>
                      <a:pt x="2567" y="3612"/>
                      <a:pt x="3938" y="3577"/>
                    </a:cubicBezTo>
                    <a:cubicBezTo>
                      <a:pt x="4105" y="3580"/>
                      <a:pt x="4273" y="3580"/>
                      <a:pt x="4447" y="3580"/>
                    </a:cubicBezTo>
                    <a:cubicBezTo>
                      <a:pt x="5683" y="3567"/>
                      <a:pt x="5683" y="3567"/>
                      <a:pt x="6250" y="3000"/>
                    </a:cubicBezTo>
                    <a:cubicBezTo>
                      <a:pt x="6212" y="2495"/>
                      <a:pt x="6212" y="2495"/>
                      <a:pt x="6000" y="2000"/>
                    </a:cubicBezTo>
                    <a:cubicBezTo>
                      <a:pt x="5605" y="1750"/>
                      <a:pt x="5605" y="1750"/>
                      <a:pt x="5100" y="1575"/>
                    </a:cubicBezTo>
                    <a:cubicBezTo>
                      <a:pt x="4920" y="1510"/>
                      <a:pt x="4742" y="1445"/>
                      <a:pt x="4555" y="1380"/>
                    </a:cubicBezTo>
                    <a:cubicBezTo>
                      <a:pt x="4367" y="1315"/>
                      <a:pt x="4180" y="1253"/>
                      <a:pt x="3985" y="1188"/>
                    </a:cubicBezTo>
                    <a:cubicBezTo>
                      <a:pt x="3890" y="1155"/>
                      <a:pt x="3890" y="1155"/>
                      <a:pt x="3410" y="985"/>
                    </a:cubicBezTo>
                    <a:cubicBezTo>
                      <a:pt x="2940" y="820"/>
                      <a:pt x="2470" y="658"/>
                      <a:pt x="2000" y="50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86" name="robot vector"/>
              <p:cNvSpPr/>
              <p:nvPr/>
            </p:nvSpPr>
            <p:spPr>
              <a:xfrm>
                <a:off x="8439912" y="4790862"/>
                <a:ext cx="57150" cy="49698"/>
              </a:xfrm>
              <a:custGeom>
                <a:avLst/>
                <a:gdLst/>
                <a:ahLst/>
                <a:cxnLst/>
                <a:rect l="0" t="0" r="r" b="b"/>
                <a:pathLst>
                  <a:path w="6250" h="5435" fill="norm" stroke="0">
                    <a:moveTo>
                      <a:pt x="6250" y="65"/>
                    </a:moveTo>
                    <a:cubicBezTo>
                      <a:pt x="6180" y="800"/>
                      <a:pt x="6107" y="1535"/>
                      <a:pt x="6030" y="2268"/>
                    </a:cubicBezTo>
                    <a:cubicBezTo>
                      <a:pt x="6023" y="2373"/>
                      <a:pt x="6023" y="2373"/>
                      <a:pt x="5972" y="2900"/>
                    </a:cubicBezTo>
                    <a:cubicBezTo>
                      <a:pt x="5950" y="3100"/>
                      <a:pt x="5930" y="3300"/>
                      <a:pt x="5908" y="3508"/>
                    </a:cubicBezTo>
                    <a:cubicBezTo>
                      <a:pt x="5900" y="3600"/>
                      <a:pt x="5900" y="3600"/>
                      <a:pt x="5852" y="4068"/>
                    </a:cubicBezTo>
                    <a:cubicBezTo>
                      <a:pt x="5742" y="4603"/>
                      <a:pt x="5610" y="4905"/>
                      <a:pt x="5250" y="5315"/>
                    </a:cubicBezTo>
                    <a:cubicBezTo>
                      <a:pt x="4663" y="5435"/>
                      <a:pt x="4663" y="5435"/>
                      <a:pt x="4000" y="5315"/>
                    </a:cubicBezTo>
                    <a:cubicBezTo>
                      <a:pt x="3565" y="4975"/>
                      <a:pt x="3245" y="4562"/>
                      <a:pt x="2905" y="4128"/>
                    </a:cubicBezTo>
                    <a:cubicBezTo>
                      <a:pt x="2050" y="3098"/>
                      <a:pt x="1253" y="2355"/>
                      <a:pt x="0" y="1815"/>
                    </a:cubicBezTo>
                    <a:cubicBezTo>
                      <a:pt x="0" y="1650"/>
                      <a:pt x="0" y="1485"/>
                      <a:pt x="0" y="1315"/>
                    </a:cubicBezTo>
                    <a:cubicBezTo>
                      <a:pt x="107" y="1305"/>
                      <a:pt x="215" y="1293"/>
                      <a:pt x="325" y="1280"/>
                    </a:cubicBezTo>
                    <a:cubicBezTo>
                      <a:pt x="815" y="1228"/>
                      <a:pt x="1305" y="1170"/>
                      <a:pt x="1798" y="1113"/>
                    </a:cubicBezTo>
                    <a:cubicBezTo>
                      <a:pt x="1965" y="1095"/>
                      <a:pt x="2133" y="1078"/>
                      <a:pt x="2308" y="1058"/>
                    </a:cubicBezTo>
                    <a:cubicBezTo>
                      <a:pt x="3105" y="963"/>
                      <a:pt x="3742" y="873"/>
                      <a:pt x="4420" y="423"/>
                    </a:cubicBezTo>
                    <a:cubicBezTo>
                      <a:pt x="5090" y="10"/>
                      <a:pt x="5477" y="0"/>
                      <a:pt x="6250" y="65"/>
                    </a:cubicBezTo>
                    <a:close/>
                    <a:moveTo>
                      <a:pt x="4683" y="798"/>
                    </a:moveTo>
                    <a:cubicBezTo>
                      <a:pt x="4097" y="1160"/>
                      <a:pt x="3497" y="1240"/>
                      <a:pt x="2827" y="1345"/>
                    </a:cubicBezTo>
                    <a:cubicBezTo>
                      <a:pt x="2765" y="1358"/>
                      <a:pt x="2765" y="1358"/>
                      <a:pt x="2440" y="1413"/>
                    </a:cubicBezTo>
                    <a:cubicBezTo>
                      <a:pt x="2128" y="1465"/>
                      <a:pt x="1815" y="1515"/>
                      <a:pt x="1500" y="1565"/>
                    </a:cubicBezTo>
                    <a:cubicBezTo>
                      <a:pt x="1800" y="2218"/>
                      <a:pt x="2082" y="2703"/>
                      <a:pt x="2610" y="3190"/>
                    </a:cubicBezTo>
                    <a:cubicBezTo>
                      <a:pt x="3138" y="3695"/>
                      <a:pt x="3580" y="4218"/>
                      <a:pt x="4000" y="4815"/>
                    </a:cubicBezTo>
                    <a:cubicBezTo>
                      <a:pt x="4413" y="4733"/>
                      <a:pt x="4825" y="4650"/>
                      <a:pt x="5250" y="4565"/>
                    </a:cubicBezTo>
                    <a:cubicBezTo>
                      <a:pt x="5480" y="3220"/>
                      <a:pt x="5528" y="1930"/>
                      <a:pt x="5500" y="565"/>
                    </a:cubicBezTo>
                    <a:cubicBezTo>
                      <a:pt x="5000" y="565"/>
                      <a:pt x="5000" y="565"/>
                      <a:pt x="4683" y="79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87" name="robot vector"/>
              <p:cNvSpPr/>
              <p:nvPr/>
            </p:nvSpPr>
            <p:spPr>
              <a:xfrm>
                <a:off x="8086999" y="4904864"/>
                <a:ext cx="30587" cy="37468"/>
              </a:xfrm>
              <a:custGeom>
                <a:avLst/>
                <a:gdLst/>
                <a:ahLst/>
                <a:cxnLst/>
                <a:rect l="0" t="0" r="r" b="b"/>
                <a:pathLst>
                  <a:path w="3345" h="4097" fill="norm" stroke="0">
                    <a:moveTo>
                      <a:pt x="3095" y="97"/>
                    </a:moveTo>
                    <a:cubicBezTo>
                      <a:pt x="3245" y="423"/>
                      <a:pt x="3245" y="423"/>
                      <a:pt x="3345" y="847"/>
                    </a:cubicBezTo>
                    <a:cubicBezTo>
                      <a:pt x="3190" y="1230"/>
                      <a:pt x="3190" y="1230"/>
                      <a:pt x="2933" y="1632"/>
                    </a:cubicBezTo>
                    <a:cubicBezTo>
                      <a:pt x="2840" y="1775"/>
                      <a:pt x="2750" y="1920"/>
                      <a:pt x="2655" y="2067"/>
                    </a:cubicBezTo>
                    <a:cubicBezTo>
                      <a:pt x="2558" y="2217"/>
                      <a:pt x="2460" y="2365"/>
                      <a:pt x="2360" y="2520"/>
                    </a:cubicBezTo>
                    <a:cubicBezTo>
                      <a:pt x="2265" y="2670"/>
                      <a:pt x="2168" y="2822"/>
                      <a:pt x="2067" y="2980"/>
                    </a:cubicBezTo>
                    <a:cubicBezTo>
                      <a:pt x="1830" y="3352"/>
                      <a:pt x="1587" y="3725"/>
                      <a:pt x="1345" y="4097"/>
                    </a:cubicBezTo>
                    <a:cubicBezTo>
                      <a:pt x="1015" y="4015"/>
                      <a:pt x="685" y="3933"/>
                      <a:pt x="345" y="3847"/>
                    </a:cubicBezTo>
                    <a:cubicBezTo>
                      <a:pt x="0" y="2812"/>
                      <a:pt x="153" y="2190"/>
                      <a:pt x="608" y="1242"/>
                    </a:cubicBezTo>
                    <a:cubicBezTo>
                      <a:pt x="1238" y="192"/>
                      <a:pt x="1915" y="0"/>
                      <a:pt x="3095" y="97"/>
                    </a:cubicBezTo>
                    <a:close/>
                  </a:path>
                </a:pathLst>
              </a:custGeom>
              <a:solidFill>
                <a:srgbClr val="D5CBB5"/>
              </a:solidFill>
              <a:ln w="0">
                <a:noFill/>
              </a:ln>
            </p:spPr>
          </p:sp>
          <p:sp>
            <p:nvSpPr>
              <p:cNvPr id="688" name="robot vector"/>
              <p:cNvSpPr/>
              <p:nvPr/>
            </p:nvSpPr>
            <p:spPr>
              <a:xfrm>
                <a:off x="8149590" y="4833176"/>
                <a:ext cx="36576" cy="24574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688" fill="norm" stroke="0">
                    <a:moveTo>
                      <a:pt x="500" y="188"/>
                    </a:moveTo>
                    <a:cubicBezTo>
                      <a:pt x="2403" y="0"/>
                      <a:pt x="2403" y="0"/>
                      <a:pt x="3188" y="423"/>
                    </a:cubicBezTo>
                    <a:cubicBezTo>
                      <a:pt x="3543" y="745"/>
                      <a:pt x="3783" y="1008"/>
                      <a:pt x="4000" y="1438"/>
                    </a:cubicBezTo>
                    <a:cubicBezTo>
                      <a:pt x="3952" y="2140"/>
                      <a:pt x="3952" y="2140"/>
                      <a:pt x="3750" y="2688"/>
                    </a:cubicBezTo>
                    <a:cubicBezTo>
                      <a:pt x="2230" y="2635"/>
                      <a:pt x="1227" y="2053"/>
                      <a:pt x="0" y="1188"/>
                    </a:cubicBezTo>
                    <a:cubicBezTo>
                      <a:pt x="165" y="857"/>
                      <a:pt x="330" y="528"/>
                      <a:pt x="500" y="188"/>
                    </a:cubicBezTo>
                    <a:close/>
                  </a:path>
                </a:pathLst>
              </a:custGeom>
              <a:solidFill>
                <a:srgbClr val="D8D0BB"/>
              </a:solidFill>
              <a:ln w="0">
                <a:noFill/>
              </a:ln>
            </p:spPr>
          </p:sp>
          <p:sp>
            <p:nvSpPr>
              <p:cNvPr id="689" name="robot vector"/>
              <p:cNvSpPr/>
              <p:nvPr/>
            </p:nvSpPr>
            <p:spPr>
              <a:xfrm>
                <a:off x="8151876" y="4910328"/>
                <a:ext cx="43434" cy="34290"/>
              </a:xfrm>
              <a:custGeom>
                <a:avLst/>
                <a:gdLst/>
                <a:ahLst/>
                <a:cxnLst/>
                <a:rect l="0" t="0" r="r" b="b"/>
                <a:pathLst>
                  <a:path w="4750" h="3750" fill="norm" stroke="0">
                    <a:moveTo>
                      <a:pt x="250" y="0"/>
                    </a:moveTo>
                    <a:cubicBezTo>
                      <a:pt x="1840" y="40"/>
                      <a:pt x="2650" y="928"/>
                      <a:pt x="3750" y="2000"/>
                    </a:cubicBezTo>
                    <a:cubicBezTo>
                      <a:pt x="3808" y="2055"/>
                      <a:pt x="3808" y="2055"/>
                      <a:pt x="4100" y="2337"/>
                    </a:cubicBezTo>
                    <a:cubicBezTo>
                      <a:pt x="4320" y="2555"/>
                      <a:pt x="4535" y="2778"/>
                      <a:pt x="4750" y="3000"/>
                    </a:cubicBezTo>
                    <a:cubicBezTo>
                      <a:pt x="4668" y="3247"/>
                      <a:pt x="4585" y="3495"/>
                      <a:pt x="4500" y="3750"/>
                    </a:cubicBezTo>
                    <a:cubicBezTo>
                      <a:pt x="3308" y="3628"/>
                      <a:pt x="2695" y="3138"/>
                      <a:pt x="1827" y="2375"/>
                    </a:cubicBezTo>
                    <a:cubicBezTo>
                      <a:pt x="1587" y="2170"/>
                      <a:pt x="1347" y="1962"/>
                      <a:pt x="1107" y="1758"/>
                    </a:cubicBezTo>
                    <a:cubicBezTo>
                      <a:pt x="1003" y="1668"/>
                      <a:pt x="898" y="1575"/>
                      <a:pt x="790" y="1480"/>
                    </a:cubicBezTo>
                    <a:cubicBezTo>
                      <a:pt x="500" y="1250"/>
                      <a:pt x="500" y="1250"/>
                      <a:pt x="0" y="1000"/>
                    </a:cubicBezTo>
                    <a:cubicBezTo>
                      <a:pt x="82" y="670"/>
                      <a:pt x="165" y="340"/>
                      <a:pt x="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690" name="robot vector"/>
              <p:cNvSpPr/>
              <p:nvPr/>
            </p:nvSpPr>
            <p:spPr>
              <a:xfrm>
                <a:off x="8564888" y="4912614"/>
                <a:ext cx="19477" cy="34724"/>
              </a:xfrm>
              <a:custGeom>
                <a:avLst/>
                <a:gdLst/>
                <a:ahLst/>
                <a:cxnLst/>
                <a:rect l="0" t="0" r="r" b="b"/>
                <a:pathLst>
                  <a:path w="2130" h="3798" fill="norm" stroke="0">
                    <a:moveTo>
                      <a:pt x="832" y="0"/>
                    </a:moveTo>
                    <a:cubicBezTo>
                      <a:pt x="1038" y="82"/>
                      <a:pt x="1038" y="82"/>
                      <a:pt x="2082" y="500"/>
                    </a:cubicBezTo>
                    <a:cubicBezTo>
                      <a:pt x="2095" y="947"/>
                      <a:pt x="2105" y="1395"/>
                      <a:pt x="2112" y="1845"/>
                    </a:cubicBezTo>
                    <a:cubicBezTo>
                      <a:pt x="2115" y="1908"/>
                      <a:pt x="2115" y="1908"/>
                      <a:pt x="2127" y="2227"/>
                    </a:cubicBezTo>
                    <a:cubicBezTo>
                      <a:pt x="2130" y="2570"/>
                      <a:pt x="2107" y="2910"/>
                      <a:pt x="2082" y="3250"/>
                    </a:cubicBezTo>
                    <a:cubicBezTo>
                      <a:pt x="1582" y="3750"/>
                      <a:pt x="1582" y="3750"/>
                      <a:pt x="942" y="3798"/>
                    </a:cubicBezTo>
                    <a:cubicBezTo>
                      <a:pt x="332" y="3750"/>
                      <a:pt x="332" y="3750"/>
                      <a:pt x="82" y="3500"/>
                    </a:cubicBezTo>
                    <a:cubicBezTo>
                      <a:pt x="45" y="3053"/>
                      <a:pt x="27" y="2605"/>
                      <a:pt x="20" y="2155"/>
                    </a:cubicBezTo>
                    <a:cubicBezTo>
                      <a:pt x="17" y="2035"/>
                      <a:pt x="17" y="2035"/>
                      <a:pt x="0" y="1415"/>
                    </a:cubicBezTo>
                    <a:cubicBezTo>
                      <a:pt x="82" y="750"/>
                      <a:pt x="82" y="750"/>
                      <a:pt x="462" y="288"/>
                    </a:cubicBezTo>
                    <a:cubicBezTo>
                      <a:pt x="585" y="192"/>
                      <a:pt x="707" y="97"/>
                      <a:pt x="832" y="0"/>
                    </a:cubicBezTo>
                    <a:close/>
                  </a:path>
                </a:pathLst>
              </a:custGeom>
              <a:solidFill>
                <a:srgbClr val="575349"/>
              </a:solidFill>
              <a:ln w="0">
                <a:noFill/>
              </a:ln>
            </p:spPr>
          </p:sp>
          <p:sp>
            <p:nvSpPr>
              <p:cNvPr id="691" name="robot vector"/>
              <p:cNvSpPr/>
              <p:nvPr/>
            </p:nvSpPr>
            <p:spPr>
              <a:xfrm>
                <a:off x="8145018" y="4828398"/>
                <a:ext cx="48920" cy="35502"/>
              </a:xfrm>
              <a:custGeom>
                <a:avLst/>
                <a:gdLst/>
                <a:ahLst/>
                <a:cxnLst/>
                <a:rect l="0" t="0" r="r" b="b"/>
                <a:pathLst>
                  <a:path w="5350" h="3883" fill="norm" stroke="0">
                    <a:moveTo>
                      <a:pt x="3500" y="210"/>
                    </a:moveTo>
                    <a:cubicBezTo>
                      <a:pt x="4072" y="480"/>
                      <a:pt x="4310" y="730"/>
                      <a:pt x="4750" y="1210"/>
                    </a:cubicBezTo>
                    <a:cubicBezTo>
                      <a:pt x="4862" y="1322"/>
                      <a:pt x="4977" y="1438"/>
                      <a:pt x="5095" y="1555"/>
                    </a:cubicBezTo>
                    <a:cubicBezTo>
                      <a:pt x="5350" y="2218"/>
                      <a:pt x="5153" y="2775"/>
                      <a:pt x="5000" y="3460"/>
                    </a:cubicBezTo>
                    <a:cubicBezTo>
                      <a:pt x="3675" y="3883"/>
                      <a:pt x="2867" y="3640"/>
                      <a:pt x="1655" y="3055"/>
                    </a:cubicBezTo>
                    <a:cubicBezTo>
                      <a:pt x="1523" y="2993"/>
                      <a:pt x="1388" y="2930"/>
                      <a:pt x="1250" y="2865"/>
                    </a:cubicBezTo>
                    <a:cubicBezTo>
                      <a:pt x="875" y="2673"/>
                      <a:pt x="562" y="2493"/>
                      <a:pt x="250" y="2210"/>
                    </a:cubicBezTo>
                    <a:cubicBezTo>
                      <a:pt x="38" y="1533"/>
                      <a:pt x="38" y="1533"/>
                      <a:pt x="0" y="960"/>
                    </a:cubicBezTo>
                    <a:cubicBezTo>
                      <a:pt x="1097" y="3"/>
                      <a:pt x="2095" y="0"/>
                      <a:pt x="3500" y="210"/>
                    </a:cubicBezTo>
                    <a:close/>
                    <a:moveTo>
                      <a:pt x="1000" y="710"/>
                    </a:moveTo>
                    <a:cubicBezTo>
                      <a:pt x="835" y="1040"/>
                      <a:pt x="670" y="1370"/>
                      <a:pt x="500" y="1710"/>
                    </a:cubicBezTo>
                    <a:cubicBezTo>
                      <a:pt x="1727" y="2575"/>
                      <a:pt x="2730" y="3158"/>
                      <a:pt x="4250" y="3210"/>
                    </a:cubicBezTo>
                    <a:cubicBezTo>
                      <a:pt x="4452" y="2663"/>
                      <a:pt x="4452" y="2663"/>
                      <a:pt x="4500" y="1960"/>
                    </a:cubicBezTo>
                    <a:cubicBezTo>
                      <a:pt x="4200" y="1368"/>
                      <a:pt x="3832" y="1023"/>
                      <a:pt x="3250" y="710"/>
                    </a:cubicBezTo>
                    <a:cubicBezTo>
                      <a:pt x="2487" y="608"/>
                      <a:pt x="1765" y="635"/>
                      <a:pt x="1000" y="71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692" name="robot vector"/>
              <p:cNvSpPr/>
              <p:nvPr/>
            </p:nvSpPr>
            <p:spPr>
              <a:xfrm>
                <a:off x="8475574" y="4852812"/>
                <a:ext cx="39776" cy="51481"/>
              </a:xfrm>
              <a:custGeom>
                <a:avLst/>
                <a:gdLst/>
                <a:ahLst/>
                <a:cxnLst/>
                <a:rect l="0" t="0" r="r" b="b"/>
                <a:pathLst>
                  <a:path w="4350" h="5630" fill="norm" stroke="0">
                    <a:moveTo>
                      <a:pt x="850" y="40"/>
                    </a:moveTo>
                    <a:cubicBezTo>
                      <a:pt x="1503" y="10"/>
                      <a:pt x="1780" y="0"/>
                      <a:pt x="2350" y="290"/>
                    </a:cubicBezTo>
                    <a:cubicBezTo>
                      <a:pt x="2808" y="902"/>
                      <a:pt x="3168" y="1530"/>
                      <a:pt x="3525" y="2202"/>
                    </a:cubicBezTo>
                    <a:cubicBezTo>
                      <a:pt x="3850" y="2790"/>
                      <a:pt x="3850" y="2790"/>
                      <a:pt x="4350" y="3290"/>
                    </a:cubicBezTo>
                    <a:cubicBezTo>
                      <a:pt x="4350" y="3955"/>
                      <a:pt x="4268" y="4365"/>
                      <a:pt x="3800" y="4852"/>
                    </a:cubicBezTo>
                    <a:cubicBezTo>
                      <a:pt x="3165" y="5332"/>
                      <a:pt x="2613" y="5630"/>
                      <a:pt x="1803" y="5587"/>
                    </a:cubicBezTo>
                    <a:cubicBezTo>
                      <a:pt x="1335" y="5462"/>
                      <a:pt x="1148" y="5350"/>
                      <a:pt x="847" y="4967"/>
                    </a:cubicBezTo>
                    <a:cubicBezTo>
                      <a:pt x="273" y="3790"/>
                      <a:pt x="0" y="2342"/>
                      <a:pt x="100" y="1040"/>
                    </a:cubicBezTo>
                    <a:cubicBezTo>
                      <a:pt x="472" y="465"/>
                      <a:pt x="472" y="465"/>
                      <a:pt x="850" y="40"/>
                    </a:cubicBezTo>
                    <a:close/>
                    <a:moveTo>
                      <a:pt x="850" y="540"/>
                    </a:moveTo>
                    <a:cubicBezTo>
                      <a:pt x="483" y="1290"/>
                      <a:pt x="663" y="2002"/>
                      <a:pt x="803" y="2790"/>
                    </a:cubicBezTo>
                    <a:cubicBezTo>
                      <a:pt x="825" y="2923"/>
                      <a:pt x="845" y="3058"/>
                      <a:pt x="865" y="3195"/>
                    </a:cubicBezTo>
                    <a:cubicBezTo>
                      <a:pt x="988" y="3907"/>
                      <a:pt x="1097" y="4502"/>
                      <a:pt x="1600" y="5040"/>
                    </a:cubicBezTo>
                    <a:cubicBezTo>
                      <a:pt x="2400" y="5168"/>
                      <a:pt x="2745" y="5107"/>
                      <a:pt x="3428" y="4665"/>
                    </a:cubicBezTo>
                    <a:cubicBezTo>
                      <a:pt x="3567" y="4540"/>
                      <a:pt x="3707" y="4418"/>
                      <a:pt x="3850" y="4290"/>
                    </a:cubicBezTo>
                    <a:cubicBezTo>
                      <a:pt x="3745" y="3168"/>
                      <a:pt x="3253" y="2415"/>
                      <a:pt x="2640" y="1482"/>
                    </a:cubicBezTo>
                    <a:cubicBezTo>
                      <a:pt x="2350" y="1040"/>
                      <a:pt x="2350" y="1040"/>
                      <a:pt x="2100" y="540"/>
                    </a:cubicBezTo>
                    <a:cubicBezTo>
                      <a:pt x="1688" y="540"/>
                      <a:pt x="1275" y="540"/>
                      <a:pt x="850" y="54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693" name="robot vector"/>
              <p:cNvSpPr/>
              <p:nvPr/>
            </p:nvSpPr>
            <p:spPr>
              <a:xfrm>
                <a:off x="8501634" y="4906762"/>
                <a:ext cx="45720" cy="30998"/>
              </a:xfrm>
              <a:custGeom>
                <a:avLst/>
                <a:gdLst/>
                <a:ahLst/>
                <a:cxnLst/>
                <a:rect l="0" t="0" r="r" b="b"/>
                <a:pathLst>
                  <a:path w="5000" h="3390" fill="norm" stroke="0">
                    <a:moveTo>
                      <a:pt x="5000" y="640"/>
                    </a:moveTo>
                    <a:cubicBezTo>
                      <a:pt x="5000" y="805"/>
                      <a:pt x="5000" y="970"/>
                      <a:pt x="5000" y="1140"/>
                    </a:cubicBezTo>
                    <a:cubicBezTo>
                      <a:pt x="4918" y="1160"/>
                      <a:pt x="4918" y="1160"/>
                      <a:pt x="4497" y="1260"/>
                    </a:cubicBezTo>
                    <a:cubicBezTo>
                      <a:pt x="3230" y="1595"/>
                      <a:pt x="2360" y="1860"/>
                      <a:pt x="1508" y="2872"/>
                    </a:cubicBezTo>
                    <a:cubicBezTo>
                      <a:pt x="1140" y="3255"/>
                      <a:pt x="768" y="3332"/>
                      <a:pt x="250" y="3390"/>
                    </a:cubicBezTo>
                    <a:cubicBezTo>
                      <a:pt x="168" y="3060"/>
                      <a:pt x="85" y="2730"/>
                      <a:pt x="0" y="2390"/>
                    </a:cubicBezTo>
                    <a:cubicBezTo>
                      <a:pt x="347" y="2107"/>
                      <a:pt x="697" y="1825"/>
                      <a:pt x="1048" y="1545"/>
                    </a:cubicBezTo>
                    <a:cubicBezTo>
                      <a:pt x="1143" y="1467"/>
                      <a:pt x="1240" y="1387"/>
                      <a:pt x="1340" y="1305"/>
                    </a:cubicBezTo>
                    <a:cubicBezTo>
                      <a:pt x="2633" y="280"/>
                      <a:pt x="3470" y="0"/>
                      <a:pt x="5000" y="6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695" name="Fact-R1"/>
            <p:cNvSpPr txBox="1"/>
            <p:nvPr/>
          </p:nvSpPr>
          <p:spPr>
            <a:xfrm>
              <a:off x="7927848" y="5253228"/>
              <a:ext cx="923544" cy="33147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000000"/>
                  </a:solidFill>
                  <a:latin typeface="Times New Roman"/>
                </a:rPr>
                <a:t>Fact-R1</a:t>
              </a:r>
            </a:p>
          </p:txBody>
        </p:sp>
        <p:sp>
          <p:nvSpPr>
            <p:cNvPr id="696" name="Arrow"/>
            <p:cNvSpPr/>
            <p:nvPr/>
          </p:nvSpPr>
          <p:spPr>
            <a:xfrm>
              <a:off x="8860536" y="4892040"/>
              <a:ext cx="283464" cy="164592"/>
            </a:xfrm>
            <a:custGeom>
              <a:avLst/>
              <a:gdLst/>
              <a:ahLst/>
              <a:cxnLst/>
              <a:rect l="0" t="0" r="r" b="b"/>
              <a:pathLst>
                <a:path w="31000" h="18000" fill="norm" stroke="1">
                  <a:moveTo>
                    <a:pt x="0" y="5000"/>
                  </a:moveTo>
                  <a:lnTo>
                    <a:pt x="19000" y="5000"/>
                  </a:lnTo>
                  <a:lnTo>
                    <a:pt x="19000" y="0"/>
                  </a:lnTo>
                  <a:lnTo>
                    <a:pt x="31000" y="9000"/>
                  </a:lnTo>
                  <a:lnTo>
                    <a:pt x="19000" y="18000"/>
                  </a:lnTo>
                  <a:lnTo>
                    <a:pt x="19000" y="13000"/>
                  </a:lnTo>
                  <a:lnTo>
                    <a:pt x="0" y="13000"/>
                  </a:lnTo>
                  <a:lnTo>
                    <a:pt x="0" y="50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sp>
          <p:nvSpPr>
            <p:cNvPr id="697" name="Rectangle"/>
            <p:cNvSpPr/>
            <p:nvPr/>
          </p:nvSpPr>
          <p:spPr>
            <a:xfrm>
              <a:off x="9262872" y="4636008"/>
              <a:ext cx="1161288" cy="640080"/>
            </a:xfrm>
            <a:prstGeom prst="roundRect">
              <a:avLst>
                <a:gd name="adj" fmla="val 12857"/>
              </a:avLst>
            </a:prstGeom>
            <a:solidFill>
              <a:srgbClr val="A5C8EB"/>
            </a:solidFill>
            <a:ln w="27432">
              <a:solidFill>
                <a:srgbClr val="DCEAF6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Long-cot Prediction"/>
            <p:cNvSpPr txBox="1"/>
            <p:nvPr/>
          </p:nvSpPr>
          <p:spPr>
            <a:xfrm>
              <a:off x="9354312" y="4686300"/>
              <a:ext cx="978408" cy="59436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000000"/>
                  </a:solidFill>
                  <a:latin typeface="Arial Narrow"/>
                </a:rPr>
                <a:t>Long-cot</a:t>
              </a:r>
            </a:p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000000"/>
                  </a:solidFill>
                  <a:latin typeface="Arial Narrow"/>
                </a:rPr>
                <a:t>Prediction</a:t>
              </a:r>
            </a:p>
          </p:txBody>
        </p:sp>
        <p:sp>
          <p:nvSpPr>
            <p:cNvPr id="699" name="Arrow"/>
            <p:cNvSpPr/>
            <p:nvPr/>
          </p:nvSpPr>
          <p:spPr>
            <a:xfrm>
              <a:off x="9747504" y="5385816"/>
              <a:ext cx="164592" cy="283464"/>
            </a:xfrm>
            <a:custGeom>
              <a:avLst/>
              <a:gdLst/>
              <a:ahLst/>
              <a:cxnLst/>
              <a:rect l="0" t="0" r="r" b="b"/>
              <a:pathLst>
                <a:path w="18000" h="31000" fill="norm" stroke="1">
                  <a:moveTo>
                    <a:pt x="13000" y="0"/>
                  </a:moveTo>
                  <a:lnTo>
                    <a:pt x="13000" y="19000"/>
                  </a:lnTo>
                  <a:lnTo>
                    <a:pt x="18000" y="19000"/>
                  </a:lnTo>
                  <a:lnTo>
                    <a:pt x="9000" y="31000"/>
                  </a:lnTo>
                  <a:lnTo>
                    <a:pt x="0" y="19000"/>
                  </a:lnTo>
                  <a:lnTo>
                    <a:pt x="5000" y="19000"/>
                  </a:lnTo>
                  <a:lnTo>
                    <a:pt x="5000" y="0"/>
                  </a:lnTo>
                  <a:lnTo>
                    <a:pt x="13000" y="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grpSp>
          <p:nvGrpSpPr>
            <p:cNvPr id="709" name="Vector icon - human_correct"/>
            <p:cNvGrpSpPr/>
            <p:nvPr/>
          </p:nvGrpSpPr>
          <p:grpSpPr>
            <a:xfrm>
              <a:off x="9491472" y="5724144"/>
              <a:ext cx="676656" cy="685800"/>
              <a:chOff x="9491472" y="5724144"/>
              <a:chExt cx="676656" cy="685800"/>
            </a:xfrm>
          </p:grpSpPr>
          <p:sp>
            <p:nvSpPr>
              <p:cNvPr id="700" name="human_correct vector"/>
              <p:cNvSpPr/>
              <p:nvPr/>
            </p:nvSpPr>
            <p:spPr>
              <a:xfrm>
                <a:off x="9491472" y="5724144"/>
                <a:ext cx="676656" cy="685800"/>
              </a:xfrm>
              <a:custGeom>
                <a:avLst/>
                <a:gdLst/>
                <a:ahLst/>
                <a:cxnLst/>
                <a:rect l="0" t="0" r="r" b="b"/>
                <a:pathLst>
                  <a:path w="74000" h="75000" fill="norm" stroke="0">
                    <a:moveTo>
                      <a:pt x="0" y="0"/>
                    </a:moveTo>
                    <a:cubicBezTo>
                      <a:pt x="24420" y="0"/>
                      <a:pt x="48840" y="0"/>
                      <a:pt x="74000" y="0"/>
                    </a:cubicBezTo>
                    <a:cubicBezTo>
                      <a:pt x="74000" y="24750"/>
                      <a:pt x="74000" y="49500"/>
                      <a:pt x="74000" y="75000"/>
                    </a:cubicBezTo>
                    <a:cubicBezTo>
                      <a:pt x="49580" y="75000"/>
                      <a:pt x="25160" y="75000"/>
                      <a:pt x="0" y="75000"/>
                    </a:cubicBezTo>
                    <a:cubicBezTo>
                      <a:pt x="0" y="50250"/>
                      <a:pt x="0" y="25500"/>
                      <a:pt x="0" y="0"/>
                    </a:cubicBezTo>
                    <a:close/>
                  </a:path>
                </a:pathLst>
              </a:custGeom>
              <a:solidFill>
                <a:srgbClr val="292929"/>
              </a:solidFill>
              <a:ln w="0">
                <a:noFill/>
              </a:ln>
            </p:spPr>
          </p:sp>
          <p:sp>
            <p:nvSpPr>
              <p:cNvPr id="701" name="human_correct vector"/>
              <p:cNvSpPr/>
              <p:nvPr/>
            </p:nvSpPr>
            <p:spPr>
              <a:xfrm>
                <a:off x="9555069" y="5776768"/>
                <a:ext cx="550446" cy="500588"/>
              </a:xfrm>
              <a:custGeom>
                <a:avLst/>
                <a:gdLst/>
                <a:ahLst/>
                <a:cxnLst/>
                <a:rect l="0" t="0" r="r" b="b"/>
                <a:pathLst>
                  <a:path w="60197" h="54745" fill="norm" stroke="0">
                    <a:moveTo>
                      <a:pt x="49045" y="7995"/>
                    </a:moveTo>
                    <a:cubicBezTo>
                      <a:pt x="49163" y="8095"/>
                      <a:pt x="49280" y="8192"/>
                      <a:pt x="49400" y="8295"/>
                    </a:cubicBezTo>
                    <a:cubicBezTo>
                      <a:pt x="53848" y="12077"/>
                      <a:pt x="57253" y="17087"/>
                      <a:pt x="58795" y="22745"/>
                    </a:cubicBezTo>
                    <a:cubicBezTo>
                      <a:pt x="58812" y="22805"/>
                      <a:pt x="58812" y="22805"/>
                      <a:pt x="58900" y="23115"/>
                    </a:cubicBezTo>
                    <a:cubicBezTo>
                      <a:pt x="60197" y="27845"/>
                      <a:pt x="60168" y="32460"/>
                      <a:pt x="59450" y="37275"/>
                    </a:cubicBezTo>
                    <a:cubicBezTo>
                      <a:pt x="59438" y="37375"/>
                      <a:pt x="59438" y="37375"/>
                      <a:pt x="59365" y="37867"/>
                    </a:cubicBezTo>
                    <a:cubicBezTo>
                      <a:pt x="59190" y="38947"/>
                      <a:pt x="58928" y="39880"/>
                      <a:pt x="58467" y="40870"/>
                    </a:cubicBezTo>
                    <a:cubicBezTo>
                      <a:pt x="58260" y="41322"/>
                      <a:pt x="58120" y="41783"/>
                      <a:pt x="57983" y="42260"/>
                    </a:cubicBezTo>
                    <a:cubicBezTo>
                      <a:pt x="57118" y="44893"/>
                      <a:pt x="55743" y="47255"/>
                      <a:pt x="54040" y="49428"/>
                    </a:cubicBezTo>
                    <a:cubicBezTo>
                      <a:pt x="53795" y="49745"/>
                      <a:pt x="53558" y="50070"/>
                      <a:pt x="53322" y="50398"/>
                    </a:cubicBezTo>
                    <a:cubicBezTo>
                      <a:pt x="53173" y="50602"/>
                      <a:pt x="53023" y="50808"/>
                      <a:pt x="52873" y="51010"/>
                    </a:cubicBezTo>
                    <a:cubicBezTo>
                      <a:pt x="52743" y="51190"/>
                      <a:pt x="52613" y="51367"/>
                      <a:pt x="52480" y="51550"/>
                    </a:cubicBezTo>
                    <a:cubicBezTo>
                      <a:pt x="51963" y="52077"/>
                      <a:pt x="51490" y="52268"/>
                      <a:pt x="50795" y="52495"/>
                    </a:cubicBezTo>
                    <a:cubicBezTo>
                      <a:pt x="50138" y="51970"/>
                      <a:pt x="49960" y="51572"/>
                      <a:pt x="49865" y="50740"/>
                    </a:cubicBezTo>
                    <a:cubicBezTo>
                      <a:pt x="49860" y="50675"/>
                      <a:pt x="49860" y="50675"/>
                      <a:pt x="49825" y="50355"/>
                    </a:cubicBezTo>
                    <a:cubicBezTo>
                      <a:pt x="49585" y="48635"/>
                      <a:pt x="49130" y="47053"/>
                      <a:pt x="47845" y="45810"/>
                    </a:cubicBezTo>
                    <a:cubicBezTo>
                      <a:pt x="46190" y="44605"/>
                      <a:pt x="44203" y="43942"/>
                      <a:pt x="42295" y="43245"/>
                    </a:cubicBezTo>
                    <a:cubicBezTo>
                      <a:pt x="42223" y="43217"/>
                      <a:pt x="42223" y="43217"/>
                      <a:pt x="41852" y="43077"/>
                    </a:cubicBezTo>
                    <a:cubicBezTo>
                      <a:pt x="41450" y="42928"/>
                      <a:pt x="41045" y="42780"/>
                      <a:pt x="40640" y="42635"/>
                    </a:cubicBezTo>
                    <a:cubicBezTo>
                      <a:pt x="40523" y="42595"/>
                      <a:pt x="40523" y="42595"/>
                      <a:pt x="39943" y="42388"/>
                    </a:cubicBezTo>
                    <a:cubicBezTo>
                      <a:pt x="39190" y="42222"/>
                      <a:pt x="38765" y="42220"/>
                      <a:pt x="38045" y="42495"/>
                    </a:cubicBezTo>
                    <a:cubicBezTo>
                      <a:pt x="37738" y="42908"/>
                      <a:pt x="37558" y="43220"/>
                      <a:pt x="37358" y="43683"/>
                    </a:cubicBezTo>
                    <a:cubicBezTo>
                      <a:pt x="37328" y="43748"/>
                      <a:pt x="37328" y="43748"/>
                      <a:pt x="37178" y="44070"/>
                    </a:cubicBezTo>
                    <a:cubicBezTo>
                      <a:pt x="36960" y="44543"/>
                      <a:pt x="36753" y="45018"/>
                      <a:pt x="36545" y="45495"/>
                    </a:cubicBezTo>
                    <a:cubicBezTo>
                      <a:pt x="36455" y="45697"/>
                      <a:pt x="36368" y="45900"/>
                      <a:pt x="36275" y="46107"/>
                    </a:cubicBezTo>
                    <a:cubicBezTo>
                      <a:pt x="34215" y="50778"/>
                      <a:pt x="34215" y="50778"/>
                      <a:pt x="33533" y="52980"/>
                    </a:cubicBezTo>
                    <a:cubicBezTo>
                      <a:pt x="33225" y="53648"/>
                      <a:pt x="32835" y="54003"/>
                      <a:pt x="32295" y="54495"/>
                    </a:cubicBezTo>
                    <a:cubicBezTo>
                      <a:pt x="31935" y="54400"/>
                      <a:pt x="31935" y="54400"/>
                      <a:pt x="31545" y="54245"/>
                    </a:cubicBezTo>
                    <a:cubicBezTo>
                      <a:pt x="31090" y="53335"/>
                      <a:pt x="31250" y="52263"/>
                      <a:pt x="31248" y="51260"/>
                    </a:cubicBezTo>
                    <a:cubicBezTo>
                      <a:pt x="31245" y="51030"/>
                      <a:pt x="31243" y="50800"/>
                      <a:pt x="31240" y="50565"/>
                    </a:cubicBezTo>
                    <a:cubicBezTo>
                      <a:pt x="31238" y="50342"/>
                      <a:pt x="31238" y="50123"/>
                      <a:pt x="31238" y="49895"/>
                    </a:cubicBezTo>
                    <a:cubicBezTo>
                      <a:pt x="31238" y="49692"/>
                      <a:pt x="31235" y="49490"/>
                      <a:pt x="31235" y="49280"/>
                    </a:cubicBezTo>
                    <a:cubicBezTo>
                      <a:pt x="31300" y="48700"/>
                      <a:pt x="31453" y="48457"/>
                      <a:pt x="31795" y="47995"/>
                    </a:cubicBezTo>
                    <a:cubicBezTo>
                      <a:pt x="31825" y="47605"/>
                      <a:pt x="31840" y="47215"/>
                      <a:pt x="31842" y="46822"/>
                    </a:cubicBezTo>
                    <a:cubicBezTo>
                      <a:pt x="31970" y="45265"/>
                      <a:pt x="32713" y="44553"/>
                      <a:pt x="33795" y="43495"/>
                    </a:cubicBezTo>
                    <a:cubicBezTo>
                      <a:pt x="34123" y="43150"/>
                      <a:pt x="34445" y="42800"/>
                      <a:pt x="34765" y="42447"/>
                    </a:cubicBezTo>
                    <a:cubicBezTo>
                      <a:pt x="34835" y="42373"/>
                      <a:pt x="34835" y="42373"/>
                      <a:pt x="35200" y="41985"/>
                    </a:cubicBezTo>
                    <a:cubicBezTo>
                      <a:pt x="35613" y="41400"/>
                      <a:pt x="35723" y="40952"/>
                      <a:pt x="35795" y="40245"/>
                    </a:cubicBezTo>
                    <a:cubicBezTo>
                      <a:pt x="35713" y="40085"/>
                      <a:pt x="35630" y="39925"/>
                      <a:pt x="35545" y="39760"/>
                    </a:cubicBezTo>
                    <a:cubicBezTo>
                      <a:pt x="35268" y="39188"/>
                      <a:pt x="35248" y="38822"/>
                      <a:pt x="35375" y="38200"/>
                    </a:cubicBezTo>
                    <a:cubicBezTo>
                      <a:pt x="35643" y="37482"/>
                      <a:pt x="36058" y="36860"/>
                      <a:pt x="36473" y="36220"/>
                    </a:cubicBezTo>
                    <a:cubicBezTo>
                      <a:pt x="36920" y="35508"/>
                      <a:pt x="37190" y="34852"/>
                      <a:pt x="37405" y="34043"/>
                    </a:cubicBezTo>
                    <a:cubicBezTo>
                      <a:pt x="37715" y="32980"/>
                      <a:pt x="38188" y="32572"/>
                      <a:pt x="39140" y="32038"/>
                    </a:cubicBezTo>
                    <a:cubicBezTo>
                      <a:pt x="39663" y="31660"/>
                      <a:pt x="39835" y="31355"/>
                      <a:pt x="40045" y="30745"/>
                    </a:cubicBezTo>
                    <a:cubicBezTo>
                      <a:pt x="39993" y="30207"/>
                      <a:pt x="39993" y="30207"/>
                      <a:pt x="39842" y="29650"/>
                    </a:cubicBezTo>
                    <a:cubicBezTo>
                      <a:pt x="39740" y="29268"/>
                      <a:pt x="39643" y="28880"/>
                      <a:pt x="39545" y="28495"/>
                    </a:cubicBezTo>
                    <a:cubicBezTo>
                      <a:pt x="39488" y="28273"/>
                      <a:pt x="39433" y="28048"/>
                      <a:pt x="39375" y="27817"/>
                    </a:cubicBezTo>
                    <a:cubicBezTo>
                      <a:pt x="39205" y="26740"/>
                      <a:pt x="39493" y="25717"/>
                      <a:pt x="39733" y="24668"/>
                    </a:cubicBezTo>
                    <a:cubicBezTo>
                      <a:pt x="39775" y="24465"/>
                      <a:pt x="39818" y="24265"/>
                      <a:pt x="39863" y="24058"/>
                    </a:cubicBezTo>
                    <a:cubicBezTo>
                      <a:pt x="40128" y="22845"/>
                      <a:pt x="40463" y="21678"/>
                      <a:pt x="40880" y="20508"/>
                    </a:cubicBezTo>
                    <a:cubicBezTo>
                      <a:pt x="41145" y="19688"/>
                      <a:pt x="41338" y="18860"/>
                      <a:pt x="41295" y="17995"/>
                    </a:cubicBezTo>
                    <a:cubicBezTo>
                      <a:pt x="41058" y="17653"/>
                      <a:pt x="40808" y="17320"/>
                      <a:pt x="40545" y="16995"/>
                    </a:cubicBezTo>
                    <a:cubicBezTo>
                      <a:pt x="40508" y="16565"/>
                      <a:pt x="40508" y="16565"/>
                      <a:pt x="40520" y="16090"/>
                    </a:cubicBezTo>
                    <a:cubicBezTo>
                      <a:pt x="40525" y="15933"/>
                      <a:pt x="40528" y="15773"/>
                      <a:pt x="40533" y="15610"/>
                    </a:cubicBezTo>
                    <a:cubicBezTo>
                      <a:pt x="40535" y="15490"/>
                      <a:pt x="40540" y="15370"/>
                      <a:pt x="40545" y="15245"/>
                    </a:cubicBezTo>
                    <a:cubicBezTo>
                      <a:pt x="40315" y="15188"/>
                      <a:pt x="40085" y="15130"/>
                      <a:pt x="39848" y="15070"/>
                    </a:cubicBezTo>
                    <a:cubicBezTo>
                      <a:pt x="37225" y="14400"/>
                      <a:pt x="34713" y="13535"/>
                      <a:pt x="32185" y="12572"/>
                    </a:cubicBezTo>
                    <a:cubicBezTo>
                      <a:pt x="31890" y="12462"/>
                      <a:pt x="31592" y="12355"/>
                      <a:pt x="31295" y="12245"/>
                    </a:cubicBezTo>
                    <a:cubicBezTo>
                      <a:pt x="31165" y="12192"/>
                      <a:pt x="31035" y="12143"/>
                      <a:pt x="30900" y="12090"/>
                    </a:cubicBezTo>
                    <a:cubicBezTo>
                      <a:pt x="29010" y="11428"/>
                      <a:pt x="26785" y="11408"/>
                      <a:pt x="24967" y="12260"/>
                    </a:cubicBezTo>
                    <a:cubicBezTo>
                      <a:pt x="23930" y="12845"/>
                      <a:pt x="23115" y="13587"/>
                      <a:pt x="22253" y="14400"/>
                    </a:cubicBezTo>
                    <a:cubicBezTo>
                      <a:pt x="21763" y="14770"/>
                      <a:pt x="21528" y="14857"/>
                      <a:pt x="20920" y="14855"/>
                    </a:cubicBezTo>
                    <a:cubicBezTo>
                      <a:pt x="20713" y="14817"/>
                      <a:pt x="20508" y="14783"/>
                      <a:pt x="20295" y="14745"/>
                    </a:cubicBezTo>
                    <a:cubicBezTo>
                      <a:pt x="20250" y="14908"/>
                      <a:pt x="20205" y="15070"/>
                      <a:pt x="20158" y="15240"/>
                    </a:cubicBezTo>
                    <a:cubicBezTo>
                      <a:pt x="19582" y="17240"/>
                      <a:pt x="19582" y="17240"/>
                      <a:pt x="19123" y="18010"/>
                    </a:cubicBezTo>
                    <a:cubicBezTo>
                      <a:pt x="18405" y="19367"/>
                      <a:pt x="18725" y="20888"/>
                      <a:pt x="19140" y="22293"/>
                    </a:cubicBezTo>
                    <a:cubicBezTo>
                      <a:pt x="19318" y="22837"/>
                      <a:pt x="19503" y="23378"/>
                      <a:pt x="19697" y="23915"/>
                    </a:cubicBezTo>
                    <a:cubicBezTo>
                      <a:pt x="20178" y="25255"/>
                      <a:pt x="20318" y="26548"/>
                      <a:pt x="20265" y="27967"/>
                    </a:cubicBezTo>
                    <a:cubicBezTo>
                      <a:pt x="20263" y="28058"/>
                      <a:pt x="20263" y="28058"/>
                      <a:pt x="20250" y="28503"/>
                    </a:cubicBezTo>
                    <a:cubicBezTo>
                      <a:pt x="20238" y="28857"/>
                      <a:pt x="20223" y="29210"/>
                      <a:pt x="20197" y="29565"/>
                    </a:cubicBezTo>
                    <a:cubicBezTo>
                      <a:pt x="20158" y="30795"/>
                      <a:pt x="20158" y="30795"/>
                      <a:pt x="20555" y="31378"/>
                    </a:cubicBezTo>
                    <a:cubicBezTo>
                      <a:pt x="20870" y="31695"/>
                      <a:pt x="21190" y="31972"/>
                      <a:pt x="21545" y="32245"/>
                    </a:cubicBezTo>
                    <a:cubicBezTo>
                      <a:pt x="22585" y="33095"/>
                      <a:pt x="23015" y="33940"/>
                      <a:pt x="23430" y="35205"/>
                    </a:cubicBezTo>
                    <a:cubicBezTo>
                      <a:pt x="23670" y="35930"/>
                      <a:pt x="23947" y="36553"/>
                      <a:pt x="24358" y="37197"/>
                    </a:cubicBezTo>
                    <a:cubicBezTo>
                      <a:pt x="24838" y="37990"/>
                      <a:pt x="24938" y="38582"/>
                      <a:pt x="24795" y="39495"/>
                    </a:cubicBezTo>
                    <a:cubicBezTo>
                      <a:pt x="24753" y="39625"/>
                      <a:pt x="24710" y="39755"/>
                      <a:pt x="24665" y="39890"/>
                    </a:cubicBezTo>
                    <a:cubicBezTo>
                      <a:pt x="24520" y="40398"/>
                      <a:pt x="24467" y="40717"/>
                      <a:pt x="24545" y="41245"/>
                    </a:cubicBezTo>
                    <a:cubicBezTo>
                      <a:pt x="25260" y="42420"/>
                      <a:pt x="26135" y="43442"/>
                      <a:pt x="27223" y="44290"/>
                    </a:cubicBezTo>
                    <a:cubicBezTo>
                      <a:pt x="27795" y="44745"/>
                      <a:pt x="27795" y="44745"/>
                      <a:pt x="28045" y="45245"/>
                    </a:cubicBezTo>
                    <a:cubicBezTo>
                      <a:pt x="28105" y="45852"/>
                      <a:pt x="28140" y="46460"/>
                      <a:pt x="28175" y="47070"/>
                    </a:cubicBezTo>
                    <a:cubicBezTo>
                      <a:pt x="28283" y="47673"/>
                      <a:pt x="28383" y="47935"/>
                      <a:pt x="28675" y="48442"/>
                    </a:cubicBezTo>
                    <a:cubicBezTo>
                      <a:pt x="29188" y="49400"/>
                      <a:pt x="29148" y="50322"/>
                      <a:pt x="29123" y="51385"/>
                    </a:cubicBezTo>
                    <a:cubicBezTo>
                      <a:pt x="29125" y="51570"/>
                      <a:pt x="29125" y="51758"/>
                      <a:pt x="29125" y="51947"/>
                    </a:cubicBezTo>
                    <a:cubicBezTo>
                      <a:pt x="29115" y="53000"/>
                      <a:pt x="29015" y="53800"/>
                      <a:pt x="28545" y="54745"/>
                    </a:cubicBezTo>
                    <a:cubicBezTo>
                      <a:pt x="28298" y="54745"/>
                      <a:pt x="28050" y="54745"/>
                      <a:pt x="27795" y="54745"/>
                    </a:cubicBezTo>
                    <a:cubicBezTo>
                      <a:pt x="26970" y="53885"/>
                      <a:pt x="26548" y="53025"/>
                      <a:pt x="26140" y="51918"/>
                    </a:cubicBezTo>
                    <a:cubicBezTo>
                      <a:pt x="26013" y="51587"/>
                      <a:pt x="25885" y="51258"/>
                      <a:pt x="25755" y="50928"/>
                    </a:cubicBezTo>
                    <a:cubicBezTo>
                      <a:pt x="25720" y="50837"/>
                      <a:pt x="25720" y="50837"/>
                      <a:pt x="25540" y="50370"/>
                    </a:cubicBezTo>
                    <a:cubicBezTo>
                      <a:pt x="25098" y="49245"/>
                      <a:pt x="24640" y="48125"/>
                      <a:pt x="24180" y="47008"/>
                    </a:cubicBezTo>
                    <a:cubicBezTo>
                      <a:pt x="24070" y="46740"/>
                      <a:pt x="23960" y="46475"/>
                      <a:pt x="23852" y="46207"/>
                    </a:cubicBezTo>
                    <a:cubicBezTo>
                      <a:pt x="23280" y="44798"/>
                      <a:pt x="22710" y="43477"/>
                      <a:pt x="21795" y="42245"/>
                    </a:cubicBezTo>
                    <a:cubicBezTo>
                      <a:pt x="20640" y="42408"/>
                      <a:pt x="19585" y="42695"/>
                      <a:pt x="18483" y="43072"/>
                    </a:cubicBezTo>
                    <a:cubicBezTo>
                      <a:pt x="18318" y="43130"/>
                      <a:pt x="18153" y="43185"/>
                      <a:pt x="17985" y="43242"/>
                    </a:cubicBezTo>
                    <a:cubicBezTo>
                      <a:pt x="17503" y="43408"/>
                      <a:pt x="17025" y="43575"/>
                      <a:pt x="16545" y="43745"/>
                    </a:cubicBezTo>
                    <a:cubicBezTo>
                      <a:pt x="16483" y="43768"/>
                      <a:pt x="16483" y="43768"/>
                      <a:pt x="16165" y="43878"/>
                    </a:cubicBezTo>
                    <a:cubicBezTo>
                      <a:pt x="14123" y="44597"/>
                      <a:pt x="12143" y="45428"/>
                      <a:pt x="11060" y="47400"/>
                    </a:cubicBezTo>
                    <a:cubicBezTo>
                      <a:pt x="10578" y="48490"/>
                      <a:pt x="10342" y="49562"/>
                      <a:pt x="10203" y="50740"/>
                    </a:cubicBezTo>
                    <a:cubicBezTo>
                      <a:pt x="10118" y="51452"/>
                      <a:pt x="10005" y="51935"/>
                      <a:pt x="9545" y="52495"/>
                    </a:cubicBezTo>
                    <a:cubicBezTo>
                      <a:pt x="8878" y="52475"/>
                      <a:pt x="8480" y="52403"/>
                      <a:pt x="7965" y="51962"/>
                    </a:cubicBezTo>
                    <a:cubicBezTo>
                      <a:pt x="7550" y="51490"/>
                      <a:pt x="7173" y="51000"/>
                      <a:pt x="6795" y="50495"/>
                    </a:cubicBezTo>
                    <a:cubicBezTo>
                      <a:pt x="6703" y="50375"/>
                      <a:pt x="6610" y="50255"/>
                      <a:pt x="6518" y="50130"/>
                    </a:cubicBezTo>
                    <a:cubicBezTo>
                      <a:pt x="4230" y="47123"/>
                      <a:pt x="2355" y="44028"/>
                      <a:pt x="1395" y="40352"/>
                    </a:cubicBezTo>
                    <a:cubicBezTo>
                      <a:pt x="1298" y="40005"/>
                      <a:pt x="1173" y="39668"/>
                      <a:pt x="1045" y="39330"/>
                    </a:cubicBezTo>
                    <a:cubicBezTo>
                      <a:pt x="648" y="38148"/>
                      <a:pt x="528" y="36900"/>
                      <a:pt x="373" y="35668"/>
                    </a:cubicBezTo>
                    <a:cubicBezTo>
                      <a:pt x="358" y="35533"/>
                      <a:pt x="340" y="35400"/>
                      <a:pt x="322" y="35263"/>
                    </a:cubicBezTo>
                    <a:cubicBezTo>
                      <a:pt x="33" y="32885"/>
                      <a:pt x="0" y="30625"/>
                      <a:pt x="295" y="28245"/>
                    </a:cubicBezTo>
                    <a:cubicBezTo>
                      <a:pt x="320" y="28040"/>
                      <a:pt x="342" y="27835"/>
                      <a:pt x="368" y="27623"/>
                    </a:cubicBezTo>
                    <a:cubicBezTo>
                      <a:pt x="668" y="25125"/>
                      <a:pt x="1033" y="22810"/>
                      <a:pt x="2045" y="20495"/>
                    </a:cubicBezTo>
                    <a:cubicBezTo>
                      <a:pt x="2150" y="20225"/>
                      <a:pt x="2253" y="19955"/>
                      <a:pt x="2355" y="19685"/>
                    </a:cubicBezTo>
                    <a:cubicBezTo>
                      <a:pt x="5140" y="12518"/>
                      <a:pt x="11113" y="6688"/>
                      <a:pt x="18023" y="3472"/>
                    </a:cubicBezTo>
                    <a:cubicBezTo>
                      <a:pt x="20822" y="2253"/>
                      <a:pt x="23785" y="1675"/>
                      <a:pt x="26795" y="1245"/>
                    </a:cubicBezTo>
                    <a:cubicBezTo>
                      <a:pt x="26925" y="1225"/>
                      <a:pt x="27055" y="1202"/>
                      <a:pt x="27188" y="1183"/>
                    </a:cubicBezTo>
                    <a:cubicBezTo>
                      <a:pt x="34783" y="0"/>
                      <a:pt x="43298" y="3145"/>
                      <a:pt x="49045" y="79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02" name="human_correct vector"/>
              <p:cNvSpPr/>
              <p:nvPr/>
            </p:nvSpPr>
            <p:spPr>
              <a:xfrm>
                <a:off x="9491472" y="5724144"/>
                <a:ext cx="676656" cy="685800"/>
              </a:xfrm>
              <a:custGeom>
                <a:avLst/>
                <a:gdLst/>
                <a:ahLst/>
                <a:cxnLst/>
                <a:rect l="0" t="0" r="r" b="b"/>
                <a:pathLst>
                  <a:path w="74000" h="75000" fill="norm" stroke="0">
                    <a:moveTo>
                      <a:pt x="0" y="0"/>
                    </a:moveTo>
                    <a:cubicBezTo>
                      <a:pt x="24420" y="0"/>
                      <a:pt x="48840" y="0"/>
                      <a:pt x="74000" y="0"/>
                    </a:cubicBezTo>
                    <a:cubicBezTo>
                      <a:pt x="74000" y="24750"/>
                      <a:pt x="74000" y="49500"/>
                      <a:pt x="74000" y="75000"/>
                    </a:cubicBezTo>
                    <a:cubicBezTo>
                      <a:pt x="49580" y="75000"/>
                      <a:pt x="25160" y="75000"/>
                      <a:pt x="0" y="75000"/>
                    </a:cubicBezTo>
                    <a:cubicBezTo>
                      <a:pt x="0" y="50250"/>
                      <a:pt x="0" y="25500"/>
                      <a:pt x="0" y="0"/>
                    </a:cubicBezTo>
                    <a:close/>
                    <a:moveTo>
                      <a:pt x="27500" y="3000"/>
                    </a:moveTo>
                    <a:cubicBezTo>
                      <a:pt x="27305" y="3048"/>
                      <a:pt x="27110" y="3095"/>
                      <a:pt x="26908" y="3145"/>
                    </a:cubicBezTo>
                    <a:cubicBezTo>
                      <a:pt x="19727" y="4965"/>
                      <a:pt x="12158" y="10398"/>
                      <a:pt x="8250" y="16750"/>
                    </a:cubicBezTo>
                    <a:cubicBezTo>
                      <a:pt x="7807" y="17495"/>
                      <a:pt x="7375" y="18245"/>
                      <a:pt x="6947" y="18997"/>
                    </a:cubicBezTo>
                    <a:cubicBezTo>
                      <a:pt x="6750" y="19342"/>
                      <a:pt x="6553" y="19688"/>
                      <a:pt x="6355" y="20030"/>
                    </a:cubicBezTo>
                    <a:cubicBezTo>
                      <a:pt x="1665" y="28232"/>
                      <a:pt x="928" y="37795"/>
                      <a:pt x="3162" y="46913"/>
                    </a:cubicBezTo>
                    <a:cubicBezTo>
                      <a:pt x="3922" y="49678"/>
                      <a:pt x="5112" y="52247"/>
                      <a:pt x="6500" y="54750"/>
                    </a:cubicBezTo>
                    <a:cubicBezTo>
                      <a:pt x="6580" y="54895"/>
                      <a:pt x="6658" y="55038"/>
                      <a:pt x="6740" y="55188"/>
                    </a:cubicBezTo>
                    <a:cubicBezTo>
                      <a:pt x="7672" y="56855"/>
                      <a:pt x="8743" y="58362"/>
                      <a:pt x="9970" y="59827"/>
                    </a:cubicBezTo>
                    <a:cubicBezTo>
                      <a:pt x="10088" y="59970"/>
                      <a:pt x="10207" y="60112"/>
                      <a:pt x="10330" y="60260"/>
                    </a:cubicBezTo>
                    <a:cubicBezTo>
                      <a:pt x="10973" y="61003"/>
                      <a:pt x="10973" y="61003"/>
                      <a:pt x="11250" y="61250"/>
                    </a:cubicBezTo>
                    <a:cubicBezTo>
                      <a:pt x="11415" y="61250"/>
                      <a:pt x="11580" y="61250"/>
                      <a:pt x="11750" y="61250"/>
                    </a:cubicBezTo>
                    <a:cubicBezTo>
                      <a:pt x="11815" y="61398"/>
                      <a:pt x="11882" y="61545"/>
                      <a:pt x="11950" y="61697"/>
                    </a:cubicBezTo>
                    <a:cubicBezTo>
                      <a:pt x="12803" y="63270"/>
                      <a:pt x="14447" y="64418"/>
                      <a:pt x="15860" y="65470"/>
                    </a:cubicBezTo>
                    <a:cubicBezTo>
                      <a:pt x="15945" y="65533"/>
                      <a:pt x="15945" y="65533"/>
                      <a:pt x="16380" y="65857"/>
                    </a:cubicBezTo>
                    <a:cubicBezTo>
                      <a:pt x="20730" y="69033"/>
                      <a:pt x="25610" y="71045"/>
                      <a:pt x="30860" y="72188"/>
                    </a:cubicBezTo>
                    <a:cubicBezTo>
                      <a:pt x="30993" y="72217"/>
                      <a:pt x="31125" y="72245"/>
                      <a:pt x="31260" y="72275"/>
                    </a:cubicBezTo>
                    <a:cubicBezTo>
                      <a:pt x="35415" y="73122"/>
                      <a:pt x="39638" y="72942"/>
                      <a:pt x="43750" y="72000"/>
                    </a:cubicBezTo>
                    <a:cubicBezTo>
                      <a:pt x="43912" y="71962"/>
                      <a:pt x="44078" y="71925"/>
                      <a:pt x="44245" y="71888"/>
                    </a:cubicBezTo>
                    <a:cubicBezTo>
                      <a:pt x="53088" y="69805"/>
                      <a:pt x="61412" y="64538"/>
                      <a:pt x="66250" y="56720"/>
                    </a:cubicBezTo>
                    <a:cubicBezTo>
                      <a:pt x="66592" y="56150"/>
                      <a:pt x="66922" y="55577"/>
                      <a:pt x="67250" y="55000"/>
                    </a:cubicBezTo>
                    <a:cubicBezTo>
                      <a:pt x="67297" y="54915"/>
                      <a:pt x="67297" y="54915"/>
                      <a:pt x="67540" y="54490"/>
                    </a:cubicBezTo>
                    <a:cubicBezTo>
                      <a:pt x="68765" y="52303"/>
                      <a:pt x="69840" y="50173"/>
                      <a:pt x="70500" y="47750"/>
                    </a:cubicBezTo>
                    <a:cubicBezTo>
                      <a:pt x="70565" y="47525"/>
                      <a:pt x="70630" y="47300"/>
                      <a:pt x="70697" y="47067"/>
                    </a:cubicBezTo>
                    <a:cubicBezTo>
                      <a:pt x="72210" y="41513"/>
                      <a:pt x="72398" y="36040"/>
                      <a:pt x="71422" y="30390"/>
                    </a:cubicBezTo>
                    <a:cubicBezTo>
                      <a:pt x="71395" y="30235"/>
                      <a:pt x="71368" y="30080"/>
                      <a:pt x="71340" y="29920"/>
                    </a:cubicBezTo>
                    <a:cubicBezTo>
                      <a:pt x="71040" y="28207"/>
                      <a:pt x="70682" y="26607"/>
                      <a:pt x="70000" y="25000"/>
                    </a:cubicBezTo>
                    <a:cubicBezTo>
                      <a:pt x="69928" y="24808"/>
                      <a:pt x="69855" y="24617"/>
                      <a:pt x="69780" y="24420"/>
                    </a:cubicBezTo>
                    <a:cubicBezTo>
                      <a:pt x="69162" y="22803"/>
                      <a:pt x="68408" y="21280"/>
                      <a:pt x="67578" y="19765"/>
                    </a:cubicBezTo>
                    <a:cubicBezTo>
                      <a:pt x="67513" y="19645"/>
                      <a:pt x="67447" y="19525"/>
                      <a:pt x="67380" y="19400"/>
                    </a:cubicBezTo>
                    <a:cubicBezTo>
                      <a:pt x="66412" y="17640"/>
                      <a:pt x="65392" y="16013"/>
                      <a:pt x="64017" y="14538"/>
                    </a:cubicBezTo>
                    <a:cubicBezTo>
                      <a:pt x="63740" y="14237"/>
                      <a:pt x="63473" y="13930"/>
                      <a:pt x="63207" y="13620"/>
                    </a:cubicBezTo>
                    <a:cubicBezTo>
                      <a:pt x="61165" y="11250"/>
                      <a:pt x="58880" y="9195"/>
                      <a:pt x="56250" y="7500"/>
                    </a:cubicBezTo>
                    <a:cubicBezTo>
                      <a:pt x="56062" y="7378"/>
                      <a:pt x="55872" y="7255"/>
                      <a:pt x="55678" y="7130"/>
                    </a:cubicBezTo>
                    <a:cubicBezTo>
                      <a:pt x="46965" y="1705"/>
                      <a:pt x="37338" y="525"/>
                      <a:pt x="27500" y="3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03" name="human_correct vector"/>
              <p:cNvSpPr/>
              <p:nvPr/>
            </p:nvSpPr>
            <p:spPr>
              <a:xfrm>
                <a:off x="9555069" y="5776768"/>
                <a:ext cx="550446" cy="500588"/>
              </a:xfrm>
              <a:custGeom>
                <a:avLst/>
                <a:gdLst/>
                <a:ahLst/>
                <a:cxnLst/>
                <a:rect l="0" t="0" r="r" b="b"/>
                <a:pathLst>
                  <a:path w="60197" h="54745" fill="norm" stroke="0">
                    <a:moveTo>
                      <a:pt x="49045" y="7995"/>
                    </a:moveTo>
                    <a:cubicBezTo>
                      <a:pt x="49163" y="8095"/>
                      <a:pt x="49280" y="8192"/>
                      <a:pt x="49400" y="8295"/>
                    </a:cubicBezTo>
                    <a:cubicBezTo>
                      <a:pt x="53848" y="12077"/>
                      <a:pt x="57253" y="17087"/>
                      <a:pt x="58795" y="22745"/>
                    </a:cubicBezTo>
                    <a:cubicBezTo>
                      <a:pt x="58812" y="22805"/>
                      <a:pt x="58812" y="22805"/>
                      <a:pt x="58900" y="23115"/>
                    </a:cubicBezTo>
                    <a:cubicBezTo>
                      <a:pt x="60197" y="27845"/>
                      <a:pt x="60168" y="32460"/>
                      <a:pt x="59450" y="37275"/>
                    </a:cubicBezTo>
                    <a:cubicBezTo>
                      <a:pt x="59438" y="37375"/>
                      <a:pt x="59438" y="37375"/>
                      <a:pt x="59365" y="37867"/>
                    </a:cubicBezTo>
                    <a:cubicBezTo>
                      <a:pt x="59190" y="38947"/>
                      <a:pt x="58928" y="39880"/>
                      <a:pt x="58467" y="40870"/>
                    </a:cubicBezTo>
                    <a:cubicBezTo>
                      <a:pt x="58260" y="41322"/>
                      <a:pt x="58120" y="41783"/>
                      <a:pt x="57983" y="42260"/>
                    </a:cubicBezTo>
                    <a:cubicBezTo>
                      <a:pt x="57118" y="44893"/>
                      <a:pt x="55743" y="47255"/>
                      <a:pt x="54040" y="49428"/>
                    </a:cubicBezTo>
                    <a:cubicBezTo>
                      <a:pt x="53795" y="49745"/>
                      <a:pt x="53558" y="50070"/>
                      <a:pt x="53322" y="50398"/>
                    </a:cubicBezTo>
                    <a:cubicBezTo>
                      <a:pt x="53173" y="50602"/>
                      <a:pt x="53023" y="50808"/>
                      <a:pt x="52873" y="51010"/>
                    </a:cubicBezTo>
                    <a:cubicBezTo>
                      <a:pt x="52743" y="51190"/>
                      <a:pt x="52613" y="51367"/>
                      <a:pt x="52480" y="51550"/>
                    </a:cubicBezTo>
                    <a:cubicBezTo>
                      <a:pt x="51963" y="52077"/>
                      <a:pt x="51490" y="52268"/>
                      <a:pt x="50795" y="52495"/>
                    </a:cubicBezTo>
                    <a:cubicBezTo>
                      <a:pt x="50138" y="51970"/>
                      <a:pt x="49960" y="51572"/>
                      <a:pt x="49865" y="50740"/>
                    </a:cubicBezTo>
                    <a:cubicBezTo>
                      <a:pt x="49860" y="50675"/>
                      <a:pt x="49860" y="50675"/>
                      <a:pt x="49825" y="50355"/>
                    </a:cubicBezTo>
                    <a:cubicBezTo>
                      <a:pt x="49585" y="48635"/>
                      <a:pt x="49130" y="47053"/>
                      <a:pt x="47845" y="45810"/>
                    </a:cubicBezTo>
                    <a:cubicBezTo>
                      <a:pt x="46190" y="44605"/>
                      <a:pt x="44203" y="43942"/>
                      <a:pt x="42295" y="43245"/>
                    </a:cubicBezTo>
                    <a:cubicBezTo>
                      <a:pt x="42223" y="43217"/>
                      <a:pt x="42223" y="43217"/>
                      <a:pt x="41852" y="43077"/>
                    </a:cubicBezTo>
                    <a:cubicBezTo>
                      <a:pt x="41450" y="42928"/>
                      <a:pt x="41045" y="42780"/>
                      <a:pt x="40640" y="42635"/>
                    </a:cubicBezTo>
                    <a:cubicBezTo>
                      <a:pt x="40523" y="42595"/>
                      <a:pt x="40523" y="42595"/>
                      <a:pt x="39943" y="42388"/>
                    </a:cubicBezTo>
                    <a:cubicBezTo>
                      <a:pt x="39190" y="42222"/>
                      <a:pt x="38765" y="42220"/>
                      <a:pt x="38045" y="42495"/>
                    </a:cubicBezTo>
                    <a:cubicBezTo>
                      <a:pt x="37738" y="42908"/>
                      <a:pt x="37558" y="43220"/>
                      <a:pt x="37358" y="43683"/>
                    </a:cubicBezTo>
                    <a:cubicBezTo>
                      <a:pt x="37328" y="43748"/>
                      <a:pt x="37328" y="43748"/>
                      <a:pt x="37178" y="44070"/>
                    </a:cubicBezTo>
                    <a:cubicBezTo>
                      <a:pt x="36960" y="44543"/>
                      <a:pt x="36753" y="45018"/>
                      <a:pt x="36545" y="45495"/>
                    </a:cubicBezTo>
                    <a:cubicBezTo>
                      <a:pt x="36455" y="45697"/>
                      <a:pt x="36368" y="45900"/>
                      <a:pt x="36275" y="46107"/>
                    </a:cubicBezTo>
                    <a:cubicBezTo>
                      <a:pt x="34215" y="50778"/>
                      <a:pt x="34215" y="50778"/>
                      <a:pt x="33533" y="52980"/>
                    </a:cubicBezTo>
                    <a:cubicBezTo>
                      <a:pt x="33225" y="53648"/>
                      <a:pt x="32835" y="54003"/>
                      <a:pt x="32295" y="54495"/>
                    </a:cubicBezTo>
                    <a:cubicBezTo>
                      <a:pt x="31935" y="54400"/>
                      <a:pt x="31935" y="54400"/>
                      <a:pt x="31545" y="54245"/>
                    </a:cubicBezTo>
                    <a:cubicBezTo>
                      <a:pt x="31090" y="53335"/>
                      <a:pt x="31250" y="52263"/>
                      <a:pt x="31248" y="51260"/>
                    </a:cubicBezTo>
                    <a:cubicBezTo>
                      <a:pt x="31245" y="51030"/>
                      <a:pt x="31243" y="50800"/>
                      <a:pt x="31240" y="50565"/>
                    </a:cubicBezTo>
                    <a:cubicBezTo>
                      <a:pt x="31238" y="50342"/>
                      <a:pt x="31238" y="50123"/>
                      <a:pt x="31238" y="49895"/>
                    </a:cubicBezTo>
                    <a:cubicBezTo>
                      <a:pt x="31238" y="49692"/>
                      <a:pt x="31235" y="49490"/>
                      <a:pt x="31235" y="49280"/>
                    </a:cubicBezTo>
                    <a:cubicBezTo>
                      <a:pt x="31300" y="48700"/>
                      <a:pt x="31453" y="48457"/>
                      <a:pt x="31795" y="47995"/>
                    </a:cubicBezTo>
                    <a:cubicBezTo>
                      <a:pt x="31825" y="47605"/>
                      <a:pt x="31840" y="47215"/>
                      <a:pt x="31842" y="46822"/>
                    </a:cubicBezTo>
                    <a:cubicBezTo>
                      <a:pt x="31970" y="45265"/>
                      <a:pt x="32713" y="44553"/>
                      <a:pt x="33795" y="43495"/>
                    </a:cubicBezTo>
                    <a:cubicBezTo>
                      <a:pt x="34123" y="43150"/>
                      <a:pt x="34445" y="42800"/>
                      <a:pt x="34765" y="42447"/>
                    </a:cubicBezTo>
                    <a:cubicBezTo>
                      <a:pt x="34835" y="42373"/>
                      <a:pt x="34835" y="42373"/>
                      <a:pt x="35200" y="41985"/>
                    </a:cubicBezTo>
                    <a:cubicBezTo>
                      <a:pt x="35613" y="41400"/>
                      <a:pt x="35723" y="40952"/>
                      <a:pt x="35795" y="40245"/>
                    </a:cubicBezTo>
                    <a:cubicBezTo>
                      <a:pt x="35713" y="40085"/>
                      <a:pt x="35630" y="39925"/>
                      <a:pt x="35545" y="39760"/>
                    </a:cubicBezTo>
                    <a:cubicBezTo>
                      <a:pt x="35268" y="39188"/>
                      <a:pt x="35248" y="38822"/>
                      <a:pt x="35375" y="38200"/>
                    </a:cubicBezTo>
                    <a:cubicBezTo>
                      <a:pt x="35643" y="37482"/>
                      <a:pt x="36058" y="36860"/>
                      <a:pt x="36473" y="36220"/>
                    </a:cubicBezTo>
                    <a:cubicBezTo>
                      <a:pt x="36920" y="35508"/>
                      <a:pt x="37190" y="34852"/>
                      <a:pt x="37405" y="34043"/>
                    </a:cubicBezTo>
                    <a:cubicBezTo>
                      <a:pt x="37715" y="32980"/>
                      <a:pt x="38188" y="32572"/>
                      <a:pt x="39140" y="32038"/>
                    </a:cubicBezTo>
                    <a:cubicBezTo>
                      <a:pt x="39663" y="31660"/>
                      <a:pt x="39835" y="31355"/>
                      <a:pt x="40045" y="30745"/>
                    </a:cubicBezTo>
                    <a:cubicBezTo>
                      <a:pt x="39993" y="30207"/>
                      <a:pt x="39993" y="30207"/>
                      <a:pt x="39842" y="29650"/>
                    </a:cubicBezTo>
                    <a:cubicBezTo>
                      <a:pt x="39740" y="29268"/>
                      <a:pt x="39643" y="28880"/>
                      <a:pt x="39545" y="28495"/>
                    </a:cubicBezTo>
                    <a:cubicBezTo>
                      <a:pt x="39488" y="28273"/>
                      <a:pt x="39433" y="28048"/>
                      <a:pt x="39375" y="27817"/>
                    </a:cubicBezTo>
                    <a:cubicBezTo>
                      <a:pt x="39205" y="26740"/>
                      <a:pt x="39493" y="25717"/>
                      <a:pt x="39733" y="24668"/>
                    </a:cubicBezTo>
                    <a:cubicBezTo>
                      <a:pt x="39775" y="24465"/>
                      <a:pt x="39818" y="24265"/>
                      <a:pt x="39863" y="24058"/>
                    </a:cubicBezTo>
                    <a:cubicBezTo>
                      <a:pt x="40128" y="22845"/>
                      <a:pt x="40463" y="21678"/>
                      <a:pt x="40880" y="20508"/>
                    </a:cubicBezTo>
                    <a:cubicBezTo>
                      <a:pt x="41145" y="19688"/>
                      <a:pt x="41338" y="18860"/>
                      <a:pt x="41295" y="17995"/>
                    </a:cubicBezTo>
                    <a:cubicBezTo>
                      <a:pt x="41058" y="17653"/>
                      <a:pt x="40808" y="17320"/>
                      <a:pt x="40545" y="16995"/>
                    </a:cubicBezTo>
                    <a:cubicBezTo>
                      <a:pt x="40508" y="16565"/>
                      <a:pt x="40508" y="16565"/>
                      <a:pt x="40520" y="16090"/>
                    </a:cubicBezTo>
                    <a:cubicBezTo>
                      <a:pt x="40525" y="15933"/>
                      <a:pt x="40528" y="15773"/>
                      <a:pt x="40533" y="15610"/>
                    </a:cubicBezTo>
                    <a:cubicBezTo>
                      <a:pt x="40535" y="15490"/>
                      <a:pt x="40540" y="15370"/>
                      <a:pt x="40545" y="15245"/>
                    </a:cubicBezTo>
                    <a:cubicBezTo>
                      <a:pt x="40315" y="15188"/>
                      <a:pt x="40085" y="15130"/>
                      <a:pt x="39848" y="15070"/>
                    </a:cubicBezTo>
                    <a:cubicBezTo>
                      <a:pt x="37225" y="14400"/>
                      <a:pt x="34713" y="13535"/>
                      <a:pt x="32185" y="12572"/>
                    </a:cubicBezTo>
                    <a:cubicBezTo>
                      <a:pt x="31890" y="12462"/>
                      <a:pt x="31592" y="12355"/>
                      <a:pt x="31295" y="12245"/>
                    </a:cubicBezTo>
                    <a:cubicBezTo>
                      <a:pt x="31165" y="12192"/>
                      <a:pt x="31035" y="12143"/>
                      <a:pt x="30900" y="12090"/>
                    </a:cubicBezTo>
                    <a:cubicBezTo>
                      <a:pt x="29010" y="11428"/>
                      <a:pt x="26785" y="11408"/>
                      <a:pt x="24967" y="12260"/>
                    </a:cubicBezTo>
                    <a:cubicBezTo>
                      <a:pt x="23930" y="12845"/>
                      <a:pt x="23115" y="13587"/>
                      <a:pt x="22253" y="14400"/>
                    </a:cubicBezTo>
                    <a:cubicBezTo>
                      <a:pt x="21763" y="14770"/>
                      <a:pt x="21528" y="14857"/>
                      <a:pt x="20920" y="14855"/>
                    </a:cubicBezTo>
                    <a:cubicBezTo>
                      <a:pt x="20713" y="14817"/>
                      <a:pt x="20508" y="14783"/>
                      <a:pt x="20295" y="14745"/>
                    </a:cubicBezTo>
                    <a:cubicBezTo>
                      <a:pt x="20250" y="14908"/>
                      <a:pt x="20205" y="15070"/>
                      <a:pt x="20158" y="15240"/>
                    </a:cubicBezTo>
                    <a:cubicBezTo>
                      <a:pt x="19582" y="17240"/>
                      <a:pt x="19582" y="17240"/>
                      <a:pt x="19123" y="18010"/>
                    </a:cubicBezTo>
                    <a:cubicBezTo>
                      <a:pt x="18405" y="19367"/>
                      <a:pt x="18725" y="20888"/>
                      <a:pt x="19140" y="22293"/>
                    </a:cubicBezTo>
                    <a:cubicBezTo>
                      <a:pt x="19318" y="22837"/>
                      <a:pt x="19503" y="23378"/>
                      <a:pt x="19697" y="23915"/>
                    </a:cubicBezTo>
                    <a:cubicBezTo>
                      <a:pt x="20178" y="25255"/>
                      <a:pt x="20318" y="26548"/>
                      <a:pt x="20265" y="27967"/>
                    </a:cubicBezTo>
                    <a:cubicBezTo>
                      <a:pt x="20263" y="28058"/>
                      <a:pt x="20263" y="28058"/>
                      <a:pt x="20250" y="28503"/>
                    </a:cubicBezTo>
                    <a:cubicBezTo>
                      <a:pt x="20238" y="28857"/>
                      <a:pt x="20223" y="29210"/>
                      <a:pt x="20197" y="29565"/>
                    </a:cubicBezTo>
                    <a:cubicBezTo>
                      <a:pt x="20158" y="30795"/>
                      <a:pt x="20158" y="30795"/>
                      <a:pt x="20555" y="31378"/>
                    </a:cubicBezTo>
                    <a:cubicBezTo>
                      <a:pt x="20870" y="31695"/>
                      <a:pt x="21190" y="31972"/>
                      <a:pt x="21545" y="32245"/>
                    </a:cubicBezTo>
                    <a:cubicBezTo>
                      <a:pt x="22585" y="33095"/>
                      <a:pt x="23015" y="33940"/>
                      <a:pt x="23430" y="35205"/>
                    </a:cubicBezTo>
                    <a:cubicBezTo>
                      <a:pt x="23670" y="35930"/>
                      <a:pt x="23947" y="36553"/>
                      <a:pt x="24358" y="37197"/>
                    </a:cubicBezTo>
                    <a:cubicBezTo>
                      <a:pt x="24838" y="37990"/>
                      <a:pt x="24938" y="38582"/>
                      <a:pt x="24795" y="39495"/>
                    </a:cubicBezTo>
                    <a:cubicBezTo>
                      <a:pt x="24753" y="39625"/>
                      <a:pt x="24710" y="39755"/>
                      <a:pt x="24665" y="39890"/>
                    </a:cubicBezTo>
                    <a:cubicBezTo>
                      <a:pt x="24520" y="40398"/>
                      <a:pt x="24467" y="40717"/>
                      <a:pt x="24545" y="41245"/>
                    </a:cubicBezTo>
                    <a:cubicBezTo>
                      <a:pt x="25260" y="42420"/>
                      <a:pt x="26135" y="43442"/>
                      <a:pt x="27223" y="44290"/>
                    </a:cubicBezTo>
                    <a:cubicBezTo>
                      <a:pt x="27795" y="44745"/>
                      <a:pt x="27795" y="44745"/>
                      <a:pt x="28045" y="45245"/>
                    </a:cubicBezTo>
                    <a:cubicBezTo>
                      <a:pt x="28105" y="45852"/>
                      <a:pt x="28140" y="46460"/>
                      <a:pt x="28175" y="47070"/>
                    </a:cubicBezTo>
                    <a:cubicBezTo>
                      <a:pt x="28283" y="47673"/>
                      <a:pt x="28383" y="47935"/>
                      <a:pt x="28675" y="48442"/>
                    </a:cubicBezTo>
                    <a:cubicBezTo>
                      <a:pt x="29188" y="49400"/>
                      <a:pt x="29148" y="50322"/>
                      <a:pt x="29123" y="51385"/>
                    </a:cubicBezTo>
                    <a:cubicBezTo>
                      <a:pt x="29125" y="51570"/>
                      <a:pt x="29125" y="51758"/>
                      <a:pt x="29125" y="51947"/>
                    </a:cubicBezTo>
                    <a:cubicBezTo>
                      <a:pt x="29115" y="53000"/>
                      <a:pt x="29015" y="53800"/>
                      <a:pt x="28545" y="54745"/>
                    </a:cubicBezTo>
                    <a:cubicBezTo>
                      <a:pt x="28298" y="54745"/>
                      <a:pt x="28050" y="54745"/>
                      <a:pt x="27795" y="54745"/>
                    </a:cubicBezTo>
                    <a:cubicBezTo>
                      <a:pt x="26970" y="53885"/>
                      <a:pt x="26548" y="53025"/>
                      <a:pt x="26140" y="51918"/>
                    </a:cubicBezTo>
                    <a:cubicBezTo>
                      <a:pt x="26013" y="51587"/>
                      <a:pt x="25885" y="51258"/>
                      <a:pt x="25755" y="50928"/>
                    </a:cubicBezTo>
                    <a:cubicBezTo>
                      <a:pt x="25720" y="50837"/>
                      <a:pt x="25720" y="50837"/>
                      <a:pt x="25540" y="50370"/>
                    </a:cubicBezTo>
                    <a:cubicBezTo>
                      <a:pt x="25098" y="49245"/>
                      <a:pt x="24640" y="48125"/>
                      <a:pt x="24180" y="47008"/>
                    </a:cubicBezTo>
                    <a:cubicBezTo>
                      <a:pt x="24070" y="46740"/>
                      <a:pt x="23960" y="46475"/>
                      <a:pt x="23852" y="46207"/>
                    </a:cubicBezTo>
                    <a:cubicBezTo>
                      <a:pt x="23280" y="44798"/>
                      <a:pt x="22710" y="43477"/>
                      <a:pt x="21795" y="42245"/>
                    </a:cubicBezTo>
                    <a:cubicBezTo>
                      <a:pt x="20640" y="42408"/>
                      <a:pt x="19585" y="42695"/>
                      <a:pt x="18483" y="43072"/>
                    </a:cubicBezTo>
                    <a:cubicBezTo>
                      <a:pt x="18318" y="43130"/>
                      <a:pt x="18153" y="43185"/>
                      <a:pt x="17985" y="43242"/>
                    </a:cubicBezTo>
                    <a:cubicBezTo>
                      <a:pt x="17503" y="43408"/>
                      <a:pt x="17025" y="43575"/>
                      <a:pt x="16545" y="43745"/>
                    </a:cubicBezTo>
                    <a:cubicBezTo>
                      <a:pt x="16483" y="43768"/>
                      <a:pt x="16483" y="43768"/>
                      <a:pt x="16165" y="43878"/>
                    </a:cubicBezTo>
                    <a:cubicBezTo>
                      <a:pt x="14123" y="44597"/>
                      <a:pt x="12143" y="45428"/>
                      <a:pt x="11060" y="47400"/>
                    </a:cubicBezTo>
                    <a:cubicBezTo>
                      <a:pt x="10578" y="48490"/>
                      <a:pt x="10342" y="49562"/>
                      <a:pt x="10203" y="50740"/>
                    </a:cubicBezTo>
                    <a:cubicBezTo>
                      <a:pt x="10118" y="51452"/>
                      <a:pt x="10005" y="51935"/>
                      <a:pt x="9545" y="52495"/>
                    </a:cubicBezTo>
                    <a:cubicBezTo>
                      <a:pt x="8878" y="52475"/>
                      <a:pt x="8480" y="52403"/>
                      <a:pt x="7965" y="51962"/>
                    </a:cubicBezTo>
                    <a:cubicBezTo>
                      <a:pt x="7550" y="51490"/>
                      <a:pt x="7173" y="51000"/>
                      <a:pt x="6795" y="50495"/>
                    </a:cubicBezTo>
                    <a:cubicBezTo>
                      <a:pt x="6703" y="50375"/>
                      <a:pt x="6610" y="50255"/>
                      <a:pt x="6518" y="50130"/>
                    </a:cubicBezTo>
                    <a:cubicBezTo>
                      <a:pt x="4230" y="47123"/>
                      <a:pt x="2355" y="44028"/>
                      <a:pt x="1395" y="40352"/>
                    </a:cubicBezTo>
                    <a:cubicBezTo>
                      <a:pt x="1298" y="40005"/>
                      <a:pt x="1173" y="39668"/>
                      <a:pt x="1045" y="39330"/>
                    </a:cubicBezTo>
                    <a:cubicBezTo>
                      <a:pt x="648" y="38148"/>
                      <a:pt x="528" y="36900"/>
                      <a:pt x="373" y="35668"/>
                    </a:cubicBezTo>
                    <a:cubicBezTo>
                      <a:pt x="358" y="35533"/>
                      <a:pt x="340" y="35400"/>
                      <a:pt x="322" y="35263"/>
                    </a:cubicBezTo>
                    <a:cubicBezTo>
                      <a:pt x="33" y="32885"/>
                      <a:pt x="0" y="30625"/>
                      <a:pt x="295" y="28245"/>
                    </a:cubicBezTo>
                    <a:cubicBezTo>
                      <a:pt x="320" y="28040"/>
                      <a:pt x="342" y="27835"/>
                      <a:pt x="368" y="27623"/>
                    </a:cubicBezTo>
                    <a:cubicBezTo>
                      <a:pt x="668" y="25125"/>
                      <a:pt x="1033" y="22810"/>
                      <a:pt x="2045" y="20495"/>
                    </a:cubicBezTo>
                    <a:cubicBezTo>
                      <a:pt x="2150" y="20225"/>
                      <a:pt x="2253" y="19955"/>
                      <a:pt x="2355" y="19685"/>
                    </a:cubicBezTo>
                    <a:cubicBezTo>
                      <a:pt x="5140" y="12518"/>
                      <a:pt x="11113" y="6688"/>
                      <a:pt x="18023" y="3472"/>
                    </a:cubicBezTo>
                    <a:cubicBezTo>
                      <a:pt x="20822" y="2253"/>
                      <a:pt x="23785" y="1675"/>
                      <a:pt x="26795" y="1245"/>
                    </a:cubicBezTo>
                    <a:cubicBezTo>
                      <a:pt x="26925" y="1225"/>
                      <a:pt x="27055" y="1202"/>
                      <a:pt x="27188" y="1183"/>
                    </a:cubicBezTo>
                    <a:cubicBezTo>
                      <a:pt x="34783" y="0"/>
                      <a:pt x="43298" y="3145"/>
                      <a:pt x="49045" y="7995"/>
                    </a:cubicBezTo>
                    <a:close/>
                    <a:moveTo>
                      <a:pt x="16673" y="5265"/>
                    </a:moveTo>
                    <a:cubicBezTo>
                      <a:pt x="16270" y="5510"/>
                      <a:pt x="15858" y="5730"/>
                      <a:pt x="15438" y="5945"/>
                    </a:cubicBezTo>
                    <a:cubicBezTo>
                      <a:pt x="12695" y="7378"/>
                      <a:pt x="10447" y="9308"/>
                      <a:pt x="8545" y="11745"/>
                    </a:cubicBezTo>
                    <a:cubicBezTo>
                      <a:pt x="8248" y="12055"/>
                      <a:pt x="7943" y="12347"/>
                      <a:pt x="7630" y="12643"/>
                    </a:cubicBezTo>
                    <a:cubicBezTo>
                      <a:pt x="6640" y="13680"/>
                      <a:pt x="5903" y="14832"/>
                      <a:pt x="5170" y="16058"/>
                    </a:cubicBezTo>
                    <a:cubicBezTo>
                      <a:pt x="5075" y="16212"/>
                      <a:pt x="4980" y="16365"/>
                      <a:pt x="4885" y="16525"/>
                    </a:cubicBezTo>
                    <a:cubicBezTo>
                      <a:pt x="3683" y="18528"/>
                      <a:pt x="2865" y="20645"/>
                      <a:pt x="2123" y="22855"/>
                    </a:cubicBezTo>
                    <a:cubicBezTo>
                      <a:pt x="2048" y="23072"/>
                      <a:pt x="1970" y="23293"/>
                      <a:pt x="1890" y="23520"/>
                    </a:cubicBezTo>
                    <a:cubicBezTo>
                      <a:pt x="1070" y="25955"/>
                      <a:pt x="998" y="28347"/>
                      <a:pt x="998" y="30890"/>
                    </a:cubicBezTo>
                    <a:cubicBezTo>
                      <a:pt x="998" y="31320"/>
                      <a:pt x="993" y="31750"/>
                      <a:pt x="990" y="32183"/>
                    </a:cubicBezTo>
                    <a:cubicBezTo>
                      <a:pt x="975" y="34938"/>
                      <a:pt x="1295" y="37585"/>
                      <a:pt x="2200" y="40197"/>
                    </a:cubicBezTo>
                    <a:cubicBezTo>
                      <a:pt x="2233" y="40293"/>
                      <a:pt x="2233" y="40293"/>
                      <a:pt x="2395" y="40768"/>
                    </a:cubicBezTo>
                    <a:cubicBezTo>
                      <a:pt x="3102" y="42768"/>
                      <a:pt x="4025" y="44640"/>
                      <a:pt x="5045" y="46495"/>
                    </a:cubicBezTo>
                    <a:cubicBezTo>
                      <a:pt x="5115" y="46623"/>
                      <a:pt x="5185" y="46750"/>
                      <a:pt x="5255" y="46883"/>
                    </a:cubicBezTo>
                    <a:cubicBezTo>
                      <a:pt x="7255" y="50498"/>
                      <a:pt x="7255" y="50498"/>
                      <a:pt x="8590" y="50915"/>
                    </a:cubicBezTo>
                    <a:cubicBezTo>
                      <a:pt x="8740" y="50942"/>
                      <a:pt x="8890" y="50967"/>
                      <a:pt x="9045" y="50995"/>
                    </a:cubicBezTo>
                    <a:cubicBezTo>
                      <a:pt x="9058" y="50945"/>
                      <a:pt x="9058" y="50945"/>
                      <a:pt x="9128" y="50692"/>
                    </a:cubicBezTo>
                    <a:cubicBezTo>
                      <a:pt x="9263" y="50207"/>
                      <a:pt x="9403" y="49727"/>
                      <a:pt x="9545" y="49245"/>
                    </a:cubicBezTo>
                    <a:cubicBezTo>
                      <a:pt x="9600" y="49058"/>
                      <a:pt x="9655" y="48873"/>
                      <a:pt x="9710" y="48680"/>
                    </a:cubicBezTo>
                    <a:cubicBezTo>
                      <a:pt x="10518" y="46072"/>
                      <a:pt x="11598" y="45195"/>
                      <a:pt x="13945" y="43938"/>
                    </a:cubicBezTo>
                    <a:cubicBezTo>
                      <a:pt x="14375" y="43702"/>
                      <a:pt x="14788" y="43442"/>
                      <a:pt x="15200" y="43183"/>
                    </a:cubicBezTo>
                    <a:cubicBezTo>
                      <a:pt x="16072" y="42685"/>
                      <a:pt x="16995" y="42425"/>
                      <a:pt x="17960" y="42160"/>
                    </a:cubicBezTo>
                    <a:cubicBezTo>
                      <a:pt x="18425" y="42030"/>
                      <a:pt x="18850" y="41878"/>
                      <a:pt x="19295" y="41697"/>
                    </a:cubicBezTo>
                    <a:cubicBezTo>
                      <a:pt x="20530" y="41273"/>
                      <a:pt x="22075" y="41305"/>
                      <a:pt x="23295" y="41745"/>
                    </a:cubicBezTo>
                    <a:cubicBezTo>
                      <a:pt x="24078" y="38513"/>
                      <a:pt x="24078" y="38513"/>
                      <a:pt x="23320" y="37105"/>
                    </a:cubicBezTo>
                    <a:cubicBezTo>
                      <a:pt x="23110" y="36765"/>
                      <a:pt x="22895" y="36430"/>
                      <a:pt x="22675" y="36095"/>
                    </a:cubicBezTo>
                    <a:cubicBezTo>
                      <a:pt x="22325" y="35543"/>
                      <a:pt x="22170" y="35160"/>
                      <a:pt x="22045" y="34525"/>
                    </a:cubicBezTo>
                    <a:cubicBezTo>
                      <a:pt x="21848" y="33668"/>
                      <a:pt x="21393" y="33315"/>
                      <a:pt x="20680" y="32830"/>
                    </a:cubicBezTo>
                    <a:cubicBezTo>
                      <a:pt x="19990" y="32230"/>
                      <a:pt x="19588" y="31673"/>
                      <a:pt x="19498" y="30763"/>
                    </a:cubicBezTo>
                    <a:cubicBezTo>
                      <a:pt x="19498" y="30197"/>
                      <a:pt x="19518" y="29638"/>
                      <a:pt x="19545" y="29072"/>
                    </a:cubicBezTo>
                    <a:cubicBezTo>
                      <a:pt x="19582" y="27305"/>
                      <a:pt x="19443" y="25903"/>
                      <a:pt x="18795" y="24245"/>
                    </a:cubicBezTo>
                    <a:cubicBezTo>
                      <a:pt x="18625" y="23773"/>
                      <a:pt x="18457" y="23298"/>
                      <a:pt x="18295" y="22822"/>
                    </a:cubicBezTo>
                    <a:cubicBezTo>
                      <a:pt x="18183" y="22500"/>
                      <a:pt x="18070" y="22178"/>
                      <a:pt x="17953" y="21855"/>
                    </a:cubicBezTo>
                    <a:cubicBezTo>
                      <a:pt x="17500" y="20562"/>
                      <a:pt x="17245" y="19475"/>
                      <a:pt x="17783" y="18170"/>
                    </a:cubicBezTo>
                    <a:cubicBezTo>
                      <a:pt x="18102" y="17533"/>
                      <a:pt x="18443" y="16913"/>
                      <a:pt x="18795" y="16293"/>
                    </a:cubicBezTo>
                    <a:cubicBezTo>
                      <a:pt x="19030" y="15870"/>
                      <a:pt x="19265" y="15445"/>
                      <a:pt x="19498" y="15023"/>
                    </a:cubicBezTo>
                    <a:cubicBezTo>
                      <a:pt x="19602" y="14835"/>
                      <a:pt x="19707" y="14650"/>
                      <a:pt x="19815" y="14460"/>
                    </a:cubicBezTo>
                    <a:cubicBezTo>
                      <a:pt x="20045" y="13995"/>
                      <a:pt x="20045" y="13995"/>
                      <a:pt x="20045" y="13495"/>
                    </a:cubicBezTo>
                    <a:cubicBezTo>
                      <a:pt x="20170" y="13513"/>
                      <a:pt x="20293" y="13530"/>
                      <a:pt x="20420" y="13548"/>
                    </a:cubicBezTo>
                    <a:cubicBezTo>
                      <a:pt x="21213" y="13610"/>
                      <a:pt x="21808" y="13650"/>
                      <a:pt x="22488" y="13205"/>
                    </a:cubicBezTo>
                    <a:cubicBezTo>
                      <a:pt x="22775" y="12942"/>
                      <a:pt x="23058" y="12678"/>
                      <a:pt x="23340" y="12413"/>
                    </a:cubicBezTo>
                    <a:cubicBezTo>
                      <a:pt x="24842" y="11033"/>
                      <a:pt x="26290" y="10558"/>
                      <a:pt x="28293" y="10577"/>
                    </a:cubicBezTo>
                    <a:cubicBezTo>
                      <a:pt x="30488" y="10700"/>
                      <a:pt x="32470" y="11640"/>
                      <a:pt x="34445" y="12540"/>
                    </a:cubicBezTo>
                    <a:cubicBezTo>
                      <a:pt x="36342" y="13378"/>
                      <a:pt x="38322" y="13628"/>
                      <a:pt x="40365" y="13913"/>
                    </a:cubicBezTo>
                    <a:cubicBezTo>
                      <a:pt x="40795" y="13995"/>
                      <a:pt x="40795" y="13995"/>
                      <a:pt x="41295" y="14245"/>
                    </a:cubicBezTo>
                    <a:cubicBezTo>
                      <a:pt x="41400" y="14702"/>
                      <a:pt x="41483" y="15140"/>
                      <a:pt x="41545" y="15605"/>
                    </a:cubicBezTo>
                    <a:cubicBezTo>
                      <a:pt x="41727" y="16928"/>
                      <a:pt x="41727" y="16928"/>
                      <a:pt x="42295" y="17495"/>
                    </a:cubicBezTo>
                    <a:cubicBezTo>
                      <a:pt x="42388" y="19480"/>
                      <a:pt x="41663" y="21660"/>
                      <a:pt x="40890" y="23465"/>
                    </a:cubicBezTo>
                    <a:cubicBezTo>
                      <a:pt x="40210" y="25207"/>
                      <a:pt x="40038" y="27340"/>
                      <a:pt x="40670" y="29110"/>
                    </a:cubicBezTo>
                    <a:cubicBezTo>
                      <a:pt x="40947" y="29970"/>
                      <a:pt x="40975" y="30815"/>
                      <a:pt x="40623" y="31653"/>
                    </a:cubicBezTo>
                    <a:cubicBezTo>
                      <a:pt x="40185" y="32380"/>
                      <a:pt x="39780" y="32778"/>
                      <a:pt x="39030" y="33168"/>
                    </a:cubicBezTo>
                    <a:cubicBezTo>
                      <a:pt x="38450" y="33513"/>
                      <a:pt x="38310" y="33702"/>
                      <a:pt x="38075" y="34347"/>
                    </a:cubicBezTo>
                    <a:cubicBezTo>
                      <a:pt x="37990" y="34707"/>
                      <a:pt x="37903" y="35065"/>
                      <a:pt x="37825" y="35428"/>
                    </a:cubicBezTo>
                    <a:cubicBezTo>
                      <a:pt x="37640" y="36270"/>
                      <a:pt x="37365" y="36815"/>
                      <a:pt x="36842" y="37495"/>
                    </a:cubicBezTo>
                    <a:cubicBezTo>
                      <a:pt x="36320" y="38240"/>
                      <a:pt x="36243" y="38710"/>
                      <a:pt x="36388" y="39612"/>
                    </a:cubicBezTo>
                    <a:cubicBezTo>
                      <a:pt x="36503" y="40163"/>
                      <a:pt x="36640" y="40705"/>
                      <a:pt x="36795" y="41245"/>
                    </a:cubicBezTo>
                    <a:cubicBezTo>
                      <a:pt x="37473" y="41535"/>
                      <a:pt x="38023" y="41480"/>
                      <a:pt x="38748" y="41433"/>
                    </a:cubicBezTo>
                    <a:cubicBezTo>
                      <a:pt x="41788" y="41413"/>
                      <a:pt x="44693" y="43060"/>
                      <a:pt x="47295" y="44495"/>
                    </a:cubicBezTo>
                    <a:cubicBezTo>
                      <a:pt x="47483" y="44597"/>
                      <a:pt x="47668" y="44700"/>
                      <a:pt x="47860" y="44805"/>
                    </a:cubicBezTo>
                    <a:cubicBezTo>
                      <a:pt x="49173" y="45630"/>
                      <a:pt x="49990" y="46870"/>
                      <a:pt x="50395" y="48365"/>
                    </a:cubicBezTo>
                    <a:cubicBezTo>
                      <a:pt x="50572" y="49153"/>
                      <a:pt x="50695" y="49945"/>
                      <a:pt x="50795" y="50745"/>
                    </a:cubicBezTo>
                    <a:cubicBezTo>
                      <a:pt x="51043" y="50827"/>
                      <a:pt x="51290" y="50910"/>
                      <a:pt x="51545" y="50995"/>
                    </a:cubicBezTo>
                    <a:cubicBezTo>
                      <a:pt x="51727" y="50820"/>
                      <a:pt x="51910" y="50643"/>
                      <a:pt x="52092" y="50465"/>
                    </a:cubicBezTo>
                    <a:cubicBezTo>
                      <a:pt x="52193" y="50365"/>
                      <a:pt x="52295" y="50268"/>
                      <a:pt x="52400" y="50165"/>
                    </a:cubicBezTo>
                    <a:cubicBezTo>
                      <a:pt x="53528" y="48967"/>
                      <a:pt x="54395" y="47735"/>
                      <a:pt x="55185" y="46293"/>
                    </a:cubicBezTo>
                    <a:cubicBezTo>
                      <a:pt x="55285" y="46115"/>
                      <a:pt x="55383" y="45938"/>
                      <a:pt x="55483" y="45753"/>
                    </a:cubicBezTo>
                    <a:cubicBezTo>
                      <a:pt x="56660" y="43602"/>
                      <a:pt x="57495" y="41477"/>
                      <a:pt x="58178" y="39128"/>
                    </a:cubicBezTo>
                    <a:cubicBezTo>
                      <a:pt x="58253" y="38880"/>
                      <a:pt x="58335" y="38635"/>
                      <a:pt x="58428" y="38393"/>
                    </a:cubicBezTo>
                    <a:cubicBezTo>
                      <a:pt x="59230" y="36235"/>
                      <a:pt x="59098" y="33842"/>
                      <a:pt x="59092" y="31572"/>
                    </a:cubicBezTo>
                    <a:cubicBezTo>
                      <a:pt x="59092" y="31418"/>
                      <a:pt x="59092" y="31263"/>
                      <a:pt x="59090" y="31100"/>
                    </a:cubicBezTo>
                    <a:cubicBezTo>
                      <a:pt x="59078" y="27053"/>
                      <a:pt x="58758" y="23015"/>
                      <a:pt x="56545" y="19495"/>
                    </a:cubicBezTo>
                    <a:cubicBezTo>
                      <a:pt x="56428" y="19237"/>
                      <a:pt x="56318" y="18977"/>
                      <a:pt x="56217" y="18715"/>
                    </a:cubicBezTo>
                    <a:cubicBezTo>
                      <a:pt x="54888" y="15535"/>
                      <a:pt x="52878" y="12992"/>
                      <a:pt x="50545" y="10495"/>
                    </a:cubicBezTo>
                    <a:cubicBezTo>
                      <a:pt x="50380" y="10315"/>
                      <a:pt x="50215" y="10138"/>
                      <a:pt x="50045" y="9952"/>
                    </a:cubicBezTo>
                    <a:cubicBezTo>
                      <a:pt x="48125" y="7947"/>
                      <a:pt x="45828" y="6540"/>
                      <a:pt x="43418" y="5205"/>
                    </a:cubicBezTo>
                    <a:cubicBezTo>
                      <a:pt x="43068" y="5008"/>
                      <a:pt x="42725" y="4803"/>
                      <a:pt x="42380" y="4595"/>
                    </a:cubicBezTo>
                    <a:cubicBezTo>
                      <a:pt x="35268" y="477"/>
                      <a:pt x="23548" y="938"/>
                      <a:pt x="16673" y="5265"/>
                    </a:cubicBezTo>
                    <a:close/>
                  </a:path>
                </a:pathLst>
              </a:custGeom>
              <a:solidFill>
                <a:srgbClr val="B5B5B5"/>
              </a:solidFill>
              <a:ln w="0">
                <a:noFill/>
              </a:ln>
            </p:spPr>
          </p:sp>
          <p:sp>
            <p:nvSpPr>
              <p:cNvPr id="704" name="human_correct vector"/>
              <p:cNvSpPr/>
              <p:nvPr/>
            </p:nvSpPr>
            <p:spPr>
              <a:xfrm>
                <a:off x="9545130" y="5772895"/>
                <a:ext cx="569397" cy="520614"/>
              </a:xfrm>
              <a:custGeom>
                <a:avLst/>
                <a:gdLst/>
                <a:ahLst/>
                <a:cxnLst/>
                <a:rect l="0" t="0" r="r" b="b"/>
                <a:pathLst>
                  <a:path w="62270" h="56935" fill="norm" stroke="0">
                    <a:moveTo>
                      <a:pt x="37460" y="1230"/>
                    </a:moveTo>
                    <a:cubicBezTo>
                      <a:pt x="38400" y="1493"/>
                      <a:pt x="39348" y="1625"/>
                      <a:pt x="40312" y="1763"/>
                    </a:cubicBezTo>
                    <a:cubicBezTo>
                      <a:pt x="40967" y="1942"/>
                      <a:pt x="41170" y="2188"/>
                      <a:pt x="41632" y="2668"/>
                    </a:cubicBezTo>
                    <a:cubicBezTo>
                      <a:pt x="42115" y="2825"/>
                      <a:pt x="42115" y="2825"/>
                      <a:pt x="42632" y="2918"/>
                    </a:cubicBezTo>
                    <a:cubicBezTo>
                      <a:pt x="43480" y="3072"/>
                      <a:pt x="43783" y="3315"/>
                      <a:pt x="44382" y="3918"/>
                    </a:cubicBezTo>
                    <a:cubicBezTo>
                      <a:pt x="44933" y="4168"/>
                      <a:pt x="44933" y="4168"/>
                      <a:pt x="45555" y="4388"/>
                    </a:cubicBezTo>
                    <a:cubicBezTo>
                      <a:pt x="47523" y="5148"/>
                      <a:pt x="48890" y="6118"/>
                      <a:pt x="50345" y="7638"/>
                    </a:cubicBezTo>
                    <a:cubicBezTo>
                      <a:pt x="51017" y="8322"/>
                      <a:pt x="51770" y="8905"/>
                      <a:pt x="52528" y="9493"/>
                    </a:cubicBezTo>
                    <a:cubicBezTo>
                      <a:pt x="53408" y="10175"/>
                      <a:pt x="54092" y="10768"/>
                      <a:pt x="54600" y="11763"/>
                    </a:cubicBezTo>
                    <a:cubicBezTo>
                      <a:pt x="55160" y="12780"/>
                      <a:pt x="55892" y="13472"/>
                      <a:pt x="56743" y="14248"/>
                    </a:cubicBezTo>
                    <a:cubicBezTo>
                      <a:pt x="57453" y="15018"/>
                      <a:pt x="57818" y="15993"/>
                      <a:pt x="58257" y="16935"/>
                    </a:cubicBezTo>
                    <a:cubicBezTo>
                      <a:pt x="58355" y="17138"/>
                      <a:pt x="58453" y="17337"/>
                      <a:pt x="58553" y="17548"/>
                    </a:cubicBezTo>
                    <a:cubicBezTo>
                      <a:pt x="59142" y="18798"/>
                      <a:pt x="59590" y="20023"/>
                      <a:pt x="59935" y="21363"/>
                    </a:cubicBezTo>
                    <a:cubicBezTo>
                      <a:pt x="60155" y="21985"/>
                      <a:pt x="60477" y="22398"/>
                      <a:pt x="60882" y="22918"/>
                    </a:cubicBezTo>
                    <a:cubicBezTo>
                      <a:pt x="61048" y="23575"/>
                      <a:pt x="61048" y="23575"/>
                      <a:pt x="61148" y="24278"/>
                    </a:cubicBezTo>
                    <a:cubicBezTo>
                      <a:pt x="61253" y="24993"/>
                      <a:pt x="61355" y="25602"/>
                      <a:pt x="61630" y="26270"/>
                    </a:cubicBezTo>
                    <a:cubicBezTo>
                      <a:pt x="62270" y="27918"/>
                      <a:pt x="62178" y="29697"/>
                      <a:pt x="62178" y="31440"/>
                    </a:cubicBezTo>
                    <a:cubicBezTo>
                      <a:pt x="62178" y="31868"/>
                      <a:pt x="62183" y="32295"/>
                      <a:pt x="62188" y="32722"/>
                    </a:cubicBezTo>
                    <a:cubicBezTo>
                      <a:pt x="62200" y="34903"/>
                      <a:pt x="61967" y="36883"/>
                      <a:pt x="61132" y="38918"/>
                    </a:cubicBezTo>
                    <a:cubicBezTo>
                      <a:pt x="61050" y="39298"/>
                      <a:pt x="60973" y="39678"/>
                      <a:pt x="60898" y="40060"/>
                    </a:cubicBezTo>
                    <a:cubicBezTo>
                      <a:pt x="60707" y="40965"/>
                      <a:pt x="60435" y="41430"/>
                      <a:pt x="59882" y="42168"/>
                    </a:cubicBezTo>
                    <a:cubicBezTo>
                      <a:pt x="59788" y="42535"/>
                      <a:pt x="59705" y="42905"/>
                      <a:pt x="59632" y="43278"/>
                    </a:cubicBezTo>
                    <a:cubicBezTo>
                      <a:pt x="59445" y="44222"/>
                      <a:pt x="59155" y="44852"/>
                      <a:pt x="58632" y="45668"/>
                    </a:cubicBezTo>
                    <a:cubicBezTo>
                      <a:pt x="58500" y="46005"/>
                      <a:pt x="58378" y="46342"/>
                      <a:pt x="58257" y="46685"/>
                    </a:cubicBezTo>
                    <a:cubicBezTo>
                      <a:pt x="57980" y="47460"/>
                      <a:pt x="57658" y="48028"/>
                      <a:pt x="57132" y="48668"/>
                    </a:cubicBezTo>
                    <a:cubicBezTo>
                      <a:pt x="57060" y="48827"/>
                      <a:pt x="56987" y="48988"/>
                      <a:pt x="56913" y="49153"/>
                    </a:cubicBezTo>
                    <a:cubicBezTo>
                      <a:pt x="56588" y="49750"/>
                      <a:pt x="56193" y="50130"/>
                      <a:pt x="55705" y="50597"/>
                    </a:cubicBezTo>
                    <a:cubicBezTo>
                      <a:pt x="55405" y="50895"/>
                      <a:pt x="55142" y="51197"/>
                      <a:pt x="54882" y="51528"/>
                    </a:cubicBezTo>
                    <a:cubicBezTo>
                      <a:pt x="54800" y="51630"/>
                      <a:pt x="54720" y="51730"/>
                      <a:pt x="54638" y="51835"/>
                    </a:cubicBezTo>
                    <a:cubicBezTo>
                      <a:pt x="54453" y="52075"/>
                      <a:pt x="54275" y="52322"/>
                      <a:pt x="54102" y="52572"/>
                    </a:cubicBezTo>
                    <a:cubicBezTo>
                      <a:pt x="53352" y="53597"/>
                      <a:pt x="53352" y="53597"/>
                      <a:pt x="52663" y="53820"/>
                    </a:cubicBezTo>
                    <a:cubicBezTo>
                      <a:pt x="52233" y="53880"/>
                      <a:pt x="51818" y="53915"/>
                      <a:pt x="51382" y="53918"/>
                    </a:cubicBezTo>
                    <a:cubicBezTo>
                      <a:pt x="50793" y="53210"/>
                      <a:pt x="50513" y="52663"/>
                      <a:pt x="50330" y="51763"/>
                    </a:cubicBezTo>
                    <a:cubicBezTo>
                      <a:pt x="50305" y="51653"/>
                      <a:pt x="50305" y="51653"/>
                      <a:pt x="50183" y="51102"/>
                    </a:cubicBezTo>
                    <a:cubicBezTo>
                      <a:pt x="50088" y="50648"/>
                      <a:pt x="49993" y="50190"/>
                      <a:pt x="49900" y="49735"/>
                    </a:cubicBezTo>
                    <a:cubicBezTo>
                      <a:pt x="49480" y="47875"/>
                      <a:pt x="49480" y="47875"/>
                      <a:pt x="48757" y="47278"/>
                    </a:cubicBezTo>
                    <a:cubicBezTo>
                      <a:pt x="48132" y="46918"/>
                      <a:pt x="48132" y="46918"/>
                      <a:pt x="47475" y="46668"/>
                    </a:cubicBezTo>
                    <a:cubicBezTo>
                      <a:pt x="46882" y="46418"/>
                      <a:pt x="46882" y="46418"/>
                      <a:pt x="46570" y="45935"/>
                    </a:cubicBezTo>
                    <a:cubicBezTo>
                      <a:pt x="45860" y="45097"/>
                      <a:pt x="44915" y="44960"/>
                      <a:pt x="43882" y="44668"/>
                    </a:cubicBezTo>
                    <a:cubicBezTo>
                      <a:pt x="43582" y="44580"/>
                      <a:pt x="43283" y="44490"/>
                      <a:pt x="42983" y="44400"/>
                    </a:cubicBezTo>
                    <a:cubicBezTo>
                      <a:pt x="42668" y="44308"/>
                      <a:pt x="42352" y="44215"/>
                      <a:pt x="42038" y="44123"/>
                    </a:cubicBezTo>
                    <a:cubicBezTo>
                      <a:pt x="41888" y="44077"/>
                      <a:pt x="41735" y="44033"/>
                      <a:pt x="41578" y="43985"/>
                    </a:cubicBezTo>
                    <a:cubicBezTo>
                      <a:pt x="41435" y="43945"/>
                      <a:pt x="41290" y="43903"/>
                      <a:pt x="41142" y="43860"/>
                    </a:cubicBezTo>
                    <a:cubicBezTo>
                      <a:pt x="41013" y="43822"/>
                      <a:pt x="40885" y="43788"/>
                      <a:pt x="40753" y="43748"/>
                    </a:cubicBezTo>
                    <a:cubicBezTo>
                      <a:pt x="40382" y="43668"/>
                      <a:pt x="40382" y="43668"/>
                      <a:pt x="39632" y="43668"/>
                    </a:cubicBezTo>
                    <a:cubicBezTo>
                      <a:pt x="38920" y="45133"/>
                      <a:pt x="38438" y="46540"/>
                      <a:pt x="38085" y="48123"/>
                    </a:cubicBezTo>
                    <a:cubicBezTo>
                      <a:pt x="38017" y="48303"/>
                      <a:pt x="37950" y="48483"/>
                      <a:pt x="37882" y="48668"/>
                    </a:cubicBezTo>
                    <a:cubicBezTo>
                      <a:pt x="37500" y="48812"/>
                      <a:pt x="37500" y="48812"/>
                      <a:pt x="37132" y="48918"/>
                    </a:cubicBezTo>
                    <a:cubicBezTo>
                      <a:pt x="36975" y="49345"/>
                      <a:pt x="36975" y="49345"/>
                      <a:pt x="36882" y="49873"/>
                    </a:cubicBezTo>
                    <a:cubicBezTo>
                      <a:pt x="36767" y="50510"/>
                      <a:pt x="36670" y="50870"/>
                      <a:pt x="36273" y="51393"/>
                    </a:cubicBezTo>
                    <a:cubicBezTo>
                      <a:pt x="35808" y="52018"/>
                      <a:pt x="35612" y="52650"/>
                      <a:pt x="35398" y="53388"/>
                    </a:cubicBezTo>
                    <a:cubicBezTo>
                      <a:pt x="34673" y="55688"/>
                      <a:pt x="34673" y="55688"/>
                      <a:pt x="33882" y="56418"/>
                    </a:cubicBezTo>
                    <a:cubicBezTo>
                      <a:pt x="33240" y="56685"/>
                      <a:pt x="33240" y="56685"/>
                      <a:pt x="32632" y="56668"/>
                    </a:cubicBezTo>
                    <a:cubicBezTo>
                      <a:pt x="32230" y="56420"/>
                      <a:pt x="32230" y="56420"/>
                      <a:pt x="31882" y="55918"/>
                    </a:cubicBezTo>
                    <a:cubicBezTo>
                      <a:pt x="31750" y="55245"/>
                      <a:pt x="31730" y="54572"/>
                      <a:pt x="31710" y="53888"/>
                    </a:cubicBezTo>
                    <a:cubicBezTo>
                      <a:pt x="31703" y="53695"/>
                      <a:pt x="31695" y="53503"/>
                      <a:pt x="31685" y="53303"/>
                    </a:cubicBezTo>
                    <a:cubicBezTo>
                      <a:pt x="31665" y="52758"/>
                      <a:pt x="31648" y="52212"/>
                      <a:pt x="31632" y="51668"/>
                    </a:cubicBezTo>
                    <a:cubicBezTo>
                      <a:pt x="31622" y="51452"/>
                      <a:pt x="31612" y="51235"/>
                      <a:pt x="31600" y="51010"/>
                    </a:cubicBezTo>
                    <a:cubicBezTo>
                      <a:pt x="31525" y="48498"/>
                      <a:pt x="31737" y="45780"/>
                      <a:pt x="33430" y="43822"/>
                    </a:cubicBezTo>
                    <a:cubicBezTo>
                      <a:pt x="33938" y="43290"/>
                      <a:pt x="34467" y="42858"/>
                      <a:pt x="35070" y="42435"/>
                    </a:cubicBezTo>
                    <a:cubicBezTo>
                      <a:pt x="35595" y="42023"/>
                      <a:pt x="35635" y="41905"/>
                      <a:pt x="35850" y="41215"/>
                    </a:cubicBezTo>
                    <a:cubicBezTo>
                      <a:pt x="35910" y="40633"/>
                      <a:pt x="35840" y="40133"/>
                      <a:pt x="35725" y="39560"/>
                    </a:cubicBezTo>
                    <a:cubicBezTo>
                      <a:pt x="35510" y="38305"/>
                      <a:pt x="36090" y="37370"/>
                      <a:pt x="36757" y="36340"/>
                    </a:cubicBezTo>
                    <a:cubicBezTo>
                      <a:pt x="37150" y="35733"/>
                      <a:pt x="37295" y="35100"/>
                      <a:pt x="37475" y="34403"/>
                    </a:cubicBezTo>
                    <a:cubicBezTo>
                      <a:pt x="37803" y="33260"/>
                      <a:pt x="38112" y="32750"/>
                      <a:pt x="39132" y="32168"/>
                    </a:cubicBezTo>
                    <a:cubicBezTo>
                      <a:pt x="39408" y="31983"/>
                      <a:pt x="39685" y="31795"/>
                      <a:pt x="39960" y="31605"/>
                    </a:cubicBezTo>
                    <a:cubicBezTo>
                      <a:pt x="40183" y="31460"/>
                      <a:pt x="40408" y="31312"/>
                      <a:pt x="40632" y="31168"/>
                    </a:cubicBezTo>
                    <a:cubicBezTo>
                      <a:pt x="40505" y="30222"/>
                      <a:pt x="40330" y="29808"/>
                      <a:pt x="39632" y="29168"/>
                    </a:cubicBezTo>
                    <a:cubicBezTo>
                      <a:pt x="39255" y="28280"/>
                      <a:pt x="39255" y="27363"/>
                      <a:pt x="39382" y="26418"/>
                    </a:cubicBezTo>
                    <a:cubicBezTo>
                      <a:pt x="39570" y="25993"/>
                      <a:pt x="39570" y="25993"/>
                      <a:pt x="39820" y="25560"/>
                    </a:cubicBezTo>
                    <a:cubicBezTo>
                      <a:pt x="40735" y="23925"/>
                      <a:pt x="41010" y="21988"/>
                      <a:pt x="41382" y="20168"/>
                    </a:cubicBezTo>
                    <a:cubicBezTo>
                      <a:pt x="41413" y="20020"/>
                      <a:pt x="41445" y="19873"/>
                      <a:pt x="41477" y="19722"/>
                    </a:cubicBezTo>
                    <a:cubicBezTo>
                      <a:pt x="41545" y="19373"/>
                      <a:pt x="41590" y="19020"/>
                      <a:pt x="41632" y="18668"/>
                    </a:cubicBezTo>
                    <a:cubicBezTo>
                      <a:pt x="41288" y="18168"/>
                      <a:pt x="41288" y="18168"/>
                      <a:pt x="40882" y="17668"/>
                    </a:cubicBezTo>
                    <a:cubicBezTo>
                      <a:pt x="40757" y="17173"/>
                      <a:pt x="40703" y="16678"/>
                      <a:pt x="40632" y="16168"/>
                    </a:cubicBezTo>
                    <a:cubicBezTo>
                      <a:pt x="40513" y="16148"/>
                      <a:pt x="40395" y="16128"/>
                      <a:pt x="40273" y="16108"/>
                    </a:cubicBezTo>
                    <a:cubicBezTo>
                      <a:pt x="39735" y="16015"/>
                      <a:pt x="39200" y="15920"/>
                      <a:pt x="38663" y="15825"/>
                    </a:cubicBezTo>
                    <a:cubicBezTo>
                      <a:pt x="38570" y="15810"/>
                      <a:pt x="38570" y="15810"/>
                      <a:pt x="38098" y="15730"/>
                    </a:cubicBezTo>
                    <a:cubicBezTo>
                      <a:pt x="37920" y="15697"/>
                      <a:pt x="37740" y="15665"/>
                      <a:pt x="37555" y="15633"/>
                    </a:cubicBezTo>
                    <a:cubicBezTo>
                      <a:pt x="37390" y="15602"/>
                      <a:pt x="37225" y="15575"/>
                      <a:pt x="37055" y="15545"/>
                    </a:cubicBezTo>
                    <a:cubicBezTo>
                      <a:pt x="36632" y="15418"/>
                      <a:pt x="36632" y="15418"/>
                      <a:pt x="36132" y="14918"/>
                    </a:cubicBezTo>
                    <a:cubicBezTo>
                      <a:pt x="35773" y="14785"/>
                      <a:pt x="35408" y="14668"/>
                      <a:pt x="35038" y="14560"/>
                    </a:cubicBezTo>
                    <a:cubicBezTo>
                      <a:pt x="34362" y="14347"/>
                      <a:pt x="33918" y="14195"/>
                      <a:pt x="33350" y="13763"/>
                    </a:cubicBezTo>
                    <a:cubicBezTo>
                      <a:pt x="32132" y="12868"/>
                      <a:pt x="30140" y="13115"/>
                      <a:pt x="28695" y="13105"/>
                    </a:cubicBezTo>
                    <a:cubicBezTo>
                      <a:pt x="28588" y="13102"/>
                      <a:pt x="28588" y="13102"/>
                      <a:pt x="28050" y="13090"/>
                    </a:cubicBezTo>
                    <a:cubicBezTo>
                      <a:pt x="27848" y="13090"/>
                      <a:pt x="27642" y="13087"/>
                      <a:pt x="27433" y="13087"/>
                    </a:cubicBezTo>
                    <a:cubicBezTo>
                      <a:pt x="27340" y="13085"/>
                      <a:pt x="27340" y="13085"/>
                      <a:pt x="26875" y="13080"/>
                    </a:cubicBezTo>
                    <a:cubicBezTo>
                      <a:pt x="25938" y="13250"/>
                      <a:pt x="25487" y="14095"/>
                      <a:pt x="24930" y="14810"/>
                    </a:cubicBezTo>
                    <a:cubicBezTo>
                      <a:pt x="24207" y="15655"/>
                      <a:pt x="23727" y="15977"/>
                      <a:pt x="22632" y="16168"/>
                    </a:cubicBezTo>
                    <a:cubicBezTo>
                      <a:pt x="22295" y="16095"/>
                      <a:pt x="21963" y="16015"/>
                      <a:pt x="21632" y="15918"/>
                    </a:cubicBezTo>
                    <a:cubicBezTo>
                      <a:pt x="21618" y="16023"/>
                      <a:pt x="21618" y="16023"/>
                      <a:pt x="21540" y="16548"/>
                    </a:cubicBezTo>
                    <a:cubicBezTo>
                      <a:pt x="21497" y="16822"/>
                      <a:pt x="21455" y="17097"/>
                      <a:pt x="21413" y="17373"/>
                    </a:cubicBezTo>
                    <a:cubicBezTo>
                      <a:pt x="21392" y="17508"/>
                      <a:pt x="21375" y="17645"/>
                      <a:pt x="21352" y="17785"/>
                    </a:cubicBezTo>
                    <a:cubicBezTo>
                      <a:pt x="21233" y="18548"/>
                      <a:pt x="21062" y="19040"/>
                      <a:pt x="20632" y="19668"/>
                    </a:cubicBezTo>
                    <a:cubicBezTo>
                      <a:pt x="20558" y="20180"/>
                      <a:pt x="20558" y="20180"/>
                      <a:pt x="20555" y="20748"/>
                    </a:cubicBezTo>
                    <a:cubicBezTo>
                      <a:pt x="20553" y="20840"/>
                      <a:pt x="20553" y="20840"/>
                      <a:pt x="20540" y="21305"/>
                    </a:cubicBezTo>
                    <a:cubicBezTo>
                      <a:pt x="20625" y="21870"/>
                      <a:pt x="20723" y="22130"/>
                      <a:pt x="20987" y="22613"/>
                    </a:cubicBezTo>
                    <a:cubicBezTo>
                      <a:pt x="21477" y="23530"/>
                      <a:pt x="21625" y="24462"/>
                      <a:pt x="21788" y="25480"/>
                    </a:cubicBezTo>
                    <a:cubicBezTo>
                      <a:pt x="21848" y="25837"/>
                      <a:pt x="21908" y="26192"/>
                      <a:pt x="21970" y="26548"/>
                    </a:cubicBezTo>
                    <a:cubicBezTo>
                      <a:pt x="21983" y="26625"/>
                      <a:pt x="21983" y="26625"/>
                      <a:pt x="22048" y="27018"/>
                    </a:cubicBezTo>
                    <a:cubicBezTo>
                      <a:pt x="22132" y="27418"/>
                      <a:pt x="22132" y="27418"/>
                      <a:pt x="22382" y="27918"/>
                    </a:cubicBezTo>
                    <a:cubicBezTo>
                      <a:pt x="22460" y="29055"/>
                      <a:pt x="22288" y="29858"/>
                      <a:pt x="21882" y="30918"/>
                    </a:cubicBezTo>
                    <a:cubicBezTo>
                      <a:pt x="22440" y="31520"/>
                      <a:pt x="22938" y="31962"/>
                      <a:pt x="23648" y="32373"/>
                    </a:cubicBezTo>
                    <a:cubicBezTo>
                      <a:pt x="24923" y="33195"/>
                      <a:pt x="25135" y="34648"/>
                      <a:pt x="25497" y="36033"/>
                    </a:cubicBezTo>
                    <a:cubicBezTo>
                      <a:pt x="25632" y="36418"/>
                      <a:pt x="25632" y="36418"/>
                      <a:pt x="26023" y="36888"/>
                    </a:cubicBezTo>
                    <a:cubicBezTo>
                      <a:pt x="26800" y="38035"/>
                      <a:pt x="26642" y="39538"/>
                      <a:pt x="26555" y="40873"/>
                    </a:cubicBezTo>
                    <a:cubicBezTo>
                      <a:pt x="26543" y="41825"/>
                      <a:pt x="26543" y="41825"/>
                      <a:pt x="26913" y="42212"/>
                    </a:cubicBezTo>
                    <a:cubicBezTo>
                      <a:pt x="27170" y="42365"/>
                      <a:pt x="27433" y="42508"/>
                      <a:pt x="27700" y="42645"/>
                    </a:cubicBezTo>
                    <a:cubicBezTo>
                      <a:pt x="28555" y="43185"/>
                      <a:pt x="29070" y="44095"/>
                      <a:pt x="29632" y="44918"/>
                    </a:cubicBezTo>
                    <a:cubicBezTo>
                      <a:pt x="29723" y="45030"/>
                      <a:pt x="29815" y="45143"/>
                      <a:pt x="29908" y="45260"/>
                    </a:cubicBezTo>
                    <a:cubicBezTo>
                      <a:pt x="30243" y="45873"/>
                      <a:pt x="30308" y="46518"/>
                      <a:pt x="30398" y="47200"/>
                    </a:cubicBezTo>
                    <a:cubicBezTo>
                      <a:pt x="30418" y="47347"/>
                      <a:pt x="30438" y="47493"/>
                      <a:pt x="30460" y="47645"/>
                    </a:cubicBezTo>
                    <a:cubicBezTo>
                      <a:pt x="30500" y="47938"/>
                      <a:pt x="30540" y="48230"/>
                      <a:pt x="30578" y="48525"/>
                    </a:cubicBezTo>
                    <a:cubicBezTo>
                      <a:pt x="30622" y="48842"/>
                      <a:pt x="30673" y="49158"/>
                      <a:pt x="30727" y="49475"/>
                    </a:cubicBezTo>
                    <a:cubicBezTo>
                      <a:pt x="30935" y="50817"/>
                      <a:pt x="30868" y="52145"/>
                      <a:pt x="30805" y="53498"/>
                    </a:cubicBezTo>
                    <a:cubicBezTo>
                      <a:pt x="30800" y="53595"/>
                      <a:pt x="30800" y="53595"/>
                      <a:pt x="30778" y="54095"/>
                    </a:cubicBezTo>
                    <a:cubicBezTo>
                      <a:pt x="30670" y="55923"/>
                      <a:pt x="30670" y="55923"/>
                      <a:pt x="30132" y="56668"/>
                    </a:cubicBezTo>
                    <a:cubicBezTo>
                      <a:pt x="29555" y="56935"/>
                      <a:pt x="29555" y="56935"/>
                      <a:pt x="28882" y="56918"/>
                    </a:cubicBezTo>
                    <a:cubicBezTo>
                      <a:pt x="27670" y="56135"/>
                      <a:pt x="27322" y="54985"/>
                      <a:pt x="26975" y="53653"/>
                    </a:cubicBezTo>
                    <a:cubicBezTo>
                      <a:pt x="26663" y="52493"/>
                      <a:pt x="26405" y="51610"/>
                      <a:pt x="25632" y="50668"/>
                    </a:cubicBezTo>
                    <a:cubicBezTo>
                      <a:pt x="25413" y="50143"/>
                      <a:pt x="25413" y="50143"/>
                      <a:pt x="25240" y="49623"/>
                    </a:cubicBezTo>
                    <a:cubicBezTo>
                      <a:pt x="25068" y="49095"/>
                      <a:pt x="25068" y="49095"/>
                      <a:pt x="24882" y="48668"/>
                    </a:cubicBezTo>
                    <a:cubicBezTo>
                      <a:pt x="24717" y="48585"/>
                      <a:pt x="24553" y="48503"/>
                      <a:pt x="24382" y="48418"/>
                    </a:cubicBezTo>
                    <a:cubicBezTo>
                      <a:pt x="24205" y="47863"/>
                      <a:pt x="24205" y="47863"/>
                      <a:pt x="24038" y="47153"/>
                    </a:cubicBezTo>
                    <a:cubicBezTo>
                      <a:pt x="23727" y="45898"/>
                      <a:pt x="23270" y="44800"/>
                      <a:pt x="22632" y="43668"/>
                    </a:cubicBezTo>
                    <a:cubicBezTo>
                      <a:pt x="20683" y="43955"/>
                      <a:pt x="18960" y="44440"/>
                      <a:pt x="17132" y="45168"/>
                    </a:cubicBezTo>
                    <a:cubicBezTo>
                      <a:pt x="17020" y="45212"/>
                      <a:pt x="17020" y="45212"/>
                      <a:pt x="16447" y="45428"/>
                    </a:cubicBezTo>
                    <a:cubicBezTo>
                      <a:pt x="15882" y="45668"/>
                      <a:pt x="15882" y="45668"/>
                      <a:pt x="15538" y="46013"/>
                    </a:cubicBezTo>
                    <a:cubicBezTo>
                      <a:pt x="15025" y="46525"/>
                      <a:pt x="14460" y="46788"/>
                      <a:pt x="13812" y="47105"/>
                    </a:cubicBezTo>
                    <a:cubicBezTo>
                      <a:pt x="12447" y="48102"/>
                      <a:pt x="12328" y="49837"/>
                      <a:pt x="12017" y="51380"/>
                    </a:cubicBezTo>
                    <a:cubicBezTo>
                      <a:pt x="11795" y="52408"/>
                      <a:pt x="11605" y="53143"/>
                      <a:pt x="10882" y="53918"/>
                    </a:cubicBezTo>
                    <a:cubicBezTo>
                      <a:pt x="10095" y="53915"/>
                      <a:pt x="9392" y="53898"/>
                      <a:pt x="8783" y="53363"/>
                    </a:cubicBezTo>
                    <a:cubicBezTo>
                      <a:pt x="8572" y="53102"/>
                      <a:pt x="8370" y="52835"/>
                      <a:pt x="8175" y="52565"/>
                    </a:cubicBezTo>
                    <a:cubicBezTo>
                      <a:pt x="7903" y="52197"/>
                      <a:pt x="7630" y="51925"/>
                      <a:pt x="7288" y="51623"/>
                    </a:cubicBezTo>
                    <a:cubicBezTo>
                      <a:pt x="6375" y="50735"/>
                      <a:pt x="5763" y="49602"/>
                      <a:pt x="5105" y="48523"/>
                    </a:cubicBezTo>
                    <a:cubicBezTo>
                      <a:pt x="4955" y="48283"/>
                      <a:pt x="4798" y="48050"/>
                      <a:pt x="4632" y="47822"/>
                    </a:cubicBezTo>
                    <a:cubicBezTo>
                      <a:pt x="3900" y="46800"/>
                      <a:pt x="3515" y="45750"/>
                      <a:pt x="3132" y="44560"/>
                    </a:cubicBezTo>
                    <a:cubicBezTo>
                      <a:pt x="2783" y="43483"/>
                      <a:pt x="2443" y="42477"/>
                      <a:pt x="1852" y="41508"/>
                    </a:cubicBezTo>
                    <a:cubicBezTo>
                      <a:pt x="1372" y="40710"/>
                      <a:pt x="1197" y="40023"/>
                      <a:pt x="1100" y="39105"/>
                    </a:cubicBezTo>
                    <a:cubicBezTo>
                      <a:pt x="943" y="37760"/>
                      <a:pt x="943" y="37760"/>
                      <a:pt x="635" y="37298"/>
                    </a:cubicBezTo>
                    <a:cubicBezTo>
                      <a:pt x="0" y="36342"/>
                      <a:pt x="92" y="34935"/>
                      <a:pt x="90" y="33820"/>
                    </a:cubicBezTo>
                    <a:cubicBezTo>
                      <a:pt x="90" y="33673"/>
                      <a:pt x="88" y="33525"/>
                      <a:pt x="88" y="33373"/>
                    </a:cubicBezTo>
                    <a:cubicBezTo>
                      <a:pt x="85" y="33060"/>
                      <a:pt x="85" y="32750"/>
                      <a:pt x="85" y="32438"/>
                    </a:cubicBezTo>
                    <a:cubicBezTo>
                      <a:pt x="85" y="31970"/>
                      <a:pt x="80" y="31500"/>
                      <a:pt x="75" y="31033"/>
                    </a:cubicBezTo>
                    <a:cubicBezTo>
                      <a:pt x="68" y="29130"/>
                      <a:pt x="150" y="27345"/>
                      <a:pt x="882" y="25560"/>
                    </a:cubicBezTo>
                    <a:cubicBezTo>
                      <a:pt x="1205" y="24730"/>
                      <a:pt x="1328" y="23895"/>
                      <a:pt x="1467" y="23020"/>
                    </a:cubicBezTo>
                    <a:cubicBezTo>
                      <a:pt x="1653" y="22340"/>
                      <a:pt x="1960" y="21975"/>
                      <a:pt x="2382" y="21418"/>
                    </a:cubicBezTo>
                    <a:cubicBezTo>
                      <a:pt x="2550" y="20860"/>
                      <a:pt x="2550" y="20860"/>
                      <a:pt x="2680" y="20230"/>
                    </a:cubicBezTo>
                    <a:cubicBezTo>
                      <a:pt x="3355" y="17433"/>
                      <a:pt x="4798" y="14663"/>
                      <a:pt x="6882" y="12668"/>
                    </a:cubicBezTo>
                    <a:cubicBezTo>
                      <a:pt x="7400" y="12165"/>
                      <a:pt x="7850" y="11727"/>
                      <a:pt x="8210" y="11090"/>
                    </a:cubicBezTo>
                    <a:cubicBezTo>
                      <a:pt x="8977" y="9740"/>
                      <a:pt x="10227" y="8717"/>
                      <a:pt x="11533" y="7908"/>
                    </a:cubicBezTo>
                    <a:cubicBezTo>
                      <a:pt x="12025" y="7570"/>
                      <a:pt x="12415" y="7155"/>
                      <a:pt x="12830" y="6725"/>
                    </a:cubicBezTo>
                    <a:cubicBezTo>
                      <a:pt x="14200" y="5337"/>
                      <a:pt x="15842" y="4683"/>
                      <a:pt x="17608" y="3913"/>
                    </a:cubicBezTo>
                    <a:cubicBezTo>
                      <a:pt x="18033" y="3715"/>
                      <a:pt x="18400" y="3508"/>
                      <a:pt x="18788" y="3248"/>
                    </a:cubicBezTo>
                    <a:cubicBezTo>
                      <a:pt x="19555" y="2822"/>
                      <a:pt x="20267" y="2740"/>
                      <a:pt x="21132" y="2668"/>
                    </a:cubicBezTo>
                    <a:cubicBezTo>
                      <a:pt x="21132" y="2503"/>
                      <a:pt x="21132" y="2337"/>
                      <a:pt x="21132" y="2168"/>
                    </a:cubicBezTo>
                    <a:cubicBezTo>
                      <a:pt x="21993" y="1795"/>
                      <a:pt x="22778" y="1570"/>
                      <a:pt x="23710" y="1418"/>
                    </a:cubicBezTo>
                    <a:cubicBezTo>
                      <a:pt x="24528" y="1280"/>
                      <a:pt x="25320" y="1128"/>
                      <a:pt x="26115" y="903"/>
                    </a:cubicBezTo>
                    <a:cubicBezTo>
                      <a:pt x="29695" y="0"/>
                      <a:pt x="33938" y="195"/>
                      <a:pt x="37460" y="1230"/>
                    </a:cubicBezTo>
                    <a:close/>
                    <a:moveTo>
                      <a:pt x="22132" y="2918"/>
                    </a:moveTo>
                    <a:cubicBezTo>
                      <a:pt x="22065" y="2938"/>
                      <a:pt x="22065" y="2938"/>
                      <a:pt x="21730" y="3030"/>
                    </a:cubicBezTo>
                    <a:cubicBezTo>
                      <a:pt x="15878" y="4655"/>
                      <a:pt x="10148" y="8925"/>
                      <a:pt x="6878" y="14040"/>
                    </a:cubicBezTo>
                    <a:cubicBezTo>
                      <a:pt x="6595" y="14477"/>
                      <a:pt x="6303" y="14910"/>
                      <a:pt x="6013" y="15342"/>
                    </a:cubicBezTo>
                    <a:cubicBezTo>
                      <a:pt x="4700" y="17332"/>
                      <a:pt x="3717" y="19240"/>
                      <a:pt x="3020" y="21520"/>
                    </a:cubicBezTo>
                    <a:cubicBezTo>
                      <a:pt x="2872" y="21945"/>
                      <a:pt x="2690" y="22340"/>
                      <a:pt x="2500" y="22748"/>
                    </a:cubicBezTo>
                    <a:cubicBezTo>
                      <a:pt x="2038" y="23805"/>
                      <a:pt x="1880" y="24875"/>
                      <a:pt x="1725" y="26013"/>
                    </a:cubicBezTo>
                    <a:cubicBezTo>
                      <a:pt x="1695" y="26233"/>
                      <a:pt x="1665" y="26452"/>
                      <a:pt x="1632" y="26680"/>
                    </a:cubicBezTo>
                    <a:cubicBezTo>
                      <a:pt x="1545" y="27342"/>
                      <a:pt x="1463" y="28005"/>
                      <a:pt x="1382" y="28668"/>
                    </a:cubicBezTo>
                    <a:cubicBezTo>
                      <a:pt x="1360" y="28850"/>
                      <a:pt x="1338" y="29030"/>
                      <a:pt x="1312" y="29217"/>
                    </a:cubicBezTo>
                    <a:cubicBezTo>
                      <a:pt x="803" y="33555"/>
                      <a:pt x="1355" y="38238"/>
                      <a:pt x="2983" y="42293"/>
                    </a:cubicBezTo>
                    <a:cubicBezTo>
                      <a:pt x="3120" y="42640"/>
                      <a:pt x="3247" y="42993"/>
                      <a:pt x="3372" y="43345"/>
                    </a:cubicBezTo>
                    <a:cubicBezTo>
                      <a:pt x="4318" y="45918"/>
                      <a:pt x="5803" y="48120"/>
                      <a:pt x="7430" y="50310"/>
                    </a:cubicBezTo>
                    <a:cubicBezTo>
                      <a:pt x="7558" y="50483"/>
                      <a:pt x="7685" y="50655"/>
                      <a:pt x="7815" y="50832"/>
                    </a:cubicBezTo>
                    <a:cubicBezTo>
                      <a:pt x="9085" y="52508"/>
                      <a:pt x="9085" y="52508"/>
                      <a:pt x="9882" y="52918"/>
                    </a:cubicBezTo>
                    <a:cubicBezTo>
                      <a:pt x="10445" y="52840"/>
                      <a:pt x="10445" y="52840"/>
                      <a:pt x="10882" y="52668"/>
                    </a:cubicBezTo>
                    <a:cubicBezTo>
                      <a:pt x="10910" y="52535"/>
                      <a:pt x="10938" y="52403"/>
                      <a:pt x="10965" y="52265"/>
                    </a:cubicBezTo>
                    <a:cubicBezTo>
                      <a:pt x="12075" y="47053"/>
                      <a:pt x="12075" y="47053"/>
                      <a:pt x="14180" y="45668"/>
                    </a:cubicBezTo>
                    <a:cubicBezTo>
                      <a:pt x="15788" y="44717"/>
                      <a:pt x="17595" y="44175"/>
                      <a:pt x="19362" y="43597"/>
                    </a:cubicBezTo>
                    <a:cubicBezTo>
                      <a:pt x="19898" y="43413"/>
                      <a:pt x="20413" y="43200"/>
                      <a:pt x="20935" y="42985"/>
                    </a:cubicBezTo>
                    <a:cubicBezTo>
                      <a:pt x="21755" y="42678"/>
                      <a:pt x="22300" y="42543"/>
                      <a:pt x="23132" y="42918"/>
                    </a:cubicBezTo>
                    <a:cubicBezTo>
                      <a:pt x="23440" y="43330"/>
                      <a:pt x="23620" y="43643"/>
                      <a:pt x="23820" y="44105"/>
                    </a:cubicBezTo>
                    <a:cubicBezTo>
                      <a:pt x="23880" y="44235"/>
                      <a:pt x="23940" y="44363"/>
                      <a:pt x="24000" y="44495"/>
                    </a:cubicBezTo>
                    <a:cubicBezTo>
                      <a:pt x="24217" y="44967"/>
                      <a:pt x="24425" y="45442"/>
                      <a:pt x="24632" y="45918"/>
                    </a:cubicBezTo>
                    <a:cubicBezTo>
                      <a:pt x="24720" y="46120"/>
                      <a:pt x="24810" y="46322"/>
                      <a:pt x="24903" y="46530"/>
                    </a:cubicBezTo>
                    <a:cubicBezTo>
                      <a:pt x="26783" y="50795"/>
                      <a:pt x="26783" y="50795"/>
                      <a:pt x="27445" y="52778"/>
                    </a:cubicBezTo>
                    <a:cubicBezTo>
                      <a:pt x="27815" y="53852"/>
                      <a:pt x="28318" y="54628"/>
                      <a:pt x="29132" y="55418"/>
                    </a:cubicBezTo>
                    <a:cubicBezTo>
                      <a:pt x="29642" y="55153"/>
                      <a:pt x="29850" y="55020"/>
                      <a:pt x="30028" y="54460"/>
                    </a:cubicBezTo>
                    <a:cubicBezTo>
                      <a:pt x="30197" y="53582"/>
                      <a:pt x="30188" y="52715"/>
                      <a:pt x="30195" y="51825"/>
                    </a:cubicBezTo>
                    <a:cubicBezTo>
                      <a:pt x="30200" y="51640"/>
                      <a:pt x="30205" y="51452"/>
                      <a:pt x="30210" y="51263"/>
                    </a:cubicBezTo>
                    <a:cubicBezTo>
                      <a:pt x="30217" y="50173"/>
                      <a:pt x="30100" y="49450"/>
                      <a:pt x="29553" y="48505"/>
                    </a:cubicBezTo>
                    <a:cubicBezTo>
                      <a:pt x="29288" y="47983"/>
                      <a:pt x="29288" y="47483"/>
                      <a:pt x="29273" y="46903"/>
                    </a:cubicBezTo>
                    <a:cubicBezTo>
                      <a:pt x="29185" y="45755"/>
                      <a:pt x="28973" y="45190"/>
                      <a:pt x="28132" y="44418"/>
                    </a:cubicBezTo>
                    <a:cubicBezTo>
                      <a:pt x="27822" y="44110"/>
                      <a:pt x="27515" y="43800"/>
                      <a:pt x="27210" y="43490"/>
                    </a:cubicBezTo>
                    <a:cubicBezTo>
                      <a:pt x="26882" y="43168"/>
                      <a:pt x="26882" y="43168"/>
                      <a:pt x="26515" y="42870"/>
                    </a:cubicBezTo>
                    <a:cubicBezTo>
                      <a:pt x="26095" y="42480"/>
                      <a:pt x="25860" y="42197"/>
                      <a:pt x="25632" y="41668"/>
                    </a:cubicBezTo>
                    <a:cubicBezTo>
                      <a:pt x="25660" y="41155"/>
                      <a:pt x="25710" y="40675"/>
                      <a:pt x="25788" y="40168"/>
                    </a:cubicBezTo>
                    <a:cubicBezTo>
                      <a:pt x="26078" y="38230"/>
                      <a:pt x="25303" y="36930"/>
                      <a:pt x="24338" y="35295"/>
                    </a:cubicBezTo>
                    <a:cubicBezTo>
                      <a:pt x="24132" y="34918"/>
                      <a:pt x="24132" y="34918"/>
                      <a:pt x="23888" y="34250"/>
                    </a:cubicBezTo>
                    <a:cubicBezTo>
                      <a:pt x="23578" y="33548"/>
                      <a:pt x="23210" y="33227"/>
                      <a:pt x="22615" y="32748"/>
                    </a:cubicBezTo>
                    <a:cubicBezTo>
                      <a:pt x="21653" y="31960"/>
                      <a:pt x="21653" y="31960"/>
                      <a:pt x="21382" y="31418"/>
                    </a:cubicBezTo>
                    <a:cubicBezTo>
                      <a:pt x="21362" y="31043"/>
                      <a:pt x="21362" y="31043"/>
                      <a:pt x="21375" y="30600"/>
                    </a:cubicBezTo>
                    <a:cubicBezTo>
                      <a:pt x="21378" y="30438"/>
                      <a:pt x="21382" y="30273"/>
                      <a:pt x="21385" y="30105"/>
                    </a:cubicBezTo>
                    <a:cubicBezTo>
                      <a:pt x="21388" y="30018"/>
                      <a:pt x="21388" y="30018"/>
                      <a:pt x="21398" y="29575"/>
                    </a:cubicBezTo>
                    <a:cubicBezTo>
                      <a:pt x="21423" y="27295"/>
                      <a:pt x="21293" y="25120"/>
                      <a:pt x="20298" y="23028"/>
                    </a:cubicBezTo>
                    <a:cubicBezTo>
                      <a:pt x="19755" y="21855"/>
                      <a:pt x="19723" y="20433"/>
                      <a:pt x="19882" y="19168"/>
                    </a:cubicBezTo>
                    <a:cubicBezTo>
                      <a:pt x="20092" y="18638"/>
                      <a:pt x="20345" y="18163"/>
                      <a:pt x="20625" y="17668"/>
                    </a:cubicBezTo>
                    <a:cubicBezTo>
                      <a:pt x="21033" y="16875"/>
                      <a:pt x="21207" y="16038"/>
                      <a:pt x="21382" y="15168"/>
                    </a:cubicBezTo>
                    <a:cubicBezTo>
                      <a:pt x="21588" y="15205"/>
                      <a:pt x="21795" y="15240"/>
                      <a:pt x="22007" y="15278"/>
                    </a:cubicBezTo>
                    <a:cubicBezTo>
                      <a:pt x="22855" y="15283"/>
                      <a:pt x="23213" y="14940"/>
                      <a:pt x="23820" y="14373"/>
                    </a:cubicBezTo>
                    <a:cubicBezTo>
                      <a:pt x="25467" y="12840"/>
                      <a:pt x="27095" y="11990"/>
                      <a:pt x="29355" y="12038"/>
                    </a:cubicBezTo>
                    <a:cubicBezTo>
                      <a:pt x="31620" y="12175"/>
                      <a:pt x="33778" y="12955"/>
                      <a:pt x="35812" y="13918"/>
                    </a:cubicBezTo>
                    <a:cubicBezTo>
                      <a:pt x="37670" y="14740"/>
                      <a:pt x="39640" y="15288"/>
                      <a:pt x="41632" y="15668"/>
                    </a:cubicBezTo>
                    <a:cubicBezTo>
                      <a:pt x="41622" y="15783"/>
                      <a:pt x="41615" y="15898"/>
                      <a:pt x="41605" y="16015"/>
                    </a:cubicBezTo>
                    <a:cubicBezTo>
                      <a:pt x="41602" y="16092"/>
                      <a:pt x="41602" y="16092"/>
                      <a:pt x="41585" y="16480"/>
                    </a:cubicBezTo>
                    <a:cubicBezTo>
                      <a:pt x="41578" y="16633"/>
                      <a:pt x="41568" y="16783"/>
                      <a:pt x="41558" y="16938"/>
                    </a:cubicBezTo>
                    <a:cubicBezTo>
                      <a:pt x="41632" y="17418"/>
                      <a:pt x="41632" y="17418"/>
                      <a:pt x="42020" y="17888"/>
                    </a:cubicBezTo>
                    <a:cubicBezTo>
                      <a:pt x="42425" y="18483"/>
                      <a:pt x="42430" y="18760"/>
                      <a:pt x="42308" y="19457"/>
                    </a:cubicBezTo>
                    <a:cubicBezTo>
                      <a:pt x="42295" y="19523"/>
                      <a:pt x="42295" y="19523"/>
                      <a:pt x="42225" y="19840"/>
                    </a:cubicBezTo>
                    <a:cubicBezTo>
                      <a:pt x="42200" y="19972"/>
                      <a:pt x="42175" y="20108"/>
                      <a:pt x="42148" y="20245"/>
                    </a:cubicBezTo>
                    <a:cubicBezTo>
                      <a:pt x="41955" y="21205"/>
                      <a:pt x="41663" y="22108"/>
                      <a:pt x="41332" y="23030"/>
                    </a:cubicBezTo>
                    <a:cubicBezTo>
                      <a:pt x="41068" y="23875"/>
                      <a:pt x="40875" y="24725"/>
                      <a:pt x="40695" y="25590"/>
                    </a:cubicBezTo>
                    <a:cubicBezTo>
                      <a:pt x="40660" y="25748"/>
                      <a:pt x="40625" y="25905"/>
                      <a:pt x="40588" y="26067"/>
                    </a:cubicBezTo>
                    <a:cubicBezTo>
                      <a:pt x="40295" y="27528"/>
                      <a:pt x="40545" y="28630"/>
                      <a:pt x="40945" y="30060"/>
                    </a:cubicBezTo>
                    <a:cubicBezTo>
                      <a:pt x="41118" y="30837"/>
                      <a:pt x="41155" y="31100"/>
                      <a:pt x="40882" y="31873"/>
                    </a:cubicBezTo>
                    <a:cubicBezTo>
                      <a:pt x="40430" y="32365"/>
                      <a:pt x="40225" y="32508"/>
                      <a:pt x="39663" y="32793"/>
                    </a:cubicBezTo>
                    <a:cubicBezTo>
                      <a:pt x="38668" y="33393"/>
                      <a:pt x="38450" y="34375"/>
                      <a:pt x="38092" y="35420"/>
                    </a:cubicBezTo>
                    <a:cubicBezTo>
                      <a:pt x="37790" y="36295"/>
                      <a:pt x="37450" y="37013"/>
                      <a:pt x="36913" y="37778"/>
                    </a:cubicBezTo>
                    <a:cubicBezTo>
                      <a:pt x="36505" y="38385"/>
                      <a:pt x="36295" y="38730"/>
                      <a:pt x="36413" y="39465"/>
                    </a:cubicBezTo>
                    <a:cubicBezTo>
                      <a:pt x="36450" y="39582"/>
                      <a:pt x="36450" y="39582"/>
                      <a:pt x="36632" y="40168"/>
                    </a:cubicBezTo>
                    <a:cubicBezTo>
                      <a:pt x="36818" y="40770"/>
                      <a:pt x="36818" y="40770"/>
                      <a:pt x="36882" y="41418"/>
                    </a:cubicBezTo>
                    <a:cubicBezTo>
                      <a:pt x="36585" y="41970"/>
                      <a:pt x="36585" y="41970"/>
                      <a:pt x="36132" y="42513"/>
                    </a:cubicBezTo>
                    <a:cubicBezTo>
                      <a:pt x="36092" y="42560"/>
                      <a:pt x="36092" y="42560"/>
                      <a:pt x="35892" y="42803"/>
                    </a:cubicBezTo>
                    <a:cubicBezTo>
                      <a:pt x="35220" y="43605"/>
                      <a:pt x="34487" y="44345"/>
                      <a:pt x="33727" y="45065"/>
                    </a:cubicBezTo>
                    <a:cubicBezTo>
                      <a:pt x="32955" y="45855"/>
                      <a:pt x="33050" y="46768"/>
                      <a:pt x="32977" y="47815"/>
                    </a:cubicBezTo>
                    <a:cubicBezTo>
                      <a:pt x="32882" y="48418"/>
                      <a:pt x="32882" y="48418"/>
                      <a:pt x="32630" y="48760"/>
                    </a:cubicBezTo>
                    <a:cubicBezTo>
                      <a:pt x="32303" y="49300"/>
                      <a:pt x="32318" y="49683"/>
                      <a:pt x="32315" y="50310"/>
                    </a:cubicBezTo>
                    <a:cubicBezTo>
                      <a:pt x="32315" y="50530"/>
                      <a:pt x="32315" y="50748"/>
                      <a:pt x="32312" y="50975"/>
                    </a:cubicBezTo>
                    <a:cubicBezTo>
                      <a:pt x="32315" y="51090"/>
                      <a:pt x="32315" y="51090"/>
                      <a:pt x="32320" y="51668"/>
                    </a:cubicBezTo>
                    <a:cubicBezTo>
                      <a:pt x="32318" y="51898"/>
                      <a:pt x="32315" y="52125"/>
                      <a:pt x="32312" y="52363"/>
                    </a:cubicBezTo>
                    <a:cubicBezTo>
                      <a:pt x="32315" y="52472"/>
                      <a:pt x="32315" y="52472"/>
                      <a:pt x="32315" y="53028"/>
                    </a:cubicBezTo>
                    <a:cubicBezTo>
                      <a:pt x="32315" y="53128"/>
                      <a:pt x="32315" y="53128"/>
                      <a:pt x="32318" y="53635"/>
                    </a:cubicBezTo>
                    <a:cubicBezTo>
                      <a:pt x="32388" y="54205"/>
                      <a:pt x="32525" y="54477"/>
                      <a:pt x="32882" y="54918"/>
                    </a:cubicBezTo>
                    <a:cubicBezTo>
                      <a:pt x="33345" y="54858"/>
                      <a:pt x="33345" y="54858"/>
                      <a:pt x="33882" y="54668"/>
                    </a:cubicBezTo>
                    <a:cubicBezTo>
                      <a:pt x="34200" y="54238"/>
                      <a:pt x="34200" y="54238"/>
                      <a:pt x="34475" y="53653"/>
                    </a:cubicBezTo>
                    <a:cubicBezTo>
                      <a:pt x="34528" y="53543"/>
                      <a:pt x="34580" y="53435"/>
                      <a:pt x="34632" y="53322"/>
                    </a:cubicBezTo>
                    <a:cubicBezTo>
                      <a:pt x="35163" y="52170"/>
                      <a:pt x="35585" y="50977"/>
                      <a:pt x="36020" y="49788"/>
                    </a:cubicBezTo>
                    <a:cubicBezTo>
                      <a:pt x="36525" y="48415"/>
                      <a:pt x="37088" y="47070"/>
                      <a:pt x="37680" y="45730"/>
                    </a:cubicBezTo>
                    <a:cubicBezTo>
                      <a:pt x="37720" y="45635"/>
                      <a:pt x="37720" y="45635"/>
                      <a:pt x="37930" y="45153"/>
                    </a:cubicBezTo>
                    <a:cubicBezTo>
                      <a:pt x="38338" y="44243"/>
                      <a:pt x="38735" y="43430"/>
                      <a:pt x="39382" y="42668"/>
                    </a:cubicBezTo>
                    <a:cubicBezTo>
                      <a:pt x="40830" y="42808"/>
                      <a:pt x="42112" y="43207"/>
                      <a:pt x="43477" y="43710"/>
                    </a:cubicBezTo>
                    <a:cubicBezTo>
                      <a:pt x="43830" y="43840"/>
                      <a:pt x="44188" y="43962"/>
                      <a:pt x="44543" y="44087"/>
                    </a:cubicBezTo>
                    <a:cubicBezTo>
                      <a:pt x="48953" y="45688"/>
                      <a:pt x="48953" y="45688"/>
                      <a:pt x="49950" y="47480"/>
                    </a:cubicBezTo>
                    <a:cubicBezTo>
                      <a:pt x="50588" y="49010"/>
                      <a:pt x="50950" y="50610"/>
                      <a:pt x="51225" y="52240"/>
                    </a:cubicBezTo>
                    <a:cubicBezTo>
                      <a:pt x="51382" y="52668"/>
                      <a:pt x="51382" y="52668"/>
                      <a:pt x="51695" y="52903"/>
                    </a:cubicBezTo>
                    <a:cubicBezTo>
                      <a:pt x="52408" y="52930"/>
                      <a:pt x="52858" y="52613"/>
                      <a:pt x="53382" y="52168"/>
                    </a:cubicBezTo>
                    <a:cubicBezTo>
                      <a:pt x="53915" y="51580"/>
                      <a:pt x="54382" y="50950"/>
                      <a:pt x="54850" y="50310"/>
                    </a:cubicBezTo>
                    <a:cubicBezTo>
                      <a:pt x="54983" y="50130"/>
                      <a:pt x="55112" y="49952"/>
                      <a:pt x="55250" y="49768"/>
                    </a:cubicBezTo>
                    <a:cubicBezTo>
                      <a:pt x="60433" y="42640"/>
                      <a:pt x="61745" y="34638"/>
                      <a:pt x="60538" y="26028"/>
                    </a:cubicBezTo>
                    <a:cubicBezTo>
                      <a:pt x="60510" y="25820"/>
                      <a:pt x="60483" y="25610"/>
                      <a:pt x="60453" y="25398"/>
                    </a:cubicBezTo>
                    <a:cubicBezTo>
                      <a:pt x="60283" y="24278"/>
                      <a:pt x="60033" y="23312"/>
                      <a:pt x="59553" y="22288"/>
                    </a:cubicBezTo>
                    <a:cubicBezTo>
                      <a:pt x="59345" y="21837"/>
                      <a:pt x="59207" y="21380"/>
                      <a:pt x="59070" y="20903"/>
                    </a:cubicBezTo>
                    <a:cubicBezTo>
                      <a:pt x="58158" y="18128"/>
                      <a:pt x="56675" y="15700"/>
                      <a:pt x="54882" y="13418"/>
                    </a:cubicBezTo>
                    <a:cubicBezTo>
                      <a:pt x="54715" y="13200"/>
                      <a:pt x="54548" y="12983"/>
                      <a:pt x="54380" y="12763"/>
                    </a:cubicBezTo>
                    <a:cubicBezTo>
                      <a:pt x="51330" y="8808"/>
                      <a:pt x="47463" y="5903"/>
                      <a:pt x="42882" y="3918"/>
                    </a:cubicBezTo>
                    <a:cubicBezTo>
                      <a:pt x="42720" y="3847"/>
                      <a:pt x="42558" y="3775"/>
                      <a:pt x="42390" y="3702"/>
                    </a:cubicBezTo>
                    <a:cubicBezTo>
                      <a:pt x="39783" y="2575"/>
                      <a:pt x="37195" y="2010"/>
                      <a:pt x="34382" y="1668"/>
                    </a:cubicBezTo>
                    <a:cubicBezTo>
                      <a:pt x="34230" y="1648"/>
                      <a:pt x="34078" y="1628"/>
                      <a:pt x="33920" y="1608"/>
                    </a:cubicBezTo>
                    <a:cubicBezTo>
                      <a:pt x="29933" y="1095"/>
                      <a:pt x="25957" y="1805"/>
                      <a:pt x="22132" y="2918"/>
                    </a:cubicBezTo>
                    <a:close/>
                  </a:path>
                </a:pathLst>
              </a:custGeom>
              <a:solidFill>
                <a:srgbClr val="434343"/>
              </a:solidFill>
              <a:ln w="0">
                <a:noFill/>
              </a:ln>
            </p:spPr>
          </p:sp>
          <p:sp>
            <p:nvSpPr>
              <p:cNvPr id="705" name="human_correct vector"/>
              <p:cNvSpPr/>
              <p:nvPr/>
            </p:nvSpPr>
            <p:spPr>
              <a:xfrm>
                <a:off x="9497804" y="5732122"/>
                <a:ext cx="654482" cy="663260"/>
              </a:xfrm>
              <a:custGeom>
                <a:avLst/>
                <a:gdLst/>
                <a:ahLst/>
                <a:cxnLst/>
                <a:rect l="0" t="0" r="r" b="b"/>
                <a:pathLst>
                  <a:path w="71575" h="72535" fill="norm" stroke="0">
                    <a:moveTo>
                      <a:pt x="53057" y="5128"/>
                    </a:moveTo>
                    <a:cubicBezTo>
                      <a:pt x="53190" y="5203"/>
                      <a:pt x="53322" y="5280"/>
                      <a:pt x="53457" y="5358"/>
                    </a:cubicBezTo>
                    <a:cubicBezTo>
                      <a:pt x="60855" y="9603"/>
                      <a:pt x="66355" y="16108"/>
                      <a:pt x="69307" y="24128"/>
                    </a:cubicBezTo>
                    <a:cubicBezTo>
                      <a:pt x="69350" y="24245"/>
                      <a:pt x="69395" y="24363"/>
                      <a:pt x="69438" y="24483"/>
                    </a:cubicBezTo>
                    <a:cubicBezTo>
                      <a:pt x="70110" y="26325"/>
                      <a:pt x="70572" y="28140"/>
                      <a:pt x="70870" y="30080"/>
                    </a:cubicBezTo>
                    <a:cubicBezTo>
                      <a:pt x="70880" y="30148"/>
                      <a:pt x="70880" y="30148"/>
                      <a:pt x="70932" y="30485"/>
                    </a:cubicBezTo>
                    <a:cubicBezTo>
                      <a:pt x="71575" y="34713"/>
                      <a:pt x="71460" y="38735"/>
                      <a:pt x="70745" y="42940"/>
                    </a:cubicBezTo>
                    <a:cubicBezTo>
                      <a:pt x="70720" y="43093"/>
                      <a:pt x="70695" y="43245"/>
                      <a:pt x="70667" y="43400"/>
                    </a:cubicBezTo>
                    <a:cubicBezTo>
                      <a:pt x="70200" y="46125"/>
                      <a:pt x="69405" y="48583"/>
                      <a:pt x="68135" y="51050"/>
                    </a:cubicBezTo>
                    <a:cubicBezTo>
                      <a:pt x="68050" y="51218"/>
                      <a:pt x="67965" y="51383"/>
                      <a:pt x="67877" y="51555"/>
                    </a:cubicBezTo>
                    <a:cubicBezTo>
                      <a:pt x="67607" y="52080"/>
                      <a:pt x="67332" y="52605"/>
                      <a:pt x="67057" y="53128"/>
                    </a:cubicBezTo>
                    <a:cubicBezTo>
                      <a:pt x="66967" y="53303"/>
                      <a:pt x="66875" y="53478"/>
                      <a:pt x="66782" y="53658"/>
                    </a:cubicBezTo>
                    <a:cubicBezTo>
                      <a:pt x="65667" y="55793"/>
                      <a:pt x="64512" y="57648"/>
                      <a:pt x="62812" y="59363"/>
                    </a:cubicBezTo>
                    <a:cubicBezTo>
                      <a:pt x="62425" y="59765"/>
                      <a:pt x="62072" y="60198"/>
                      <a:pt x="61712" y="60628"/>
                    </a:cubicBezTo>
                    <a:cubicBezTo>
                      <a:pt x="58017" y="64840"/>
                      <a:pt x="53280" y="67697"/>
                      <a:pt x="48057" y="69628"/>
                    </a:cubicBezTo>
                    <a:cubicBezTo>
                      <a:pt x="47857" y="69708"/>
                      <a:pt x="47657" y="69790"/>
                      <a:pt x="47452" y="69873"/>
                    </a:cubicBezTo>
                    <a:cubicBezTo>
                      <a:pt x="42232" y="71928"/>
                      <a:pt x="36302" y="72535"/>
                      <a:pt x="30807" y="71378"/>
                    </a:cubicBezTo>
                    <a:cubicBezTo>
                      <a:pt x="30647" y="71345"/>
                      <a:pt x="30487" y="71312"/>
                      <a:pt x="30322" y="71280"/>
                    </a:cubicBezTo>
                    <a:cubicBezTo>
                      <a:pt x="23535" y="69895"/>
                      <a:pt x="15460" y="66543"/>
                      <a:pt x="11057" y="60878"/>
                    </a:cubicBezTo>
                    <a:cubicBezTo>
                      <a:pt x="11057" y="60713"/>
                      <a:pt x="11057" y="60548"/>
                      <a:pt x="11057" y="60378"/>
                    </a:cubicBezTo>
                    <a:cubicBezTo>
                      <a:pt x="10915" y="60320"/>
                      <a:pt x="10772" y="60263"/>
                      <a:pt x="10625" y="60203"/>
                    </a:cubicBezTo>
                    <a:cubicBezTo>
                      <a:pt x="9930" y="59803"/>
                      <a:pt x="9487" y="59293"/>
                      <a:pt x="8995" y="58675"/>
                    </a:cubicBezTo>
                    <a:cubicBezTo>
                      <a:pt x="8897" y="58553"/>
                      <a:pt x="8800" y="58433"/>
                      <a:pt x="8700" y="58308"/>
                    </a:cubicBezTo>
                    <a:cubicBezTo>
                      <a:pt x="6060" y="54943"/>
                      <a:pt x="3992" y="50983"/>
                      <a:pt x="2807" y="46878"/>
                    </a:cubicBezTo>
                    <a:cubicBezTo>
                      <a:pt x="2742" y="46675"/>
                      <a:pt x="2675" y="46475"/>
                      <a:pt x="2607" y="46265"/>
                    </a:cubicBezTo>
                    <a:cubicBezTo>
                      <a:pt x="0" y="37778"/>
                      <a:pt x="960" y="27948"/>
                      <a:pt x="5057" y="20113"/>
                    </a:cubicBezTo>
                    <a:cubicBezTo>
                      <a:pt x="5895" y="18560"/>
                      <a:pt x="6762" y="17050"/>
                      <a:pt x="7807" y="15628"/>
                    </a:cubicBezTo>
                    <a:cubicBezTo>
                      <a:pt x="7912" y="15475"/>
                      <a:pt x="8017" y="15323"/>
                      <a:pt x="8125" y="15165"/>
                    </a:cubicBezTo>
                    <a:cubicBezTo>
                      <a:pt x="13502" y="7598"/>
                      <a:pt x="21857" y="2758"/>
                      <a:pt x="30907" y="1163"/>
                    </a:cubicBezTo>
                    <a:cubicBezTo>
                      <a:pt x="38405" y="0"/>
                      <a:pt x="46502" y="1263"/>
                      <a:pt x="53057" y="5128"/>
                    </a:cubicBezTo>
                    <a:close/>
                    <a:moveTo>
                      <a:pt x="32382" y="2050"/>
                    </a:moveTo>
                    <a:cubicBezTo>
                      <a:pt x="32082" y="2070"/>
                      <a:pt x="31782" y="2090"/>
                      <a:pt x="31482" y="2108"/>
                    </a:cubicBezTo>
                    <a:cubicBezTo>
                      <a:pt x="29885" y="2203"/>
                      <a:pt x="28455" y="2312"/>
                      <a:pt x="26967" y="2955"/>
                    </a:cubicBezTo>
                    <a:cubicBezTo>
                      <a:pt x="26212" y="3273"/>
                      <a:pt x="25410" y="3350"/>
                      <a:pt x="24607" y="3473"/>
                    </a:cubicBezTo>
                    <a:cubicBezTo>
                      <a:pt x="23967" y="3653"/>
                      <a:pt x="23757" y="3903"/>
                      <a:pt x="23307" y="4378"/>
                    </a:cubicBezTo>
                    <a:cubicBezTo>
                      <a:pt x="22832" y="4588"/>
                      <a:pt x="22832" y="4588"/>
                      <a:pt x="22322" y="4753"/>
                    </a:cubicBezTo>
                    <a:cubicBezTo>
                      <a:pt x="21517" y="5013"/>
                      <a:pt x="20977" y="5368"/>
                      <a:pt x="20307" y="5878"/>
                    </a:cubicBezTo>
                    <a:cubicBezTo>
                      <a:pt x="19910" y="6090"/>
                      <a:pt x="19510" y="6293"/>
                      <a:pt x="19105" y="6488"/>
                    </a:cubicBezTo>
                    <a:cubicBezTo>
                      <a:pt x="18885" y="6595"/>
                      <a:pt x="18665" y="6703"/>
                      <a:pt x="18440" y="6815"/>
                    </a:cubicBezTo>
                    <a:cubicBezTo>
                      <a:pt x="18060" y="7003"/>
                      <a:pt x="17680" y="7190"/>
                      <a:pt x="17300" y="7378"/>
                    </a:cubicBezTo>
                    <a:cubicBezTo>
                      <a:pt x="16370" y="7868"/>
                      <a:pt x="15817" y="8370"/>
                      <a:pt x="15185" y="9200"/>
                    </a:cubicBezTo>
                    <a:cubicBezTo>
                      <a:pt x="14695" y="9755"/>
                      <a:pt x="14140" y="10190"/>
                      <a:pt x="13557" y="10643"/>
                    </a:cubicBezTo>
                    <a:cubicBezTo>
                      <a:pt x="12055" y="11818"/>
                      <a:pt x="10915" y="13023"/>
                      <a:pt x="9767" y="14558"/>
                    </a:cubicBezTo>
                    <a:cubicBezTo>
                      <a:pt x="9417" y="14990"/>
                      <a:pt x="9097" y="15325"/>
                      <a:pt x="8692" y="15698"/>
                    </a:cubicBezTo>
                    <a:cubicBezTo>
                      <a:pt x="7900" y="16473"/>
                      <a:pt x="7487" y="17398"/>
                      <a:pt x="7027" y="18393"/>
                    </a:cubicBezTo>
                    <a:cubicBezTo>
                      <a:pt x="6140" y="20268"/>
                      <a:pt x="6140" y="20268"/>
                      <a:pt x="5632" y="20935"/>
                    </a:cubicBezTo>
                    <a:cubicBezTo>
                      <a:pt x="5250" y="21455"/>
                      <a:pt x="5190" y="21803"/>
                      <a:pt x="5135" y="22440"/>
                    </a:cubicBezTo>
                    <a:cubicBezTo>
                      <a:pt x="5120" y="22618"/>
                      <a:pt x="5102" y="22793"/>
                      <a:pt x="5085" y="22975"/>
                    </a:cubicBezTo>
                    <a:cubicBezTo>
                      <a:pt x="5077" y="23108"/>
                      <a:pt x="5067" y="23240"/>
                      <a:pt x="5057" y="23378"/>
                    </a:cubicBezTo>
                    <a:cubicBezTo>
                      <a:pt x="4942" y="23390"/>
                      <a:pt x="4825" y="23400"/>
                      <a:pt x="4705" y="23413"/>
                    </a:cubicBezTo>
                    <a:cubicBezTo>
                      <a:pt x="4307" y="23628"/>
                      <a:pt x="4307" y="23628"/>
                      <a:pt x="4097" y="24265"/>
                    </a:cubicBezTo>
                    <a:cubicBezTo>
                      <a:pt x="4037" y="24530"/>
                      <a:pt x="3985" y="24798"/>
                      <a:pt x="3932" y="25065"/>
                    </a:cubicBezTo>
                    <a:cubicBezTo>
                      <a:pt x="3715" y="26158"/>
                      <a:pt x="3392" y="26913"/>
                      <a:pt x="2807" y="27878"/>
                    </a:cubicBezTo>
                    <a:cubicBezTo>
                      <a:pt x="1817" y="31450"/>
                      <a:pt x="2247" y="35688"/>
                      <a:pt x="2307" y="39378"/>
                    </a:cubicBezTo>
                    <a:cubicBezTo>
                      <a:pt x="2310" y="39580"/>
                      <a:pt x="2315" y="39783"/>
                      <a:pt x="2317" y="39993"/>
                    </a:cubicBezTo>
                    <a:cubicBezTo>
                      <a:pt x="2360" y="41968"/>
                      <a:pt x="2525" y="43638"/>
                      <a:pt x="3297" y="45475"/>
                    </a:cubicBezTo>
                    <a:cubicBezTo>
                      <a:pt x="3670" y="46410"/>
                      <a:pt x="3882" y="47368"/>
                      <a:pt x="4105" y="48348"/>
                    </a:cubicBezTo>
                    <a:cubicBezTo>
                      <a:pt x="4307" y="48878"/>
                      <a:pt x="4307" y="48878"/>
                      <a:pt x="4705" y="49078"/>
                    </a:cubicBezTo>
                    <a:cubicBezTo>
                      <a:pt x="4762" y="49088"/>
                      <a:pt x="4762" y="49088"/>
                      <a:pt x="5057" y="49128"/>
                    </a:cubicBezTo>
                    <a:cubicBezTo>
                      <a:pt x="5065" y="49230"/>
                      <a:pt x="5070" y="49333"/>
                      <a:pt x="5077" y="49440"/>
                    </a:cubicBezTo>
                    <a:cubicBezTo>
                      <a:pt x="5205" y="50753"/>
                      <a:pt x="5682" y="51730"/>
                      <a:pt x="6307" y="52878"/>
                    </a:cubicBezTo>
                    <a:cubicBezTo>
                      <a:pt x="6427" y="53128"/>
                      <a:pt x="6547" y="53378"/>
                      <a:pt x="6667" y="53628"/>
                    </a:cubicBezTo>
                    <a:cubicBezTo>
                      <a:pt x="7142" y="54575"/>
                      <a:pt x="7660" y="55535"/>
                      <a:pt x="8307" y="56378"/>
                    </a:cubicBezTo>
                    <a:cubicBezTo>
                      <a:pt x="8472" y="56378"/>
                      <a:pt x="8637" y="56378"/>
                      <a:pt x="8807" y="56378"/>
                    </a:cubicBezTo>
                    <a:cubicBezTo>
                      <a:pt x="8875" y="56578"/>
                      <a:pt x="8942" y="56780"/>
                      <a:pt x="9010" y="56988"/>
                    </a:cubicBezTo>
                    <a:cubicBezTo>
                      <a:pt x="9107" y="57198"/>
                      <a:pt x="9207" y="57410"/>
                      <a:pt x="9307" y="57628"/>
                    </a:cubicBezTo>
                    <a:cubicBezTo>
                      <a:pt x="9432" y="57668"/>
                      <a:pt x="9555" y="57710"/>
                      <a:pt x="9682" y="57753"/>
                    </a:cubicBezTo>
                    <a:cubicBezTo>
                      <a:pt x="9807" y="57793"/>
                      <a:pt x="9930" y="57835"/>
                      <a:pt x="10057" y="57878"/>
                    </a:cubicBezTo>
                    <a:cubicBezTo>
                      <a:pt x="10095" y="57973"/>
                      <a:pt x="10095" y="57973"/>
                      <a:pt x="10280" y="58453"/>
                    </a:cubicBezTo>
                    <a:cubicBezTo>
                      <a:pt x="10567" y="59153"/>
                      <a:pt x="10855" y="59520"/>
                      <a:pt x="11385" y="60055"/>
                    </a:cubicBezTo>
                    <a:cubicBezTo>
                      <a:pt x="11550" y="60220"/>
                      <a:pt x="11715" y="60388"/>
                      <a:pt x="11885" y="60558"/>
                    </a:cubicBezTo>
                    <a:cubicBezTo>
                      <a:pt x="12060" y="60730"/>
                      <a:pt x="12235" y="60903"/>
                      <a:pt x="12417" y="61080"/>
                    </a:cubicBezTo>
                    <a:cubicBezTo>
                      <a:pt x="12462" y="61125"/>
                      <a:pt x="12462" y="61125"/>
                      <a:pt x="12688" y="61350"/>
                    </a:cubicBezTo>
                    <a:cubicBezTo>
                      <a:pt x="14935" y="63570"/>
                      <a:pt x="17330" y="65370"/>
                      <a:pt x="20217" y="66675"/>
                    </a:cubicBezTo>
                    <a:cubicBezTo>
                      <a:pt x="20557" y="66878"/>
                      <a:pt x="20557" y="66878"/>
                      <a:pt x="20910" y="67253"/>
                    </a:cubicBezTo>
                    <a:cubicBezTo>
                      <a:pt x="21375" y="67690"/>
                      <a:pt x="21730" y="67820"/>
                      <a:pt x="22337" y="68003"/>
                    </a:cubicBezTo>
                    <a:cubicBezTo>
                      <a:pt x="22440" y="68033"/>
                      <a:pt x="22440" y="68033"/>
                      <a:pt x="22947" y="68190"/>
                    </a:cubicBezTo>
                    <a:cubicBezTo>
                      <a:pt x="23147" y="68253"/>
                      <a:pt x="23350" y="68315"/>
                      <a:pt x="23557" y="68378"/>
                    </a:cubicBezTo>
                    <a:cubicBezTo>
                      <a:pt x="23907" y="68498"/>
                      <a:pt x="24255" y="68618"/>
                      <a:pt x="24605" y="68738"/>
                    </a:cubicBezTo>
                    <a:cubicBezTo>
                      <a:pt x="25005" y="68868"/>
                      <a:pt x="25405" y="68998"/>
                      <a:pt x="25807" y="69128"/>
                    </a:cubicBezTo>
                    <a:cubicBezTo>
                      <a:pt x="25935" y="69170"/>
                      <a:pt x="26060" y="69210"/>
                      <a:pt x="26192" y="69255"/>
                    </a:cubicBezTo>
                    <a:cubicBezTo>
                      <a:pt x="30475" y="70648"/>
                      <a:pt x="34850" y="70445"/>
                      <a:pt x="39307" y="70378"/>
                    </a:cubicBezTo>
                    <a:cubicBezTo>
                      <a:pt x="39525" y="70375"/>
                      <a:pt x="39742" y="70370"/>
                      <a:pt x="39965" y="70368"/>
                    </a:cubicBezTo>
                    <a:cubicBezTo>
                      <a:pt x="42267" y="70322"/>
                      <a:pt x="44280" y="70035"/>
                      <a:pt x="46447" y="69255"/>
                    </a:cubicBezTo>
                    <a:cubicBezTo>
                      <a:pt x="47000" y="69060"/>
                      <a:pt x="47560" y="68900"/>
                      <a:pt x="48120" y="68738"/>
                    </a:cubicBezTo>
                    <a:cubicBezTo>
                      <a:pt x="48317" y="68678"/>
                      <a:pt x="48515" y="68618"/>
                      <a:pt x="48717" y="68555"/>
                    </a:cubicBezTo>
                    <a:cubicBezTo>
                      <a:pt x="49122" y="68433"/>
                      <a:pt x="49530" y="68315"/>
                      <a:pt x="49935" y="68200"/>
                    </a:cubicBezTo>
                    <a:cubicBezTo>
                      <a:pt x="51090" y="67853"/>
                      <a:pt x="51612" y="67638"/>
                      <a:pt x="52307" y="66628"/>
                    </a:cubicBezTo>
                    <a:cubicBezTo>
                      <a:pt x="52755" y="66403"/>
                      <a:pt x="53205" y="66225"/>
                      <a:pt x="53677" y="66055"/>
                    </a:cubicBezTo>
                    <a:cubicBezTo>
                      <a:pt x="54057" y="65878"/>
                      <a:pt x="54057" y="65878"/>
                      <a:pt x="54307" y="65378"/>
                    </a:cubicBezTo>
                    <a:cubicBezTo>
                      <a:pt x="54655" y="65208"/>
                      <a:pt x="54655" y="65208"/>
                      <a:pt x="55090" y="65050"/>
                    </a:cubicBezTo>
                    <a:cubicBezTo>
                      <a:pt x="56112" y="64633"/>
                      <a:pt x="56925" y="64053"/>
                      <a:pt x="57792" y="63378"/>
                    </a:cubicBezTo>
                    <a:cubicBezTo>
                      <a:pt x="57940" y="63268"/>
                      <a:pt x="58085" y="63158"/>
                      <a:pt x="58237" y="63045"/>
                    </a:cubicBezTo>
                    <a:cubicBezTo>
                      <a:pt x="58377" y="62938"/>
                      <a:pt x="58515" y="62833"/>
                      <a:pt x="58657" y="62723"/>
                    </a:cubicBezTo>
                    <a:cubicBezTo>
                      <a:pt x="58782" y="62625"/>
                      <a:pt x="58907" y="62530"/>
                      <a:pt x="59037" y="62430"/>
                    </a:cubicBezTo>
                    <a:cubicBezTo>
                      <a:pt x="59307" y="62128"/>
                      <a:pt x="59307" y="62128"/>
                      <a:pt x="59307" y="61378"/>
                    </a:cubicBezTo>
                    <a:cubicBezTo>
                      <a:pt x="59380" y="61345"/>
                      <a:pt x="59380" y="61345"/>
                      <a:pt x="59747" y="61183"/>
                    </a:cubicBezTo>
                    <a:cubicBezTo>
                      <a:pt x="61385" y="60290"/>
                      <a:pt x="62495" y="58675"/>
                      <a:pt x="63465" y="57133"/>
                    </a:cubicBezTo>
                    <a:cubicBezTo>
                      <a:pt x="63767" y="56685"/>
                      <a:pt x="64047" y="56370"/>
                      <a:pt x="64447" y="56018"/>
                    </a:cubicBezTo>
                    <a:cubicBezTo>
                      <a:pt x="65272" y="55248"/>
                      <a:pt x="65682" y="54243"/>
                      <a:pt x="66145" y="53228"/>
                    </a:cubicBezTo>
                    <a:cubicBezTo>
                      <a:pt x="66315" y="52863"/>
                      <a:pt x="66487" y="52500"/>
                      <a:pt x="66665" y="52140"/>
                    </a:cubicBezTo>
                    <a:cubicBezTo>
                      <a:pt x="66780" y="51895"/>
                      <a:pt x="66895" y="51653"/>
                      <a:pt x="67010" y="51408"/>
                    </a:cubicBezTo>
                    <a:cubicBezTo>
                      <a:pt x="67115" y="51188"/>
                      <a:pt x="67220" y="50968"/>
                      <a:pt x="67327" y="50740"/>
                    </a:cubicBezTo>
                    <a:cubicBezTo>
                      <a:pt x="67550" y="50148"/>
                      <a:pt x="67607" y="49753"/>
                      <a:pt x="67557" y="49128"/>
                    </a:cubicBezTo>
                    <a:cubicBezTo>
                      <a:pt x="67675" y="49100"/>
                      <a:pt x="67795" y="49073"/>
                      <a:pt x="67915" y="49043"/>
                    </a:cubicBezTo>
                    <a:cubicBezTo>
                      <a:pt x="68307" y="48878"/>
                      <a:pt x="68307" y="48878"/>
                      <a:pt x="68572" y="48223"/>
                    </a:cubicBezTo>
                    <a:cubicBezTo>
                      <a:pt x="68655" y="47940"/>
                      <a:pt x="68732" y="47660"/>
                      <a:pt x="68807" y="47378"/>
                    </a:cubicBezTo>
                    <a:cubicBezTo>
                      <a:pt x="68892" y="47078"/>
                      <a:pt x="68977" y="46775"/>
                      <a:pt x="69062" y="46475"/>
                    </a:cubicBezTo>
                    <a:cubicBezTo>
                      <a:pt x="69102" y="46328"/>
                      <a:pt x="69145" y="46183"/>
                      <a:pt x="69188" y="46030"/>
                    </a:cubicBezTo>
                    <a:cubicBezTo>
                      <a:pt x="69337" y="45528"/>
                      <a:pt x="69532" y="45050"/>
                      <a:pt x="69730" y="44565"/>
                    </a:cubicBezTo>
                    <a:cubicBezTo>
                      <a:pt x="71207" y="40105"/>
                      <a:pt x="71040" y="31905"/>
                      <a:pt x="69512" y="27483"/>
                    </a:cubicBezTo>
                    <a:cubicBezTo>
                      <a:pt x="69360" y="27033"/>
                      <a:pt x="69232" y="26600"/>
                      <a:pt x="69117" y="26140"/>
                    </a:cubicBezTo>
                    <a:cubicBezTo>
                      <a:pt x="69087" y="26015"/>
                      <a:pt x="69055" y="25890"/>
                      <a:pt x="69022" y="25763"/>
                    </a:cubicBezTo>
                    <a:cubicBezTo>
                      <a:pt x="68938" y="25413"/>
                      <a:pt x="68852" y="25065"/>
                      <a:pt x="68767" y="24715"/>
                    </a:cubicBezTo>
                    <a:cubicBezTo>
                      <a:pt x="68540" y="24078"/>
                      <a:pt x="68285" y="23840"/>
                      <a:pt x="67807" y="23378"/>
                    </a:cubicBezTo>
                    <a:cubicBezTo>
                      <a:pt x="67597" y="22855"/>
                      <a:pt x="67597" y="22855"/>
                      <a:pt x="67432" y="22283"/>
                    </a:cubicBezTo>
                    <a:cubicBezTo>
                      <a:pt x="67047" y="21043"/>
                      <a:pt x="67047" y="21043"/>
                      <a:pt x="66682" y="20473"/>
                    </a:cubicBezTo>
                    <a:cubicBezTo>
                      <a:pt x="66375" y="19983"/>
                      <a:pt x="66152" y="19548"/>
                      <a:pt x="65932" y="19018"/>
                    </a:cubicBezTo>
                    <a:cubicBezTo>
                      <a:pt x="65870" y="18870"/>
                      <a:pt x="65807" y="18723"/>
                      <a:pt x="65745" y="18570"/>
                    </a:cubicBezTo>
                    <a:cubicBezTo>
                      <a:pt x="65622" y="18280"/>
                      <a:pt x="65500" y="17990"/>
                      <a:pt x="65380" y="17700"/>
                    </a:cubicBezTo>
                    <a:cubicBezTo>
                      <a:pt x="64982" y="16820"/>
                      <a:pt x="64707" y="16535"/>
                      <a:pt x="63807" y="16128"/>
                    </a:cubicBezTo>
                    <a:cubicBezTo>
                      <a:pt x="63637" y="15795"/>
                      <a:pt x="63470" y="15463"/>
                      <a:pt x="63307" y="15128"/>
                    </a:cubicBezTo>
                    <a:cubicBezTo>
                      <a:pt x="63040" y="14753"/>
                      <a:pt x="62762" y="14383"/>
                      <a:pt x="62480" y="14018"/>
                    </a:cubicBezTo>
                    <a:cubicBezTo>
                      <a:pt x="62407" y="13925"/>
                      <a:pt x="62407" y="13925"/>
                      <a:pt x="62045" y="13458"/>
                    </a:cubicBezTo>
                    <a:cubicBezTo>
                      <a:pt x="61047" y="12238"/>
                      <a:pt x="59852" y="11193"/>
                      <a:pt x="58697" y="10128"/>
                    </a:cubicBezTo>
                    <a:cubicBezTo>
                      <a:pt x="58562" y="10000"/>
                      <a:pt x="58425" y="9873"/>
                      <a:pt x="58282" y="9743"/>
                    </a:cubicBezTo>
                    <a:cubicBezTo>
                      <a:pt x="57877" y="9368"/>
                      <a:pt x="57467" y="8998"/>
                      <a:pt x="57057" y="8628"/>
                    </a:cubicBezTo>
                    <a:cubicBezTo>
                      <a:pt x="56992" y="8570"/>
                      <a:pt x="56992" y="8570"/>
                      <a:pt x="56665" y="8273"/>
                    </a:cubicBezTo>
                    <a:cubicBezTo>
                      <a:pt x="55912" y="7618"/>
                      <a:pt x="55265" y="7205"/>
                      <a:pt x="54307" y="6878"/>
                    </a:cubicBezTo>
                    <a:cubicBezTo>
                      <a:pt x="53877" y="6680"/>
                      <a:pt x="53450" y="6478"/>
                      <a:pt x="53027" y="6268"/>
                    </a:cubicBezTo>
                    <a:cubicBezTo>
                      <a:pt x="52815" y="6165"/>
                      <a:pt x="52602" y="6062"/>
                      <a:pt x="52382" y="5958"/>
                    </a:cubicBezTo>
                    <a:cubicBezTo>
                      <a:pt x="51835" y="5643"/>
                      <a:pt x="51495" y="5323"/>
                      <a:pt x="51057" y="4878"/>
                    </a:cubicBezTo>
                    <a:cubicBezTo>
                      <a:pt x="50627" y="4658"/>
                      <a:pt x="50627" y="4658"/>
                      <a:pt x="50182" y="4488"/>
                    </a:cubicBezTo>
                    <a:cubicBezTo>
                      <a:pt x="49737" y="4315"/>
                      <a:pt x="49352" y="4160"/>
                      <a:pt x="48960" y="3885"/>
                    </a:cubicBezTo>
                    <a:cubicBezTo>
                      <a:pt x="46605" y="2383"/>
                      <a:pt x="43117" y="2243"/>
                      <a:pt x="40385" y="2050"/>
                    </a:cubicBezTo>
                    <a:cubicBezTo>
                      <a:pt x="40247" y="2040"/>
                      <a:pt x="40107" y="2030"/>
                      <a:pt x="39965" y="2020"/>
                    </a:cubicBezTo>
                    <a:cubicBezTo>
                      <a:pt x="37420" y="1848"/>
                      <a:pt x="34925" y="1873"/>
                      <a:pt x="32382" y="2050"/>
                    </a:cubicBezTo>
                    <a:close/>
                  </a:path>
                </a:pathLst>
              </a:custGeom>
              <a:solidFill>
                <a:srgbClr val="434343"/>
              </a:solidFill>
              <a:ln w="0">
                <a:noFill/>
              </a:ln>
            </p:spPr>
          </p:sp>
          <p:sp>
            <p:nvSpPr>
              <p:cNvPr id="706" name="human_correct vector"/>
              <p:cNvSpPr/>
              <p:nvPr/>
            </p:nvSpPr>
            <p:spPr>
              <a:xfrm>
                <a:off x="9499937" y="5728949"/>
                <a:ext cx="658665" cy="665683"/>
              </a:xfrm>
              <a:custGeom>
                <a:avLst/>
                <a:gdLst/>
                <a:ahLst/>
                <a:cxnLst/>
                <a:rect l="0" t="0" r="r" b="b"/>
                <a:pathLst>
                  <a:path w="72033" h="72800" fill="norm" stroke="0">
                    <a:moveTo>
                      <a:pt x="33398" y="415"/>
                    </a:moveTo>
                    <a:cubicBezTo>
                      <a:pt x="33592" y="412"/>
                      <a:pt x="33788" y="410"/>
                      <a:pt x="33987" y="407"/>
                    </a:cubicBezTo>
                    <a:cubicBezTo>
                      <a:pt x="39750" y="350"/>
                      <a:pt x="46055" y="305"/>
                      <a:pt x="50995" y="3757"/>
                    </a:cubicBezTo>
                    <a:cubicBezTo>
                      <a:pt x="51400" y="4025"/>
                      <a:pt x="51798" y="4178"/>
                      <a:pt x="52263" y="4317"/>
                    </a:cubicBezTo>
                    <a:cubicBezTo>
                      <a:pt x="55990" y="5635"/>
                      <a:pt x="61558" y="9597"/>
                      <a:pt x="63325" y="13225"/>
                    </a:cubicBezTo>
                    <a:cubicBezTo>
                      <a:pt x="63558" y="13457"/>
                      <a:pt x="63790" y="13690"/>
                      <a:pt x="64028" y="13918"/>
                    </a:cubicBezTo>
                    <a:cubicBezTo>
                      <a:pt x="64707" y="14622"/>
                      <a:pt x="65263" y="15425"/>
                      <a:pt x="65825" y="16225"/>
                    </a:cubicBezTo>
                    <a:cubicBezTo>
                      <a:pt x="65910" y="16347"/>
                      <a:pt x="65997" y="16470"/>
                      <a:pt x="66088" y="16597"/>
                    </a:cubicBezTo>
                    <a:cubicBezTo>
                      <a:pt x="67497" y="18620"/>
                      <a:pt x="68545" y="20640"/>
                      <a:pt x="69380" y="22957"/>
                    </a:cubicBezTo>
                    <a:cubicBezTo>
                      <a:pt x="69592" y="23522"/>
                      <a:pt x="69822" y="24075"/>
                      <a:pt x="70053" y="24630"/>
                    </a:cubicBezTo>
                    <a:cubicBezTo>
                      <a:pt x="71530" y="28327"/>
                      <a:pt x="72033" y="32072"/>
                      <a:pt x="71987" y="36032"/>
                    </a:cubicBezTo>
                    <a:cubicBezTo>
                      <a:pt x="71980" y="36725"/>
                      <a:pt x="71987" y="37418"/>
                      <a:pt x="71995" y="38110"/>
                    </a:cubicBezTo>
                    <a:cubicBezTo>
                      <a:pt x="72003" y="41847"/>
                      <a:pt x="71588" y="45715"/>
                      <a:pt x="69793" y="49058"/>
                    </a:cubicBezTo>
                    <a:cubicBezTo>
                      <a:pt x="69507" y="49600"/>
                      <a:pt x="69322" y="50157"/>
                      <a:pt x="69138" y="50740"/>
                    </a:cubicBezTo>
                    <a:cubicBezTo>
                      <a:pt x="68247" y="53247"/>
                      <a:pt x="66970" y="55630"/>
                      <a:pt x="65270" y="57680"/>
                    </a:cubicBezTo>
                    <a:cubicBezTo>
                      <a:pt x="64848" y="58195"/>
                      <a:pt x="64463" y="58725"/>
                      <a:pt x="64080" y="59270"/>
                    </a:cubicBezTo>
                    <a:cubicBezTo>
                      <a:pt x="62785" y="61105"/>
                      <a:pt x="61283" y="62577"/>
                      <a:pt x="59575" y="64040"/>
                    </a:cubicBezTo>
                    <a:cubicBezTo>
                      <a:pt x="59255" y="64317"/>
                      <a:pt x="58943" y="64602"/>
                      <a:pt x="58635" y="64895"/>
                    </a:cubicBezTo>
                    <a:cubicBezTo>
                      <a:pt x="56005" y="67365"/>
                      <a:pt x="52562" y="68955"/>
                      <a:pt x="49325" y="70475"/>
                    </a:cubicBezTo>
                    <a:cubicBezTo>
                      <a:pt x="49265" y="70502"/>
                      <a:pt x="49265" y="70502"/>
                      <a:pt x="48963" y="70645"/>
                    </a:cubicBezTo>
                    <a:cubicBezTo>
                      <a:pt x="47312" y="71410"/>
                      <a:pt x="45600" y="71803"/>
                      <a:pt x="43822" y="72130"/>
                    </a:cubicBezTo>
                    <a:cubicBezTo>
                      <a:pt x="43465" y="72197"/>
                      <a:pt x="43110" y="72275"/>
                      <a:pt x="42755" y="72355"/>
                    </a:cubicBezTo>
                    <a:cubicBezTo>
                      <a:pt x="40765" y="72780"/>
                      <a:pt x="38820" y="72800"/>
                      <a:pt x="36793" y="72790"/>
                    </a:cubicBezTo>
                    <a:cubicBezTo>
                      <a:pt x="36217" y="72787"/>
                      <a:pt x="35640" y="72790"/>
                      <a:pt x="35065" y="72793"/>
                    </a:cubicBezTo>
                    <a:cubicBezTo>
                      <a:pt x="32928" y="72795"/>
                      <a:pt x="30915" y="72672"/>
                      <a:pt x="28825" y="72225"/>
                    </a:cubicBezTo>
                    <a:cubicBezTo>
                      <a:pt x="28645" y="72188"/>
                      <a:pt x="28465" y="72152"/>
                      <a:pt x="28280" y="72115"/>
                    </a:cubicBezTo>
                    <a:cubicBezTo>
                      <a:pt x="24767" y="71367"/>
                      <a:pt x="21600" y="70162"/>
                      <a:pt x="18590" y="68207"/>
                    </a:cubicBezTo>
                    <a:cubicBezTo>
                      <a:pt x="17990" y="67822"/>
                      <a:pt x="17382" y="67485"/>
                      <a:pt x="16747" y="67165"/>
                    </a:cubicBezTo>
                    <a:cubicBezTo>
                      <a:pt x="15247" y="66405"/>
                      <a:pt x="14095" y="65430"/>
                      <a:pt x="12885" y="64270"/>
                    </a:cubicBezTo>
                    <a:cubicBezTo>
                      <a:pt x="12572" y="63972"/>
                      <a:pt x="12250" y="63685"/>
                      <a:pt x="11925" y="63400"/>
                    </a:cubicBezTo>
                    <a:cubicBezTo>
                      <a:pt x="10132" y="61835"/>
                      <a:pt x="8600" y="60147"/>
                      <a:pt x="7193" y="58225"/>
                    </a:cubicBezTo>
                    <a:cubicBezTo>
                      <a:pt x="6945" y="57887"/>
                      <a:pt x="6690" y="57555"/>
                      <a:pt x="6433" y="57225"/>
                    </a:cubicBezTo>
                    <a:cubicBezTo>
                      <a:pt x="5565" y="56110"/>
                      <a:pt x="4913" y="55007"/>
                      <a:pt x="4325" y="53725"/>
                    </a:cubicBezTo>
                    <a:cubicBezTo>
                      <a:pt x="4203" y="53467"/>
                      <a:pt x="4080" y="53212"/>
                      <a:pt x="3955" y="52955"/>
                    </a:cubicBezTo>
                    <a:cubicBezTo>
                      <a:pt x="3217" y="51405"/>
                      <a:pt x="2580" y="49867"/>
                      <a:pt x="2075" y="48225"/>
                    </a:cubicBezTo>
                    <a:cubicBezTo>
                      <a:pt x="1955" y="47885"/>
                      <a:pt x="1835" y="47548"/>
                      <a:pt x="1715" y="47210"/>
                    </a:cubicBezTo>
                    <a:cubicBezTo>
                      <a:pt x="1582" y="46798"/>
                      <a:pt x="1453" y="46387"/>
                      <a:pt x="1325" y="45975"/>
                    </a:cubicBezTo>
                    <a:cubicBezTo>
                      <a:pt x="1283" y="45847"/>
                      <a:pt x="1243" y="45720"/>
                      <a:pt x="1200" y="45587"/>
                    </a:cubicBezTo>
                    <a:cubicBezTo>
                      <a:pt x="335" y="42803"/>
                      <a:pt x="175" y="40150"/>
                      <a:pt x="207" y="37245"/>
                    </a:cubicBezTo>
                    <a:cubicBezTo>
                      <a:pt x="215" y="36535"/>
                      <a:pt x="213" y="35825"/>
                      <a:pt x="210" y="35115"/>
                    </a:cubicBezTo>
                    <a:cubicBezTo>
                      <a:pt x="213" y="32695"/>
                      <a:pt x="332" y="30532"/>
                      <a:pt x="1075" y="28225"/>
                    </a:cubicBezTo>
                    <a:cubicBezTo>
                      <a:pt x="1148" y="27930"/>
                      <a:pt x="1220" y="27632"/>
                      <a:pt x="1285" y="27337"/>
                    </a:cubicBezTo>
                    <a:cubicBezTo>
                      <a:pt x="1340" y="27110"/>
                      <a:pt x="1392" y="26880"/>
                      <a:pt x="1450" y="26647"/>
                    </a:cubicBezTo>
                    <a:cubicBezTo>
                      <a:pt x="1503" y="26415"/>
                      <a:pt x="1558" y="26185"/>
                      <a:pt x="1612" y="25945"/>
                    </a:cubicBezTo>
                    <a:cubicBezTo>
                      <a:pt x="1800" y="25242"/>
                      <a:pt x="2082" y="24592"/>
                      <a:pt x="2378" y="23928"/>
                    </a:cubicBezTo>
                    <a:cubicBezTo>
                      <a:pt x="2570" y="23482"/>
                      <a:pt x="2745" y="23035"/>
                      <a:pt x="2915" y="22580"/>
                    </a:cubicBezTo>
                    <a:cubicBezTo>
                      <a:pt x="3928" y="19887"/>
                      <a:pt x="5233" y="17697"/>
                      <a:pt x="6990" y="15420"/>
                    </a:cubicBezTo>
                    <a:cubicBezTo>
                      <a:pt x="7298" y="15010"/>
                      <a:pt x="7580" y="14592"/>
                      <a:pt x="7855" y="14162"/>
                    </a:cubicBezTo>
                    <a:cubicBezTo>
                      <a:pt x="8200" y="13637"/>
                      <a:pt x="8565" y="13205"/>
                      <a:pt x="9028" y="12772"/>
                    </a:cubicBezTo>
                    <a:cubicBezTo>
                      <a:pt x="9433" y="12365"/>
                      <a:pt x="9795" y="11928"/>
                      <a:pt x="10168" y="11490"/>
                    </a:cubicBezTo>
                    <a:cubicBezTo>
                      <a:pt x="10892" y="10655"/>
                      <a:pt x="11638" y="9827"/>
                      <a:pt x="12575" y="9225"/>
                    </a:cubicBezTo>
                    <a:cubicBezTo>
                      <a:pt x="12740" y="9225"/>
                      <a:pt x="12905" y="9225"/>
                      <a:pt x="13075" y="9225"/>
                    </a:cubicBezTo>
                    <a:cubicBezTo>
                      <a:pt x="13140" y="9072"/>
                      <a:pt x="13205" y="8923"/>
                      <a:pt x="13273" y="8767"/>
                    </a:cubicBezTo>
                    <a:cubicBezTo>
                      <a:pt x="13798" y="7822"/>
                      <a:pt x="14695" y="7320"/>
                      <a:pt x="15575" y="6725"/>
                    </a:cubicBezTo>
                    <a:cubicBezTo>
                      <a:pt x="15705" y="6635"/>
                      <a:pt x="15838" y="6545"/>
                      <a:pt x="15975" y="6452"/>
                    </a:cubicBezTo>
                    <a:cubicBezTo>
                      <a:pt x="19015" y="4407"/>
                      <a:pt x="19015" y="4407"/>
                      <a:pt x="20697" y="3730"/>
                    </a:cubicBezTo>
                    <a:cubicBezTo>
                      <a:pt x="21207" y="3522"/>
                      <a:pt x="21703" y="3300"/>
                      <a:pt x="22200" y="3062"/>
                    </a:cubicBezTo>
                    <a:cubicBezTo>
                      <a:pt x="25757" y="1400"/>
                      <a:pt x="29465" y="455"/>
                      <a:pt x="33398" y="415"/>
                    </a:cubicBezTo>
                    <a:close/>
                    <a:moveTo>
                      <a:pt x="26575" y="2475"/>
                    </a:moveTo>
                    <a:cubicBezTo>
                      <a:pt x="26378" y="2522"/>
                      <a:pt x="26183" y="2570"/>
                      <a:pt x="25983" y="2620"/>
                    </a:cubicBezTo>
                    <a:cubicBezTo>
                      <a:pt x="18803" y="4440"/>
                      <a:pt x="11233" y="9872"/>
                      <a:pt x="7325" y="16225"/>
                    </a:cubicBezTo>
                    <a:cubicBezTo>
                      <a:pt x="6882" y="16970"/>
                      <a:pt x="6450" y="17717"/>
                      <a:pt x="6023" y="18470"/>
                    </a:cubicBezTo>
                    <a:cubicBezTo>
                      <a:pt x="5825" y="18817"/>
                      <a:pt x="5628" y="19160"/>
                      <a:pt x="5430" y="19505"/>
                    </a:cubicBezTo>
                    <a:cubicBezTo>
                      <a:pt x="737" y="27707"/>
                      <a:pt x="0" y="37270"/>
                      <a:pt x="2237" y="46387"/>
                    </a:cubicBezTo>
                    <a:cubicBezTo>
                      <a:pt x="2997" y="49152"/>
                      <a:pt x="4188" y="51720"/>
                      <a:pt x="5575" y="54225"/>
                    </a:cubicBezTo>
                    <a:cubicBezTo>
                      <a:pt x="5653" y="54367"/>
                      <a:pt x="5733" y="54512"/>
                      <a:pt x="5815" y="54660"/>
                    </a:cubicBezTo>
                    <a:cubicBezTo>
                      <a:pt x="6747" y="56330"/>
                      <a:pt x="7815" y="57837"/>
                      <a:pt x="9043" y="59303"/>
                    </a:cubicBezTo>
                    <a:cubicBezTo>
                      <a:pt x="9163" y="59445"/>
                      <a:pt x="9283" y="59587"/>
                      <a:pt x="9405" y="59735"/>
                    </a:cubicBezTo>
                    <a:cubicBezTo>
                      <a:pt x="10045" y="60477"/>
                      <a:pt x="10045" y="60477"/>
                      <a:pt x="10325" y="60725"/>
                    </a:cubicBezTo>
                    <a:cubicBezTo>
                      <a:pt x="10490" y="60725"/>
                      <a:pt x="10655" y="60725"/>
                      <a:pt x="10825" y="60725"/>
                    </a:cubicBezTo>
                    <a:cubicBezTo>
                      <a:pt x="10890" y="60872"/>
                      <a:pt x="10957" y="61020"/>
                      <a:pt x="11025" y="61173"/>
                    </a:cubicBezTo>
                    <a:cubicBezTo>
                      <a:pt x="11878" y="62745"/>
                      <a:pt x="13523" y="63892"/>
                      <a:pt x="14933" y="64942"/>
                    </a:cubicBezTo>
                    <a:cubicBezTo>
                      <a:pt x="15020" y="65007"/>
                      <a:pt x="15020" y="65007"/>
                      <a:pt x="15455" y="65332"/>
                    </a:cubicBezTo>
                    <a:cubicBezTo>
                      <a:pt x="19805" y="68507"/>
                      <a:pt x="24685" y="70520"/>
                      <a:pt x="29933" y="71662"/>
                    </a:cubicBezTo>
                    <a:cubicBezTo>
                      <a:pt x="30065" y="71690"/>
                      <a:pt x="30200" y="71720"/>
                      <a:pt x="30335" y="71750"/>
                    </a:cubicBezTo>
                    <a:cubicBezTo>
                      <a:pt x="34490" y="72597"/>
                      <a:pt x="38710" y="72418"/>
                      <a:pt x="42825" y="71475"/>
                    </a:cubicBezTo>
                    <a:cubicBezTo>
                      <a:pt x="42987" y="71438"/>
                      <a:pt x="43153" y="71400"/>
                      <a:pt x="43320" y="71360"/>
                    </a:cubicBezTo>
                    <a:cubicBezTo>
                      <a:pt x="52163" y="69280"/>
                      <a:pt x="60485" y="64010"/>
                      <a:pt x="65325" y="56192"/>
                    </a:cubicBezTo>
                    <a:cubicBezTo>
                      <a:pt x="65668" y="55625"/>
                      <a:pt x="65997" y="55053"/>
                      <a:pt x="66325" y="54475"/>
                    </a:cubicBezTo>
                    <a:cubicBezTo>
                      <a:pt x="66372" y="54390"/>
                      <a:pt x="66372" y="54390"/>
                      <a:pt x="66615" y="53965"/>
                    </a:cubicBezTo>
                    <a:cubicBezTo>
                      <a:pt x="67840" y="51777"/>
                      <a:pt x="68915" y="49647"/>
                      <a:pt x="69575" y="47225"/>
                    </a:cubicBezTo>
                    <a:cubicBezTo>
                      <a:pt x="69640" y="47000"/>
                      <a:pt x="69705" y="46772"/>
                      <a:pt x="69773" y="46540"/>
                    </a:cubicBezTo>
                    <a:cubicBezTo>
                      <a:pt x="71285" y="40985"/>
                      <a:pt x="71473" y="35515"/>
                      <a:pt x="70495" y="29865"/>
                    </a:cubicBezTo>
                    <a:cubicBezTo>
                      <a:pt x="70470" y="29710"/>
                      <a:pt x="70443" y="29555"/>
                      <a:pt x="70415" y="29395"/>
                    </a:cubicBezTo>
                    <a:cubicBezTo>
                      <a:pt x="70115" y="27683"/>
                      <a:pt x="69755" y="26082"/>
                      <a:pt x="69075" y="24475"/>
                    </a:cubicBezTo>
                    <a:cubicBezTo>
                      <a:pt x="69003" y="24282"/>
                      <a:pt x="68930" y="24092"/>
                      <a:pt x="68855" y="23895"/>
                    </a:cubicBezTo>
                    <a:cubicBezTo>
                      <a:pt x="68237" y="22277"/>
                      <a:pt x="67483" y="20755"/>
                      <a:pt x="66653" y="19240"/>
                    </a:cubicBezTo>
                    <a:cubicBezTo>
                      <a:pt x="66588" y="19120"/>
                      <a:pt x="66520" y="19000"/>
                      <a:pt x="66453" y="18875"/>
                    </a:cubicBezTo>
                    <a:cubicBezTo>
                      <a:pt x="65487" y="17115"/>
                      <a:pt x="64465" y="15487"/>
                      <a:pt x="63090" y="14012"/>
                    </a:cubicBezTo>
                    <a:cubicBezTo>
                      <a:pt x="62815" y="13712"/>
                      <a:pt x="62548" y="13405"/>
                      <a:pt x="62283" y="13095"/>
                    </a:cubicBezTo>
                    <a:cubicBezTo>
                      <a:pt x="60240" y="10725"/>
                      <a:pt x="57955" y="8670"/>
                      <a:pt x="55325" y="6975"/>
                    </a:cubicBezTo>
                    <a:cubicBezTo>
                      <a:pt x="55135" y="6852"/>
                      <a:pt x="54947" y="6730"/>
                      <a:pt x="54753" y="6605"/>
                    </a:cubicBezTo>
                    <a:cubicBezTo>
                      <a:pt x="46040" y="1180"/>
                      <a:pt x="36410" y="0"/>
                      <a:pt x="26575" y="2475"/>
                    </a:cubicBezTo>
                    <a:close/>
                  </a:path>
                </a:pathLst>
              </a:custGeom>
              <a:solidFill>
                <a:srgbClr val="B5B5B5"/>
              </a:solidFill>
              <a:ln w="0">
                <a:noFill/>
              </a:ln>
            </p:spPr>
          </p:sp>
          <p:sp>
            <p:nvSpPr>
              <p:cNvPr id="707" name="human_correct vector"/>
              <p:cNvSpPr/>
              <p:nvPr/>
            </p:nvSpPr>
            <p:spPr>
              <a:xfrm>
                <a:off x="9772650" y="6165342"/>
                <a:ext cx="42520" cy="89154"/>
              </a:xfrm>
              <a:custGeom>
                <a:avLst/>
                <a:gdLst/>
                <a:ahLst/>
                <a:cxnLst/>
                <a:rect l="0" t="0" r="r" b="b"/>
                <a:pathLst>
                  <a:path w="4650" h="9750" fill="norm" stroke="0">
                    <a:moveTo>
                      <a:pt x="0" y="0"/>
                    </a:moveTo>
                    <a:cubicBezTo>
                      <a:pt x="967" y="395"/>
                      <a:pt x="1555" y="997"/>
                      <a:pt x="2250" y="1750"/>
                    </a:cubicBezTo>
                    <a:cubicBezTo>
                      <a:pt x="2348" y="1840"/>
                      <a:pt x="2443" y="1930"/>
                      <a:pt x="2543" y="2023"/>
                    </a:cubicBezTo>
                    <a:cubicBezTo>
                      <a:pt x="3378" y="2872"/>
                      <a:pt x="3348" y="3725"/>
                      <a:pt x="3412" y="4878"/>
                    </a:cubicBezTo>
                    <a:cubicBezTo>
                      <a:pt x="3525" y="5680"/>
                      <a:pt x="3850" y="6168"/>
                      <a:pt x="4285" y="6835"/>
                    </a:cubicBezTo>
                    <a:cubicBezTo>
                      <a:pt x="4650" y="7540"/>
                      <a:pt x="4640" y="8230"/>
                      <a:pt x="4500" y="9000"/>
                    </a:cubicBezTo>
                    <a:cubicBezTo>
                      <a:pt x="4250" y="9485"/>
                      <a:pt x="4250" y="9485"/>
                      <a:pt x="4000" y="9750"/>
                    </a:cubicBezTo>
                    <a:cubicBezTo>
                      <a:pt x="3030" y="8952"/>
                      <a:pt x="2625" y="8062"/>
                      <a:pt x="2165" y="6910"/>
                    </a:cubicBezTo>
                    <a:cubicBezTo>
                      <a:pt x="2040" y="6602"/>
                      <a:pt x="1915" y="6295"/>
                      <a:pt x="1790" y="5987"/>
                    </a:cubicBezTo>
                    <a:cubicBezTo>
                      <a:pt x="1550" y="5405"/>
                      <a:pt x="1312" y="4820"/>
                      <a:pt x="1078" y="4235"/>
                    </a:cubicBezTo>
                    <a:cubicBezTo>
                      <a:pt x="1000" y="4045"/>
                      <a:pt x="922" y="3857"/>
                      <a:pt x="842" y="3663"/>
                    </a:cubicBezTo>
                    <a:cubicBezTo>
                      <a:pt x="362" y="2442"/>
                      <a:pt x="92" y="131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08" name="human_correct vector"/>
              <p:cNvSpPr/>
              <p:nvPr/>
            </p:nvSpPr>
            <p:spPr>
              <a:xfrm>
                <a:off x="9848088" y="6167628"/>
                <a:ext cx="38862" cy="80010"/>
              </a:xfrm>
              <a:custGeom>
                <a:avLst/>
                <a:gdLst/>
                <a:ahLst/>
                <a:cxnLst/>
                <a:rect l="0" t="0" r="r" b="b"/>
                <a:pathLst>
                  <a:path w="4250" h="8750" fill="norm" stroke="0">
                    <a:moveTo>
                      <a:pt x="4250" y="0"/>
                    </a:moveTo>
                    <a:cubicBezTo>
                      <a:pt x="3745" y="3120"/>
                      <a:pt x="2420" y="5947"/>
                      <a:pt x="1000" y="8750"/>
                    </a:cubicBezTo>
                    <a:cubicBezTo>
                      <a:pt x="670" y="8585"/>
                      <a:pt x="340" y="8420"/>
                      <a:pt x="0" y="8250"/>
                    </a:cubicBezTo>
                    <a:cubicBezTo>
                      <a:pt x="30" y="7980"/>
                      <a:pt x="60" y="7707"/>
                      <a:pt x="95" y="7438"/>
                    </a:cubicBezTo>
                    <a:cubicBezTo>
                      <a:pt x="102" y="7362"/>
                      <a:pt x="102" y="7362"/>
                      <a:pt x="148" y="6980"/>
                    </a:cubicBezTo>
                    <a:cubicBezTo>
                      <a:pt x="250" y="6500"/>
                      <a:pt x="250" y="6500"/>
                      <a:pt x="510" y="6023"/>
                    </a:cubicBezTo>
                    <a:cubicBezTo>
                      <a:pt x="805" y="5383"/>
                      <a:pt x="775" y="4920"/>
                      <a:pt x="765" y="4220"/>
                    </a:cubicBezTo>
                    <a:cubicBezTo>
                      <a:pt x="888" y="2410"/>
                      <a:pt x="1943" y="1418"/>
                      <a:pt x="3250" y="250"/>
                    </a:cubicBezTo>
                    <a:cubicBezTo>
                      <a:pt x="3750" y="0"/>
                      <a:pt x="3750" y="0"/>
                      <a:pt x="4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710" name="Human Correct"/>
            <p:cNvSpPr txBox="1"/>
            <p:nvPr/>
          </p:nvSpPr>
          <p:spPr>
            <a:xfrm>
              <a:off x="9098280" y="6432804"/>
              <a:ext cx="1499616" cy="32918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8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Arial Narrow"/>
                </a:rPr>
                <a:t>Human Correct</a:t>
              </a:r>
            </a:p>
          </p:txBody>
        </p:sp>
        <p:sp>
          <p:nvSpPr>
            <p:cNvPr id="711" name="Arrow"/>
            <p:cNvSpPr/>
            <p:nvPr/>
          </p:nvSpPr>
          <p:spPr>
            <a:xfrm>
              <a:off x="8869680" y="6044184"/>
              <a:ext cx="283464" cy="164592"/>
            </a:xfrm>
            <a:custGeom>
              <a:avLst/>
              <a:gdLst/>
              <a:ahLst/>
              <a:cxnLst/>
              <a:rect l="0" t="0" r="r" b="b"/>
              <a:pathLst>
                <a:path w="31000" h="18000" fill="norm" stroke="1">
                  <a:moveTo>
                    <a:pt x="31000" y="13000"/>
                  </a:moveTo>
                  <a:lnTo>
                    <a:pt x="12000" y="13000"/>
                  </a:lnTo>
                  <a:lnTo>
                    <a:pt x="12000" y="18000"/>
                  </a:lnTo>
                  <a:lnTo>
                    <a:pt x="0" y="9000"/>
                  </a:lnTo>
                  <a:lnTo>
                    <a:pt x="12000" y="0"/>
                  </a:lnTo>
                  <a:lnTo>
                    <a:pt x="12000" y="5000"/>
                  </a:lnTo>
                  <a:lnTo>
                    <a:pt x="31000" y="5000"/>
                  </a:lnTo>
                  <a:lnTo>
                    <a:pt x="31000" y="130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sp>
          <p:nvSpPr>
            <p:cNvPr id="712" name="Prediction document"/>
            <p:cNvSpPr/>
            <p:nvPr/>
          </p:nvSpPr>
          <p:spPr>
            <a:xfrm>
              <a:off x="7424928" y="5568696"/>
              <a:ext cx="338328" cy="448056"/>
            </a:xfrm>
            <a:custGeom>
              <a:avLst/>
              <a:gdLst/>
              <a:ahLst/>
              <a:cxnLst/>
              <a:rect l="0" t="0" r="r" b="b"/>
              <a:pathLst>
                <a:path w="37000" h="49000" fill="norm" stroke="1">
                  <a:moveTo>
                    <a:pt x="0" y="0"/>
                  </a:moveTo>
                  <a:lnTo>
                    <a:pt x="25900" y="0"/>
                  </a:lnTo>
                  <a:lnTo>
                    <a:pt x="37000" y="11270"/>
                  </a:lnTo>
                  <a:lnTo>
                    <a:pt x="37000" y="49000"/>
                  </a:lnTo>
                  <a:lnTo>
                    <a:pt x="0" y="4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6576">
              <a:solidFill>
                <a:srgbClr val="000000"/>
              </a:solidFill>
              <a:round/>
            </a:ln>
          </p:spPr>
        </p:sp>
        <p:sp>
          <p:nvSpPr>
            <p:cNvPr id="713" name="Vector path"/>
            <p:cNvSpPr/>
            <p:nvPr/>
          </p:nvSpPr>
          <p:spPr>
            <a:xfrm>
              <a:off x="7661758" y="5568696"/>
              <a:ext cx="101498" cy="103053"/>
            </a:xfrm>
            <a:custGeom>
              <a:avLst/>
              <a:gdLst/>
              <a:ahLst/>
              <a:cxnLst/>
              <a:rect l="0" t="0" r="r" b="b"/>
              <a:pathLst>
                <a:path w="11100" h="11270" fill="none" stroke="1">
                  <a:moveTo>
                    <a:pt x="0" y="0"/>
                  </a:moveTo>
                  <a:lnTo>
                    <a:pt x="0" y="11270"/>
                  </a:lnTo>
                  <a:lnTo>
                    <a:pt x="11100" y="11270"/>
                  </a:lnTo>
                </a:path>
              </a:pathLst>
            </a:custGeom>
            <a:noFill/>
            <a:ln w="27432">
              <a:solidFill>
                <a:srgbClr val="000000"/>
              </a:solidFill>
              <a:round/>
            </a:ln>
          </p:spPr>
        </p:sp>
        <p:sp>
          <p:nvSpPr>
            <p:cNvPr id="714" name="Rectangle"/>
            <p:cNvSpPr/>
            <p:nvPr/>
          </p:nvSpPr>
          <p:spPr>
            <a:xfrm>
              <a:off x="7488936" y="5669280"/>
              <a:ext cx="54864" cy="54864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5" name="Line"/>
            <p:cNvSpPr/>
            <p:nvPr/>
          </p:nvSpPr>
          <p:spPr>
            <a:xfrm>
              <a:off x="7598664" y="5696712"/>
              <a:ext cx="118872" cy="91"/>
            </a:xfrm>
            <a:custGeom>
              <a:avLst/>
              <a:gdLst/>
              <a:ahLst/>
              <a:cxnLst/>
              <a:rect l="0" t="0" r="r" b="b"/>
              <a:pathLst>
                <a:path w="13000" h="10" fill="none" stroke="1">
                  <a:moveTo>
                    <a:pt x="0" y="0"/>
                  </a:moveTo>
                  <a:lnTo>
                    <a:pt x="13000" y="0"/>
                  </a:lnTo>
                </a:path>
              </a:pathLst>
            </a:custGeom>
            <a:noFill/>
            <a:ln w="27432">
              <a:solidFill>
                <a:srgbClr val="000000"/>
              </a:solidFill>
              <a:round/>
            </a:ln>
          </p:spPr>
        </p:sp>
        <p:sp>
          <p:nvSpPr>
            <p:cNvPr id="716" name="Rectangle"/>
            <p:cNvSpPr/>
            <p:nvPr/>
          </p:nvSpPr>
          <p:spPr>
            <a:xfrm>
              <a:off x="7488936" y="5779008"/>
              <a:ext cx="54864" cy="54864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Line"/>
            <p:cNvSpPr/>
            <p:nvPr/>
          </p:nvSpPr>
          <p:spPr>
            <a:xfrm>
              <a:off x="7598664" y="5806440"/>
              <a:ext cx="118872" cy="91"/>
            </a:xfrm>
            <a:custGeom>
              <a:avLst/>
              <a:gdLst/>
              <a:ahLst/>
              <a:cxnLst/>
              <a:rect l="0" t="0" r="r" b="b"/>
              <a:pathLst>
                <a:path w="13000" h="10" fill="none" stroke="1">
                  <a:moveTo>
                    <a:pt x="0" y="0"/>
                  </a:moveTo>
                  <a:lnTo>
                    <a:pt x="13000" y="0"/>
                  </a:lnTo>
                </a:path>
              </a:pathLst>
            </a:custGeom>
            <a:noFill/>
            <a:ln w="27432">
              <a:solidFill>
                <a:srgbClr val="000000"/>
              </a:solidFill>
              <a:round/>
            </a:ln>
          </p:spPr>
        </p:sp>
        <p:sp>
          <p:nvSpPr>
            <p:cNvPr id="718" name="Rectangle"/>
            <p:cNvSpPr/>
            <p:nvPr/>
          </p:nvSpPr>
          <p:spPr>
            <a:xfrm>
              <a:off x="7488936" y="5888736"/>
              <a:ext cx="54864" cy="54864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Line"/>
            <p:cNvSpPr/>
            <p:nvPr/>
          </p:nvSpPr>
          <p:spPr>
            <a:xfrm>
              <a:off x="7598664" y="5916168"/>
              <a:ext cx="118872" cy="91"/>
            </a:xfrm>
            <a:custGeom>
              <a:avLst/>
              <a:gdLst/>
              <a:ahLst/>
              <a:cxnLst/>
              <a:rect l="0" t="0" r="r" b="b"/>
              <a:pathLst>
                <a:path w="13000" h="10" fill="none" stroke="1">
                  <a:moveTo>
                    <a:pt x="0" y="0"/>
                  </a:moveTo>
                  <a:lnTo>
                    <a:pt x="13000" y="0"/>
                  </a:lnTo>
                </a:path>
              </a:pathLst>
            </a:custGeom>
            <a:noFill/>
            <a:ln w="27432">
              <a:solidFill>
                <a:srgbClr val="000000"/>
              </a:solidFill>
              <a:round/>
            </a:ln>
          </p:spPr>
        </p:sp>
        <p:sp>
          <p:nvSpPr>
            <p:cNvPr id="720" name="Prediction document"/>
            <p:cNvSpPr/>
            <p:nvPr/>
          </p:nvSpPr>
          <p:spPr>
            <a:xfrm>
              <a:off x="7424928" y="6254496"/>
              <a:ext cx="338328" cy="438912"/>
            </a:xfrm>
            <a:custGeom>
              <a:avLst/>
              <a:gdLst/>
              <a:ahLst/>
              <a:cxnLst/>
              <a:rect l="0" t="0" r="r" b="b"/>
              <a:pathLst>
                <a:path w="37000" h="48000" fill="norm" stroke="1">
                  <a:moveTo>
                    <a:pt x="0" y="0"/>
                  </a:moveTo>
                  <a:lnTo>
                    <a:pt x="25900" y="0"/>
                  </a:lnTo>
                  <a:lnTo>
                    <a:pt x="37000" y="11040"/>
                  </a:lnTo>
                  <a:lnTo>
                    <a:pt x="37000" y="48000"/>
                  </a:lnTo>
                  <a:lnTo>
                    <a:pt x="0" y="4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36576">
              <a:solidFill>
                <a:srgbClr val="000000"/>
              </a:solidFill>
              <a:round/>
            </a:ln>
          </p:spPr>
        </p:sp>
        <p:sp>
          <p:nvSpPr>
            <p:cNvPr id="721" name="Vector path"/>
            <p:cNvSpPr/>
            <p:nvPr/>
          </p:nvSpPr>
          <p:spPr>
            <a:xfrm>
              <a:off x="7661758" y="6254496"/>
              <a:ext cx="101498" cy="100950"/>
            </a:xfrm>
            <a:custGeom>
              <a:avLst/>
              <a:gdLst/>
              <a:ahLst/>
              <a:cxnLst/>
              <a:rect l="0" t="0" r="r" b="b"/>
              <a:pathLst>
                <a:path w="11100" h="11040" fill="none" stroke="1">
                  <a:moveTo>
                    <a:pt x="0" y="0"/>
                  </a:moveTo>
                  <a:lnTo>
                    <a:pt x="0" y="11040"/>
                  </a:lnTo>
                  <a:lnTo>
                    <a:pt x="11100" y="11040"/>
                  </a:lnTo>
                </a:path>
              </a:pathLst>
            </a:custGeom>
            <a:noFill/>
            <a:ln w="27432">
              <a:solidFill>
                <a:srgbClr val="000000"/>
              </a:solidFill>
              <a:round/>
            </a:ln>
          </p:spPr>
        </p:sp>
        <p:sp>
          <p:nvSpPr>
            <p:cNvPr id="722" name="Rectangle"/>
            <p:cNvSpPr/>
            <p:nvPr/>
          </p:nvSpPr>
          <p:spPr>
            <a:xfrm>
              <a:off x="7488936" y="6355080"/>
              <a:ext cx="54864" cy="54864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Line"/>
            <p:cNvSpPr/>
            <p:nvPr/>
          </p:nvSpPr>
          <p:spPr>
            <a:xfrm>
              <a:off x="7598664" y="6382512"/>
              <a:ext cx="118872" cy="91"/>
            </a:xfrm>
            <a:custGeom>
              <a:avLst/>
              <a:gdLst/>
              <a:ahLst/>
              <a:cxnLst/>
              <a:rect l="0" t="0" r="r" b="b"/>
              <a:pathLst>
                <a:path w="13000" h="10" fill="none" stroke="1">
                  <a:moveTo>
                    <a:pt x="0" y="0"/>
                  </a:moveTo>
                  <a:lnTo>
                    <a:pt x="13000" y="0"/>
                  </a:lnTo>
                </a:path>
              </a:pathLst>
            </a:custGeom>
            <a:noFill/>
            <a:ln w="27432">
              <a:solidFill>
                <a:srgbClr val="000000"/>
              </a:solidFill>
              <a:round/>
            </a:ln>
          </p:spPr>
        </p:sp>
        <p:sp>
          <p:nvSpPr>
            <p:cNvPr id="724" name="Rectangle"/>
            <p:cNvSpPr/>
            <p:nvPr/>
          </p:nvSpPr>
          <p:spPr>
            <a:xfrm>
              <a:off x="7488936" y="6464808"/>
              <a:ext cx="54864" cy="54864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5" name="Line"/>
            <p:cNvSpPr/>
            <p:nvPr/>
          </p:nvSpPr>
          <p:spPr>
            <a:xfrm>
              <a:off x="7598664" y="6492240"/>
              <a:ext cx="118872" cy="91"/>
            </a:xfrm>
            <a:custGeom>
              <a:avLst/>
              <a:gdLst/>
              <a:ahLst/>
              <a:cxnLst/>
              <a:rect l="0" t="0" r="r" b="b"/>
              <a:pathLst>
                <a:path w="13000" h="10" fill="none" stroke="1">
                  <a:moveTo>
                    <a:pt x="0" y="0"/>
                  </a:moveTo>
                  <a:lnTo>
                    <a:pt x="13000" y="0"/>
                  </a:lnTo>
                </a:path>
              </a:pathLst>
            </a:custGeom>
            <a:noFill/>
            <a:ln w="27432">
              <a:solidFill>
                <a:srgbClr val="000000"/>
              </a:solidFill>
              <a:round/>
            </a:ln>
          </p:spPr>
        </p:sp>
        <p:sp>
          <p:nvSpPr>
            <p:cNvPr id="726" name="Rectangle"/>
            <p:cNvSpPr/>
            <p:nvPr/>
          </p:nvSpPr>
          <p:spPr>
            <a:xfrm>
              <a:off x="7488936" y="6574536"/>
              <a:ext cx="54864" cy="54864"/>
            </a:xfrm>
            <a:prstGeom prst="rect">
              <a:avLst/>
            </a:prstGeom>
            <a:solidFill>
              <a:srgbClr val="FFFFFF"/>
            </a:solidFill>
            <a:ln w="18288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Line"/>
            <p:cNvSpPr/>
            <p:nvPr/>
          </p:nvSpPr>
          <p:spPr>
            <a:xfrm>
              <a:off x="7598664" y="6601968"/>
              <a:ext cx="118872" cy="91"/>
            </a:xfrm>
            <a:custGeom>
              <a:avLst/>
              <a:gdLst/>
              <a:ahLst/>
              <a:cxnLst/>
              <a:rect l="0" t="0" r="r" b="b"/>
              <a:pathLst>
                <a:path w="13000" h="10" fill="none" stroke="1">
                  <a:moveTo>
                    <a:pt x="0" y="0"/>
                  </a:moveTo>
                  <a:lnTo>
                    <a:pt x="13000" y="0"/>
                  </a:lnTo>
                </a:path>
              </a:pathLst>
            </a:custGeom>
            <a:noFill/>
            <a:ln w="27432">
              <a:solidFill>
                <a:srgbClr val="000000"/>
              </a:solidFill>
              <a:round/>
            </a:ln>
          </p:spPr>
        </p:sp>
        <p:sp>
          <p:nvSpPr>
            <p:cNvPr id="728" name="Ellipse"/>
            <p:cNvSpPr/>
            <p:nvPr/>
          </p:nvSpPr>
          <p:spPr>
            <a:xfrm>
              <a:off x="7104888" y="5733288"/>
              <a:ext cx="201168" cy="201168"/>
            </a:xfrm>
            <a:prstGeom prst="ellipse">
              <a:avLst/>
            </a:prstGeom>
            <a:solidFill>
              <a:srgbClr val="D51C2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Line"/>
            <p:cNvSpPr/>
            <p:nvPr/>
          </p:nvSpPr>
          <p:spPr>
            <a:xfrm>
              <a:off x="7165238" y="5793638"/>
              <a:ext cx="80467" cy="80467"/>
            </a:xfrm>
            <a:custGeom>
              <a:avLst/>
              <a:gdLst/>
              <a:ahLst/>
              <a:cxnLst/>
              <a:rect l="0" t="0" r="r" b="b"/>
              <a:pathLst>
                <a:path w="8800" h="8800" fill="none" stroke="1">
                  <a:moveTo>
                    <a:pt x="0" y="0"/>
                  </a:moveTo>
                  <a:lnTo>
                    <a:pt x="8800" y="8800"/>
                  </a:lnTo>
                </a:path>
              </a:pathLst>
            </a:custGeom>
            <a:noFill/>
            <a:ln w="13716">
              <a:solidFill>
                <a:srgbClr val="FFFFFF"/>
              </a:solidFill>
              <a:round/>
            </a:ln>
          </p:spPr>
        </p:sp>
        <p:sp>
          <p:nvSpPr>
            <p:cNvPr id="730" name="Line"/>
            <p:cNvSpPr/>
            <p:nvPr/>
          </p:nvSpPr>
          <p:spPr>
            <a:xfrm>
              <a:off x="7165238" y="5793638"/>
              <a:ext cx="80467" cy="80467"/>
            </a:xfrm>
            <a:custGeom>
              <a:avLst/>
              <a:gdLst/>
              <a:ahLst/>
              <a:cxnLst/>
              <a:rect l="0" t="0" r="r" b="b"/>
              <a:pathLst>
                <a:path w="8800" h="8800" fill="none" stroke="1">
                  <a:moveTo>
                    <a:pt x="0" y="8800"/>
                  </a:moveTo>
                  <a:lnTo>
                    <a:pt x="8800" y="0"/>
                  </a:lnTo>
                </a:path>
              </a:pathLst>
            </a:custGeom>
            <a:noFill/>
            <a:ln w="13716">
              <a:solidFill>
                <a:srgbClr val="FFFFFF"/>
              </a:solidFill>
              <a:round/>
            </a:ln>
          </p:spPr>
        </p:sp>
        <p:sp>
          <p:nvSpPr>
            <p:cNvPr id="731" name="Ellipse"/>
            <p:cNvSpPr/>
            <p:nvPr/>
          </p:nvSpPr>
          <p:spPr>
            <a:xfrm>
              <a:off x="7114032" y="6373368"/>
              <a:ext cx="201168" cy="201168"/>
            </a:xfrm>
            <a:prstGeom prst="ellipse">
              <a:avLst/>
            </a:prstGeom>
            <a:solidFill>
              <a:srgbClr val="0CAF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Check mark"/>
            <p:cNvSpPr/>
            <p:nvPr/>
          </p:nvSpPr>
          <p:spPr>
            <a:xfrm>
              <a:off x="7162312" y="6433718"/>
              <a:ext cx="106619" cy="78456"/>
            </a:xfrm>
            <a:custGeom>
              <a:avLst/>
              <a:gdLst/>
              <a:ahLst/>
              <a:cxnLst/>
              <a:rect l="0" t="0" r="r" b="b"/>
              <a:pathLst>
                <a:path w="11660" h="8580" fill="none" stroke="1">
                  <a:moveTo>
                    <a:pt x="0" y="4400"/>
                  </a:moveTo>
                  <a:lnTo>
                    <a:pt x="4180" y="8580"/>
                  </a:lnTo>
                  <a:lnTo>
                    <a:pt x="11660" y="0"/>
                  </a:lnTo>
                </a:path>
              </a:pathLst>
            </a:custGeom>
            <a:noFill/>
            <a:ln w="21031">
              <a:solidFill>
                <a:srgbClr val="FFFFFF"/>
              </a:solidFill>
              <a:round/>
            </a:ln>
          </p:spPr>
        </p:sp>
        <p:sp>
          <p:nvSpPr>
            <p:cNvPr id="733" name="Raw Prediction"/>
            <p:cNvSpPr txBox="1"/>
            <p:nvPr/>
          </p:nvSpPr>
          <p:spPr>
            <a:xfrm>
              <a:off x="7845552" y="5536692"/>
              <a:ext cx="1005840" cy="59436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000000"/>
                  </a:solidFill>
                  <a:latin typeface="Arial Narrow"/>
                </a:rPr>
                <a:t>Raw</a:t>
              </a:r>
            </a:p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000000"/>
                  </a:solidFill>
                  <a:latin typeface="Arial Narrow"/>
                </a:rPr>
                <a:t>Prediction</a:t>
              </a:r>
            </a:p>
          </p:txBody>
        </p:sp>
        <p:sp>
          <p:nvSpPr>
            <p:cNvPr id="734" name="Correct Prediction"/>
            <p:cNvSpPr txBox="1"/>
            <p:nvPr/>
          </p:nvSpPr>
          <p:spPr>
            <a:xfrm>
              <a:off x="7845552" y="6222492"/>
              <a:ext cx="1051560" cy="59436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000000"/>
                  </a:solidFill>
                  <a:latin typeface="Arial Narrow"/>
                </a:rPr>
                <a:t>Correct</a:t>
              </a:r>
            </a:p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72" b="1" i="0">
                  <a:solidFill>
                    <a:srgbClr val="000000"/>
                  </a:solidFill>
                  <a:latin typeface="Arial Narrow"/>
                </a:rPr>
                <a:t>Prediction</a:t>
              </a:r>
            </a:p>
          </p:txBody>
        </p:sp>
      </p:grpSp>
      <p:grpSp>
        <p:nvGrpSpPr>
          <p:cNvPr id="874" name="DPO training"/>
          <p:cNvGrpSpPr/>
          <p:nvPr/>
        </p:nvGrpSpPr>
        <p:grpSpPr>
          <a:xfrm>
            <a:off x="6089904" y="6835140"/>
            <a:ext cx="4928616" cy="3065526"/>
            <a:chOff x="6089904" y="6835140"/>
            <a:chExt cx="4928616" cy="3065526"/>
          </a:xfrm>
        </p:grpSpPr>
        <p:sp>
          <p:nvSpPr>
            <p:cNvPr id="736" name="(b) DPO Training"/>
            <p:cNvSpPr txBox="1"/>
            <p:nvPr/>
          </p:nvSpPr>
          <p:spPr>
            <a:xfrm>
              <a:off x="6217920" y="6835140"/>
              <a:ext cx="4572000" cy="35661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11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2" b="1" i="0">
                  <a:solidFill>
                    <a:srgbClr val="000000"/>
                  </a:solidFill>
                  <a:latin typeface="Times New Roman"/>
                </a:rPr>
                <a:t>(b) DPO Training</a:t>
              </a:r>
            </a:p>
          </p:txBody>
        </p:sp>
        <p:grpSp>
          <p:nvGrpSpPr>
            <p:cNvPr id="822" name="Vector icon - robot"/>
            <p:cNvGrpSpPr/>
            <p:nvPr/>
          </p:nvGrpSpPr>
          <p:grpSpPr>
            <a:xfrm>
              <a:off x="6117336" y="7671816"/>
              <a:ext cx="795528" cy="790819"/>
              <a:chOff x="6117336" y="7671816"/>
              <a:chExt cx="795528" cy="790819"/>
            </a:xfrm>
          </p:grpSpPr>
          <p:sp>
            <p:nvSpPr>
              <p:cNvPr id="737" name="robot vector"/>
              <p:cNvSpPr/>
              <p:nvPr/>
            </p:nvSpPr>
            <p:spPr>
              <a:xfrm>
                <a:off x="6117336" y="7671816"/>
                <a:ext cx="795528" cy="786384"/>
              </a:xfrm>
              <a:custGeom>
                <a:avLst/>
                <a:gdLst/>
                <a:ahLst/>
                <a:cxnLst/>
                <a:rect l="0" t="0" r="r" b="b"/>
                <a:pathLst>
                  <a:path w="87000" h="86000" fill="norm" stroke="0">
                    <a:moveTo>
                      <a:pt x="0" y="0"/>
                    </a:moveTo>
                    <a:cubicBezTo>
                      <a:pt x="28710" y="0"/>
                      <a:pt x="57420" y="0"/>
                      <a:pt x="87000" y="0"/>
                    </a:cubicBezTo>
                    <a:cubicBezTo>
                      <a:pt x="87000" y="28380"/>
                      <a:pt x="87000" y="56760"/>
                      <a:pt x="87000" y="86000"/>
                    </a:cubicBezTo>
                    <a:cubicBezTo>
                      <a:pt x="58290" y="86000"/>
                      <a:pt x="29580" y="86000"/>
                      <a:pt x="0" y="86000"/>
                    </a:cubicBezTo>
                    <a:cubicBezTo>
                      <a:pt x="0" y="57620"/>
                      <a:pt x="0" y="29240"/>
                      <a:pt x="0" y="0"/>
                    </a:cubicBezTo>
                    <a:close/>
                  </a:path>
                </a:pathLst>
              </a:custGeom>
              <a:solidFill>
                <a:srgbClr val="292826"/>
              </a:solidFill>
              <a:ln w="0">
                <a:noFill/>
              </a:ln>
            </p:spPr>
          </p:sp>
          <p:sp>
            <p:nvSpPr>
              <p:cNvPr id="738" name="robot vector"/>
              <p:cNvSpPr/>
              <p:nvPr/>
            </p:nvSpPr>
            <p:spPr>
              <a:xfrm>
                <a:off x="6117336" y="7671816"/>
                <a:ext cx="795528" cy="790819"/>
              </a:xfrm>
              <a:custGeom>
                <a:avLst/>
                <a:gdLst/>
                <a:ahLst/>
                <a:cxnLst/>
                <a:rect l="0" t="0" r="r" b="b"/>
                <a:pathLst>
                  <a:path w="87000" h="86485" fill="norm" stroke="0">
                    <a:moveTo>
                      <a:pt x="0" y="0"/>
                    </a:moveTo>
                    <a:cubicBezTo>
                      <a:pt x="28710" y="0"/>
                      <a:pt x="57420" y="0"/>
                      <a:pt x="87000" y="0"/>
                    </a:cubicBezTo>
                    <a:cubicBezTo>
                      <a:pt x="87000" y="28380"/>
                      <a:pt x="87000" y="56760"/>
                      <a:pt x="87000" y="86000"/>
                    </a:cubicBezTo>
                    <a:cubicBezTo>
                      <a:pt x="58290" y="86000"/>
                      <a:pt x="29580" y="86000"/>
                      <a:pt x="0" y="86000"/>
                    </a:cubicBezTo>
                    <a:cubicBezTo>
                      <a:pt x="0" y="57620"/>
                      <a:pt x="0" y="29240"/>
                      <a:pt x="0" y="0"/>
                    </a:cubicBezTo>
                    <a:close/>
                    <a:moveTo>
                      <a:pt x="50750" y="1000"/>
                    </a:moveTo>
                    <a:cubicBezTo>
                      <a:pt x="50207" y="1543"/>
                      <a:pt x="50020" y="1847"/>
                      <a:pt x="49923" y="2610"/>
                    </a:cubicBezTo>
                    <a:cubicBezTo>
                      <a:pt x="50008" y="3310"/>
                      <a:pt x="50207" y="3860"/>
                      <a:pt x="50500" y="4500"/>
                    </a:cubicBezTo>
                    <a:cubicBezTo>
                      <a:pt x="50378" y="4465"/>
                      <a:pt x="50258" y="4433"/>
                      <a:pt x="50133" y="4398"/>
                    </a:cubicBezTo>
                    <a:cubicBezTo>
                      <a:pt x="48480" y="3977"/>
                      <a:pt x="46870" y="3890"/>
                      <a:pt x="45175" y="3842"/>
                    </a:cubicBezTo>
                    <a:cubicBezTo>
                      <a:pt x="44707" y="3827"/>
                      <a:pt x="44242" y="3810"/>
                      <a:pt x="43775" y="3793"/>
                    </a:cubicBezTo>
                    <a:cubicBezTo>
                      <a:pt x="41092" y="3700"/>
                      <a:pt x="38400" y="3720"/>
                      <a:pt x="35785" y="4385"/>
                    </a:cubicBezTo>
                    <a:cubicBezTo>
                      <a:pt x="35188" y="4513"/>
                      <a:pt x="34607" y="4562"/>
                      <a:pt x="34000" y="4610"/>
                    </a:cubicBezTo>
                    <a:cubicBezTo>
                      <a:pt x="32758" y="4715"/>
                      <a:pt x="31660" y="5055"/>
                      <a:pt x="30500" y="5500"/>
                    </a:cubicBezTo>
                    <a:cubicBezTo>
                      <a:pt x="30558" y="5390"/>
                      <a:pt x="30615" y="5283"/>
                      <a:pt x="30673" y="5170"/>
                    </a:cubicBezTo>
                    <a:cubicBezTo>
                      <a:pt x="31030" y="4430"/>
                      <a:pt x="31332" y="3788"/>
                      <a:pt x="31250" y="2952"/>
                    </a:cubicBezTo>
                    <a:cubicBezTo>
                      <a:pt x="30870" y="1885"/>
                      <a:pt x="30250" y="1518"/>
                      <a:pt x="29280" y="1000"/>
                    </a:cubicBezTo>
                    <a:cubicBezTo>
                      <a:pt x="28400" y="1000"/>
                      <a:pt x="27695" y="1482"/>
                      <a:pt x="27000" y="2000"/>
                    </a:cubicBezTo>
                    <a:cubicBezTo>
                      <a:pt x="26633" y="2735"/>
                      <a:pt x="26640" y="3440"/>
                      <a:pt x="26750" y="4250"/>
                    </a:cubicBezTo>
                    <a:cubicBezTo>
                      <a:pt x="26990" y="4590"/>
                      <a:pt x="27240" y="4925"/>
                      <a:pt x="27500" y="5250"/>
                    </a:cubicBezTo>
                    <a:cubicBezTo>
                      <a:pt x="27548" y="5938"/>
                      <a:pt x="27548" y="5938"/>
                      <a:pt x="27500" y="6500"/>
                    </a:cubicBezTo>
                    <a:cubicBezTo>
                      <a:pt x="27435" y="6518"/>
                      <a:pt x="27435" y="6518"/>
                      <a:pt x="27112" y="6612"/>
                    </a:cubicBezTo>
                    <a:cubicBezTo>
                      <a:pt x="22827" y="7933"/>
                      <a:pt x="19105" y="10585"/>
                      <a:pt x="15750" y="13500"/>
                    </a:cubicBezTo>
                    <a:cubicBezTo>
                      <a:pt x="15640" y="13595"/>
                      <a:pt x="15533" y="13688"/>
                      <a:pt x="15420" y="13785"/>
                    </a:cubicBezTo>
                    <a:cubicBezTo>
                      <a:pt x="7255" y="20817"/>
                      <a:pt x="2533" y="31320"/>
                      <a:pt x="1692" y="41987"/>
                    </a:cubicBezTo>
                    <a:cubicBezTo>
                      <a:pt x="1408" y="47375"/>
                      <a:pt x="2190" y="52918"/>
                      <a:pt x="4000" y="58000"/>
                    </a:cubicBezTo>
                    <a:cubicBezTo>
                      <a:pt x="4067" y="58188"/>
                      <a:pt x="4133" y="58375"/>
                      <a:pt x="4202" y="58570"/>
                    </a:cubicBezTo>
                    <a:cubicBezTo>
                      <a:pt x="5043" y="60900"/>
                      <a:pt x="5957" y="63130"/>
                      <a:pt x="7250" y="65250"/>
                    </a:cubicBezTo>
                    <a:cubicBezTo>
                      <a:pt x="7345" y="65408"/>
                      <a:pt x="7440" y="65565"/>
                      <a:pt x="7538" y="65730"/>
                    </a:cubicBezTo>
                    <a:cubicBezTo>
                      <a:pt x="7862" y="66263"/>
                      <a:pt x="8188" y="66795"/>
                      <a:pt x="8515" y="67327"/>
                    </a:cubicBezTo>
                    <a:cubicBezTo>
                      <a:pt x="8567" y="67413"/>
                      <a:pt x="8567" y="67413"/>
                      <a:pt x="8827" y="67835"/>
                    </a:cubicBezTo>
                    <a:cubicBezTo>
                      <a:pt x="9480" y="68880"/>
                      <a:pt x="10190" y="69825"/>
                      <a:pt x="11000" y="70750"/>
                    </a:cubicBezTo>
                    <a:cubicBezTo>
                      <a:pt x="11130" y="70905"/>
                      <a:pt x="11258" y="71060"/>
                      <a:pt x="11390" y="71220"/>
                    </a:cubicBezTo>
                    <a:cubicBezTo>
                      <a:pt x="16635" y="77362"/>
                      <a:pt x="16635" y="77362"/>
                      <a:pt x="19830" y="78753"/>
                    </a:cubicBezTo>
                    <a:cubicBezTo>
                      <a:pt x="20250" y="79000"/>
                      <a:pt x="20250" y="79000"/>
                      <a:pt x="20403" y="79487"/>
                    </a:cubicBezTo>
                    <a:cubicBezTo>
                      <a:pt x="20415" y="79665"/>
                      <a:pt x="20425" y="79845"/>
                      <a:pt x="20438" y="80030"/>
                    </a:cubicBezTo>
                    <a:cubicBezTo>
                      <a:pt x="20452" y="80212"/>
                      <a:pt x="20465" y="80393"/>
                      <a:pt x="20480" y="80580"/>
                    </a:cubicBezTo>
                    <a:cubicBezTo>
                      <a:pt x="20487" y="80717"/>
                      <a:pt x="20492" y="80857"/>
                      <a:pt x="20500" y="81000"/>
                    </a:cubicBezTo>
                    <a:cubicBezTo>
                      <a:pt x="21445" y="81340"/>
                      <a:pt x="22245" y="81523"/>
                      <a:pt x="23250" y="81452"/>
                    </a:cubicBezTo>
                    <a:cubicBezTo>
                      <a:pt x="24847" y="81415"/>
                      <a:pt x="26273" y="82035"/>
                      <a:pt x="27755" y="82572"/>
                    </a:cubicBezTo>
                    <a:cubicBezTo>
                      <a:pt x="36320" y="85655"/>
                      <a:pt x="45928" y="86485"/>
                      <a:pt x="54750" y="83750"/>
                    </a:cubicBezTo>
                    <a:cubicBezTo>
                      <a:pt x="54872" y="83712"/>
                      <a:pt x="54995" y="83675"/>
                      <a:pt x="55120" y="83635"/>
                    </a:cubicBezTo>
                    <a:cubicBezTo>
                      <a:pt x="56440" y="83225"/>
                      <a:pt x="57717" y="82770"/>
                      <a:pt x="58985" y="82220"/>
                    </a:cubicBezTo>
                    <a:cubicBezTo>
                      <a:pt x="59995" y="81790"/>
                      <a:pt x="60908" y="81658"/>
                      <a:pt x="61985" y="81548"/>
                    </a:cubicBezTo>
                    <a:cubicBezTo>
                      <a:pt x="63365" y="81395"/>
                      <a:pt x="63365" y="81395"/>
                      <a:pt x="63872" y="80847"/>
                    </a:cubicBezTo>
                    <a:cubicBezTo>
                      <a:pt x="64148" y="80212"/>
                      <a:pt x="64250" y="79690"/>
                      <a:pt x="64250" y="79000"/>
                    </a:cubicBezTo>
                    <a:cubicBezTo>
                      <a:pt x="64470" y="78938"/>
                      <a:pt x="64690" y="78872"/>
                      <a:pt x="64915" y="78808"/>
                    </a:cubicBezTo>
                    <a:cubicBezTo>
                      <a:pt x="65757" y="78525"/>
                      <a:pt x="66395" y="78118"/>
                      <a:pt x="67095" y="77577"/>
                    </a:cubicBezTo>
                    <a:cubicBezTo>
                      <a:pt x="67220" y="77482"/>
                      <a:pt x="67345" y="77388"/>
                      <a:pt x="67472" y="77288"/>
                    </a:cubicBezTo>
                    <a:cubicBezTo>
                      <a:pt x="70053" y="75270"/>
                      <a:pt x="72615" y="72993"/>
                      <a:pt x="74525" y="70315"/>
                    </a:cubicBezTo>
                    <a:cubicBezTo>
                      <a:pt x="74765" y="69977"/>
                      <a:pt x="75015" y="69648"/>
                      <a:pt x="75263" y="69318"/>
                    </a:cubicBezTo>
                    <a:cubicBezTo>
                      <a:pt x="77870" y="65785"/>
                      <a:pt x="79880" y="61940"/>
                      <a:pt x="81265" y="57780"/>
                    </a:cubicBezTo>
                    <a:cubicBezTo>
                      <a:pt x="81310" y="57648"/>
                      <a:pt x="81357" y="57513"/>
                      <a:pt x="81403" y="57372"/>
                    </a:cubicBezTo>
                    <a:cubicBezTo>
                      <a:pt x="82755" y="53312"/>
                      <a:pt x="83145" y="49393"/>
                      <a:pt x="83128" y="45122"/>
                    </a:cubicBezTo>
                    <a:cubicBezTo>
                      <a:pt x="83125" y="44730"/>
                      <a:pt x="83125" y="44337"/>
                      <a:pt x="83122" y="43945"/>
                    </a:cubicBezTo>
                    <a:cubicBezTo>
                      <a:pt x="83112" y="40163"/>
                      <a:pt x="82960" y="36617"/>
                      <a:pt x="81750" y="33000"/>
                    </a:cubicBezTo>
                    <a:cubicBezTo>
                      <a:pt x="81690" y="32805"/>
                      <a:pt x="81630" y="32607"/>
                      <a:pt x="81568" y="32405"/>
                    </a:cubicBezTo>
                    <a:cubicBezTo>
                      <a:pt x="80155" y="27835"/>
                      <a:pt x="77868" y="23153"/>
                      <a:pt x="74750" y="19500"/>
                    </a:cubicBezTo>
                    <a:cubicBezTo>
                      <a:pt x="74495" y="19195"/>
                      <a:pt x="74243" y="18893"/>
                      <a:pt x="73987" y="18587"/>
                    </a:cubicBezTo>
                    <a:cubicBezTo>
                      <a:pt x="72870" y="17260"/>
                      <a:pt x="71750" y="15955"/>
                      <a:pt x="70500" y="14750"/>
                    </a:cubicBezTo>
                    <a:cubicBezTo>
                      <a:pt x="70408" y="14660"/>
                      <a:pt x="70315" y="14570"/>
                      <a:pt x="70220" y="14477"/>
                    </a:cubicBezTo>
                    <a:cubicBezTo>
                      <a:pt x="68072" y="12418"/>
                      <a:pt x="65670" y="10665"/>
                      <a:pt x="63025" y="9293"/>
                    </a:cubicBezTo>
                    <a:cubicBezTo>
                      <a:pt x="62592" y="9050"/>
                      <a:pt x="62205" y="8798"/>
                      <a:pt x="61800" y="8513"/>
                    </a:cubicBezTo>
                    <a:cubicBezTo>
                      <a:pt x="60970" y="7952"/>
                      <a:pt x="60105" y="7590"/>
                      <a:pt x="59173" y="7235"/>
                    </a:cubicBezTo>
                    <a:cubicBezTo>
                      <a:pt x="59008" y="7170"/>
                      <a:pt x="58842" y="7105"/>
                      <a:pt x="58675" y="7040"/>
                    </a:cubicBezTo>
                    <a:cubicBezTo>
                      <a:pt x="57607" y="6622"/>
                      <a:pt x="56535" y="6247"/>
                      <a:pt x="55433" y="5935"/>
                    </a:cubicBezTo>
                    <a:cubicBezTo>
                      <a:pt x="54862" y="5692"/>
                      <a:pt x="54602" y="5518"/>
                      <a:pt x="54250" y="5000"/>
                    </a:cubicBezTo>
                    <a:cubicBezTo>
                      <a:pt x="54168" y="4258"/>
                      <a:pt x="54245" y="3515"/>
                      <a:pt x="54303" y="2773"/>
                    </a:cubicBezTo>
                    <a:cubicBezTo>
                      <a:pt x="54320" y="2330"/>
                      <a:pt x="54327" y="1935"/>
                      <a:pt x="54250" y="1500"/>
                    </a:cubicBezTo>
                    <a:cubicBezTo>
                      <a:pt x="53200" y="430"/>
                      <a:pt x="52053" y="280"/>
                      <a:pt x="50750" y="10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39" name="robot vector"/>
              <p:cNvSpPr/>
              <p:nvPr/>
            </p:nvSpPr>
            <p:spPr>
              <a:xfrm>
                <a:off x="6130761" y="7674588"/>
                <a:ext cx="746950" cy="777286"/>
              </a:xfrm>
              <a:custGeom>
                <a:avLst/>
                <a:gdLst/>
                <a:ahLst/>
                <a:cxnLst/>
                <a:rect l="0" t="0" r="r" b="b"/>
                <a:pathLst>
                  <a:path w="81688" h="85005" fill="norm" stroke="0">
                    <a:moveTo>
                      <a:pt x="51423" y="400"/>
                    </a:moveTo>
                    <a:cubicBezTo>
                      <a:pt x="51572" y="442"/>
                      <a:pt x="51722" y="485"/>
                      <a:pt x="51878" y="530"/>
                    </a:cubicBezTo>
                    <a:cubicBezTo>
                      <a:pt x="52283" y="697"/>
                      <a:pt x="52283" y="697"/>
                      <a:pt x="52783" y="1197"/>
                    </a:cubicBezTo>
                    <a:cubicBezTo>
                      <a:pt x="52827" y="1562"/>
                      <a:pt x="52827" y="1562"/>
                      <a:pt x="52805" y="1985"/>
                    </a:cubicBezTo>
                    <a:cubicBezTo>
                      <a:pt x="52800" y="2137"/>
                      <a:pt x="52795" y="2290"/>
                      <a:pt x="52790" y="2447"/>
                    </a:cubicBezTo>
                    <a:cubicBezTo>
                      <a:pt x="52775" y="2770"/>
                      <a:pt x="52758" y="3090"/>
                      <a:pt x="52740" y="3410"/>
                    </a:cubicBezTo>
                    <a:cubicBezTo>
                      <a:pt x="52705" y="4585"/>
                      <a:pt x="52705" y="4585"/>
                      <a:pt x="53100" y="5163"/>
                    </a:cubicBezTo>
                    <a:cubicBezTo>
                      <a:pt x="53553" y="5460"/>
                      <a:pt x="53918" y="5615"/>
                      <a:pt x="54438" y="5760"/>
                    </a:cubicBezTo>
                    <a:cubicBezTo>
                      <a:pt x="55648" y="6135"/>
                      <a:pt x="56812" y="6595"/>
                      <a:pt x="57985" y="7072"/>
                    </a:cubicBezTo>
                    <a:cubicBezTo>
                      <a:pt x="58170" y="7145"/>
                      <a:pt x="58355" y="7220"/>
                      <a:pt x="58548" y="7298"/>
                    </a:cubicBezTo>
                    <a:cubicBezTo>
                      <a:pt x="59477" y="7680"/>
                      <a:pt x="60243" y="8062"/>
                      <a:pt x="61033" y="8697"/>
                    </a:cubicBezTo>
                    <a:cubicBezTo>
                      <a:pt x="61440" y="8915"/>
                      <a:pt x="61852" y="9130"/>
                      <a:pt x="62268" y="9337"/>
                    </a:cubicBezTo>
                    <a:cubicBezTo>
                      <a:pt x="70367" y="13607"/>
                      <a:pt x="76972" y="22430"/>
                      <a:pt x="79655" y="31043"/>
                    </a:cubicBezTo>
                    <a:cubicBezTo>
                      <a:pt x="79783" y="31447"/>
                      <a:pt x="79915" y="31850"/>
                      <a:pt x="80053" y="32252"/>
                    </a:cubicBezTo>
                    <a:cubicBezTo>
                      <a:pt x="81285" y="35990"/>
                      <a:pt x="81663" y="39558"/>
                      <a:pt x="81643" y="43490"/>
                    </a:cubicBezTo>
                    <a:cubicBezTo>
                      <a:pt x="81640" y="44000"/>
                      <a:pt x="81643" y="44512"/>
                      <a:pt x="81648" y="45025"/>
                    </a:cubicBezTo>
                    <a:cubicBezTo>
                      <a:pt x="81688" y="48442"/>
                      <a:pt x="81423" y="51635"/>
                      <a:pt x="80533" y="54947"/>
                    </a:cubicBezTo>
                    <a:cubicBezTo>
                      <a:pt x="80492" y="55092"/>
                      <a:pt x="80455" y="55240"/>
                      <a:pt x="80413" y="55392"/>
                    </a:cubicBezTo>
                    <a:cubicBezTo>
                      <a:pt x="80180" y="56255"/>
                      <a:pt x="79913" y="57100"/>
                      <a:pt x="79625" y="57947"/>
                    </a:cubicBezTo>
                    <a:cubicBezTo>
                      <a:pt x="79585" y="58070"/>
                      <a:pt x="79543" y="58195"/>
                      <a:pt x="79500" y="58322"/>
                    </a:cubicBezTo>
                    <a:cubicBezTo>
                      <a:pt x="78188" y="62188"/>
                      <a:pt x="76225" y="65682"/>
                      <a:pt x="73783" y="68947"/>
                    </a:cubicBezTo>
                    <a:cubicBezTo>
                      <a:pt x="73710" y="69045"/>
                      <a:pt x="73710" y="69045"/>
                      <a:pt x="73350" y="69540"/>
                    </a:cubicBezTo>
                    <a:cubicBezTo>
                      <a:pt x="70655" y="73130"/>
                      <a:pt x="67337" y="76650"/>
                      <a:pt x="63283" y="78697"/>
                    </a:cubicBezTo>
                    <a:cubicBezTo>
                      <a:pt x="63117" y="78697"/>
                      <a:pt x="62952" y="78697"/>
                      <a:pt x="62783" y="78697"/>
                    </a:cubicBezTo>
                    <a:cubicBezTo>
                      <a:pt x="62758" y="78835"/>
                      <a:pt x="62732" y="78975"/>
                      <a:pt x="62707" y="79117"/>
                    </a:cubicBezTo>
                    <a:cubicBezTo>
                      <a:pt x="62670" y="79298"/>
                      <a:pt x="62633" y="79480"/>
                      <a:pt x="62595" y="79665"/>
                    </a:cubicBezTo>
                    <a:cubicBezTo>
                      <a:pt x="62560" y="79845"/>
                      <a:pt x="62525" y="80025"/>
                      <a:pt x="62490" y="80210"/>
                    </a:cubicBezTo>
                    <a:cubicBezTo>
                      <a:pt x="62283" y="80697"/>
                      <a:pt x="62283" y="80697"/>
                      <a:pt x="61832" y="81007"/>
                    </a:cubicBezTo>
                    <a:cubicBezTo>
                      <a:pt x="61245" y="81210"/>
                      <a:pt x="60778" y="81255"/>
                      <a:pt x="60158" y="81275"/>
                    </a:cubicBezTo>
                    <a:cubicBezTo>
                      <a:pt x="59148" y="81357"/>
                      <a:pt x="58322" y="81592"/>
                      <a:pt x="57408" y="82010"/>
                    </a:cubicBezTo>
                    <a:cubicBezTo>
                      <a:pt x="52455" y="84232"/>
                      <a:pt x="46793" y="85005"/>
                      <a:pt x="41408" y="84995"/>
                    </a:cubicBezTo>
                    <a:cubicBezTo>
                      <a:pt x="41265" y="84992"/>
                      <a:pt x="41123" y="84992"/>
                      <a:pt x="40977" y="84992"/>
                    </a:cubicBezTo>
                    <a:cubicBezTo>
                      <a:pt x="37352" y="84982"/>
                      <a:pt x="33903" y="84705"/>
                      <a:pt x="30440" y="83580"/>
                    </a:cubicBezTo>
                    <a:cubicBezTo>
                      <a:pt x="30038" y="83447"/>
                      <a:pt x="29633" y="83325"/>
                      <a:pt x="29225" y="83202"/>
                    </a:cubicBezTo>
                    <a:cubicBezTo>
                      <a:pt x="28087" y="82862"/>
                      <a:pt x="26957" y="82515"/>
                      <a:pt x="25842" y="82105"/>
                    </a:cubicBezTo>
                    <a:cubicBezTo>
                      <a:pt x="24120" y="81485"/>
                      <a:pt x="22722" y="81050"/>
                      <a:pt x="20873" y="81202"/>
                    </a:cubicBezTo>
                    <a:cubicBezTo>
                      <a:pt x="20165" y="81195"/>
                      <a:pt x="19670" y="80992"/>
                      <a:pt x="19033" y="80697"/>
                    </a:cubicBezTo>
                    <a:cubicBezTo>
                      <a:pt x="19045" y="80572"/>
                      <a:pt x="19060" y="80447"/>
                      <a:pt x="19075" y="80320"/>
                    </a:cubicBezTo>
                    <a:cubicBezTo>
                      <a:pt x="19080" y="79700"/>
                      <a:pt x="19018" y="79275"/>
                      <a:pt x="18783" y="78697"/>
                    </a:cubicBezTo>
                    <a:cubicBezTo>
                      <a:pt x="18395" y="78385"/>
                      <a:pt x="18055" y="78155"/>
                      <a:pt x="17625" y="77915"/>
                    </a:cubicBezTo>
                    <a:cubicBezTo>
                      <a:pt x="15560" y="76762"/>
                      <a:pt x="13965" y="75090"/>
                      <a:pt x="12283" y="73447"/>
                    </a:cubicBezTo>
                    <a:cubicBezTo>
                      <a:pt x="12028" y="73202"/>
                      <a:pt x="11775" y="72960"/>
                      <a:pt x="11523" y="72717"/>
                    </a:cubicBezTo>
                    <a:cubicBezTo>
                      <a:pt x="9683" y="70935"/>
                      <a:pt x="9683" y="70935"/>
                      <a:pt x="9040" y="69860"/>
                    </a:cubicBezTo>
                    <a:cubicBezTo>
                      <a:pt x="8758" y="69405"/>
                      <a:pt x="8438" y="68982"/>
                      <a:pt x="8115" y="68555"/>
                    </a:cubicBezTo>
                    <a:cubicBezTo>
                      <a:pt x="5815" y="65480"/>
                      <a:pt x="4202" y="62382"/>
                      <a:pt x="2972" y="58745"/>
                    </a:cubicBezTo>
                    <a:cubicBezTo>
                      <a:pt x="2805" y="58260"/>
                      <a:pt x="2623" y="57785"/>
                      <a:pt x="2433" y="57310"/>
                    </a:cubicBezTo>
                    <a:cubicBezTo>
                      <a:pt x="1005" y="53735"/>
                      <a:pt x="393" y="49752"/>
                      <a:pt x="295" y="45915"/>
                    </a:cubicBezTo>
                    <a:cubicBezTo>
                      <a:pt x="285" y="45590"/>
                      <a:pt x="273" y="45267"/>
                      <a:pt x="258" y="44945"/>
                    </a:cubicBezTo>
                    <a:cubicBezTo>
                      <a:pt x="0" y="39355"/>
                      <a:pt x="1192" y="33290"/>
                      <a:pt x="3548" y="28202"/>
                    </a:cubicBezTo>
                    <a:cubicBezTo>
                      <a:pt x="3780" y="27700"/>
                      <a:pt x="3993" y="27192"/>
                      <a:pt x="4202" y="26680"/>
                    </a:cubicBezTo>
                    <a:cubicBezTo>
                      <a:pt x="5888" y="22910"/>
                      <a:pt x="8130" y="19587"/>
                      <a:pt x="10945" y="16582"/>
                    </a:cubicBezTo>
                    <a:cubicBezTo>
                      <a:pt x="11428" y="16067"/>
                      <a:pt x="11870" y="15530"/>
                      <a:pt x="12312" y="14977"/>
                    </a:cubicBezTo>
                    <a:cubicBezTo>
                      <a:pt x="15640" y="11185"/>
                      <a:pt x="21077" y="7382"/>
                      <a:pt x="26033" y="6197"/>
                    </a:cubicBezTo>
                    <a:cubicBezTo>
                      <a:pt x="26125" y="5065"/>
                      <a:pt x="26125" y="5065"/>
                      <a:pt x="25658" y="4477"/>
                    </a:cubicBezTo>
                    <a:cubicBezTo>
                      <a:pt x="25192" y="3822"/>
                      <a:pt x="25155" y="3405"/>
                      <a:pt x="25195" y="2615"/>
                    </a:cubicBezTo>
                    <a:cubicBezTo>
                      <a:pt x="25345" y="1895"/>
                      <a:pt x="25695" y="1615"/>
                      <a:pt x="26283" y="1197"/>
                    </a:cubicBezTo>
                    <a:cubicBezTo>
                      <a:pt x="26780" y="900"/>
                      <a:pt x="27197" y="715"/>
                      <a:pt x="27783" y="697"/>
                    </a:cubicBezTo>
                    <a:cubicBezTo>
                      <a:pt x="28653" y="1050"/>
                      <a:pt x="29347" y="1607"/>
                      <a:pt x="29783" y="2447"/>
                    </a:cubicBezTo>
                    <a:cubicBezTo>
                      <a:pt x="29793" y="2867"/>
                      <a:pt x="29793" y="2867"/>
                      <a:pt x="29720" y="3305"/>
                    </a:cubicBezTo>
                    <a:cubicBezTo>
                      <a:pt x="29697" y="3450"/>
                      <a:pt x="29675" y="3595"/>
                      <a:pt x="29653" y="3742"/>
                    </a:cubicBezTo>
                    <a:cubicBezTo>
                      <a:pt x="29513" y="4270"/>
                      <a:pt x="29290" y="4717"/>
                      <a:pt x="29033" y="5197"/>
                    </a:cubicBezTo>
                    <a:cubicBezTo>
                      <a:pt x="29153" y="5147"/>
                      <a:pt x="29275" y="5100"/>
                      <a:pt x="29400" y="5050"/>
                    </a:cubicBezTo>
                    <a:cubicBezTo>
                      <a:pt x="31043" y="4447"/>
                      <a:pt x="32665" y="4217"/>
                      <a:pt x="34395" y="4002"/>
                    </a:cubicBezTo>
                    <a:cubicBezTo>
                      <a:pt x="34732" y="3955"/>
                      <a:pt x="35067" y="3887"/>
                      <a:pt x="35400" y="3817"/>
                    </a:cubicBezTo>
                    <a:cubicBezTo>
                      <a:pt x="38102" y="3300"/>
                      <a:pt x="40920" y="3428"/>
                      <a:pt x="43658" y="3525"/>
                    </a:cubicBezTo>
                    <a:cubicBezTo>
                      <a:pt x="43795" y="3530"/>
                      <a:pt x="43935" y="3533"/>
                      <a:pt x="44077" y="3538"/>
                    </a:cubicBezTo>
                    <a:cubicBezTo>
                      <a:pt x="45773" y="3592"/>
                      <a:pt x="47385" y="3752"/>
                      <a:pt x="49033" y="4197"/>
                    </a:cubicBezTo>
                    <a:cubicBezTo>
                      <a:pt x="48950" y="4017"/>
                      <a:pt x="48868" y="3835"/>
                      <a:pt x="48783" y="3650"/>
                    </a:cubicBezTo>
                    <a:cubicBezTo>
                      <a:pt x="48515" y="2903"/>
                      <a:pt x="48395" y="2480"/>
                      <a:pt x="48533" y="1697"/>
                    </a:cubicBezTo>
                    <a:cubicBezTo>
                      <a:pt x="49310" y="630"/>
                      <a:pt x="50092" y="0"/>
                      <a:pt x="51423" y="400"/>
                    </a:cubicBezTo>
                    <a:close/>
                    <a:moveTo>
                      <a:pt x="49783" y="947"/>
                    </a:moveTo>
                    <a:cubicBezTo>
                      <a:pt x="49783" y="1195"/>
                      <a:pt x="49783" y="1442"/>
                      <a:pt x="49783" y="1697"/>
                    </a:cubicBezTo>
                    <a:cubicBezTo>
                      <a:pt x="50278" y="1697"/>
                      <a:pt x="50773" y="1697"/>
                      <a:pt x="51283" y="1697"/>
                    </a:cubicBezTo>
                    <a:cubicBezTo>
                      <a:pt x="51562" y="2635"/>
                      <a:pt x="51562" y="2635"/>
                      <a:pt x="51283" y="3197"/>
                    </a:cubicBezTo>
                    <a:cubicBezTo>
                      <a:pt x="50788" y="3115"/>
                      <a:pt x="50293" y="3033"/>
                      <a:pt x="49783" y="2947"/>
                    </a:cubicBezTo>
                    <a:cubicBezTo>
                      <a:pt x="49880" y="3647"/>
                      <a:pt x="49957" y="4102"/>
                      <a:pt x="50400" y="4668"/>
                    </a:cubicBezTo>
                    <a:cubicBezTo>
                      <a:pt x="50820" y="5250"/>
                      <a:pt x="50938" y="5650"/>
                      <a:pt x="51062" y="6352"/>
                    </a:cubicBezTo>
                    <a:cubicBezTo>
                      <a:pt x="51100" y="6548"/>
                      <a:pt x="51138" y="6740"/>
                      <a:pt x="51175" y="6940"/>
                    </a:cubicBezTo>
                    <a:cubicBezTo>
                      <a:pt x="51327" y="8022"/>
                      <a:pt x="51423" y="9110"/>
                      <a:pt x="51533" y="10197"/>
                    </a:cubicBezTo>
                    <a:cubicBezTo>
                      <a:pt x="43860" y="10197"/>
                      <a:pt x="36188" y="10197"/>
                      <a:pt x="28283" y="10197"/>
                    </a:cubicBezTo>
                    <a:cubicBezTo>
                      <a:pt x="28283" y="4697"/>
                      <a:pt x="28283" y="4697"/>
                      <a:pt x="28533" y="3947"/>
                    </a:cubicBezTo>
                    <a:cubicBezTo>
                      <a:pt x="27873" y="3947"/>
                      <a:pt x="27212" y="3947"/>
                      <a:pt x="26533" y="3947"/>
                    </a:cubicBezTo>
                    <a:cubicBezTo>
                      <a:pt x="26697" y="3288"/>
                      <a:pt x="26863" y="2627"/>
                      <a:pt x="27033" y="1947"/>
                    </a:cubicBezTo>
                    <a:cubicBezTo>
                      <a:pt x="26620" y="2030"/>
                      <a:pt x="26207" y="2112"/>
                      <a:pt x="25783" y="2197"/>
                    </a:cubicBezTo>
                    <a:cubicBezTo>
                      <a:pt x="25763" y="2467"/>
                      <a:pt x="25748" y="2737"/>
                      <a:pt x="25735" y="3010"/>
                    </a:cubicBezTo>
                    <a:cubicBezTo>
                      <a:pt x="25727" y="3160"/>
                      <a:pt x="25717" y="3310"/>
                      <a:pt x="25707" y="3467"/>
                    </a:cubicBezTo>
                    <a:cubicBezTo>
                      <a:pt x="25783" y="3947"/>
                      <a:pt x="25783" y="3947"/>
                      <a:pt x="26165" y="4403"/>
                    </a:cubicBezTo>
                    <a:cubicBezTo>
                      <a:pt x="26620" y="5077"/>
                      <a:pt x="26585" y="5355"/>
                      <a:pt x="26467" y="6150"/>
                    </a:cubicBezTo>
                    <a:cubicBezTo>
                      <a:pt x="26435" y="6377"/>
                      <a:pt x="26403" y="6605"/>
                      <a:pt x="26368" y="6840"/>
                    </a:cubicBezTo>
                    <a:cubicBezTo>
                      <a:pt x="26347" y="6957"/>
                      <a:pt x="26347" y="6957"/>
                      <a:pt x="26250" y="7555"/>
                    </a:cubicBezTo>
                    <a:cubicBezTo>
                      <a:pt x="26217" y="7793"/>
                      <a:pt x="26185" y="8028"/>
                      <a:pt x="26150" y="8270"/>
                    </a:cubicBezTo>
                    <a:cubicBezTo>
                      <a:pt x="25890" y="9975"/>
                      <a:pt x="25607" y="11092"/>
                      <a:pt x="24173" y="12150"/>
                    </a:cubicBezTo>
                    <a:cubicBezTo>
                      <a:pt x="23008" y="13117"/>
                      <a:pt x="22413" y="14212"/>
                      <a:pt x="22125" y="15697"/>
                    </a:cubicBezTo>
                    <a:cubicBezTo>
                      <a:pt x="21722" y="17772"/>
                      <a:pt x="21722" y="17772"/>
                      <a:pt x="21075" y="18365"/>
                    </a:cubicBezTo>
                    <a:cubicBezTo>
                      <a:pt x="20727" y="18562"/>
                      <a:pt x="20375" y="18752"/>
                      <a:pt x="20018" y="18935"/>
                    </a:cubicBezTo>
                    <a:cubicBezTo>
                      <a:pt x="19232" y="19360"/>
                      <a:pt x="18835" y="19862"/>
                      <a:pt x="18533" y="20697"/>
                    </a:cubicBezTo>
                    <a:cubicBezTo>
                      <a:pt x="18363" y="21612"/>
                      <a:pt x="18310" y="22517"/>
                      <a:pt x="18283" y="23447"/>
                    </a:cubicBezTo>
                    <a:cubicBezTo>
                      <a:pt x="18273" y="23663"/>
                      <a:pt x="18263" y="23877"/>
                      <a:pt x="18253" y="24100"/>
                    </a:cubicBezTo>
                    <a:cubicBezTo>
                      <a:pt x="18200" y="26050"/>
                      <a:pt x="18308" y="27913"/>
                      <a:pt x="19678" y="29403"/>
                    </a:cubicBezTo>
                    <a:cubicBezTo>
                      <a:pt x="20040" y="29705"/>
                      <a:pt x="20342" y="29845"/>
                      <a:pt x="20783" y="30010"/>
                    </a:cubicBezTo>
                    <a:cubicBezTo>
                      <a:pt x="21790" y="30440"/>
                      <a:pt x="22048" y="31377"/>
                      <a:pt x="22482" y="32322"/>
                    </a:cubicBezTo>
                    <a:cubicBezTo>
                      <a:pt x="23215" y="33852"/>
                      <a:pt x="24217" y="34640"/>
                      <a:pt x="25685" y="35445"/>
                    </a:cubicBezTo>
                    <a:cubicBezTo>
                      <a:pt x="26510" y="35900"/>
                      <a:pt x="26510" y="35900"/>
                      <a:pt x="26783" y="36447"/>
                    </a:cubicBezTo>
                    <a:cubicBezTo>
                      <a:pt x="26725" y="36452"/>
                      <a:pt x="26725" y="36452"/>
                      <a:pt x="26442" y="36475"/>
                    </a:cubicBezTo>
                    <a:cubicBezTo>
                      <a:pt x="25638" y="36562"/>
                      <a:pt x="25128" y="36635"/>
                      <a:pt x="24438" y="37087"/>
                    </a:cubicBezTo>
                    <a:cubicBezTo>
                      <a:pt x="23480" y="37612"/>
                      <a:pt x="22602" y="37477"/>
                      <a:pt x="21533" y="37447"/>
                    </a:cubicBezTo>
                    <a:cubicBezTo>
                      <a:pt x="19935" y="37447"/>
                      <a:pt x="18915" y="38090"/>
                      <a:pt x="17783" y="39197"/>
                    </a:cubicBezTo>
                    <a:cubicBezTo>
                      <a:pt x="17140" y="39950"/>
                      <a:pt x="16587" y="40767"/>
                      <a:pt x="16030" y="41585"/>
                    </a:cubicBezTo>
                    <a:cubicBezTo>
                      <a:pt x="15712" y="42050"/>
                      <a:pt x="15378" y="42502"/>
                      <a:pt x="15045" y="42955"/>
                    </a:cubicBezTo>
                    <a:cubicBezTo>
                      <a:pt x="14620" y="43533"/>
                      <a:pt x="14200" y="44115"/>
                      <a:pt x="13783" y="44697"/>
                    </a:cubicBezTo>
                    <a:cubicBezTo>
                      <a:pt x="13683" y="44835"/>
                      <a:pt x="13582" y="44975"/>
                      <a:pt x="13480" y="45117"/>
                    </a:cubicBezTo>
                    <a:cubicBezTo>
                      <a:pt x="13168" y="45555"/>
                      <a:pt x="12857" y="45992"/>
                      <a:pt x="12548" y="46430"/>
                    </a:cubicBezTo>
                    <a:cubicBezTo>
                      <a:pt x="12450" y="46567"/>
                      <a:pt x="12352" y="46702"/>
                      <a:pt x="12253" y="46842"/>
                    </a:cubicBezTo>
                    <a:cubicBezTo>
                      <a:pt x="11275" y="48242"/>
                      <a:pt x="11125" y="49502"/>
                      <a:pt x="11283" y="51197"/>
                    </a:cubicBezTo>
                    <a:cubicBezTo>
                      <a:pt x="11597" y="52465"/>
                      <a:pt x="12350" y="53395"/>
                      <a:pt x="13150" y="54403"/>
                    </a:cubicBezTo>
                    <a:cubicBezTo>
                      <a:pt x="13562" y="54990"/>
                      <a:pt x="13835" y="55575"/>
                      <a:pt x="14125" y="56227"/>
                    </a:cubicBezTo>
                    <a:cubicBezTo>
                      <a:pt x="15658" y="59352"/>
                      <a:pt x="20065" y="60720"/>
                      <a:pt x="23033" y="62197"/>
                    </a:cubicBezTo>
                    <a:cubicBezTo>
                      <a:pt x="23365" y="62362"/>
                      <a:pt x="23697" y="62530"/>
                      <a:pt x="24033" y="62697"/>
                    </a:cubicBezTo>
                    <a:cubicBezTo>
                      <a:pt x="24058" y="65553"/>
                      <a:pt x="24065" y="68405"/>
                      <a:pt x="23952" y="71260"/>
                    </a:cubicBezTo>
                    <a:cubicBezTo>
                      <a:pt x="23950" y="71365"/>
                      <a:pt x="23950" y="71365"/>
                      <a:pt x="23938" y="71895"/>
                    </a:cubicBezTo>
                    <a:cubicBezTo>
                      <a:pt x="23928" y="72087"/>
                      <a:pt x="23920" y="72282"/>
                      <a:pt x="23910" y="72482"/>
                    </a:cubicBezTo>
                    <a:cubicBezTo>
                      <a:pt x="23903" y="72650"/>
                      <a:pt x="23898" y="72820"/>
                      <a:pt x="23890" y="72995"/>
                    </a:cubicBezTo>
                    <a:cubicBezTo>
                      <a:pt x="23750" y="73582"/>
                      <a:pt x="23493" y="73815"/>
                      <a:pt x="23033" y="74197"/>
                    </a:cubicBezTo>
                    <a:cubicBezTo>
                      <a:pt x="22628" y="74372"/>
                      <a:pt x="22628" y="74372"/>
                      <a:pt x="22202" y="74510"/>
                    </a:cubicBezTo>
                    <a:cubicBezTo>
                      <a:pt x="21038" y="74975"/>
                      <a:pt x="20173" y="75907"/>
                      <a:pt x="19618" y="77030"/>
                    </a:cubicBezTo>
                    <a:cubicBezTo>
                      <a:pt x="19485" y="77682"/>
                      <a:pt x="19505" y="78332"/>
                      <a:pt x="19518" y="78995"/>
                    </a:cubicBezTo>
                    <a:cubicBezTo>
                      <a:pt x="19518" y="79132"/>
                      <a:pt x="19518" y="79272"/>
                      <a:pt x="19520" y="79418"/>
                    </a:cubicBezTo>
                    <a:cubicBezTo>
                      <a:pt x="19523" y="79760"/>
                      <a:pt x="19528" y="80102"/>
                      <a:pt x="19533" y="80447"/>
                    </a:cubicBezTo>
                    <a:cubicBezTo>
                      <a:pt x="20065" y="80715"/>
                      <a:pt x="20368" y="80740"/>
                      <a:pt x="20957" y="80768"/>
                    </a:cubicBezTo>
                    <a:cubicBezTo>
                      <a:pt x="21140" y="80778"/>
                      <a:pt x="21325" y="80785"/>
                      <a:pt x="21513" y="80795"/>
                    </a:cubicBezTo>
                    <a:cubicBezTo>
                      <a:pt x="21610" y="80800"/>
                      <a:pt x="21610" y="80800"/>
                      <a:pt x="22095" y="80822"/>
                    </a:cubicBezTo>
                    <a:cubicBezTo>
                      <a:pt x="22470" y="80840"/>
                      <a:pt x="22847" y="80857"/>
                      <a:pt x="23222" y="80877"/>
                    </a:cubicBezTo>
                    <a:cubicBezTo>
                      <a:pt x="23390" y="80885"/>
                      <a:pt x="23558" y="80893"/>
                      <a:pt x="23730" y="80900"/>
                    </a:cubicBezTo>
                    <a:cubicBezTo>
                      <a:pt x="24283" y="80947"/>
                      <a:pt x="24283" y="80947"/>
                      <a:pt x="24880" y="81072"/>
                    </a:cubicBezTo>
                    <a:cubicBezTo>
                      <a:pt x="26165" y="81288"/>
                      <a:pt x="27480" y="81235"/>
                      <a:pt x="28780" y="81232"/>
                    </a:cubicBezTo>
                    <a:cubicBezTo>
                      <a:pt x="29085" y="81235"/>
                      <a:pt x="29388" y="81235"/>
                      <a:pt x="29692" y="81235"/>
                    </a:cubicBezTo>
                    <a:cubicBezTo>
                      <a:pt x="30515" y="81237"/>
                      <a:pt x="31340" y="81237"/>
                      <a:pt x="32163" y="81237"/>
                    </a:cubicBezTo>
                    <a:cubicBezTo>
                      <a:pt x="32680" y="81240"/>
                      <a:pt x="33195" y="81240"/>
                      <a:pt x="33712" y="81240"/>
                    </a:cubicBezTo>
                    <a:cubicBezTo>
                      <a:pt x="35520" y="81242"/>
                      <a:pt x="37327" y="81242"/>
                      <a:pt x="39133" y="81242"/>
                    </a:cubicBezTo>
                    <a:cubicBezTo>
                      <a:pt x="40808" y="81242"/>
                      <a:pt x="42482" y="81245"/>
                      <a:pt x="44158" y="81250"/>
                    </a:cubicBezTo>
                    <a:cubicBezTo>
                      <a:pt x="45602" y="81252"/>
                      <a:pt x="47048" y="81255"/>
                      <a:pt x="48493" y="81255"/>
                    </a:cubicBezTo>
                    <a:cubicBezTo>
                      <a:pt x="49352" y="81255"/>
                      <a:pt x="50212" y="81255"/>
                      <a:pt x="51070" y="81257"/>
                    </a:cubicBezTo>
                    <a:cubicBezTo>
                      <a:pt x="60107" y="81282"/>
                      <a:pt x="60108" y="81282"/>
                      <a:pt x="61783" y="80447"/>
                    </a:cubicBezTo>
                    <a:cubicBezTo>
                      <a:pt x="61977" y="76812"/>
                      <a:pt x="61977" y="76812"/>
                      <a:pt x="60783" y="75447"/>
                    </a:cubicBezTo>
                    <a:cubicBezTo>
                      <a:pt x="60090" y="74778"/>
                      <a:pt x="59288" y="74460"/>
                      <a:pt x="58405" y="74110"/>
                    </a:cubicBezTo>
                    <a:cubicBezTo>
                      <a:pt x="58033" y="73947"/>
                      <a:pt x="58033" y="73947"/>
                      <a:pt x="57783" y="73697"/>
                    </a:cubicBezTo>
                    <a:cubicBezTo>
                      <a:pt x="57750" y="73305"/>
                      <a:pt x="57750" y="73305"/>
                      <a:pt x="57750" y="72795"/>
                    </a:cubicBezTo>
                    <a:cubicBezTo>
                      <a:pt x="57750" y="72602"/>
                      <a:pt x="57748" y="72413"/>
                      <a:pt x="57748" y="72215"/>
                    </a:cubicBezTo>
                    <a:cubicBezTo>
                      <a:pt x="57748" y="72005"/>
                      <a:pt x="57748" y="71798"/>
                      <a:pt x="57748" y="71582"/>
                    </a:cubicBezTo>
                    <a:cubicBezTo>
                      <a:pt x="57743" y="71140"/>
                      <a:pt x="57738" y="70697"/>
                      <a:pt x="57732" y="70255"/>
                    </a:cubicBezTo>
                    <a:cubicBezTo>
                      <a:pt x="57725" y="69558"/>
                      <a:pt x="57720" y="68860"/>
                      <a:pt x="57720" y="68163"/>
                    </a:cubicBezTo>
                    <a:cubicBezTo>
                      <a:pt x="57712" y="63192"/>
                      <a:pt x="57712" y="63192"/>
                      <a:pt x="56283" y="60947"/>
                    </a:cubicBezTo>
                    <a:cubicBezTo>
                      <a:pt x="56240" y="60880"/>
                      <a:pt x="56240" y="60880"/>
                      <a:pt x="56023" y="60535"/>
                    </a:cubicBezTo>
                    <a:cubicBezTo>
                      <a:pt x="55403" y="59625"/>
                      <a:pt x="54438" y="59045"/>
                      <a:pt x="53533" y="58447"/>
                    </a:cubicBezTo>
                    <a:cubicBezTo>
                      <a:pt x="53567" y="58377"/>
                      <a:pt x="53567" y="58377"/>
                      <a:pt x="53750" y="58025"/>
                    </a:cubicBezTo>
                    <a:cubicBezTo>
                      <a:pt x="54043" y="57423"/>
                      <a:pt x="54305" y="56825"/>
                      <a:pt x="54533" y="56197"/>
                    </a:cubicBezTo>
                    <a:cubicBezTo>
                      <a:pt x="54595" y="56028"/>
                      <a:pt x="54658" y="55857"/>
                      <a:pt x="54722" y="55685"/>
                    </a:cubicBezTo>
                    <a:cubicBezTo>
                      <a:pt x="55335" y="53867"/>
                      <a:pt x="55452" y="52102"/>
                      <a:pt x="55533" y="50197"/>
                    </a:cubicBezTo>
                    <a:cubicBezTo>
                      <a:pt x="56273" y="50350"/>
                      <a:pt x="56628" y="50510"/>
                      <a:pt x="57283" y="50947"/>
                    </a:cubicBezTo>
                    <a:cubicBezTo>
                      <a:pt x="57365" y="50205"/>
                      <a:pt x="57447" y="49462"/>
                      <a:pt x="57533" y="48697"/>
                    </a:cubicBezTo>
                    <a:cubicBezTo>
                      <a:pt x="57727" y="48645"/>
                      <a:pt x="57923" y="48595"/>
                      <a:pt x="58125" y="48540"/>
                    </a:cubicBezTo>
                    <a:cubicBezTo>
                      <a:pt x="59160" y="48207"/>
                      <a:pt x="60023" y="47585"/>
                      <a:pt x="60915" y="46982"/>
                    </a:cubicBezTo>
                    <a:cubicBezTo>
                      <a:pt x="61785" y="46580"/>
                      <a:pt x="62305" y="46785"/>
                      <a:pt x="63178" y="47080"/>
                    </a:cubicBezTo>
                    <a:cubicBezTo>
                      <a:pt x="63462" y="47202"/>
                      <a:pt x="63748" y="47325"/>
                      <a:pt x="64033" y="47447"/>
                    </a:cubicBezTo>
                    <a:cubicBezTo>
                      <a:pt x="64153" y="48750"/>
                      <a:pt x="64153" y="48750"/>
                      <a:pt x="63810" y="49308"/>
                    </a:cubicBezTo>
                    <a:cubicBezTo>
                      <a:pt x="63630" y="49520"/>
                      <a:pt x="63442" y="49727"/>
                      <a:pt x="63250" y="49928"/>
                    </a:cubicBezTo>
                    <a:cubicBezTo>
                      <a:pt x="63033" y="50197"/>
                      <a:pt x="63033" y="50197"/>
                      <a:pt x="63033" y="50697"/>
                    </a:cubicBezTo>
                    <a:cubicBezTo>
                      <a:pt x="62845" y="50747"/>
                      <a:pt x="62660" y="50800"/>
                      <a:pt x="62470" y="50852"/>
                    </a:cubicBezTo>
                    <a:cubicBezTo>
                      <a:pt x="61592" y="51207"/>
                      <a:pt x="61175" y="51860"/>
                      <a:pt x="60783" y="52697"/>
                    </a:cubicBezTo>
                    <a:cubicBezTo>
                      <a:pt x="60643" y="53207"/>
                      <a:pt x="60582" y="53668"/>
                      <a:pt x="60533" y="54197"/>
                    </a:cubicBezTo>
                    <a:cubicBezTo>
                      <a:pt x="59312" y="53760"/>
                      <a:pt x="59312" y="53760"/>
                      <a:pt x="59033" y="53197"/>
                    </a:cubicBezTo>
                    <a:cubicBezTo>
                      <a:pt x="59023" y="52780"/>
                      <a:pt x="59020" y="52362"/>
                      <a:pt x="59033" y="51947"/>
                    </a:cubicBezTo>
                    <a:cubicBezTo>
                      <a:pt x="58620" y="51865"/>
                      <a:pt x="58207" y="51783"/>
                      <a:pt x="57783" y="51697"/>
                    </a:cubicBezTo>
                    <a:cubicBezTo>
                      <a:pt x="57913" y="53085"/>
                      <a:pt x="58447" y="54122"/>
                      <a:pt x="59110" y="55337"/>
                    </a:cubicBezTo>
                    <a:cubicBezTo>
                      <a:pt x="59160" y="55430"/>
                      <a:pt x="59160" y="55430"/>
                      <a:pt x="59408" y="55900"/>
                    </a:cubicBezTo>
                    <a:cubicBezTo>
                      <a:pt x="60035" y="57070"/>
                      <a:pt x="60660" y="58190"/>
                      <a:pt x="61702" y="59040"/>
                    </a:cubicBezTo>
                    <a:cubicBezTo>
                      <a:pt x="62788" y="60382"/>
                      <a:pt x="62205" y="62817"/>
                      <a:pt x="62067" y="64395"/>
                    </a:cubicBezTo>
                    <a:cubicBezTo>
                      <a:pt x="61980" y="65665"/>
                      <a:pt x="61940" y="66455"/>
                      <a:pt x="62783" y="67447"/>
                    </a:cubicBezTo>
                    <a:cubicBezTo>
                      <a:pt x="63327" y="67720"/>
                      <a:pt x="63645" y="67745"/>
                      <a:pt x="64250" y="67760"/>
                    </a:cubicBezTo>
                    <a:cubicBezTo>
                      <a:pt x="64420" y="67765"/>
                      <a:pt x="64590" y="67772"/>
                      <a:pt x="64765" y="67780"/>
                    </a:cubicBezTo>
                    <a:cubicBezTo>
                      <a:pt x="65513" y="67660"/>
                      <a:pt x="65775" y="67528"/>
                      <a:pt x="66283" y="66947"/>
                    </a:cubicBezTo>
                    <a:cubicBezTo>
                      <a:pt x="66480" y="66147"/>
                      <a:pt x="66538" y="65345"/>
                      <a:pt x="66595" y="64525"/>
                    </a:cubicBezTo>
                    <a:cubicBezTo>
                      <a:pt x="66613" y="64303"/>
                      <a:pt x="66633" y="64077"/>
                      <a:pt x="66653" y="63847"/>
                    </a:cubicBezTo>
                    <a:cubicBezTo>
                      <a:pt x="66700" y="63298"/>
                      <a:pt x="66742" y="62747"/>
                      <a:pt x="66783" y="62197"/>
                    </a:cubicBezTo>
                    <a:cubicBezTo>
                      <a:pt x="66888" y="62168"/>
                      <a:pt x="66888" y="62168"/>
                      <a:pt x="67420" y="62022"/>
                    </a:cubicBezTo>
                    <a:cubicBezTo>
                      <a:pt x="67697" y="61940"/>
                      <a:pt x="67975" y="61857"/>
                      <a:pt x="68250" y="61775"/>
                    </a:cubicBezTo>
                    <a:cubicBezTo>
                      <a:pt x="68390" y="61737"/>
                      <a:pt x="68528" y="61700"/>
                      <a:pt x="68673" y="61663"/>
                    </a:cubicBezTo>
                    <a:cubicBezTo>
                      <a:pt x="69077" y="61538"/>
                      <a:pt x="69420" y="61418"/>
                      <a:pt x="69783" y="61197"/>
                    </a:cubicBezTo>
                    <a:cubicBezTo>
                      <a:pt x="70128" y="60535"/>
                      <a:pt x="70128" y="60535"/>
                      <a:pt x="70283" y="59947"/>
                    </a:cubicBezTo>
                    <a:cubicBezTo>
                      <a:pt x="70125" y="60028"/>
                      <a:pt x="69967" y="60110"/>
                      <a:pt x="69808" y="60192"/>
                    </a:cubicBezTo>
                    <a:cubicBezTo>
                      <a:pt x="68790" y="60597"/>
                      <a:pt x="67717" y="60520"/>
                      <a:pt x="66643" y="60510"/>
                    </a:cubicBezTo>
                    <a:cubicBezTo>
                      <a:pt x="66428" y="60512"/>
                      <a:pt x="66215" y="60512"/>
                      <a:pt x="65998" y="60515"/>
                    </a:cubicBezTo>
                    <a:cubicBezTo>
                      <a:pt x="65793" y="60515"/>
                      <a:pt x="65587" y="60515"/>
                      <a:pt x="65375" y="60512"/>
                    </a:cubicBezTo>
                    <a:cubicBezTo>
                      <a:pt x="65190" y="60512"/>
                      <a:pt x="65003" y="60512"/>
                      <a:pt x="64812" y="60512"/>
                    </a:cubicBezTo>
                    <a:cubicBezTo>
                      <a:pt x="64205" y="60438"/>
                      <a:pt x="63803" y="60262"/>
                      <a:pt x="63283" y="59947"/>
                    </a:cubicBezTo>
                    <a:cubicBezTo>
                      <a:pt x="62207" y="58117"/>
                      <a:pt x="62913" y="55153"/>
                      <a:pt x="63283" y="53197"/>
                    </a:cubicBezTo>
                    <a:cubicBezTo>
                      <a:pt x="63365" y="53033"/>
                      <a:pt x="63447" y="52867"/>
                      <a:pt x="63533" y="52697"/>
                    </a:cubicBezTo>
                    <a:cubicBezTo>
                      <a:pt x="64640" y="52385"/>
                      <a:pt x="65712" y="52438"/>
                      <a:pt x="66853" y="52462"/>
                    </a:cubicBezTo>
                    <a:cubicBezTo>
                      <a:pt x="67525" y="52447"/>
                      <a:pt x="68128" y="52347"/>
                      <a:pt x="68783" y="52197"/>
                    </a:cubicBezTo>
                    <a:cubicBezTo>
                      <a:pt x="68700" y="52060"/>
                      <a:pt x="68617" y="51923"/>
                      <a:pt x="68533" y="51783"/>
                    </a:cubicBezTo>
                    <a:cubicBezTo>
                      <a:pt x="68070" y="50697"/>
                      <a:pt x="68240" y="49567"/>
                      <a:pt x="68533" y="48447"/>
                    </a:cubicBezTo>
                    <a:cubicBezTo>
                      <a:pt x="69182" y="47612"/>
                      <a:pt x="70180" y="47380"/>
                      <a:pt x="71158" y="47082"/>
                    </a:cubicBezTo>
                    <a:cubicBezTo>
                      <a:pt x="72488" y="46600"/>
                      <a:pt x="73300" y="45670"/>
                      <a:pt x="74170" y="44595"/>
                    </a:cubicBezTo>
                    <a:cubicBezTo>
                      <a:pt x="74508" y="44222"/>
                      <a:pt x="74763" y="44030"/>
                      <a:pt x="75202" y="43805"/>
                    </a:cubicBezTo>
                    <a:cubicBezTo>
                      <a:pt x="76135" y="43227"/>
                      <a:pt x="76413" y="42423"/>
                      <a:pt x="76673" y="41387"/>
                    </a:cubicBezTo>
                    <a:cubicBezTo>
                      <a:pt x="77028" y="39140"/>
                      <a:pt x="77008" y="36778"/>
                      <a:pt x="76033" y="34697"/>
                    </a:cubicBezTo>
                    <a:cubicBezTo>
                      <a:pt x="75980" y="34582"/>
                      <a:pt x="75928" y="34465"/>
                      <a:pt x="75875" y="34347"/>
                    </a:cubicBezTo>
                    <a:cubicBezTo>
                      <a:pt x="74700" y="31845"/>
                      <a:pt x="72717" y="30232"/>
                      <a:pt x="70190" y="29207"/>
                    </a:cubicBezTo>
                    <a:cubicBezTo>
                      <a:pt x="67440" y="28250"/>
                      <a:pt x="64888" y="28522"/>
                      <a:pt x="62283" y="29697"/>
                    </a:cubicBezTo>
                    <a:cubicBezTo>
                      <a:pt x="61785" y="30000"/>
                      <a:pt x="61332" y="30315"/>
                      <a:pt x="60883" y="30685"/>
                    </a:cubicBezTo>
                    <a:cubicBezTo>
                      <a:pt x="60518" y="30957"/>
                      <a:pt x="60212" y="31065"/>
                      <a:pt x="59783" y="31197"/>
                    </a:cubicBezTo>
                    <a:cubicBezTo>
                      <a:pt x="59863" y="31012"/>
                      <a:pt x="59942" y="30830"/>
                      <a:pt x="60028" y="30642"/>
                    </a:cubicBezTo>
                    <a:cubicBezTo>
                      <a:pt x="60457" y="29337"/>
                      <a:pt x="60365" y="27935"/>
                      <a:pt x="60365" y="26575"/>
                    </a:cubicBezTo>
                    <a:cubicBezTo>
                      <a:pt x="60368" y="26270"/>
                      <a:pt x="60370" y="25965"/>
                      <a:pt x="60370" y="25658"/>
                    </a:cubicBezTo>
                    <a:cubicBezTo>
                      <a:pt x="60375" y="25020"/>
                      <a:pt x="60375" y="24380"/>
                      <a:pt x="60375" y="23740"/>
                    </a:cubicBezTo>
                    <a:cubicBezTo>
                      <a:pt x="60375" y="22928"/>
                      <a:pt x="60383" y="22112"/>
                      <a:pt x="60390" y="21300"/>
                    </a:cubicBezTo>
                    <a:cubicBezTo>
                      <a:pt x="60395" y="20670"/>
                      <a:pt x="60398" y="20038"/>
                      <a:pt x="60395" y="19405"/>
                    </a:cubicBezTo>
                    <a:cubicBezTo>
                      <a:pt x="60398" y="19107"/>
                      <a:pt x="60400" y="18808"/>
                      <a:pt x="60403" y="18507"/>
                    </a:cubicBezTo>
                    <a:cubicBezTo>
                      <a:pt x="60433" y="16097"/>
                      <a:pt x="60160" y="14050"/>
                      <a:pt x="58423" y="12212"/>
                    </a:cubicBezTo>
                    <a:cubicBezTo>
                      <a:pt x="57610" y="11480"/>
                      <a:pt x="56850" y="10822"/>
                      <a:pt x="55755" y="10582"/>
                    </a:cubicBezTo>
                    <a:cubicBezTo>
                      <a:pt x="54212" y="10217"/>
                      <a:pt x="54212" y="10217"/>
                      <a:pt x="53715" y="9477"/>
                    </a:cubicBezTo>
                    <a:cubicBezTo>
                      <a:pt x="53490" y="8887"/>
                      <a:pt x="53322" y="8308"/>
                      <a:pt x="53173" y="7697"/>
                    </a:cubicBezTo>
                    <a:cubicBezTo>
                      <a:pt x="53060" y="7290"/>
                      <a:pt x="52945" y="6885"/>
                      <a:pt x="52830" y="6477"/>
                    </a:cubicBezTo>
                    <a:cubicBezTo>
                      <a:pt x="52785" y="6298"/>
                      <a:pt x="52738" y="6117"/>
                      <a:pt x="52690" y="5933"/>
                    </a:cubicBezTo>
                    <a:cubicBezTo>
                      <a:pt x="52533" y="5447"/>
                      <a:pt x="52533" y="5447"/>
                      <a:pt x="52258" y="5045"/>
                    </a:cubicBezTo>
                    <a:cubicBezTo>
                      <a:pt x="52033" y="4697"/>
                      <a:pt x="52033" y="4697"/>
                      <a:pt x="52110" y="4102"/>
                    </a:cubicBezTo>
                    <a:cubicBezTo>
                      <a:pt x="52222" y="3675"/>
                      <a:pt x="52342" y="3247"/>
                      <a:pt x="52470" y="2822"/>
                    </a:cubicBezTo>
                    <a:cubicBezTo>
                      <a:pt x="52533" y="2197"/>
                      <a:pt x="52533" y="2197"/>
                      <a:pt x="52268" y="1510"/>
                    </a:cubicBezTo>
                    <a:cubicBezTo>
                      <a:pt x="51780" y="942"/>
                      <a:pt x="51697" y="857"/>
                      <a:pt x="51018" y="727"/>
                    </a:cubicBezTo>
                    <a:cubicBezTo>
                      <a:pt x="50283" y="697"/>
                      <a:pt x="50283" y="697"/>
                      <a:pt x="49783" y="947"/>
                    </a:cubicBezTo>
                    <a:close/>
                  </a:path>
                </a:pathLst>
              </a:custGeom>
              <a:solidFill>
                <a:srgbClr val="FAD272"/>
              </a:solidFill>
              <a:ln w="0">
                <a:noFill/>
              </a:ln>
            </p:spPr>
          </p:sp>
          <p:sp>
            <p:nvSpPr>
              <p:cNvPr id="740" name="robot vector"/>
              <p:cNvSpPr/>
              <p:nvPr/>
            </p:nvSpPr>
            <p:spPr>
              <a:xfrm>
                <a:off x="6130755" y="7731252"/>
                <a:ext cx="238041" cy="662940"/>
              </a:xfrm>
              <a:custGeom>
                <a:avLst/>
                <a:gdLst/>
                <a:ahLst/>
                <a:cxnLst/>
                <a:rect l="0" t="0" r="r" b="b"/>
                <a:pathLst>
                  <a:path w="26033" h="72500" fill="norm" stroke="0">
                    <a:moveTo>
                      <a:pt x="25533" y="0"/>
                    </a:moveTo>
                    <a:cubicBezTo>
                      <a:pt x="25615" y="40"/>
                      <a:pt x="25615" y="40"/>
                      <a:pt x="26033" y="250"/>
                    </a:cubicBezTo>
                    <a:cubicBezTo>
                      <a:pt x="25985" y="893"/>
                      <a:pt x="25923" y="1533"/>
                      <a:pt x="25860" y="2173"/>
                    </a:cubicBezTo>
                    <a:cubicBezTo>
                      <a:pt x="25848" y="2352"/>
                      <a:pt x="25835" y="2533"/>
                      <a:pt x="25820" y="2717"/>
                    </a:cubicBezTo>
                    <a:cubicBezTo>
                      <a:pt x="25680" y="4062"/>
                      <a:pt x="25315" y="4655"/>
                      <a:pt x="24283" y="5500"/>
                    </a:cubicBezTo>
                    <a:cubicBezTo>
                      <a:pt x="22957" y="6855"/>
                      <a:pt x="21990" y="8095"/>
                      <a:pt x="21707" y="10010"/>
                    </a:cubicBezTo>
                    <a:cubicBezTo>
                      <a:pt x="21567" y="10880"/>
                      <a:pt x="21450" y="11347"/>
                      <a:pt x="20778" y="11952"/>
                    </a:cubicBezTo>
                    <a:cubicBezTo>
                      <a:pt x="20375" y="12245"/>
                      <a:pt x="19970" y="12535"/>
                      <a:pt x="19565" y="12822"/>
                    </a:cubicBezTo>
                    <a:cubicBezTo>
                      <a:pt x="18523" y="13660"/>
                      <a:pt x="18305" y="14692"/>
                      <a:pt x="18110" y="15970"/>
                    </a:cubicBezTo>
                    <a:cubicBezTo>
                      <a:pt x="17908" y="18165"/>
                      <a:pt x="17678" y="21038"/>
                      <a:pt x="19095" y="22875"/>
                    </a:cubicBezTo>
                    <a:cubicBezTo>
                      <a:pt x="19525" y="23357"/>
                      <a:pt x="19938" y="23570"/>
                      <a:pt x="20523" y="23815"/>
                    </a:cubicBezTo>
                    <a:cubicBezTo>
                      <a:pt x="21452" y="24265"/>
                      <a:pt x="21733" y="24915"/>
                      <a:pt x="22143" y="25827"/>
                    </a:cubicBezTo>
                    <a:cubicBezTo>
                      <a:pt x="22895" y="27362"/>
                      <a:pt x="23723" y="28365"/>
                      <a:pt x="25207" y="29255"/>
                    </a:cubicBezTo>
                    <a:cubicBezTo>
                      <a:pt x="25315" y="29335"/>
                      <a:pt x="25423" y="29418"/>
                      <a:pt x="25533" y="29500"/>
                    </a:cubicBezTo>
                    <a:cubicBezTo>
                      <a:pt x="25533" y="29665"/>
                      <a:pt x="25533" y="29830"/>
                      <a:pt x="25533" y="30000"/>
                    </a:cubicBezTo>
                    <a:cubicBezTo>
                      <a:pt x="24100" y="31013"/>
                      <a:pt x="23053" y="31342"/>
                      <a:pt x="21345" y="31263"/>
                    </a:cubicBezTo>
                    <a:cubicBezTo>
                      <a:pt x="20283" y="31220"/>
                      <a:pt x="19633" y="31375"/>
                      <a:pt x="18783" y="32000"/>
                    </a:cubicBezTo>
                    <a:cubicBezTo>
                      <a:pt x="18582" y="32130"/>
                      <a:pt x="18380" y="32258"/>
                      <a:pt x="18173" y="32390"/>
                    </a:cubicBezTo>
                    <a:cubicBezTo>
                      <a:pt x="17380" y="33058"/>
                      <a:pt x="16848" y="33938"/>
                      <a:pt x="16270" y="34790"/>
                    </a:cubicBezTo>
                    <a:cubicBezTo>
                      <a:pt x="15758" y="35545"/>
                      <a:pt x="15210" y="36273"/>
                      <a:pt x="14658" y="37000"/>
                    </a:cubicBezTo>
                    <a:cubicBezTo>
                      <a:pt x="14467" y="37255"/>
                      <a:pt x="14275" y="37510"/>
                      <a:pt x="14085" y="37763"/>
                    </a:cubicBezTo>
                    <a:cubicBezTo>
                      <a:pt x="13817" y="38122"/>
                      <a:pt x="13548" y="38480"/>
                      <a:pt x="13275" y="38835"/>
                    </a:cubicBezTo>
                    <a:cubicBezTo>
                      <a:pt x="11915" y="40605"/>
                      <a:pt x="10868" y="42315"/>
                      <a:pt x="11072" y="44630"/>
                    </a:cubicBezTo>
                    <a:cubicBezTo>
                      <a:pt x="11278" y="46125"/>
                      <a:pt x="11827" y="47050"/>
                      <a:pt x="12832" y="48192"/>
                    </a:cubicBezTo>
                    <a:cubicBezTo>
                      <a:pt x="13315" y="48790"/>
                      <a:pt x="13608" y="49365"/>
                      <a:pt x="13923" y="50062"/>
                    </a:cubicBezTo>
                    <a:cubicBezTo>
                      <a:pt x="14655" y="51597"/>
                      <a:pt x="15565" y="52255"/>
                      <a:pt x="17028" y="53060"/>
                    </a:cubicBezTo>
                    <a:cubicBezTo>
                      <a:pt x="17128" y="53115"/>
                      <a:pt x="17128" y="53115"/>
                      <a:pt x="17628" y="53393"/>
                    </a:cubicBezTo>
                    <a:cubicBezTo>
                      <a:pt x="18810" y="54038"/>
                      <a:pt x="19990" y="54685"/>
                      <a:pt x="21173" y="55327"/>
                    </a:cubicBezTo>
                    <a:cubicBezTo>
                      <a:pt x="21428" y="55467"/>
                      <a:pt x="21683" y="55605"/>
                      <a:pt x="21938" y="55745"/>
                    </a:cubicBezTo>
                    <a:cubicBezTo>
                      <a:pt x="22553" y="56080"/>
                      <a:pt x="23168" y="56415"/>
                      <a:pt x="23783" y="56750"/>
                    </a:cubicBezTo>
                    <a:cubicBezTo>
                      <a:pt x="23785" y="58227"/>
                      <a:pt x="23775" y="59705"/>
                      <a:pt x="23758" y="61180"/>
                    </a:cubicBezTo>
                    <a:cubicBezTo>
                      <a:pt x="23753" y="61683"/>
                      <a:pt x="23750" y="62185"/>
                      <a:pt x="23753" y="62688"/>
                    </a:cubicBezTo>
                    <a:cubicBezTo>
                      <a:pt x="23753" y="63410"/>
                      <a:pt x="23745" y="64132"/>
                      <a:pt x="23733" y="64855"/>
                    </a:cubicBezTo>
                    <a:cubicBezTo>
                      <a:pt x="23735" y="65080"/>
                      <a:pt x="23738" y="65305"/>
                      <a:pt x="23740" y="65535"/>
                    </a:cubicBezTo>
                    <a:cubicBezTo>
                      <a:pt x="23705" y="67058"/>
                      <a:pt x="23705" y="67058"/>
                      <a:pt x="23212" y="67607"/>
                    </a:cubicBezTo>
                    <a:cubicBezTo>
                      <a:pt x="22827" y="67872"/>
                      <a:pt x="22462" y="68070"/>
                      <a:pt x="22033" y="68250"/>
                    </a:cubicBezTo>
                    <a:cubicBezTo>
                      <a:pt x="21895" y="68308"/>
                      <a:pt x="21758" y="68365"/>
                      <a:pt x="21615" y="68425"/>
                    </a:cubicBezTo>
                    <a:cubicBezTo>
                      <a:pt x="21495" y="68475"/>
                      <a:pt x="21375" y="68528"/>
                      <a:pt x="21253" y="68577"/>
                    </a:cubicBezTo>
                    <a:cubicBezTo>
                      <a:pt x="20305" y="69035"/>
                      <a:pt x="19930" y="69810"/>
                      <a:pt x="19533" y="70750"/>
                    </a:cubicBezTo>
                    <a:cubicBezTo>
                      <a:pt x="19335" y="71327"/>
                      <a:pt x="19175" y="71908"/>
                      <a:pt x="19033" y="72500"/>
                    </a:cubicBezTo>
                    <a:cubicBezTo>
                      <a:pt x="17658" y="71878"/>
                      <a:pt x="16520" y="71173"/>
                      <a:pt x="15393" y="70173"/>
                    </a:cubicBezTo>
                    <a:cubicBezTo>
                      <a:pt x="15245" y="70045"/>
                      <a:pt x="15100" y="69915"/>
                      <a:pt x="14947" y="69785"/>
                    </a:cubicBezTo>
                    <a:cubicBezTo>
                      <a:pt x="13765" y="68737"/>
                      <a:pt x="12625" y="67643"/>
                      <a:pt x="11503" y="66530"/>
                    </a:cubicBezTo>
                    <a:cubicBezTo>
                      <a:pt x="11345" y="66378"/>
                      <a:pt x="11188" y="66222"/>
                      <a:pt x="11025" y="66062"/>
                    </a:cubicBezTo>
                    <a:cubicBezTo>
                      <a:pt x="10255" y="65288"/>
                      <a:pt x="9582" y="64525"/>
                      <a:pt x="9003" y="63597"/>
                    </a:cubicBezTo>
                    <a:cubicBezTo>
                      <a:pt x="8790" y="63263"/>
                      <a:pt x="8565" y="62950"/>
                      <a:pt x="8327" y="62635"/>
                    </a:cubicBezTo>
                    <a:cubicBezTo>
                      <a:pt x="5938" y="59475"/>
                      <a:pt x="4243" y="56305"/>
                      <a:pt x="2973" y="52548"/>
                    </a:cubicBezTo>
                    <a:cubicBezTo>
                      <a:pt x="2805" y="52062"/>
                      <a:pt x="2625" y="51587"/>
                      <a:pt x="2433" y="51112"/>
                    </a:cubicBezTo>
                    <a:cubicBezTo>
                      <a:pt x="1008" y="47538"/>
                      <a:pt x="395" y="43555"/>
                      <a:pt x="295" y="39717"/>
                    </a:cubicBezTo>
                    <a:cubicBezTo>
                      <a:pt x="288" y="39395"/>
                      <a:pt x="275" y="39070"/>
                      <a:pt x="260" y="38747"/>
                    </a:cubicBezTo>
                    <a:cubicBezTo>
                      <a:pt x="0" y="33158"/>
                      <a:pt x="1195" y="27095"/>
                      <a:pt x="3550" y="22008"/>
                    </a:cubicBezTo>
                    <a:cubicBezTo>
                      <a:pt x="3780" y="21505"/>
                      <a:pt x="3995" y="20995"/>
                      <a:pt x="4205" y="20485"/>
                    </a:cubicBezTo>
                    <a:cubicBezTo>
                      <a:pt x="5890" y="16712"/>
                      <a:pt x="8130" y="13390"/>
                      <a:pt x="10945" y="10385"/>
                    </a:cubicBezTo>
                    <a:cubicBezTo>
                      <a:pt x="11428" y="9870"/>
                      <a:pt x="11873" y="9332"/>
                      <a:pt x="12312" y="8780"/>
                    </a:cubicBezTo>
                    <a:cubicBezTo>
                      <a:pt x="15452" y="5205"/>
                      <a:pt x="19955" y="2410"/>
                      <a:pt x="24283" y="500"/>
                    </a:cubicBezTo>
                    <a:cubicBezTo>
                      <a:pt x="24393" y="450"/>
                      <a:pt x="24393" y="450"/>
                      <a:pt x="24942" y="205"/>
                    </a:cubicBezTo>
                    <a:cubicBezTo>
                      <a:pt x="25138" y="138"/>
                      <a:pt x="25332" y="70"/>
                      <a:pt x="25533" y="0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741" name="robot vector"/>
              <p:cNvSpPr/>
              <p:nvPr/>
            </p:nvSpPr>
            <p:spPr>
              <a:xfrm>
                <a:off x="6348588" y="7787579"/>
                <a:ext cx="316131" cy="193830"/>
              </a:xfrm>
              <a:custGeom>
                <a:avLst/>
                <a:gdLst/>
                <a:ahLst/>
                <a:cxnLst/>
                <a:rect l="0" t="0" r="r" b="b"/>
                <a:pathLst>
                  <a:path w="34572" h="21197" fill="norm" stroke="0">
                    <a:moveTo>
                      <a:pt x="5710" y="90"/>
                    </a:moveTo>
                    <a:cubicBezTo>
                      <a:pt x="5758" y="685"/>
                      <a:pt x="5758" y="685"/>
                      <a:pt x="5710" y="1340"/>
                    </a:cubicBezTo>
                    <a:cubicBezTo>
                      <a:pt x="5350" y="1605"/>
                      <a:pt x="5350" y="1605"/>
                      <a:pt x="4960" y="1840"/>
                    </a:cubicBezTo>
                    <a:cubicBezTo>
                      <a:pt x="4788" y="2370"/>
                      <a:pt x="4788" y="2370"/>
                      <a:pt x="4710" y="2840"/>
                    </a:cubicBezTo>
                    <a:cubicBezTo>
                      <a:pt x="5680" y="1903"/>
                      <a:pt x="5680" y="1903"/>
                      <a:pt x="5960" y="1340"/>
                    </a:cubicBezTo>
                    <a:cubicBezTo>
                      <a:pt x="8113" y="240"/>
                      <a:pt x="10680" y="485"/>
                      <a:pt x="13020" y="500"/>
                    </a:cubicBezTo>
                    <a:cubicBezTo>
                      <a:pt x="13463" y="500"/>
                      <a:pt x="13905" y="500"/>
                      <a:pt x="14348" y="500"/>
                    </a:cubicBezTo>
                    <a:cubicBezTo>
                      <a:pt x="15273" y="500"/>
                      <a:pt x="16197" y="503"/>
                      <a:pt x="17123" y="505"/>
                    </a:cubicBezTo>
                    <a:cubicBezTo>
                      <a:pt x="18298" y="513"/>
                      <a:pt x="19475" y="513"/>
                      <a:pt x="20653" y="510"/>
                    </a:cubicBezTo>
                    <a:cubicBezTo>
                      <a:pt x="21565" y="510"/>
                      <a:pt x="22480" y="510"/>
                      <a:pt x="23393" y="513"/>
                    </a:cubicBezTo>
                    <a:cubicBezTo>
                      <a:pt x="23825" y="515"/>
                      <a:pt x="24260" y="515"/>
                      <a:pt x="24692" y="515"/>
                    </a:cubicBezTo>
                    <a:cubicBezTo>
                      <a:pt x="26660" y="515"/>
                      <a:pt x="28613" y="520"/>
                      <a:pt x="30562" y="803"/>
                    </a:cubicBezTo>
                    <a:cubicBezTo>
                      <a:pt x="30690" y="822"/>
                      <a:pt x="30820" y="840"/>
                      <a:pt x="30950" y="858"/>
                    </a:cubicBezTo>
                    <a:cubicBezTo>
                      <a:pt x="31942" y="1025"/>
                      <a:pt x="32628" y="1420"/>
                      <a:pt x="33368" y="2085"/>
                    </a:cubicBezTo>
                    <a:cubicBezTo>
                      <a:pt x="34308" y="3475"/>
                      <a:pt x="34572" y="4928"/>
                      <a:pt x="34543" y="6577"/>
                    </a:cubicBezTo>
                    <a:cubicBezTo>
                      <a:pt x="34543" y="6760"/>
                      <a:pt x="34540" y="6942"/>
                      <a:pt x="34540" y="7130"/>
                    </a:cubicBezTo>
                    <a:cubicBezTo>
                      <a:pt x="34540" y="7518"/>
                      <a:pt x="34535" y="7903"/>
                      <a:pt x="34530" y="8288"/>
                    </a:cubicBezTo>
                    <a:cubicBezTo>
                      <a:pt x="34523" y="8865"/>
                      <a:pt x="34520" y="9442"/>
                      <a:pt x="34518" y="10020"/>
                    </a:cubicBezTo>
                    <a:cubicBezTo>
                      <a:pt x="34510" y="11778"/>
                      <a:pt x="34470" y="13535"/>
                      <a:pt x="34358" y="15290"/>
                    </a:cubicBezTo>
                    <a:cubicBezTo>
                      <a:pt x="34350" y="15430"/>
                      <a:pt x="34343" y="15567"/>
                      <a:pt x="34335" y="15712"/>
                    </a:cubicBezTo>
                    <a:cubicBezTo>
                      <a:pt x="34207" y="17433"/>
                      <a:pt x="33560" y="18878"/>
                      <a:pt x="32345" y="20098"/>
                    </a:cubicBezTo>
                    <a:cubicBezTo>
                      <a:pt x="31200" y="20820"/>
                      <a:pt x="29945" y="20933"/>
                      <a:pt x="28625" y="20993"/>
                    </a:cubicBezTo>
                    <a:cubicBezTo>
                      <a:pt x="28452" y="21003"/>
                      <a:pt x="28278" y="21013"/>
                      <a:pt x="28100" y="21023"/>
                    </a:cubicBezTo>
                    <a:cubicBezTo>
                      <a:pt x="26168" y="21118"/>
                      <a:pt x="24235" y="21135"/>
                      <a:pt x="22300" y="21140"/>
                    </a:cubicBezTo>
                    <a:cubicBezTo>
                      <a:pt x="22207" y="21140"/>
                      <a:pt x="22207" y="21140"/>
                      <a:pt x="21730" y="21143"/>
                    </a:cubicBezTo>
                    <a:cubicBezTo>
                      <a:pt x="20738" y="21148"/>
                      <a:pt x="19745" y="21150"/>
                      <a:pt x="18753" y="21150"/>
                    </a:cubicBezTo>
                    <a:cubicBezTo>
                      <a:pt x="17740" y="21153"/>
                      <a:pt x="16725" y="21158"/>
                      <a:pt x="15713" y="21165"/>
                    </a:cubicBezTo>
                    <a:cubicBezTo>
                      <a:pt x="14923" y="21170"/>
                      <a:pt x="14130" y="21170"/>
                      <a:pt x="13340" y="21170"/>
                    </a:cubicBezTo>
                    <a:cubicBezTo>
                      <a:pt x="12965" y="21173"/>
                      <a:pt x="12593" y="21173"/>
                      <a:pt x="12218" y="21178"/>
                    </a:cubicBezTo>
                    <a:cubicBezTo>
                      <a:pt x="9858" y="21197"/>
                      <a:pt x="7735" y="20985"/>
                      <a:pt x="5460" y="20340"/>
                    </a:cubicBezTo>
                    <a:cubicBezTo>
                      <a:pt x="5295" y="20587"/>
                      <a:pt x="5130" y="20835"/>
                      <a:pt x="4960" y="21090"/>
                    </a:cubicBezTo>
                    <a:cubicBezTo>
                      <a:pt x="3457" y="20980"/>
                      <a:pt x="2170" y="20830"/>
                      <a:pt x="1090" y="19705"/>
                    </a:cubicBezTo>
                    <a:cubicBezTo>
                      <a:pt x="485" y="18938"/>
                      <a:pt x="0" y="18228"/>
                      <a:pt x="85" y="17223"/>
                    </a:cubicBezTo>
                    <a:cubicBezTo>
                      <a:pt x="298" y="16575"/>
                      <a:pt x="702" y="16085"/>
                      <a:pt x="1138" y="15567"/>
                    </a:cubicBezTo>
                    <a:cubicBezTo>
                      <a:pt x="1900" y="14438"/>
                      <a:pt x="2058" y="13240"/>
                      <a:pt x="2055" y="11903"/>
                    </a:cubicBezTo>
                    <a:cubicBezTo>
                      <a:pt x="2053" y="11750"/>
                      <a:pt x="2053" y="11600"/>
                      <a:pt x="2053" y="11442"/>
                    </a:cubicBezTo>
                    <a:cubicBezTo>
                      <a:pt x="2015" y="9918"/>
                      <a:pt x="1630" y="8460"/>
                      <a:pt x="683" y="7228"/>
                    </a:cubicBezTo>
                    <a:cubicBezTo>
                      <a:pt x="95" y="6200"/>
                      <a:pt x="345" y="4625"/>
                      <a:pt x="585" y="3510"/>
                    </a:cubicBezTo>
                    <a:cubicBezTo>
                      <a:pt x="1067" y="2067"/>
                      <a:pt x="1868" y="1143"/>
                      <a:pt x="3180" y="388"/>
                    </a:cubicBezTo>
                    <a:cubicBezTo>
                      <a:pt x="4013" y="0"/>
                      <a:pt x="4808" y="18"/>
                      <a:pt x="5710" y="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42" name="robot vector"/>
              <p:cNvSpPr/>
              <p:nvPr/>
            </p:nvSpPr>
            <p:spPr>
              <a:xfrm>
                <a:off x="6229356" y="7674588"/>
                <a:ext cx="612374" cy="777286"/>
              </a:xfrm>
              <a:custGeom>
                <a:avLst/>
                <a:gdLst/>
                <a:ahLst/>
                <a:cxnLst/>
                <a:rect l="0" t="0" r="r" b="b"/>
                <a:pathLst>
                  <a:path w="66970" h="85005" fill="norm" stroke="0">
                    <a:moveTo>
                      <a:pt x="40640" y="400"/>
                    </a:moveTo>
                    <a:cubicBezTo>
                      <a:pt x="40790" y="442"/>
                      <a:pt x="40940" y="485"/>
                      <a:pt x="41095" y="530"/>
                    </a:cubicBezTo>
                    <a:cubicBezTo>
                      <a:pt x="41500" y="697"/>
                      <a:pt x="41500" y="697"/>
                      <a:pt x="42000" y="1197"/>
                    </a:cubicBezTo>
                    <a:cubicBezTo>
                      <a:pt x="41997" y="1545"/>
                      <a:pt x="41992" y="1895"/>
                      <a:pt x="41967" y="2245"/>
                    </a:cubicBezTo>
                    <a:cubicBezTo>
                      <a:pt x="41845" y="4007"/>
                      <a:pt x="42143" y="5558"/>
                      <a:pt x="42655" y="7245"/>
                    </a:cubicBezTo>
                    <a:cubicBezTo>
                      <a:pt x="42715" y="7450"/>
                      <a:pt x="42773" y="7658"/>
                      <a:pt x="42835" y="7870"/>
                    </a:cubicBezTo>
                    <a:cubicBezTo>
                      <a:pt x="43357" y="9482"/>
                      <a:pt x="43357" y="9482"/>
                      <a:pt x="44247" y="9938"/>
                    </a:cubicBezTo>
                    <a:cubicBezTo>
                      <a:pt x="44495" y="10033"/>
                      <a:pt x="44745" y="10117"/>
                      <a:pt x="45000" y="10197"/>
                    </a:cubicBezTo>
                    <a:cubicBezTo>
                      <a:pt x="45158" y="10260"/>
                      <a:pt x="45315" y="10325"/>
                      <a:pt x="45475" y="10390"/>
                    </a:cubicBezTo>
                    <a:cubicBezTo>
                      <a:pt x="45607" y="10440"/>
                      <a:pt x="45740" y="10490"/>
                      <a:pt x="45875" y="10540"/>
                    </a:cubicBezTo>
                    <a:cubicBezTo>
                      <a:pt x="47545" y="11257"/>
                      <a:pt x="48472" y="12332"/>
                      <a:pt x="49250" y="13947"/>
                    </a:cubicBezTo>
                    <a:cubicBezTo>
                      <a:pt x="49317" y="14085"/>
                      <a:pt x="49385" y="14225"/>
                      <a:pt x="49455" y="14367"/>
                    </a:cubicBezTo>
                    <a:cubicBezTo>
                      <a:pt x="50112" y="15890"/>
                      <a:pt x="50100" y="17377"/>
                      <a:pt x="50082" y="19005"/>
                    </a:cubicBezTo>
                    <a:cubicBezTo>
                      <a:pt x="50080" y="19298"/>
                      <a:pt x="50080" y="19590"/>
                      <a:pt x="50080" y="19880"/>
                    </a:cubicBezTo>
                    <a:cubicBezTo>
                      <a:pt x="50080" y="20487"/>
                      <a:pt x="50075" y="21095"/>
                      <a:pt x="50070" y="21705"/>
                    </a:cubicBezTo>
                    <a:cubicBezTo>
                      <a:pt x="50062" y="22480"/>
                      <a:pt x="50060" y="23257"/>
                      <a:pt x="50060" y="24035"/>
                    </a:cubicBezTo>
                    <a:cubicBezTo>
                      <a:pt x="50058" y="24780"/>
                      <a:pt x="50055" y="25525"/>
                      <a:pt x="50050" y="26270"/>
                    </a:cubicBezTo>
                    <a:cubicBezTo>
                      <a:pt x="50050" y="26413"/>
                      <a:pt x="50050" y="26553"/>
                      <a:pt x="50048" y="26697"/>
                    </a:cubicBezTo>
                    <a:cubicBezTo>
                      <a:pt x="50048" y="27097"/>
                      <a:pt x="50043" y="27497"/>
                      <a:pt x="50040" y="27900"/>
                    </a:cubicBezTo>
                    <a:cubicBezTo>
                      <a:pt x="50040" y="28012"/>
                      <a:pt x="50040" y="28012"/>
                      <a:pt x="50035" y="28587"/>
                    </a:cubicBezTo>
                    <a:cubicBezTo>
                      <a:pt x="50002" y="29158"/>
                      <a:pt x="49910" y="29650"/>
                      <a:pt x="49750" y="30197"/>
                    </a:cubicBezTo>
                    <a:cubicBezTo>
                      <a:pt x="49942" y="30095"/>
                      <a:pt x="50135" y="29992"/>
                      <a:pt x="50335" y="29887"/>
                    </a:cubicBezTo>
                    <a:cubicBezTo>
                      <a:pt x="53060" y="28465"/>
                      <a:pt x="55647" y="27617"/>
                      <a:pt x="58735" y="28507"/>
                    </a:cubicBezTo>
                    <a:cubicBezTo>
                      <a:pt x="61570" y="29545"/>
                      <a:pt x="63783" y="31025"/>
                      <a:pt x="65250" y="33697"/>
                    </a:cubicBezTo>
                    <a:cubicBezTo>
                      <a:pt x="65310" y="33805"/>
                      <a:pt x="65372" y="33915"/>
                      <a:pt x="65435" y="34028"/>
                    </a:cubicBezTo>
                    <a:cubicBezTo>
                      <a:pt x="66620" y="36207"/>
                      <a:pt x="66970" y="38655"/>
                      <a:pt x="66408" y="41095"/>
                    </a:cubicBezTo>
                    <a:cubicBezTo>
                      <a:pt x="66182" y="41835"/>
                      <a:pt x="65857" y="42512"/>
                      <a:pt x="65500" y="43197"/>
                    </a:cubicBezTo>
                    <a:cubicBezTo>
                      <a:pt x="65470" y="43265"/>
                      <a:pt x="65470" y="43265"/>
                      <a:pt x="65327" y="43610"/>
                    </a:cubicBezTo>
                    <a:cubicBezTo>
                      <a:pt x="64505" y="45545"/>
                      <a:pt x="62865" y="47045"/>
                      <a:pt x="61000" y="47947"/>
                    </a:cubicBezTo>
                    <a:cubicBezTo>
                      <a:pt x="60255" y="48235"/>
                      <a:pt x="59515" y="48470"/>
                      <a:pt x="58750" y="48697"/>
                    </a:cubicBezTo>
                    <a:cubicBezTo>
                      <a:pt x="58668" y="49522"/>
                      <a:pt x="58585" y="50347"/>
                      <a:pt x="58500" y="51197"/>
                    </a:cubicBezTo>
                    <a:cubicBezTo>
                      <a:pt x="58612" y="51225"/>
                      <a:pt x="58612" y="51225"/>
                      <a:pt x="59188" y="51370"/>
                    </a:cubicBezTo>
                    <a:cubicBezTo>
                      <a:pt x="59903" y="51548"/>
                      <a:pt x="60357" y="51942"/>
                      <a:pt x="60798" y="52530"/>
                    </a:cubicBezTo>
                    <a:cubicBezTo>
                      <a:pt x="61225" y="53415"/>
                      <a:pt x="61122" y="54392"/>
                      <a:pt x="61092" y="55352"/>
                    </a:cubicBezTo>
                    <a:cubicBezTo>
                      <a:pt x="61090" y="55465"/>
                      <a:pt x="61090" y="55465"/>
                      <a:pt x="61080" y="56030"/>
                    </a:cubicBezTo>
                    <a:cubicBezTo>
                      <a:pt x="60962" y="60502"/>
                      <a:pt x="60962" y="60502"/>
                      <a:pt x="59658" y="61908"/>
                    </a:cubicBezTo>
                    <a:cubicBezTo>
                      <a:pt x="59155" y="62265"/>
                      <a:pt x="58668" y="62382"/>
                      <a:pt x="58077" y="62555"/>
                    </a:cubicBezTo>
                    <a:cubicBezTo>
                      <a:pt x="57482" y="62785"/>
                      <a:pt x="57482" y="62785"/>
                      <a:pt x="57000" y="63197"/>
                    </a:cubicBezTo>
                    <a:cubicBezTo>
                      <a:pt x="56747" y="63955"/>
                      <a:pt x="56722" y="64742"/>
                      <a:pt x="56668" y="65532"/>
                    </a:cubicBezTo>
                    <a:cubicBezTo>
                      <a:pt x="56570" y="66805"/>
                      <a:pt x="56295" y="67510"/>
                      <a:pt x="55360" y="68423"/>
                    </a:cubicBezTo>
                    <a:cubicBezTo>
                      <a:pt x="54495" y="69082"/>
                      <a:pt x="53847" y="68938"/>
                      <a:pt x="52815" y="68808"/>
                    </a:cubicBezTo>
                    <a:cubicBezTo>
                      <a:pt x="52033" y="68655"/>
                      <a:pt x="51615" y="68452"/>
                      <a:pt x="51000" y="67947"/>
                    </a:cubicBezTo>
                    <a:cubicBezTo>
                      <a:pt x="50442" y="67100"/>
                      <a:pt x="50440" y="66315"/>
                      <a:pt x="50457" y="65332"/>
                    </a:cubicBezTo>
                    <a:cubicBezTo>
                      <a:pt x="50455" y="65015"/>
                      <a:pt x="50455" y="64697"/>
                      <a:pt x="50452" y="64380"/>
                    </a:cubicBezTo>
                    <a:cubicBezTo>
                      <a:pt x="50450" y="63882"/>
                      <a:pt x="50452" y="63387"/>
                      <a:pt x="50460" y="62890"/>
                    </a:cubicBezTo>
                    <a:cubicBezTo>
                      <a:pt x="50505" y="59772"/>
                      <a:pt x="50505" y="59772"/>
                      <a:pt x="49430" y="58587"/>
                    </a:cubicBezTo>
                    <a:cubicBezTo>
                      <a:pt x="49273" y="58438"/>
                      <a:pt x="49115" y="58288"/>
                      <a:pt x="48950" y="58132"/>
                    </a:cubicBezTo>
                    <a:cubicBezTo>
                      <a:pt x="48245" y="57452"/>
                      <a:pt x="47847" y="56642"/>
                      <a:pt x="47405" y="55775"/>
                    </a:cubicBezTo>
                    <a:cubicBezTo>
                      <a:pt x="47320" y="55615"/>
                      <a:pt x="47235" y="55457"/>
                      <a:pt x="47148" y="55293"/>
                    </a:cubicBezTo>
                    <a:cubicBezTo>
                      <a:pt x="46695" y="54428"/>
                      <a:pt x="46380" y="53668"/>
                      <a:pt x="46250" y="52697"/>
                    </a:cubicBezTo>
                    <a:cubicBezTo>
                      <a:pt x="46002" y="52697"/>
                      <a:pt x="45755" y="52697"/>
                      <a:pt x="45500" y="52697"/>
                    </a:cubicBezTo>
                    <a:cubicBezTo>
                      <a:pt x="45495" y="52812"/>
                      <a:pt x="45492" y="52928"/>
                      <a:pt x="45487" y="53048"/>
                    </a:cubicBezTo>
                    <a:cubicBezTo>
                      <a:pt x="45362" y="54755"/>
                      <a:pt x="44725" y="56470"/>
                      <a:pt x="43500" y="57697"/>
                    </a:cubicBezTo>
                    <a:cubicBezTo>
                      <a:pt x="43500" y="57945"/>
                      <a:pt x="43500" y="58192"/>
                      <a:pt x="43500" y="58447"/>
                    </a:cubicBezTo>
                    <a:cubicBezTo>
                      <a:pt x="43885" y="58798"/>
                      <a:pt x="43885" y="58798"/>
                      <a:pt x="44405" y="59180"/>
                    </a:cubicBezTo>
                    <a:cubicBezTo>
                      <a:pt x="45308" y="59935"/>
                      <a:pt x="45840" y="60660"/>
                      <a:pt x="46360" y="61712"/>
                    </a:cubicBezTo>
                    <a:cubicBezTo>
                      <a:pt x="46420" y="61835"/>
                      <a:pt x="46482" y="61960"/>
                      <a:pt x="46545" y="62087"/>
                    </a:cubicBezTo>
                    <a:cubicBezTo>
                      <a:pt x="47240" y="63577"/>
                      <a:pt x="47278" y="65005"/>
                      <a:pt x="47250" y="66620"/>
                    </a:cubicBezTo>
                    <a:cubicBezTo>
                      <a:pt x="47225" y="68985"/>
                      <a:pt x="47352" y="71337"/>
                      <a:pt x="47500" y="73697"/>
                    </a:cubicBezTo>
                    <a:cubicBezTo>
                      <a:pt x="47648" y="73755"/>
                      <a:pt x="47795" y="73812"/>
                      <a:pt x="47947" y="73872"/>
                    </a:cubicBezTo>
                    <a:cubicBezTo>
                      <a:pt x="49440" y="74487"/>
                      <a:pt x="50595" y="74982"/>
                      <a:pt x="51240" y="76520"/>
                    </a:cubicBezTo>
                    <a:cubicBezTo>
                      <a:pt x="51670" y="77825"/>
                      <a:pt x="52115" y="79278"/>
                      <a:pt x="51587" y="80605"/>
                    </a:cubicBezTo>
                    <a:cubicBezTo>
                      <a:pt x="51072" y="81125"/>
                      <a:pt x="50475" y="81102"/>
                      <a:pt x="49780" y="81165"/>
                    </a:cubicBezTo>
                    <a:cubicBezTo>
                      <a:pt x="48625" y="81308"/>
                      <a:pt x="47637" y="81538"/>
                      <a:pt x="46577" y="82025"/>
                    </a:cubicBezTo>
                    <a:cubicBezTo>
                      <a:pt x="41653" y="84250"/>
                      <a:pt x="35985" y="85005"/>
                      <a:pt x="30625" y="84995"/>
                    </a:cubicBezTo>
                    <a:cubicBezTo>
                      <a:pt x="30482" y="84992"/>
                      <a:pt x="30340" y="84992"/>
                      <a:pt x="30195" y="84992"/>
                    </a:cubicBezTo>
                    <a:cubicBezTo>
                      <a:pt x="26570" y="84982"/>
                      <a:pt x="23120" y="84705"/>
                      <a:pt x="19658" y="83580"/>
                    </a:cubicBezTo>
                    <a:cubicBezTo>
                      <a:pt x="19255" y="83447"/>
                      <a:pt x="18850" y="83325"/>
                      <a:pt x="18442" y="83202"/>
                    </a:cubicBezTo>
                    <a:cubicBezTo>
                      <a:pt x="17305" y="82862"/>
                      <a:pt x="16175" y="82515"/>
                      <a:pt x="15060" y="82105"/>
                    </a:cubicBezTo>
                    <a:cubicBezTo>
                      <a:pt x="13337" y="81485"/>
                      <a:pt x="11940" y="81050"/>
                      <a:pt x="10090" y="81202"/>
                    </a:cubicBezTo>
                    <a:cubicBezTo>
                      <a:pt x="9382" y="81195"/>
                      <a:pt x="8887" y="80992"/>
                      <a:pt x="8250" y="80697"/>
                    </a:cubicBezTo>
                    <a:cubicBezTo>
                      <a:pt x="8140" y="78747"/>
                      <a:pt x="8290" y="76932"/>
                      <a:pt x="9390" y="75260"/>
                    </a:cubicBezTo>
                    <a:cubicBezTo>
                      <a:pt x="10000" y="74697"/>
                      <a:pt x="10000" y="74697"/>
                      <a:pt x="12500" y="73447"/>
                    </a:cubicBezTo>
                    <a:cubicBezTo>
                      <a:pt x="12582" y="69982"/>
                      <a:pt x="12665" y="66518"/>
                      <a:pt x="12750" y="62947"/>
                    </a:cubicBezTo>
                    <a:cubicBezTo>
                      <a:pt x="11430" y="62288"/>
                      <a:pt x="10110" y="61627"/>
                      <a:pt x="8750" y="60947"/>
                    </a:cubicBezTo>
                    <a:cubicBezTo>
                      <a:pt x="5597" y="59305"/>
                      <a:pt x="3600" y="58005"/>
                      <a:pt x="2072" y="54798"/>
                    </a:cubicBezTo>
                    <a:cubicBezTo>
                      <a:pt x="1780" y="54255"/>
                      <a:pt x="1510" y="53908"/>
                      <a:pt x="1077" y="53477"/>
                    </a:cubicBezTo>
                    <a:cubicBezTo>
                      <a:pt x="165" y="52452"/>
                      <a:pt x="7" y="51028"/>
                      <a:pt x="0" y="49697"/>
                    </a:cubicBezTo>
                    <a:cubicBezTo>
                      <a:pt x="207" y="47717"/>
                      <a:pt x="1293" y="46308"/>
                      <a:pt x="2480" y="44793"/>
                    </a:cubicBezTo>
                    <a:cubicBezTo>
                      <a:pt x="2827" y="44345"/>
                      <a:pt x="3160" y="43887"/>
                      <a:pt x="3490" y="43428"/>
                    </a:cubicBezTo>
                    <a:cubicBezTo>
                      <a:pt x="3735" y="43085"/>
                      <a:pt x="3982" y="42745"/>
                      <a:pt x="4232" y="42408"/>
                    </a:cubicBezTo>
                    <a:cubicBezTo>
                      <a:pt x="4597" y="41908"/>
                      <a:pt x="4957" y="41405"/>
                      <a:pt x="5315" y="40900"/>
                    </a:cubicBezTo>
                    <a:cubicBezTo>
                      <a:pt x="7678" y="37607"/>
                      <a:pt x="7678" y="37607"/>
                      <a:pt x="9500" y="37197"/>
                    </a:cubicBezTo>
                    <a:cubicBezTo>
                      <a:pt x="9852" y="37202"/>
                      <a:pt x="10205" y="37210"/>
                      <a:pt x="10555" y="37225"/>
                    </a:cubicBezTo>
                    <a:cubicBezTo>
                      <a:pt x="11798" y="37283"/>
                      <a:pt x="12735" y="37285"/>
                      <a:pt x="13702" y="36415"/>
                    </a:cubicBezTo>
                    <a:cubicBezTo>
                      <a:pt x="14000" y="36197"/>
                      <a:pt x="14000" y="36197"/>
                      <a:pt x="14750" y="36197"/>
                    </a:cubicBezTo>
                    <a:cubicBezTo>
                      <a:pt x="14283" y="35710"/>
                      <a:pt x="13827" y="35257"/>
                      <a:pt x="13290" y="34847"/>
                    </a:cubicBezTo>
                    <a:cubicBezTo>
                      <a:pt x="12045" y="33872"/>
                      <a:pt x="11385" y="32942"/>
                      <a:pt x="10812" y="31490"/>
                    </a:cubicBezTo>
                    <a:cubicBezTo>
                      <a:pt x="10420" y="30565"/>
                      <a:pt x="10023" y="30245"/>
                      <a:pt x="9102" y="29850"/>
                    </a:cubicBezTo>
                    <a:cubicBezTo>
                      <a:pt x="8310" y="29507"/>
                      <a:pt x="7880" y="28955"/>
                      <a:pt x="7500" y="28197"/>
                    </a:cubicBezTo>
                    <a:cubicBezTo>
                      <a:pt x="6778" y="25707"/>
                      <a:pt x="6645" y="22650"/>
                      <a:pt x="7500" y="20197"/>
                    </a:cubicBezTo>
                    <a:cubicBezTo>
                      <a:pt x="8067" y="19283"/>
                      <a:pt x="8658" y="18610"/>
                      <a:pt x="9637" y="18145"/>
                    </a:cubicBezTo>
                    <a:cubicBezTo>
                      <a:pt x="10235" y="17800"/>
                      <a:pt x="10385" y="17472"/>
                      <a:pt x="10582" y="16820"/>
                    </a:cubicBezTo>
                    <a:cubicBezTo>
                      <a:pt x="10673" y="16472"/>
                      <a:pt x="10760" y="16122"/>
                      <a:pt x="10842" y="15775"/>
                    </a:cubicBezTo>
                    <a:cubicBezTo>
                      <a:pt x="11365" y="13872"/>
                      <a:pt x="12005" y="12697"/>
                      <a:pt x="13572" y="11438"/>
                    </a:cubicBezTo>
                    <a:cubicBezTo>
                      <a:pt x="14585" y="10558"/>
                      <a:pt x="14720" y="9770"/>
                      <a:pt x="14812" y="8462"/>
                    </a:cubicBezTo>
                    <a:cubicBezTo>
                      <a:pt x="14845" y="8117"/>
                      <a:pt x="14877" y="7770"/>
                      <a:pt x="14910" y="7425"/>
                    </a:cubicBezTo>
                    <a:cubicBezTo>
                      <a:pt x="14923" y="7260"/>
                      <a:pt x="14938" y="7095"/>
                      <a:pt x="14950" y="6923"/>
                    </a:cubicBezTo>
                    <a:cubicBezTo>
                      <a:pt x="14997" y="6475"/>
                      <a:pt x="15070" y="6043"/>
                      <a:pt x="15158" y="5600"/>
                    </a:cubicBezTo>
                    <a:cubicBezTo>
                      <a:pt x="15250" y="4947"/>
                      <a:pt x="15250" y="4947"/>
                      <a:pt x="14890" y="4462"/>
                    </a:cubicBezTo>
                    <a:cubicBezTo>
                      <a:pt x="14760" y="4293"/>
                      <a:pt x="14632" y="4122"/>
                      <a:pt x="14500" y="3947"/>
                    </a:cubicBezTo>
                    <a:cubicBezTo>
                      <a:pt x="14372" y="3340"/>
                      <a:pt x="14372" y="2805"/>
                      <a:pt x="14500" y="2197"/>
                    </a:cubicBezTo>
                    <a:cubicBezTo>
                      <a:pt x="15043" y="1425"/>
                      <a:pt x="15702" y="972"/>
                      <a:pt x="16602" y="710"/>
                    </a:cubicBezTo>
                    <a:cubicBezTo>
                      <a:pt x="17260" y="688"/>
                      <a:pt x="17660" y="1007"/>
                      <a:pt x="18175" y="1387"/>
                    </a:cubicBezTo>
                    <a:cubicBezTo>
                      <a:pt x="18655" y="1845"/>
                      <a:pt x="18992" y="2185"/>
                      <a:pt x="19010" y="2867"/>
                    </a:cubicBezTo>
                    <a:cubicBezTo>
                      <a:pt x="18987" y="3012"/>
                      <a:pt x="18962" y="3158"/>
                      <a:pt x="18938" y="3305"/>
                    </a:cubicBezTo>
                    <a:cubicBezTo>
                      <a:pt x="18915" y="3450"/>
                      <a:pt x="18893" y="3595"/>
                      <a:pt x="18870" y="3742"/>
                    </a:cubicBezTo>
                    <a:cubicBezTo>
                      <a:pt x="18730" y="4270"/>
                      <a:pt x="18507" y="4717"/>
                      <a:pt x="18250" y="5197"/>
                    </a:cubicBezTo>
                    <a:cubicBezTo>
                      <a:pt x="18370" y="5147"/>
                      <a:pt x="18492" y="5100"/>
                      <a:pt x="18617" y="5050"/>
                    </a:cubicBezTo>
                    <a:cubicBezTo>
                      <a:pt x="20260" y="4447"/>
                      <a:pt x="21882" y="4217"/>
                      <a:pt x="23612" y="4002"/>
                    </a:cubicBezTo>
                    <a:cubicBezTo>
                      <a:pt x="23950" y="3955"/>
                      <a:pt x="24285" y="3887"/>
                      <a:pt x="24617" y="3817"/>
                    </a:cubicBezTo>
                    <a:cubicBezTo>
                      <a:pt x="27320" y="3300"/>
                      <a:pt x="30137" y="3428"/>
                      <a:pt x="32875" y="3525"/>
                    </a:cubicBezTo>
                    <a:cubicBezTo>
                      <a:pt x="33012" y="3530"/>
                      <a:pt x="33153" y="3533"/>
                      <a:pt x="33295" y="3538"/>
                    </a:cubicBezTo>
                    <a:cubicBezTo>
                      <a:pt x="34990" y="3592"/>
                      <a:pt x="36602" y="3752"/>
                      <a:pt x="38250" y="4197"/>
                    </a:cubicBezTo>
                    <a:cubicBezTo>
                      <a:pt x="38168" y="4017"/>
                      <a:pt x="38085" y="3835"/>
                      <a:pt x="38000" y="3650"/>
                    </a:cubicBezTo>
                    <a:cubicBezTo>
                      <a:pt x="37732" y="2903"/>
                      <a:pt x="37612" y="2480"/>
                      <a:pt x="37750" y="1697"/>
                    </a:cubicBezTo>
                    <a:cubicBezTo>
                      <a:pt x="38528" y="630"/>
                      <a:pt x="39310" y="0"/>
                      <a:pt x="40640" y="400"/>
                    </a:cubicBezTo>
                    <a:close/>
                    <a:moveTo>
                      <a:pt x="39000" y="947"/>
                    </a:moveTo>
                    <a:cubicBezTo>
                      <a:pt x="39000" y="1195"/>
                      <a:pt x="39000" y="1442"/>
                      <a:pt x="39000" y="1697"/>
                    </a:cubicBezTo>
                    <a:cubicBezTo>
                      <a:pt x="39495" y="1697"/>
                      <a:pt x="39990" y="1697"/>
                      <a:pt x="40500" y="1697"/>
                    </a:cubicBezTo>
                    <a:cubicBezTo>
                      <a:pt x="40780" y="2635"/>
                      <a:pt x="40780" y="2635"/>
                      <a:pt x="40500" y="3197"/>
                    </a:cubicBezTo>
                    <a:cubicBezTo>
                      <a:pt x="40005" y="3115"/>
                      <a:pt x="39510" y="3033"/>
                      <a:pt x="39000" y="2947"/>
                    </a:cubicBezTo>
                    <a:cubicBezTo>
                      <a:pt x="39097" y="3647"/>
                      <a:pt x="39175" y="4102"/>
                      <a:pt x="39617" y="4668"/>
                    </a:cubicBezTo>
                    <a:cubicBezTo>
                      <a:pt x="40038" y="5250"/>
                      <a:pt x="40155" y="5650"/>
                      <a:pt x="40280" y="6352"/>
                    </a:cubicBezTo>
                    <a:cubicBezTo>
                      <a:pt x="40317" y="6548"/>
                      <a:pt x="40355" y="6740"/>
                      <a:pt x="40393" y="6940"/>
                    </a:cubicBezTo>
                    <a:cubicBezTo>
                      <a:pt x="40545" y="8022"/>
                      <a:pt x="40640" y="9110"/>
                      <a:pt x="40750" y="10197"/>
                    </a:cubicBezTo>
                    <a:cubicBezTo>
                      <a:pt x="33077" y="10197"/>
                      <a:pt x="25405" y="10197"/>
                      <a:pt x="17500" y="10197"/>
                    </a:cubicBezTo>
                    <a:cubicBezTo>
                      <a:pt x="17500" y="4697"/>
                      <a:pt x="17500" y="4697"/>
                      <a:pt x="17750" y="3947"/>
                    </a:cubicBezTo>
                    <a:cubicBezTo>
                      <a:pt x="17090" y="3947"/>
                      <a:pt x="16430" y="3947"/>
                      <a:pt x="15750" y="3947"/>
                    </a:cubicBezTo>
                    <a:cubicBezTo>
                      <a:pt x="15915" y="3288"/>
                      <a:pt x="16080" y="2627"/>
                      <a:pt x="16250" y="1947"/>
                    </a:cubicBezTo>
                    <a:cubicBezTo>
                      <a:pt x="15837" y="2030"/>
                      <a:pt x="15425" y="2112"/>
                      <a:pt x="15000" y="2197"/>
                    </a:cubicBezTo>
                    <a:cubicBezTo>
                      <a:pt x="14980" y="2467"/>
                      <a:pt x="14965" y="2737"/>
                      <a:pt x="14952" y="3010"/>
                    </a:cubicBezTo>
                    <a:cubicBezTo>
                      <a:pt x="14945" y="3160"/>
                      <a:pt x="14935" y="3310"/>
                      <a:pt x="14925" y="3467"/>
                    </a:cubicBezTo>
                    <a:cubicBezTo>
                      <a:pt x="15000" y="3947"/>
                      <a:pt x="15000" y="3947"/>
                      <a:pt x="15382" y="4403"/>
                    </a:cubicBezTo>
                    <a:cubicBezTo>
                      <a:pt x="15837" y="5077"/>
                      <a:pt x="15803" y="5355"/>
                      <a:pt x="15685" y="6150"/>
                    </a:cubicBezTo>
                    <a:cubicBezTo>
                      <a:pt x="15653" y="6377"/>
                      <a:pt x="15620" y="6605"/>
                      <a:pt x="15585" y="6840"/>
                    </a:cubicBezTo>
                    <a:cubicBezTo>
                      <a:pt x="15565" y="6957"/>
                      <a:pt x="15565" y="6957"/>
                      <a:pt x="15467" y="7555"/>
                    </a:cubicBezTo>
                    <a:cubicBezTo>
                      <a:pt x="15435" y="7793"/>
                      <a:pt x="15403" y="8028"/>
                      <a:pt x="15367" y="8270"/>
                    </a:cubicBezTo>
                    <a:cubicBezTo>
                      <a:pt x="15107" y="9975"/>
                      <a:pt x="14825" y="11092"/>
                      <a:pt x="13390" y="12150"/>
                    </a:cubicBezTo>
                    <a:cubicBezTo>
                      <a:pt x="12225" y="13117"/>
                      <a:pt x="11630" y="14212"/>
                      <a:pt x="11342" y="15697"/>
                    </a:cubicBezTo>
                    <a:cubicBezTo>
                      <a:pt x="10940" y="17772"/>
                      <a:pt x="10940" y="17772"/>
                      <a:pt x="10293" y="18365"/>
                    </a:cubicBezTo>
                    <a:cubicBezTo>
                      <a:pt x="9945" y="18562"/>
                      <a:pt x="9592" y="18752"/>
                      <a:pt x="9235" y="18935"/>
                    </a:cubicBezTo>
                    <a:cubicBezTo>
                      <a:pt x="8450" y="19360"/>
                      <a:pt x="8053" y="19862"/>
                      <a:pt x="7750" y="20697"/>
                    </a:cubicBezTo>
                    <a:cubicBezTo>
                      <a:pt x="7580" y="21612"/>
                      <a:pt x="7528" y="22517"/>
                      <a:pt x="7500" y="23447"/>
                    </a:cubicBezTo>
                    <a:cubicBezTo>
                      <a:pt x="7490" y="23663"/>
                      <a:pt x="7480" y="23877"/>
                      <a:pt x="7470" y="24100"/>
                    </a:cubicBezTo>
                    <a:cubicBezTo>
                      <a:pt x="7418" y="26050"/>
                      <a:pt x="7525" y="27913"/>
                      <a:pt x="8895" y="29403"/>
                    </a:cubicBezTo>
                    <a:cubicBezTo>
                      <a:pt x="9257" y="29705"/>
                      <a:pt x="9560" y="29845"/>
                      <a:pt x="10000" y="30010"/>
                    </a:cubicBezTo>
                    <a:cubicBezTo>
                      <a:pt x="11007" y="30440"/>
                      <a:pt x="11265" y="31377"/>
                      <a:pt x="11700" y="32322"/>
                    </a:cubicBezTo>
                    <a:cubicBezTo>
                      <a:pt x="12433" y="33852"/>
                      <a:pt x="13435" y="34640"/>
                      <a:pt x="14903" y="35445"/>
                    </a:cubicBezTo>
                    <a:cubicBezTo>
                      <a:pt x="15727" y="35900"/>
                      <a:pt x="15727" y="35900"/>
                      <a:pt x="16000" y="36447"/>
                    </a:cubicBezTo>
                    <a:cubicBezTo>
                      <a:pt x="15942" y="36452"/>
                      <a:pt x="15942" y="36452"/>
                      <a:pt x="15660" y="36475"/>
                    </a:cubicBezTo>
                    <a:cubicBezTo>
                      <a:pt x="14855" y="36562"/>
                      <a:pt x="14345" y="36635"/>
                      <a:pt x="13655" y="37087"/>
                    </a:cubicBezTo>
                    <a:cubicBezTo>
                      <a:pt x="12697" y="37612"/>
                      <a:pt x="11820" y="37477"/>
                      <a:pt x="10750" y="37447"/>
                    </a:cubicBezTo>
                    <a:cubicBezTo>
                      <a:pt x="9153" y="37447"/>
                      <a:pt x="8132" y="38090"/>
                      <a:pt x="7000" y="39197"/>
                    </a:cubicBezTo>
                    <a:cubicBezTo>
                      <a:pt x="6357" y="39950"/>
                      <a:pt x="5805" y="40767"/>
                      <a:pt x="5247" y="41585"/>
                    </a:cubicBezTo>
                    <a:cubicBezTo>
                      <a:pt x="4930" y="42050"/>
                      <a:pt x="4595" y="42502"/>
                      <a:pt x="4262" y="42955"/>
                    </a:cubicBezTo>
                    <a:cubicBezTo>
                      <a:pt x="3837" y="43533"/>
                      <a:pt x="3418" y="44115"/>
                      <a:pt x="3000" y="44697"/>
                    </a:cubicBezTo>
                    <a:cubicBezTo>
                      <a:pt x="2900" y="44835"/>
                      <a:pt x="2800" y="44975"/>
                      <a:pt x="2697" y="45117"/>
                    </a:cubicBezTo>
                    <a:cubicBezTo>
                      <a:pt x="2385" y="45555"/>
                      <a:pt x="2075" y="45992"/>
                      <a:pt x="1765" y="46430"/>
                    </a:cubicBezTo>
                    <a:cubicBezTo>
                      <a:pt x="1668" y="46567"/>
                      <a:pt x="1570" y="46702"/>
                      <a:pt x="1470" y="46842"/>
                    </a:cubicBezTo>
                    <a:cubicBezTo>
                      <a:pt x="492" y="48242"/>
                      <a:pt x="342" y="49502"/>
                      <a:pt x="500" y="51197"/>
                    </a:cubicBezTo>
                    <a:cubicBezTo>
                      <a:pt x="815" y="52465"/>
                      <a:pt x="1567" y="53395"/>
                      <a:pt x="2367" y="54403"/>
                    </a:cubicBezTo>
                    <a:cubicBezTo>
                      <a:pt x="2780" y="54990"/>
                      <a:pt x="3053" y="55575"/>
                      <a:pt x="3342" y="56227"/>
                    </a:cubicBezTo>
                    <a:cubicBezTo>
                      <a:pt x="4875" y="59352"/>
                      <a:pt x="9283" y="60720"/>
                      <a:pt x="12250" y="62197"/>
                    </a:cubicBezTo>
                    <a:cubicBezTo>
                      <a:pt x="12582" y="62362"/>
                      <a:pt x="12915" y="62530"/>
                      <a:pt x="13250" y="62697"/>
                    </a:cubicBezTo>
                    <a:cubicBezTo>
                      <a:pt x="13275" y="65553"/>
                      <a:pt x="13283" y="68405"/>
                      <a:pt x="13170" y="71260"/>
                    </a:cubicBezTo>
                    <a:cubicBezTo>
                      <a:pt x="13168" y="71365"/>
                      <a:pt x="13168" y="71365"/>
                      <a:pt x="13155" y="71895"/>
                    </a:cubicBezTo>
                    <a:cubicBezTo>
                      <a:pt x="13145" y="72087"/>
                      <a:pt x="13137" y="72282"/>
                      <a:pt x="13127" y="72482"/>
                    </a:cubicBezTo>
                    <a:cubicBezTo>
                      <a:pt x="13120" y="72650"/>
                      <a:pt x="13115" y="72820"/>
                      <a:pt x="13107" y="72995"/>
                    </a:cubicBezTo>
                    <a:cubicBezTo>
                      <a:pt x="12967" y="73582"/>
                      <a:pt x="12710" y="73815"/>
                      <a:pt x="12250" y="74197"/>
                    </a:cubicBezTo>
                    <a:cubicBezTo>
                      <a:pt x="11845" y="74372"/>
                      <a:pt x="11845" y="74372"/>
                      <a:pt x="11420" y="74510"/>
                    </a:cubicBezTo>
                    <a:cubicBezTo>
                      <a:pt x="10255" y="74975"/>
                      <a:pt x="9390" y="75907"/>
                      <a:pt x="8835" y="77030"/>
                    </a:cubicBezTo>
                    <a:cubicBezTo>
                      <a:pt x="8702" y="77682"/>
                      <a:pt x="8722" y="78332"/>
                      <a:pt x="8735" y="78995"/>
                    </a:cubicBezTo>
                    <a:cubicBezTo>
                      <a:pt x="8735" y="79132"/>
                      <a:pt x="8735" y="79272"/>
                      <a:pt x="8737" y="79418"/>
                    </a:cubicBezTo>
                    <a:cubicBezTo>
                      <a:pt x="8740" y="79760"/>
                      <a:pt x="8745" y="80102"/>
                      <a:pt x="8750" y="80447"/>
                    </a:cubicBezTo>
                    <a:cubicBezTo>
                      <a:pt x="9283" y="80715"/>
                      <a:pt x="9585" y="80740"/>
                      <a:pt x="10175" y="80768"/>
                    </a:cubicBezTo>
                    <a:cubicBezTo>
                      <a:pt x="10357" y="80778"/>
                      <a:pt x="10543" y="80785"/>
                      <a:pt x="10730" y="80795"/>
                    </a:cubicBezTo>
                    <a:cubicBezTo>
                      <a:pt x="10827" y="80800"/>
                      <a:pt x="10827" y="80800"/>
                      <a:pt x="11312" y="80822"/>
                    </a:cubicBezTo>
                    <a:cubicBezTo>
                      <a:pt x="11688" y="80840"/>
                      <a:pt x="12065" y="80857"/>
                      <a:pt x="12440" y="80877"/>
                    </a:cubicBezTo>
                    <a:cubicBezTo>
                      <a:pt x="12607" y="80885"/>
                      <a:pt x="12775" y="80893"/>
                      <a:pt x="12947" y="80900"/>
                    </a:cubicBezTo>
                    <a:cubicBezTo>
                      <a:pt x="13500" y="80947"/>
                      <a:pt x="13500" y="80947"/>
                      <a:pt x="14097" y="81072"/>
                    </a:cubicBezTo>
                    <a:cubicBezTo>
                      <a:pt x="15382" y="81288"/>
                      <a:pt x="16697" y="81235"/>
                      <a:pt x="17997" y="81232"/>
                    </a:cubicBezTo>
                    <a:cubicBezTo>
                      <a:pt x="18303" y="81235"/>
                      <a:pt x="18605" y="81235"/>
                      <a:pt x="18910" y="81235"/>
                    </a:cubicBezTo>
                    <a:cubicBezTo>
                      <a:pt x="19732" y="81237"/>
                      <a:pt x="20558" y="81237"/>
                      <a:pt x="21380" y="81237"/>
                    </a:cubicBezTo>
                    <a:cubicBezTo>
                      <a:pt x="21898" y="81240"/>
                      <a:pt x="22413" y="81240"/>
                      <a:pt x="22930" y="81240"/>
                    </a:cubicBezTo>
                    <a:cubicBezTo>
                      <a:pt x="24737" y="81242"/>
                      <a:pt x="26545" y="81242"/>
                      <a:pt x="28350" y="81242"/>
                    </a:cubicBezTo>
                    <a:cubicBezTo>
                      <a:pt x="30025" y="81242"/>
                      <a:pt x="31700" y="81245"/>
                      <a:pt x="33375" y="81250"/>
                    </a:cubicBezTo>
                    <a:cubicBezTo>
                      <a:pt x="34820" y="81252"/>
                      <a:pt x="36265" y="81255"/>
                      <a:pt x="37710" y="81255"/>
                    </a:cubicBezTo>
                    <a:cubicBezTo>
                      <a:pt x="38570" y="81255"/>
                      <a:pt x="39430" y="81255"/>
                      <a:pt x="40288" y="81257"/>
                    </a:cubicBezTo>
                    <a:cubicBezTo>
                      <a:pt x="49325" y="81282"/>
                      <a:pt x="49325" y="81282"/>
                      <a:pt x="51000" y="80447"/>
                    </a:cubicBezTo>
                    <a:cubicBezTo>
                      <a:pt x="51195" y="76812"/>
                      <a:pt x="51195" y="76812"/>
                      <a:pt x="50000" y="75447"/>
                    </a:cubicBezTo>
                    <a:cubicBezTo>
                      <a:pt x="49308" y="74778"/>
                      <a:pt x="48505" y="74460"/>
                      <a:pt x="47622" y="74110"/>
                    </a:cubicBezTo>
                    <a:cubicBezTo>
                      <a:pt x="47250" y="73947"/>
                      <a:pt x="47250" y="73947"/>
                      <a:pt x="47000" y="73697"/>
                    </a:cubicBezTo>
                    <a:cubicBezTo>
                      <a:pt x="46967" y="73305"/>
                      <a:pt x="46967" y="73305"/>
                      <a:pt x="46967" y="72795"/>
                    </a:cubicBezTo>
                    <a:cubicBezTo>
                      <a:pt x="46967" y="72602"/>
                      <a:pt x="46965" y="72413"/>
                      <a:pt x="46965" y="72215"/>
                    </a:cubicBezTo>
                    <a:cubicBezTo>
                      <a:pt x="46965" y="72005"/>
                      <a:pt x="46965" y="71798"/>
                      <a:pt x="46965" y="71582"/>
                    </a:cubicBezTo>
                    <a:cubicBezTo>
                      <a:pt x="46960" y="71140"/>
                      <a:pt x="46955" y="70697"/>
                      <a:pt x="46950" y="70255"/>
                    </a:cubicBezTo>
                    <a:cubicBezTo>
                      <a:pt x="46942" y="69558"/>
                      <a:pt x="46938" y="68860"/>
                      <a:pt x="46938" y="68163"/>
                    </a:cubicBezTo>
                    <a:cubicBezTo>
                      <a:pt x="46930" y="63192"/>
                      <a:pt x="46930" y="63192"/>
                      <a:pt x="45500" y="60947"/>
                    </a:cubicBezTo>
                    <a:cubicBezTo>
                      <a:pt x="45457" y="60880"/>
                      <a:pt x="45457" y="60880"/>
                      <a:pt x="45240" y="60535"/>
                    </a:cubicBezTo>
                    <a:cubicBezTo>
                      <a:pt x="44620" y="59625"/>
                      <a:pt x="43655" y="59045"/>
                      <a:pt x="42750" y="58447"/>
                    </a:cubicBezTo>
                    <a:cubicBezTo>
                      <a:pt x="42785" y="58377"/>
                      <a:pt x="42785" y="58377"/>
                      <a:pt x="42967" y="58025"/>
                    </a:cubicBezTo>
                    <a:cubicBezTo>
                      <a:pt x="43260" y="57423"/>
                      <a:pt x="43523" y="56825"/>
                      <a:pt x="43750" y="56197"/>
                    </a:cubicBezTo>
                    <a:cubicBezTo>
                      <a:pt x="43812" y="56028"/>
                      <a:pt x="43875" y="55857"/>
                      <a:pt x="43940" y="55685"/>
                    </a:cubicBezTo>
                    <a:cubicBezTo>
                      <a:pt x="44553" y="53867"/>
                      <a:pt x="44670" y="52102"/>
                      <a:pt x="44750" y="50197"/>
                    </a:cubicBezTo>
                    <a:cubicBezTo>
                      <a:pt x="45490" y="50350"/>
                      <a:pt x="45845" y="50510"/>
                      <a:pt x="46500" y="50947"/>
                    </a:cubicBezTo>
                    <a:cubicBezTo>
                      <a:pt x="46582" y="50205"/>
                      <a:pt x="46665" y="49462"/>
                      <a:pt x="46750" y="48697"/>
                    </a:cubicBezTo>
                    <a:cubicBezTo>
                      <a:pt x="46945" y="48645"/>
                      <a:pt x="47140" y="48595"/>
                      <a:pt x="47342" y="48540"/>
                    </a:cubicBezTo>
                    <a:cubicBezTo>
                      <a:pt x="48377" y="48207"/>
                      <a:pt x="49240" y="47585"/>
                      <a:pt x="50132" y="46982"/>
                    </a:cubicBezTo>
                    <a:cubicBezTo>
                      <a:pt x="51002" y="46580"/>
                      <a:pt x="51523" y="46785"/>
                      <a:pt x="52395" y="47080"/>
                    </a:cubicBezTo>
                    <a:cubicBezTo>
                      <a:pt x="52680" y="47202"/>
                      <a:pt x="52965" y="47325"/>
                      <a:pt x="53250" y="47447"/>
                    </a:cubicBezTo>
                    <a:cubicBezTo>
                      <a:pt x="53370" y="48750"/>
                      <a:pt x="53370" y="48750"/>
                      <a:pt x="53028" y="49308"/>
                    </a:cubicBezTo>
                    <a:cubicBezTo>
                      <a:pt x="52847" y="49520"/>
                      <a:pt x="52660" y="49727"/>
                      <a:pt x="52467" y="49928"/>
                    </a:cubicBezTo>
                    <a:cubicBezTo>
                      <a:pt x="52250" y="50197"/>
                      <a:pt x="52250" y="50197"/>
                      <a:pt x="52250" y="50697"/>
                    </a:cubicBezTo>
                    <a:cubicBezTo>
                      <a:pt x="52062" y="50747"/>
                      <a:pt x="51877" y="50800"/>
                      <a:pt x="51688" y="50852"/>
                    </a:cubicBezTo>
                    <a:cubicBezTo>
                      <a:pt x="50810" y="51207"/>
                      <a:pt x="50393" y="51860"/>
                      <a:pt x="50000" y="52697"/>
                    </a:cubicBezTo>
                    <a:cubicBezTo>
                      <a:pt x="49860" y="53207"/>
                      <a:pt x="49800" y="53668"/>
                      <a:pt x="49750" y="54197"/>
                    </a:cubicBezTo>
                    <a:cubicBezTo>
                      <a:pt x="48530" y="53760"/>
                      <a:pt x="48530" y="53760"/>
                      <a:pt x="48250" y="53197"/>
                    </a:cubicBezTo>
                    <a:cubicBezTo>
                      <a:pt x="48240" y="52780"/>
                      <a:pt x="48237" y="52362"/>
                      <a:pt x="48250" y="51947"/>
                    </a:cubicBezTo>
                    <a:cubicBezTo>
                      <a:pt x="47837" y="51865"/>
                      <a:pt x="47425" y="51783"/>
                      <a:pt x="47000" y="51697"/>
                    </a:cubicBezTo>
                    <a:cubicBezTo>
                      <a:pt x="47130" y="53085"/>
                      <a:pt x="47665" y="54122"/>
                      <a:pt x="48327" y="55337"/>
                    </a:cubicBezTo>
                    <a:cubicBezTo>
                      <a:pt x="48377" y="55430"/>
                      <a:pt x="48377" y="55430"/>
                      <a:pt x="48625" y="55900"/>
                    </a:cubicBezTo>
                    <a:cubicBezTo>
                      <a:pt x="49252" y="57070"/>
                      <a:pt x="49877" y="58190"/>
                      <a:pt x="50920" y="59040"/>
                    </a:cubicBezTo>
                    <a:cubicBezTo>
                      <a:pt x="52005" y="60382"/>
                      <a:pt x="51423" y="62817"/>
                      <a:pt x="51285" y="64395"/>
                    </a:cubicBezTo>
                    <a:cubicBezTo>
                      <a:pt x="51197" y="65665"/>
                      <a:pt x="51158" y="66455"/>
                      <a:pt x="52000" y="67447"/>
                    </a:cubicBezTo>
                    <a:cubicBezTo>
                      <a:pt x="52545" y="67720"/>
                      <a:pt x="52862" y="67745"/>
                      <a:pt x="53467" y="67760"/>
                    </a:cubicBezTo>
                    <a:cubicBezTo>
                      <a:pt x="53637" y="67765"/>
                      <a:pt x="53808" y="67772"/>
                      <a:pt x="53982" y="67780"/>
                    </a:cubicBezTo>
                    <a:cubicBezTo>
                      <a:pt x="54730" y="67660"/>
                      <a:pt x="54992" y="67528"/>
                      <a:pt x="55500" y="66947"/>
                    </a:cubicBezTo>
                    <a:cubicBezTo>
                      <a:pt x="55697" y="66147"/>
                      <a:pt x="55755" y="65345"/>
                      <a:pt x="55812" y="64525"/>
                    </a:cubicBezTo>
                    <a:cubicBezTo>
                      <a:pt x="55830" y="64303"/>
                      <a:pt x="55850" y="64077"/>
                      <a:pt x="55870" y="63847"/>
                    </a:cubicBezTo>
                    <a:cubicBezTo>
                      <a:pt x="55918" y="63298"/>
                      <a:pt x="55960" y="62747"/>
                      <a:pt x="56000" y="62197"/>
                    </a:cubicBezTo>
                    <a:cubicBezTo>
                      <a:pt x="56105" y="62168"/>
                      <a:pt x="56105" y="62168"/>
                      <a:pt x="56637" y="62022"/>
                    </a:cubicBezTo>
                    <a:cubicBezTo>
                      <a:pt x="56915" y="61940"/>
                      <a:pt x="57192" y="61857"/>
                      <a:pt x="57467" y="61775"/>
                    </a:cubicBezTo>
                    <a:cubicBezTo>
                      <a:pt x="57607" y="61737"/>
                      <a:pt x="57745" y="61700"/>
                      <a:pt x="57890" y="61663"/>
                    </a:cubicBezTo>
                    <a:cubicBezTo>
                      <a:pt x="58295" y="61538"/>
                      <a:pt x="58637" y="61418"/>
                      <a:pt x="59000" y="61197"/>
                    </a:cubicBezTo>
                    <a:cubicBezTo>
                      <a:pt x="59345" y="60535"/>
                      <a:pt x="59345" y="60535"/>
                      <a:pt x="59500" y="59947"/>
                    </a:cubicBezTo>
                    <a:cubicBezTo>
                      <a:pt x="59342" y="60028"/>
                      <a:pt x="59185" y="60110"/>
                      <a:pt x="59025" y="60192"/>
                    </a:cubicBezTo>
                    <a:cubicBezTo>
                      <a:pt x="58008" y="60597"/>
                      <a:pt x="56935" y="60520"/>
                      <a:pt x="55860" y="60510"/>
                    </a:cubicBezTo>
                    <a:cubicBezTo>
                      <a:pt x="55645" y="60512"/>
                      <a:pt x="55433" y="60512"/>
                      <a:pt x="55215" y="60515"/>
                    </a:cubicBezTo>
                    <a:cubicBezTo>
                      <a:pt x="55010" y="60515"/>
                      <a:pt x="54805" y="60515"/>
                      <a:pt x="54592" y="60512"/>
                    </a:cubicBezTo>
                    <a:cubicBezTo>
                      <a:pt x="54408" y="60512"/>
                      <a:pt x="54220" y="60512"/>
                      <a:pt x="54030" y="60512"/>
                    </a:cubicBezTo>
                    <a:cubicBezTo>
                      <a:pt x="53423" y="60438"/>
                      <a:pt x="53020" y="60262"/>
                      <a:pt x="52500" y="59947"/>
                    </a:cubicBezTo>
                    <a:cubicBezTo>
                      <a:pt x="51425" y="58117"/>
                      <a:pt x="52130" y="55153"/>
                      <a:pt x="52500" y="53197"/>
                    </a:cubicBezTo>
                    <a:cubicBezTo>
                      <a:pt x="52582" y="53033"/>
                      <a:pt x="52665" y="52867"/>
                      <a:pt x="52750" y="52697"/>
                    </a:cubicBezTo>
                    <a:cubicBezTo>
                      <a:pt x="53857" y="52385"/>
                      <a:pt x="54930" y="52438"/>
                      <a:pt x="56070" y="52462"/>
                    </a:cubicBezTo>
                    <a:cubicBezTo>
                      <a:pt x="56742" y="52447"/>
                      <a:pt x="57345" y="52347"/>
                      <a:pt x="58000" y="52197"/>
                    </a:cubicBezTo>
                    <a:cubicBezTo>
                      <a:pt x="57918" y="52060"/>
                      <a:pt x="57835" y="51923"/>
                      <a:pt x="57750" y="51783"/>
                    </a:cubicBezTo>
                    <a:cubicBezTo>
                      <a:pt x="57288" y="50697"/>
                      <a:pt x="57457" y="49567"/>
                      <a:pt x="57750" y="48447"/>
                    </a:cubicBezTo>
                    <a:cubicBezTo>
                      <a:pt x="58400" y="47612"/>
                      <a:pt x="59397" y="47380"/>
                      <a:pt x="60375" y="47082"/>
                    </a:cubicBezTo>
                    <a:cubicBezTo>
                      <a:pt x="61705" y="46600"/>
                      <a:pt x="62518" y="45670"/>
                      <a:pt x="63387" y="44595"/>
                    </a:cubicBezTo>
                    <a:cubicBezTo>
                      <a:pt x="63725" y="44222"/>
                      <a:pt x="63980" y="44030"/>
                      <a:pt x="64420" y="43805"/>
                    </a:cubicBezTo>
                    <a:cubicBezTo>
                      <a:pt x="65352" y="43227"/>
                      <a:pt x="65630" y="42423"/>
                      <a:pt x="65890" y="41387"/>
                    </a:cubicBezTo>
                    <a:cubicBezTo>
                      <a:pt x="66245" y="39140"/>
                      <a:pt x="66225" y="36778"/>
                      <a:pt x="65250" y="34697"/>
                    </a:cubicBezTo>
                    <a:cubicBezTo>
                      <a:pt x="65197" y="34582"/>
                      <a:pt x="65145" y="34465"/>
                      <a:pt x="65092" y="34347"/>
                    </a:cubicBezTo>
                    <a:cubicBezTo>
                      <a:pt x="63918" y="31845"/>
                      <a:pt x="61935" y="30232"/>
                      <a:pt x="59408" y="29207"/>
                    </a:cubicBezTo>
                    <a:cubicBezTo>
                      <a:pt x="56658" y="28250"/>
                      <a:pt x="54105" y="28522"/>
                      <a:pt x="51500" y="29697"/>
                    </a:cubicBezTo>
                    <a:cubicBezTo>
                      <a:pt x="51002" y="30000"/>
                      <a:pt x="50550" y="30315"/>
                      <a:pt x="50100" y="30685"/>
                    </a:cubicBezTo>
                    <a:cubicBezTo>
                      <a:pt x="49735" y="30957"/>
                      <a:pt x="49430" y="31065"/>
                      <a:pt x="49000" y="31197"/>
                    </a:cubicBezTo>
                    <a:cubicBezTo>
                      <a:pt x="49080" y="31012"/>
                      <a:pt x="49160" y="30830"/>
                      <a:pt x="49245" y="30642"/>
                    </a:cubicBezTo>
                    <a:cubicBezTo>
                      <a:pt x="49675" y="29337"/>
                      <a:pt x="49582" y="27935"/>
                      <a:pt x="49582" y="26575"/>
                    </a:cubicBezTo>
                    <a:cubicBezTo>
                      <a:pt x="49585" y="26270"/>
                      <a:pt x="49587" y="25965"/>
                      <a:pt x="49587" y="25658"/>
                    </a:cubicBezTo>
                    <a:cubicBezTo>
                      <a:pt x="49592" y="25020"/>
                      <a:pt x="49592" y="24380"/>
                      <a:pt x="49592" y="23740"/>
                    </a:cubicBezTo>
                    <a:cubicBezTo>
                      <a:pt x="49592" y="22928"/>
                      <a:pt x="49600" y="22112"/>
                      <a:pt x="49607" y="21300"/>
                    </a:cubicBezTo>
                    <a:cubicBezTo>
                      <a:pt x="49612" y="20670"/>
                      <a:pt x="49615" y="20038"/>
                      <a:pt x="49612" y="19405"/>
                    </a:cubicBezTo>
                    <a:cubicBezTo>
                      <a:pt x="49615" y="19107"/>
                      <a:pt x="49617" y="18808"/>
                      <a:pt x="49620" y="18507"/>
                    </a:cubicBezTo>
                    <a:cubicBezTo>
                      <a:pt x="49650" y="16097"/>
                      <a:pt x="49377" y="14050"/>
                      <a:pt x="47640" y="12212"/>
                    </a:cubicBezTo>
                    <a:cubicBezTo>
                      <a:pt x="46827" y="11480"/>
                      <a:pt x="46067" y="10822"/>
                      <a:pt x="44972" y="10582"/>
                    </a:cubicBezTo>
                    <a:cubicBezTo>
                      <a:pt x="43430" y="10217"/>
                      <a:pt x="43430" y="10217"/>
                      <a:pt x="42933" y="9477"/>
                    </a:cubicBezTo>
                    <a:cubicBezTo>
                      <a:pt x="42707" y="8887"/>
                      <a:pt x="42540" y="8308"/>
                      <a:pt x="42390" y="7697"/>
                    </a:cubicBezTo>
                    <a:cubicBezTo>
                      <a:pt x="42278" y="7290"/>
                      <a:pt x="42163" y="6885"/>
                      <a:pt x="42048" y="6477"/>
                    </a:cubicBezTo>
                    <a:cubicBezTo>
                      <a:pt x="42002" y="6298"/>
                      <a:pt x="41955" y="6117"/>
                      <a:pt x="41908" y="5933"/>
                    </a:cubicBezTo>
                    <a:cubicBezTo>
                      <a:pt x="41750" y="5447"/>
                      <a:pt x="41750" y="5447"/>
                      <a:pt x="41475" y="5045"/>
                    </a:cubicBezTo>
                    <a:cubicBezTo>
                      <a:pt x="41250" y="4697"/>
                      <a:pt x="41250" y="4697"/>
                      <a:pt x="41327" y="4102"/>
                    </a:cubicBezTo>
                    <a:cubicBezTo>
                      <a:pt x="41440" y="3675"/>
                      <a:pt x="41560" y="3247"/>
                      <a:pt x="41688" y="2822"/>
                    </a:cubicBezTo>
                    <a:cubicBezTo>
                      <a:pt x="41750" y="2197"/>
                      <a:pt x="41750" y="2197"/>
                      <a:pt x="41485" y="1510"/>
                    </a:cubicBezTo>
                    <a:cubicBezTo>
                      <a:pt x="40997" y="942"/>
                      <a:pt x="40915" y="857"/>
                      <a:pt x="40235" y="727"/>
                    </a:cubicBezTo>
                    <a:cubicBezTo>
                      <a:pt x="39500" y="697"/>
                      <a:pt x="39500" y="697"/>
                      <a:pt x="39000" y="947"/>
                    </a:cubicBezTo>
                    <a:close/>
                  </a:path>
                </a:pathLst>
              </a:custGeom>
              <a:solidFill>
                <a:srgbClr val="BAAC87"/>
              </a:solidFill>
              <a:ln w="0">
                <a:noFill/>
              </a:ln>
            </p:spPr>
          </p:sp>
          <p:sp>
            <p:nvSpPr>
              <p:cNvPr id="743" name="robot vector"/>
              <p:cNvSpPr/>
              <p:nvPr/>
            </p:nvSpPr>
            <p:spPr>
              <a:xfrm>
                <a:off x="6392942" y="8022956"/>
                <a:ext cx="228966" cy="171404"/>
              </a:xfrm>
              <a:custGeom>
                <a:avLst/>
                <a:gdLst/>
                <a:ahLst/>
                <a:cxnLst/>
                <a:rect l="0" t="0" r="r" b="b"/>
                <a:pathLst>
                  <a:path w="25040" h="18745" fill="norm" stroke="0">
                    <a:moveTo>
                      <a:pt x="1773" y="33"/>
                    </a:moveTo>
                    <a:cubicBezTo>
                      <a:pt x="1945" y="33"/>
                      <a:pt x="2120" y="30"/>
                      <a:pt x="2298" y="30"/>
                    </a:cubicBezTo>
                    <a:cubicBezTo>
                      <a:pt x="2478" y="33"/>
                      <a:pt x="2658" y="35"/>
                      <a:pt x="2845" y="38"/>
                    </a:cubicBezTo>
                    <a:cubicBezTo>
                      <a:pt x="3023" y="35"/>
                      <a:pt x="3202" y="33"/>
                      <a:pt x="3388" y="30"/>
                    </a:cubicBezTo>
                    <a:cubicBezTo>
                      <a:pt x="4327" y="35"/>
                      <a:pt x="5060" y="45"/>
                      <a:pt x="5860" y="600"/>
                    </a:cubicBezTo>
                    <a:cubicBezTo>
                      <a:pt x="6610" y="1455"/>
                      <a:pt x="6610" y="1455"/>
                      <a:pt x="6610" y="2100"/>
                    </a:cubicBezTo>
                    <a:cubicBezTo>
                      <a:pt x="6820" y="2165"/>
                      <a:pt x="7033" y="2233"/>
                      <a:pt x="7250" y="2303"/>
                    </a:cubicBezTo>
                    <a:cubicBezTo>
                      <a:pt x="7827" y="2490"/>
                      <a:pt x="8355" y="2720"/>
                      <a:pt x="8900" y="2988"/>
                    </a:cubicBezTo>
                    <a:cubicBezTo>
                      <a:pt x="9955" y="3442"/>
                      <a:pt x="10918" y="3445"/>
                      <a:pt x="12053" y="3423"/>
                    </a:cubicBezTo>
                    <a:cubicBezTo>
                      <a:pt x="12258" y="3420"/>
                      <a:pt x="12460" y="3420"/>
                      <a:pt x="12668" y="3420"/>
                    </a:cubicBezTo>
                    <a:cubicBezTo>
                      <a:pt x="13310" y="3415"/>
                      <a:pt x="13952" y="3405"/>
                      <a:pt x="14595" y="3395"/>
                    </a:cubicBezTo>
                    <a:cubicBezTo>
                      <a:pt x="15033" y="3393"/>
                      <a:pt x="15470" y="3388"/>
                      <a:pt x="15908" y="3385"/>
                    </a:cubicBezTo>
                    <a:cubicBezTo>
                      <a:pt x="16975" y="3378"/>
                      <a:pt x="18043" y="3365"/>
                      <a:pt x="19110" y="3350"/>
                    </a:cubicBezTo>
                    <a:cubicBezTo>
                      <a:pt x="19158" y="3155"/>
                      <a:pt x="19205" y="2962"/>
                      <a:pt x="19255" y="2765"/>
                    </a:cubicBezTo>
                    <a:cubicBezTo>
                      <a:pt x="19322" y="2513"/>
                      <a:pt x="19388" y="2258"/>
                      <a:pt x="19452" y="2005"/>
                    </a:cubicBezTo>
                    <a:cubicBezTo>
                      <a:pt x="19470" y="1942"/>
                      <a:pt x="19470" y="1942"/>
                      <a:pt x="19550" y="1620"/>
                    </a:cubicBezTo>
                    <a:cubicBezTo>
                      <a:pt x="19730" y="935"/>
                      <a:pt x="19845" y="613"/>
                      <a:pt x="20360" y="100"/>
                    </a:cubicBezTo>
                    <a:cubicBezTo>
                      <a:pt x="21265" y="0"/>
                      <a:pt x="22077" y="178"/>
                      <a:pt x="22853" y="648"/>
                    </a:cubicBezTo>
                    <a:cubicBezTo>
                      <a:pt x="23963" y="1548"/>
                      <a:pt x="24753" y="2493"/>
                      <a:pt x="24933" y="3942"/>
                    </a:cubicBezTo>
                    <a:cubicBezTo>
                      <a:pt x="24968" y="4665"/>
                      <a:pt x="24978" y="5383"/>
                      <a:pt x="24978" y="6105"/>
                    </a:cubicBezTo>
                    <a:cubicBezTo>
                      <a:pt x="24978" y="6373"/>
                      <a:pt x="24980" y="6640"/>
                      <a:pt x="24983" y="6908"/>
                    </a:cubicBezTo>
                    <a:cubicBezTo>
                      <a:pt x="24985" y="7467"/>
                      <a:pt x="24985" y="8028"/>
                      <a:pt x="24985" y="8585"/>
                    </a:cubicBezTo>
                    <a:cubicBezTo>
                      <a:pt x="24983" y="9298"/>
                      <a:pt x="24990" y="10010"/>
                      <a:pt x="25000" y="10720"/>
                    </a:cubicBezTo>
                    <a:cubicBezTo>
                      <a:pt x="25008" y="11273"/>
                      <a:pt x="25008" y="11825"/>
                      <a:pt x="25008" y="12378"/>
                    </a:cubicBezTo>
                    <a:cubicBezTo>
                      <a:pt x="25008" y="12640"/>
                      <a:pt x="25010" y="12903"/>
                      <a:pt x="25015" y="13165"/>
                    </a:cubicBezTo>
                    <a:cubicBezTo>
                      <a:pt x="25040" y="14915"/>
                      <a:pt x="24853" y="16293"/>
                      <a:pt x="23610" y="17600"/>
                    </a:cubicBezTo>
                    <a:cubicBezTo>
                      <a:pt x="22598" y="18457"/>
                      <a:pt x="21798" y="18745"/>
                      <a:pt x="20483" y="18720"/>
                    </a:cubicBezTo>
                    <a:cubicBezTo>
                      <a:pt x="20327" y="18723"/>
                      <a:pt x="20173" y="18723"/>
                      <a:pt x="20013" y="18723"/>
                    </a:cubicBezTo>
                    <a:cubicBezTo>
                      <a:pt x="19505" y="18725"/>
                      <a:pt x="18998" y="18720"/>
                      <a:pt x="18490" y="18715"/>
                    </a:cubicBezTo>
                    <a:cubicBezTo>
                      <a:pt x="18135" y="18712"/>
                      <a:pt x="17780" y="18712"/>
                      <a:pt x="17425" y="18712"/>
                    </a:cubicBezTo>
                    <a:cubicBezTo>
                      <a:pt x="16685" y="18712"/>
                      <a:pt x="15942" y="18707"/>
                      <a:pt x="15202" y="18702"/>
                    </a:cubicBezTo>
                    <a:cubicBezTo>
                      <a:pt x="14253" y="18692"/>
                      <a:pt x="13303" y="18692"/>
                      <a:pt x="12353" y="18692"/>
                    </a:cubicBezTo>
                    <a:cubicBezTo>
                      <a:pt x="11620" y="18692"/>
                      <a:pt x="10888" y="18690"/>
                      <a:pt x="10158" y="18685"/>
                    </a:cubicBezTo>
                    <a:cubicBezTo>
                      <a:pt x="9808" y="18683"/>
                      <a:pt x="9457" y="18683"/>
                      <a:pt x="9105" y="18683"/>
                    </a:cubicBezTo>
                    <a:cubicBezTo>
                      <a:pt x="8618" y="18683"/>
                      <a:pt x="8128" y="18678"/>
                      <a:pt x="7640" y="18673"/>
                    </a:cubicBezTo>
                    <a:cubicBezTo>
                      <a:pt x="7495" y="18673"/>
                      <a:pt x="7350" y="18673"/>
                      <a:pt x="7202" y="18673"/>
                    </a:cubicBezTo>
                    <a:cubicBezTo>
                      <a:pt x="6447" y="18660"/>
                      <a:pt x="5923" y="18628"/>
                      <a:pt x="5360" y="18100"/>
                    </a:cubicBezTo>
                    <a:cubicBezTo>
                      <a:pt x="5190" y="17598"/>
                      <a:pt x="5168" y="17130"/>
                      <a:pt x="5110" y="16600"/>
                    </a:cubicBezTo>
                    <a:cubicBezTo>
                      <a:pt x="5955" y="16340"/>
                      <a:pt x="6758" y="16317"/>
                      <a:pt x="7635" y="16327"/>
                    </a:cubicBezTo>
                    <a:cubicBezTo>
                      <a:pt x="7785" y="16330"/>
                      <a:pt x="7935" y="16330"/>
                      <a:pt x="8090" y="16330"/>
                    </a:cubicBezTo>
                    <a:cubicBezTo>
                      <a:pt x="8413" y="16332"/>
                      <a:pt x="8738" y="16335"/>
                      <a:pt x="9062" y="16337"/>
                    </a:cubicBezTo>
                    <a:cubicBezTo>
                      <a:pt x="9577" y="16342"/>
                      <a:pt x="10090" y="16345"/>
                      <a:pt x="10605" y="16348"/>
                    </a:cubicBezTo>
                    <a:cubicBezTo>
                      <a:pt x="12065" y="16353"/>
                      <a:pt x="13525" y="16363"/>
                      <a:pt x="14985" y="16373"/>
                    </a:cubicBezTo>
                    <a:cubicBezTo>
                      <a:pt x="15880" y="16380"/>
                      <a:pt x="16775" y="16385"/>
                      <a:pt x="17668" y="16388"/>
                    </a:cubicBezTo>
                    <a:cubicBezTo>
                      <a:pt x="18010" y="16388"/>
                      <a:pt x="18350" y="16390"/>
                      <a:pt x="18690" y="16395"/>
                    </a:cubicBezTo>
                    <a:cubicBezTo>
                      <a:pt x="19165" y="16400"/>
                      <a:pt x="19643" y="16400"/>
                      <a:pt x="20118" y="16403"/>
                    </a:cubicBezTo>
                    <a:cubicBezTo>
                      <a:pt x="20188" y="16403"/>
                      <a:pt x="20188" y="16403"/>
                      <a:pt x="20543" y="16408"/>
                    </a:cubicBezTo>
                    <a:cubicBezTo>
                      <a:pt x="21290" y="16408"/>
                      <a:pt x="21812" y="16388"/>
                      <a:pt x="22360" y="15850"/>
                    </a:cubicBezTo>
                    <a:cubicBezTo>
                      <a:pt x="22648" y="15270"/>
                      <a:pt x="22640" y="14717"/>
                      <a:pt x="22643" y="14077"/>
                    </a:cubicBezTo>
                    <a:cubicBezTo>
                      <a:pt x="22643" y="13975"/>
                      <a:pt x="22643" y="13975"/>
                      <a:pt x="22645" y="13457"/>
                    </a:cubicBezTo>
                    <a:cubicBezTo>
                      <a:pt x="22643" y="13238"/>
                      <a:pt x="22643" y="13018"/>
                      <a:pt x="22643" y="12793"/>
                    </a:cubicBezTo>
                    <a:cubicBezTo>
                      <a:pt x="22643" y="12680"/>
                      <a:pt x="22643" y="12680"/>
                      <a:pt x="22643" y="12108"/>
                    </a:cubicBezTo>
                    <a:cubicBezTo>
                      <a:pt x="22643" y="11630"/>
                      <a:pt x="22643" y="11155"/>
                      <a:pt x="22643" y="10678"/>
                    </a:cubicBezTo>
                    <a:cubicBezTo>
                      <a:pt x="22640" y="9945"/>
                      <a:pt x="22643" y="9210"/>
                      <a:pt x="22643" y="8478"/>
                    </a:cubicBezTo>
                    <a:cubicBezTo>
                      <a:pt x="22643" y="8015"/>
                      <a:pt x="22643" y="7553"/>
                      <a:pt x="22643" y="7090"/>
                    </a:cubicBezTo>
                    <a:cubicBezTo>
                      <a:pt x="22643" y="6980"/>
                      <a:pt x="22643" y="6980"/>
                      <a:pt x="22645" y="6420"/>
                    </a:cubicBezTo>
                    <a:cubicBezTo>
                      <a:pt x="22643" y="6217"/>
                      <a:pt x="22643" y="6015"/>
                      <a:pt x="22643" y="5808"/>
                    </a:cubicBezTo>
                    <a:cubicBezTo>
                      <a:pt x="22643" y="5628"/>
                      <a:pt x="22643" y="5447"/>
                      <a:pt x="22640" y="5263"/>
                    </a:cubicBezTo>
                    <a:cubicBezTo>
                      <a:pt x="22610" y="4850"/>
                      <a:pt x="22610" y="4850"/>
                      <a:pt x="22360" y="4600"/>
                    </a:cubicBezTo>
                    <a:cubicBezTo>
                      <a:pt x="21835" y="4575"/>
                      <a:pt x="21317" y="4567"/>
                      <a:pt x="20793" y="4570"/>
                    </a:cubicBezTo>
                    <a:cubicBezTo>
                      <a:pt x="20630" y="4570"/>
                      <a:pt x="20468" y="4570"/>
                      <a:pt x="20298" y="4570"/>
                    </a:cubicBezTo>
                    <a:cubicBezTo>
                      <a:pt x="19755" y="4570"/>
                      <a:pt x="19213" y="4572"/>
                      <a:pt x="18670" y="4575"/>
                    </a:cubicBezTo>
                    <a:cubicBezTo>
                      <a:pt x="18295" y="4575"/>
                      <a:pt x="17920" y="4575"/>
                      <a:pt x="17545" y="4575"/>
                    </a:cubicBezTo>
                    <a:cubicBezTo>
                      <a:pt x="16555" y="4577"/>
                      <a:pt x="15567" y="4580"/>
                      <a:pt x="14577" y="4582"/>
                    </a:cubicBezTo>
                    <a:cubicBezTo>
                      <a:pt x="13570" y="4585"/>
                      <a:pt x="12560" y="4585"/>
                      <a:pt x="11553" y="4587"/>
                    </a:cubicBezTo>
                    <a:cubicBezTo>
                      <a:pt x="9570" y="4590"/>
                      <a:pt x="7590" y="4592"/>
                      <a:pt x="5610" y="4600"/>
                    </a:cubicBezTo>
                    <a:cubicBezTo>
                      <a:pt x="5442" y="5788"/>
                      <a:pt x="5325" y="6942"/>
                      <a:pt x="5345" y="8145"/>
                    </a:cubicBezTo>
                    <a:cubicBezTo>
                      <a:pt x="5345" y="8278"/>
                      <a:pt x="5345" y="8413"/>
                      <a:pt x="5348" y="8553"/>
                    </a:cubicBezTo>
                    <a:cubicBezTo>
                      <a:pt x="5350" y="8975"/>
                      <a:pt x="5355" y="9395"/>
                      <a:pt x="5360" y="9817"/>
                    </a:cubicBezTo>
                    <a:cubicBezTo>
                      <a:pt x="5365" y="10380"/>
                      <a:pt x="5370" y="10942"/>
                      <a:pt x="5375" y="11503"/>
                    </a:cubicBezTo>
                    <a:cubicBezTo>
                      <a:pt x="5378" y="11750"/>
                      <a:pt x="5380" y="11995"/>
                      <a:pt x="5385" y="12250"/>
                    </a:cubicBezTo>
                    <a:cubicBezTo>
                      <a:pt x="5360" y="12850"/>
                      <a:pt x="5360" y="12850"/>
                      <a:pt x="5110" y="13350"/>
                    </a:cubicBezTo>
                    <a:cubicBezTo>
                      <a:pt x="2733" y="13145"/>
                      <a:pt x="2733" y="13145"/>
                      <a:pt x="1860" y="12350"/>
                    </a:cubicBezTo>
                    <a:cubicBezTo>
                      <a:pt x="1093" y="10473"/>
                      <a:pt x="1270" y="8215"/>
                      <a:pt x="1265" y="6223"/>
                    </a:cubicBezTo>
                    <a:cubicBezTo>
                      <a:pt x="1248" y="3155"/>
                      <a:pt x="1248" y="3155"/>
                      <a:pt x="332" y="2128"/>
                    </a:cubicBezTo>
                    <a:cubicBezTo>
                      <a:pt x="110" y="1850"/>
                      <a:pt x="110" y="1850"/>
                      <a:pt x="0" y="1163"/>
                    </a:cubicBezTo>
                    <a:cubicBezTo>
                      <a:pt x="110" y="600"/>
                      <a:pt x="110" y="600"/>
                      <a:pt x="435" y="317"/>
                    </a:cubicBezTo>
                    <a:cubicBezTo>
                      <a:pt x="920" y="67"/>
                      <a:pt x="1228" y="35"/>
                      <a:pt x="1773" y="33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44" name="robot vector"/>
              <p:cNvSpPr/>
              <p:nvPr/>
            </p:nvSpPr>
            <p:spPr>
              <a:xfrm>
                <a:off x="6294230" y="7680548"/>
                <a:ext cx="543154" cy="391317"/>
              </a:xfrm>
              <a:custGeom>
                <a:avLst/>
                <a:gdLst/>
                <a:ahLst/>
                <a:cxnLst/>
                <a:rect l="0" t="0" r="r" b="b"/>
                <a:pathLst>
                  <a:path w="59400" h="42795" fill="norm" stroke="0">
                    <a:moveTo>
                      <a:pt x="33538" y="153"/>
                    </a:moveTo>
                    <a:cubicBezTo>
                      <a:pt x="33905" y="295"/>
                      <a:pt x="33905" y="295"/>
                      <a:pt x="34390" y="858"/>
                    </a:cubicBezTo>
                    <a:cubicBezTo>
                      <a:pt x="34765" y="1832"/>
                      <a:pt x="34538" y="2415"/>
                      <a:pt x="34202" y="3373"/>
                    </a:cubicBezTo>
                    <a:cubicBezTo>
                      <a:pt x="34140" y="4250"/>
                      <a:pt x="34440" y="4678"/>
                      <a:pt x="34865" y="5430"/>
                    </a:cubicBezTo>
                    <a:cubicBezTo>
                      <a:pt x="35103" y="5935"/>
                      <a:pt x="35240" y="6335"/>
                      <a:pt x="35365" y="6870"/>
                    </a:cubicBezTo>
                    <a:cubicBezTo>
                      <a:pt x="35898" y="9128"/>
                      <a:pt x="35898" y="9128"/>
                      <a:pt x="36648" y="9618"/>
                    </a:cubicBezTo>
                    <a:cubicBezTo>
                      <a:pt x="37217" y="9780"/>
                      <a:pt x="37217" y="9780"/>
                      <a:pt x="37810" y="9898"/>
                    </a:cubicBezTo>
                    <a:cubicBezTo>
                      <a:pt x="39398" y="10290"/>
                      <a:pt x="40773" y="11710"/>
                      <a:pt x="41655" y="13045"/>
                    </a:cubicBezTo>
                    <a:cubicBezTo>
                      <a:pt x="42545" y="14712"/>
                      <a:pt x="42510" y="16415"/>
                      <a:pt x="42495" y="18250"/>
                    </a:cubicBezTo>
                    <a:cubicBezTo>
                      <a:pt x="42495" y="18558"/>
                      <a:pt x="42495" y="18865"/>
                      <a:pt x="42495" y="19173"/>
                    </a:cubicBezTo>
                    <a:cubicBezTo>
                      <a:pt x="42495" y="19812"/>
                      <a:pt x="42493" y="20455"/>
                      <a:pt x="42488" y="21095"/>
                    </a:cubicBezTo>
                    <a:cubicBezTo>
                      <a:pt x="42483" y="21913"/>
                      <a:pt x="42483" y="22730"/>
                      <a:pt x="42485" y="23550"/>
                    </a:cubicBezTo>
                    <a:cubicBezTo>
                      <a:pt x="42485" y="24183"/>
                      <a:pt x="42485" y="24817"/>
                      <a:pt x="42483" y="25450"/>
                    </a:cubicBezTo>
                    <a:cubicBezTo>
                      <a:pt x="42480" y="25753"/>
                      <a:pt x="42480" y="26053"/>
                      <a:pt x="42480" y="26355"/>
                    </a:cubicBezTo>
                    <a:cubicBezTo>
                      <a:pt x="42480" y="29243"/>
                      <a:pt x="42480" y="29243"/>
                      <a:pt x="41905" y="30545"/>
                    </a:cubicBezTo>
                    <a:cubicBezTo>
                      <a:pt x="42008" y="30485"/>
                      <a:pt x="42110" y="30425"/>
                      <a:pt x="42217" y="30363"/>
                    </a:cubicBezTo>
                    <a:cubicBezTo>
                      <a:pt x="45305" y="28570"/>
                      <a:pt x="48058" y="27398"/>
                      <a:pt x="51660" y="28315"/>
                    </a:cubicBezTo>
                    <a:cubicBezTo>
                      <a:pt x="54340" y="29093"/>
                      <a:pt x="56620" y="30915"/>
                      <a:pt x="57975" y="33378"/>
                    </a:cubicBezTo>
                    <a:cubicBezTo>
                      <a:pt x="59095" y="35795"/>
                      <a:pt x="59400" y="38812"/>
                      <a:pt x="58545" y="41373"/>
                    </a:cubicBezTo>
                    <a:cubicBezTo>
                      <a:pt x="58353" y="41863"/>
                      <a:pt x="58140" y="42325"/>
                      <a:pt x="57905" y="42795"/>
                    </a:cubicBezTo>
                    <a:cubicBezTo>
                      <a:pt x="57740" y="42795"/>
                      <a:pt x="57575" y="42795"/>
                      <a:pt x="57405" y="42795"/>
                    </a:cubicBezTo>
                    <a:cubicBezTo>
                      <a:pt x="57623" y="41608"/>
                      <a:pt x="57623" y="41608"/>
                      <a:pt x="57905" y="41045"/>
                    </a:cubicBezTo>
                    <a:cubicBezTo>
                      <a:pt x="58375" y="38178"/>
                      <a:pt x="58268" y="35295"/>
                      <a:pt x="56655" y="32795"/>
                    </a:cubicBezTo>
                    <a:cubicBezTo>
                      <a:pt x="55228" y="30845"/>
                      <a:pt x="53543" y="29530"/>
                      <a:pt x="51155" y="29045"/>
                    </a:cubicBezTo>
                    <a:cubicBezTo>
                      <a:pt x="48190" y="28740"/>
                      <a:pt x="45428" y="28888"/>
                      <a:pt x="43045" y="30795"/>
                    </a:cubicBezTo>
                    <a:cubicBezTo>
                      <a:pt x="42655" y="31120"/>
                      <a:pt x="42280" y="31452"/>
                      <a:pt x="41905" y="31795"/>
                    </a:cubicBezTo>
                    <a:cubicBezTo>
                      <a:pt x="41763" y="31920"/>
                      <a:pt x="41620" y="32043"/>
                      <a:pt x="41475" y="32170"/>
                    </a:cubicBezTo>
                    <a:cubicBezTo>
                      <a:pt x="41090" y="32620"/>
                      <a:pt x="41003" y="32952"/>
                      <a:pt x="40890" y="33530"/>
                    </a:cubicBezTo>
                    <a:cubicBezTo>
                      <a:pt x="40778" y="34085"/>
                      <a:pt x="40678" y="34505"/>
                      <a:pt x="40395" y="35000"/>
                    </a:cubicBezTo>
                    <a:cubicBezTo>
                      <a:pt x="40005" y="35883"/>
                      <a:pt x="40065" y="36805"/>
                      <a:pt x="40058" y="37763"/>
                    </a:cubicBezTo>
                    <a:cubicBezTo>
                      <a:pt x="40028" y="38535"/>
                      <a:pt x="39985" y="39067"/>
                      <a:pt x="39447" y="39653"/>
                    </a:cubicBezTo>
                    <a:cubicBezTo>
                      <a:pt x="38895" y="40053"/>
                      <a:pt x="38710" y="40183"/>
                      <a:pt x="38045" y="40093"/>
                    </a:cubicBezTo>
                    <a:cubicBezTo>
                      <a:pt x="37238" y="39928"/>
                      <a:pt x="36903" y="39593"/>
                      <a:pt x="36420" y="38935"/>
                    </a:cubicBezTo>
                    <a:cubicBezTo>
                      <a:pt x="35905" y="38143"/>
                      <a:pt x="35905" y="38143"/>
                      <a:pt x="35905" y="37545"/>
                    </a:cubicBezTo>
                    <a:cubicBezTo>
                      <a:pt x="35490" y="37370"/>
                      <a:pt x="35075" y="37207"/>
                      <a:pt x="34655" y="37045"/>
                    </a:cubicBezTo>
                    <a:cubicBezTo>
                      <a:pt x="34498" y="36980"/>
                      <a:pt x="34340" y="36913"/>
                      <a:pt x="34175" y="36845"/>
                    </a:cubicBezTo>
                    <a:cubicBezTo>
                      <a:pt x="32440" y="36180"/>
                      <a:pt x="30508" y="35930"/>
                      <a:pt x="28712" y="36525"/>
                    </a:cubicBezTo>
                    <a:cubicBezTo>
                      <a:pt x="28155" y="36795"/>
                      <a:pt x="28155" y="36795"/>
                      <a:pt x="27795" y="37202"/>
                    </a:cubicBezTo>
                    <a:cubicBezTo>
                      <a:pt x="27350" y="37593"/>
                      <a:pt x="27212" y="37605"/>
                      <a:pt x="26640" y="37623"/>
                    </a:cubicBezTo>
                    <a:cubicBezTo>
                      <a:pt x="25905" y="37545"/>
                      <a:pt x="25905" y="37545"/>
                      <a:pt x="25405" y="37045"/>
                    </a:cubicBezTo>
                    <a:cubicBezTo>
                      <a:pt x="25347" y="36630"/>
                      <a:pt x="25347" y="36630"/>
                      <a:pt x="25358" y="36170"/>
                    </a:cubicBezTo>
                    <a:cubicBezTo>
                      <a:pt x="25360" y="36018"/>
                      <a:pt x="25360" y="35865"/>
                      <a:pt x="25363" y="35710"/>
                    </a:cubicBezTo>
                    <a:cubicBezTo>
                      <a:pt x="25405" y="35295"/>
                      <a:pt x="25405" y="35295"/>
                      <a:pt x="25655" y="34795"/>
                    </a:cubicBezTo>
                    <a:cubicBezTo>
                      <a:pt x="25785" y="34795"/>
                      <a:pt x="25913" y="34795"/>
                      <a:pt x="26045" y="34795"/>
                    </a:cubicBezTo>
                    <a:cubicBezTo>
                      <a:pt x="27275" y="34790"/>
                      <a:pt x="28503" y="34780"/>
                      <a:pt x="29730" y="34763"/>
                    </a:cubicBezTo>
                    <a:cubicBezTo>
                      <a:pt x="30360" y="34753"/>
                      <a:pt x="30993" y="34748"/>
                      <a:pt x="31623" y="34745"/>
                    </a:cubicBezTo>
                    <a:cubicBezTo>
                      <a:pt x="36945" y="34730"/>
                      <a:pt x="36945" y="34730"/>
                      <a:pt x="38905" y="33295"/>
                    </a:cubicBezTo>
                    <a:cubicBezTo>
                      <a:pt x="39058" y="33200"/>
                      <a:pt x="39207" y="33105"/>
                      <a:pt x="39365" y="33008"/>
                    </a:cubicBezTo>
                    <a:cubicBezTo>
                      <a:pt x="40668" y="32178"/>
                      <a:pt x="40983" y="30697"/>
                      <a:pt x="41405" y="29295"/>
                    </a:cubicBezTo>
                    <a:cubicBezTo>
                      <a:pt x="41447" y="29178"/>
                      <a:pt x="41493" y="29060"/>
                      <a:pt x="41538" y="28938"/>
                    </a:cubicBezTo>
                    <a:cubicBezTo>
                      <a:pt x="41673" y="28485"/>
                      <a:pt x="41697" y="28087"/>
                      <a:pt x="41710" y="27618"/>
                    </a:cubicBezTo>
                    <a:cubicBezTo>
                      <a:pt x="41712" y="27525"/>
                      <a:pt x="41712" y="27525"/>
                      <a:pt x="41728" y="27058"/>
                    </a:cubicBezTo>
                    <a:cubicBezTo>
                      <a:pt x="41733" y="26858"/>
                      <a:pt x="41738" y="26658"/>
                      <a:pt x="41743" y="26452"/>
                    </a:cubicBezTo>
                    <a:cubicBezTo>
                      <a:pt x="41748" y="26245"/>
                      <a:pt x="41755" y="26038"/>
                      <a:pt x="41760" y="25825"/>
                    </a:cubicBezTo>
                    <a:cubicBezTo>
                      <a:pt x="41773" y="25383"/>
                      <a:pt x="41783" y="24942"/>
                      <a:pt x="41795" y="24503"/>
                    </a:cubicBezTo>
                    <a:cubicBezTo>
                      <a:pt x="41810" y="23837"/>
                      <a:pt x="41830" y="23173"/>
                      <a:pt x="41850" y="22510"/>
                    </a:cubicBezTo>
                    <a:cubicBezTo>
                      <a:pt x="42072" y="14325"/>
                      <a:pt x="42072" y="14325"/>
                      <a:pt x="39805" y="11920"/>
                    </a:cubicBezTo>
                    <a:cubicBezTo>
                      <a:pt x="38853" y="11025"/>
                      <a:pt x="38207" y="10525"/>
                      <a:pt x="36873" y="10498"/>
                    </a:cubicBezTo>
                    <a:cubicBezTo>
                      <a:pt x="36363" y="10455"/>
                      <a:pt x="36363" y="10455"/>
                      <a:pt x="35905" y="10295"/>
                    </a:cubicBezTo>
                    <a:cubicBezTo>
                      <a:pt x="34883" y="8985"/>
                      <a:pt x="34658" y="7145"/>
                      <a:pt x="34405" y="5545"/>
                    </a:cubicBezTo>
                    <a:cubicBezTo>
                      <a:pt x="34240" y="5545"/>
                      <a:pt x="34075" y="5545"/>
                      <a:pt x="33905" y="5545"/>
                    </a:cubicBezTo>
                    <a:cubicBezTo>
                      <a:pt x="33920" y="5655"/>
                      <a:pt x="33938" y="5765"/>
                      <a:pt x="33955" y="5878"/>
                    </a:cubicBezTo>
                    <a:cubicBezTo>
                      <a:pt x="34028" y="6375"/>
                      <a:pt x="34100" y="6875"/>
                      <a:pt x="34170" y="7373"/>
                    </a:cubicBezTo>
                    <a:cubicBezTo>
                      <a:pt x="34197" y="7545"/>
                      <a:pt x="34222" y="7718"/>
                      <a:pt x="34250" y="7895"/>
                    </a:cubicBezTo>
                    <a:cubicBezTo>
                      <a:pt x="34273" y="8062"/>
                      <a:pt x="34295" y="8230"/>
                      <a:pt x="34320" y="8403"/>
                    </a:cubicBezTo>
                    <a:cubicBezTo>
                      <a:pt x="34342" y="8555"/>
                      <a:pt x="34365" y="8707"/>
                      <a:pt x="34388" y="8865"/>
                    </a:cubicBezTo>
                    <a:cubicBezTo>
                      <a:pt x="34405" y="9332"/>
                      <a:pt x="34358" y="9625"/>
                      <a:pt x="34155" y="10045"/>
                    </a:cubicBezTo>
                    <a:cubicBezTo>
                      <a:pt x="33605" y="10320"/>
                      <a:pt x="33325" y="10327"/>
                      <a:pt x="32717" y="10330"/>
                    </a:cubicBezTo>
                    <a:cubicBezTo>
                      <a:pt x="32523" y="10332"/>
                      <a:pt x="32327" y="10332"/>
                      <a:pt x="32125" y="10335"/>
                    </a:cubicBezTo>
                    <a:cubicBezTo>
                      <a:pt x="32018" y="10335"/>
                      <a:pt x="32018" y="10335"/>
                      <a:pt x="31475" y="10335"/>
                    </a:cubicBezTo>
                    <a:cubicBezTo>
                      <a:pt x="31250" y="10337"/>
                      <a:pt x="31025" y="10337"/>
                      <a:pt x="30793" y="10340"/>
                    </a:cubicBezTo>
                    <a:cubicBezTo>
                      <a:pt x="30173" y="10343"/>
                      <a:pt x="29553" y="10345"/>
                      <a:pt x="28935" y="10345"/>
                    </a:cubicBezTo>
                    <a:cubicBezTo>
                      <a:pt x="28548" y="10345"/>
                      <a:pt x="28160" y="10348"/>
                      <a:pt x="27773" y="10348"/>
                    </a:cubicBezTo>
                    <a:cubicBezTo>
                      <a:pt x="26562" y="10353"/>
                      <a:pt x="25353" y="10355"/>
                      <a:pt x="24143" y="10355"/>
                    </a:cubicBezTo>
                    <a:cubicBezTo>
                      <a:pt x="22745" y="10355"/>
                      <a:pt x="21347" y="10360"/>
                      <a:pt x="19950" y="10368"/>
                    </a:cubicBezTo>
                    <a:cubicBezTo>
                      <a:pt x="18870" y="10373"/>
                      <a:pt x="17790" y="10375"/>
                      <a:pt x="16710" y="10375"/>
                    </a:cubicBezTo>
                    <a:cubicBezTo>
                      <a:pt x="16065" y="10375"/>
                      <a:pt x="15420" y="10378"/>
                      <a:pt x="14775" y="10383"/>
                    </a:cubicBezTo>
                    <a:cubicBezTo>
                      <a:pt x="14055" y="10388"/>
                      <a:pt x="13335" y="10385"/>
                      <a:pt x="12615" y="10385"/>
                    </a:cubicBezTo>
                    <a:cubicBezTo>
                      <a:pt x="12403" y="10388"/>
                      <a:pt x="12188" y="10390"/>
                      <a:pt x="11967" y="10390"/>
                    </a:cubicBezTo>
                    <a:cubicBezTo>
                      <a:pt x="11773" y="10390"/>
                      <a:pt x="11575" y="10388"/>
                      <a:pt x="11375" y="10388"/>
                    </a:cubicBezTo>
                    <a:cubicBezTo>
                      <a:pt x="11205" y="10388"/>
                      <a:pt x="11035" y="10388"/>
                      <a:pt x="10858" y="10388"/>
                    </a:cubicBezTo>
                    <a:cubicBezTo>
                      <a:pt x="10255" y="10265"/>
                      <a:pt x="10030" y="10025"/>
                      <a:pt x="9655" y="9545"/>
                    </a:cubicBezTo>
                    <a:cubicBezTo>
                      <a:pt x="9535" y="8880"/>
                      <a:pt x="9535" y="8880"/>
                      <a:pt x="9498" y="8140"/>
                    </a:cubicBezTo>
                    <a:cubicBezTo>
                      <a:pt x="9425" y="6815"/>
                      <a:pt x="9425" y="6815"/>
                      <a:pt x="9155" y="6545"/>
                    </a:cubicBezTo>
                    <a:cubicBezTo>
                      <a:pt x="9145" y="6653"/>
                      <a:pt x="9135" y="6763"/>
                      <a:pt x="9125" y="6873"/>
                    </a:cubicBezTo>
                    <a:cubicBezTo>
                      <a:pt x="9077" y="7368"/>
                      <a:pt x="9023" y="7863"/>
                      <a:pt x="8967" y="8358"/>
                    </a:cubicBezTo>
                    <a:cubicBezTo>
                      <a:pt x="8960" y="8442"/>
                      <a:pt x="8960" y="8442"/>
                      <a:pt x="8920" y="8875"/>
                    </a:cubicBezTo>
                    <a:cubicBezTo>
                      <a:pt x="8755" y="10298"/>
                      <a:pt x="8755" y="10298"/>
                      <a:pt x="8183" y="10880"/>
                    </a:cubicBezTo>
                    <a:cubicBezTo>
                      <a:pt x="8008" y="11018"/>
                      <a:pt x="7835" y="11153"/>
                      <a:pt x="7655" y="11295"/>
                    </a:cubicBezTo>
                    <a:cubicBezTo>
                      <a:pt x="7590" y="11348"/>
                      <a:pt x="7590" y="11348"/>
                      <a:pt x="7265" y="11613"/>
                    </a:cubicBezTo>
                    <a:cubicBezTo>
                      <a:pt x="7145" y="11705"/>
                      <a:pt x="7028" y="11795"/>
                      <a:pt x="6905" y="11890"/>
                    </a:cubicBezTo>
                    <a:cubicBezTo>
                      <a:pt x="5608" y="12980"/>
                      <a:pt x="5140" y="13870"/>
                      <a:pt x="4920" y="15560"/>
                    </a:cubicBezTo>
                    <a:cubicBezTo>
                      <a:pt x="4778" y="16643"/>
                      <a:pt x="4618" y="17373"/>
                      <a:pt x="3745" y="18080"/>
                    </a:cubicBezTo>
                    <a:cubicBezTo>
                      <a:pt x="3423" y="18283"/>
                      <a:pt x="3085" y="18462"/>
                      <a:pt x="2748" y="18640"/>
                    </a:cubicBezTo>
                    <a:cubicBezTo>
                      <a:pt x="1910" y="19212"/>
                      <a:pt x="1678" y="19830"/>
                      <a:pt x="1405" y="20795"/>
                    </a:cubicBezTo>
                    <a:cubicBezTo>
                      <a:pt x="1295" y="21710"/>
                      <a:pt x="1288" y="22610"/>
                      <a:pt x="1295" y="23530"/>
                    </a:cubicBezTo>
                    <a:cubicBezTo>
                      <a:pt x="1290" y="23768"/>
                      <a:pt x="1285" y="24005"/>
                      <a:pt x="1280" y="24250"/>
                    </a:cubicBezTo>
                    <a:cubicBezTo>
                      <a:pt x="1280" y="25803"/>
                      <a:pt x="1483" y="27018"/>
                      <a:pt x="2405" y="28295"/>
                    </a:cubicBezTo>
                    <a:cubicBezTo>
                      <a:pt x="2923" y="28738"/>
                      <a:pt x="2923" y="28738"/>
                      <a:pt x="3435" y="28998"/>
                    </a:cubicBezTo>
                    <a:cubicBezTo>
                      <a:pt x="4123" y="29358"/>
                      <a:pt x="4540" y="29600"/>
                      <a:pt x="4905" y="30295"/>
                    </a:cubicBezTo>
                    <a:cubicBezTo>
                      <a:pt x="4972" y="30528"/>
                      <a:pt x="5038" y="30760"/>
                      <a:pt x="5108" y="30998"/>
                    </a:cubicBezTo>
                    <a:cubicBezTo>
                      <a:pt x="5643" y="32633"/>
                      <a:pt x="6808" y="33490"/>
                      <a:pt x="8278" y="34283"/>
                    </a:cubicBezTo>
                    <a:cubicBezTo>
                      <a:pt x="9300" y="34710"/>
                      <a:pt x="10253" y="34718"/>
                      <a:pt x="11350" y="34705"/>
                    </a:cubicBezTo>
                    <a:cubicBezTo>
                      <a:pt x="11572" y="34707"/>
                      <a:pt x="11795" y="34710"/>
                      <a:pt x="12025" y="34712"/>
                    </a:cubicBezTo>
                    <a:cubicBezTo>
                      <a:pt x="12730" y="34720"/>
                      <a:pt x="13435" y="34718"/>
                      <a:pt x="14140" y="34718"/>
                    </a:cubicBezTo>
                    <a:cubicBezTo>
                      <a:pt x="14850" y="34720"/>
                      <a:pt x="15560" y="34723"/>
                      <a:pt x="16273" y="34730"/>
                    </a:cubicBezTo>
                    <a:cubicBezTo>
                      <a:pt x="16712" y="34733"/>
                      <a:pt x="17153" y="34735"/>
                      <a:pt x="17592" y="34733"/>
                    </a:cubicBezTo>
                    <a:cubicBezTo>
                      <a:pt x="17692" y="34733"/>
                      <a:pt x="17692" y="34733"/>
                      <a:pt x="18192" y="34735"/>
                    </a:cubicBezTo>
                    <a:cubicBezTo>
                      <a:pt x="18280" y="34735"/>
                      <a:pt x="18280" y="34735"/>
                      <a:pt x="18720" y="34735"/>
                    </a:cubicBezTo>
                    <a:cubicBezTo>
                      <a:pt x="19155" y="34795"/>
                      <a:pt x="19155" y="34795"/>
                      <a:pt x="19655" y="35295"/>
                    </a:cubicBezTo>
                    <a:cubicBezTo>
                      <a:pt x="19720" y="35655"/>
                      <a:pt x="19720" y="35655"/>
                      <a:pt x="19717" y="36045"/>
                    </a:cubicBezTo>
                    <a:cubicBezTo>
                      <a:pt x="19717" y="36110"/>
                      <a:pt x="19717" y="36110"/>
                      <a:pt x="19720" y="36435"/>
                    </a:cubicBezTo>
                    <a:cubicBezTo>
                      <a:pt x="19655" y="36795"/>
                      <a:pt x="19655" y="36795"/>
                      <a:pt x="19155" y="37295"/>
                    </a:cubicBezTo>
                    <a:cubicBezTo>
                      <a:pt x="18330" y="37212"/>
                      <a:pt x="18000" y="37140"/>
                      <a:pt x="17405" y="36545"/>
                    </a:cubicBezTo>
                    <a:cubicBezTo>
                      <a:pt x="16245" y="36220"/>
                      <a:pt x="14985" y="36260"/>
                      <a:pt x="13788" y="36270"/>
                    </a:cubicBezTo>
                    <a:cubicBezTo>
                      <a:pt x="13620" y="36270"/>
                      <a:pt x="13450" y="36273"/>
                      <a:pt x="13275" y="36273"/>
                    </a:cubicBezTo>
                    <a:cubicBezTo>
                      <a:pt x="12740" y="36273"/>
                      <a:pt x="12205" y="36278"/>
                      <a:pt x="11670" y="36280"/>
                    </a:cubicBezTo>
                    <a:cubicBezTo>
                      <a:pt x="11305" y="36280"/>
                      <a:pt x="10940" y="36283"/>
                      <a:pt x="10575" y="36283"/>
                    </a:cubicBezTo>
                    <a:cubicBezTo>
                      <a:pt x="9685" y="36285"/>
                      <a:pt x="8795" y="36290"/>
                      <a:pt x="7905" y="36295"/>
                    </a:cubicBezTo>
                    <a:cubicBezTo>
                      <a:pt x="7988" y="36130"/>
                      <a:pt x="8070" y="35965"/>
                      <a:pt x="8155" y="35795"/>
                    </a:cubicBezTo>
                    <a:cubicBezTo>
                      <a:pt x="8403" y="35795"/>
                      <a:pt x="8650" y="35795"/>
                      <a:pt x="8905" y="35795"/>
                    </a:cubicBezTo>
                    <a:cubicBezTo>
                      <a:pt x="8310" y="35153"/>
                      <a:pt x="7645" y="34683"/>
                      <a:pt x="6920" y="34202"/>
                    </a:cubicBezTo>
                    <a:cubicBezTo>
                      <a:pt x="5445" y="33185"/>
                      <a:pt x="4810" y="32385"/>
                      <a:pt x="4060" y="30765"/>
                    </a:cubicBezTo>
                    <a:cubicBezTo>
                      <a:pt x="3585" y="29773"/>
                      <a:pt x="3278" y="29332"/>
                      <a:pt x="2260" y="28947"/>
                    </a:cubicBezTo>
                    <a:cubicBezTo>
                      <a:pt x="1590" y="28660"/>
                      <a:pt x="1238" y="28180"/>
                      <a:pt x="905" y="27545"/>
                    </a:cubicBezTo>
                    <a:cubicBezTo>
                      <a:pt x="45" y="25258"/>
                      <a:pt x="0" y="21825"/>
                      <a:pt x="905" y="19545"/>
                    </a:cubicBezTo>
                    <a:cubicBezTo>
                      <a:pt x="1430" y="18645"/>
                      <a:pt x="1942" y="18090"/>
                      <a:pt x="2935" y="17765"/>
                    </a:cubicBezTo>
                    <a:cubicBezTo>
                      <a:pt x="3320" y="17600"/>
                      <a:pt x="3320" y="17600"/>
                      <a:pt x="3655" y="17295"/>
                    </a:cubicBezTo>
                    <a:cubicBezTo>
                      <a:pt x="3915" y="16560"/>
                      <a:pt x="4072" y="15825"/>
                      <a:pt x="4233" y="15062"/>
                    </a:cubicBezTo>
                    <a:cubicBezTo>
                      <a:pt x="4585" y="13415"/>
                      <a:pt x="5145" y="12462"/>
                      <a:pt x="6530" y="11498"/>
                    </a:cubicBezTo>
                    <a:cubicBezTo>
                      <a:pt x="8170" y="10278"/>
                      <a:pt x="8248" y="8135"/>
                      <a:pt x="8540" y="6245"/>
                    </a:cubicBezTo>
                    <a:cubicBezTo>
                      <a:pt x="8668" y="5363"/>
                      <a:pt x="8648" y="4658"/>
                      <a:pt x="8405" y="3795"/>
                    </a:cubicBezTo>
                    <a:cubicBezTo>
                      <a:pt x="8240" y="3630"/>
                      <a:pt x="8075" y="3465"/>
                      <a:pt x="7905" y="3295"/>
                    </a:cubicBezTo>
                    <a:cubicBezTo>
                      <a:pt x="7855" y="2863"/>
                      <a:pt x="7855" y="2863"/>
                      <a:pt x="7873" y="2390"/>
                    </a:cubicBezTo>
                    <a:cubicBezTo>
                      <a:pt x="7878" y="2230"/>
                      <a:pt x="7883" y="2072"/>
                      <a:pt x="7888" y="1910"/>
                    </a:cubicBezTo>
                    <a:cubicBezTo>
                      <a:pt x="7893" y="1790"/>
                      <a:pt x="7898" y="1670"/>
                      <a:pt x="7905" y="1545"/>
                    </a:cubicBezTo>
                    <a:cubicBezTo>
                      <a:pt x="8317" y="1462"/>
                      <a:pt x="8730" y="1380"/>
                      <a:pt x="9155" y="1295"/>
                    </a:cubicBezTo>
                    <a:cubicBezTo>
                      <a:pt x="8990" y="1955"/>
                      <a:pt x="8825" y="2615"/>
                      <a:pt x="8655" y="3295"/>
                    </a:cubicBezTo>
                    <a:cubicBezTo>
                      <a:pt x="9315" y="3295"/>
                      <a:pt x="9975" y="3295"/>
                      <a:pt x="10655" y="3295"/>
                    </a:cubicBezTo>
                    <a:cubicBezTo>
                      <a:pt x="10572" y="3543"/>
                      <a:pt x="10490" y="3790"/>
                      <a:pt x="10405" y="4045"/>
                    </a:cubicBezTo>
                    <a:cubicBezTo>
                      <a:pt x="10405" y="5860"/>
                      <a:pt x="10405" y="7675"/>
                      <a:pt x="10405" y="9545"/>
                    </a:cubicBezTo>
                    <a:cubicBezTo>
                      <a:pt x="18077" y="9545"/>
                      <a:pt x="25750" y="9545"/>
                      <a:pt x="33655" y="9545"/>
                    </a:cubicBezTo>
                    <a:cubicBezTo>
                      <a:pt x="33058" y="4775"/>
                      <a:pt x="33058" y="4775"/>
                      <a:pt x="31905" y="3045"/>
                    </a:cubicBezTo>
                    <a:cubicBezTo>
                      <a:pt x="31998" y="2623"/>
                      <a:pt x="31998" y="2623"/>
                      <a:pt x="32155" y="2295"/>
                    </a:cubicBezTo>
                    <a:cubicBezTo>
                      <a:pt x="32567" y="2378"/>
                      <a:pt x="32980" y="2460"/>
                      <a:pt x="33405" y="2545"/>
                    </a:cubicBezTo>
                    <a:cubicBezTo>
                      <a:pt x="33488" y="2133"/>
                      <a:pt x="33570" y="1720"/>
                      <a:pt x="33655" y="1295"/>
                    </a:cubicBezTo>
                    <a:cubicBezTo>
                      <a:pt x="33033" y="1123"/>
                      <a:pt x="32560" y="1045"/>
                      <a:pt x="31905" y="1045"/>
                    </a:cubicBezTo>
                    <a:cubicBezTo>
                      <a:pt x="31905" y="798"/>
                      <a:pt x="31905" y="550"/>
                      <a:pt x="31905" y="295"/>
                    </a:cubicBezTo>
                    <a:cubicBezTo>
                      <a:pt x="32498" y="0"/>
                      <a:pt x="32895" y="30"/>
                      <a:pt x="33538" y="153"/>
                    </a:cubicBezTo>
                    <a:close/>
                  </a:path>
                </a:pathLst>
              </a:custGeom>
              <a:solidFill>
                <a:srgbClr val="565148"/>
              </a:solidFill>
              <a:ln w="0">
                <a:noFill/>
              </a:ln>
            </p:spPr>
          </p:sp>
          <p:sp>
            <p:nvSpPr>
              <p:cNvPr id="745" name="robot vector"/>
              <p:cNvSpPr/>
              <p:nvPr/>
            </p:nvSpPr>
            <p:spPr>
              <a:xfrm>
                <a:off x="6245352" y="8053578"/>
                <a:ext cx="122164" cy="169164"/>
              </a:xfrm>
              <a:custGeom>
                <a:avLst/>
                <a:gdLst/>
                <a:ahLst/>
                <a:cxnLst/>
                <a:rect l="0" t="0" r="r" b="b"/>
                <a:pathLst>
                  <a:path w="13360" h="18500" fill="norm" stroke="0">
                    <a:moveTo>
                      <a:pt x="5250" y="0"/>
                    </a:moveTo>
                    <a:cubicBezTo>
                      <a:pt x="6770" y="87"/>
                      <a:pt x="7908" y="470"/>
                      <a:pt x="9235" y="1202"/>
                    </a:cubicBezTo>
                    <a:cubicBezTo>
                      <a:pt x="9403" y="1290"/>
                      <a:pt x="9570" y="1375"/>
                      <a:pt x="9742" y="1462"/>
                    </a:cubicBezTo>
                    <a:cubicBezTo>
                      <a:pt x="10918" y="2097"/>
                      <a:pt x="10918" y="2097"/>
                      <a:pt x="11273" y="2760"/>
                    </a:cubicBezTo>
                    <a:cubicBezTo>
                      <a:pt x="11245" y="3393"/>
                      <a:pt x="11060" y="3660"/>
                      <a:pt x="10673" y="4155"/>
                    </a:cubicBezTo>
                    <a:cubicBezTo>
                      <a:pt x="10560" y="4305"/>
                      <a:pt x="10447" y="4452"/>
                      <a:pt x="10330" y="4602"/>
                    </a:cubicBezTo>
                    <a:cubicBezTo>
                      <a:pt x="10000" y="5000"/>
                      <a:pt x="10000" y="5000"/>
                      <a:pt x="9500" y="5500"/>
                    </a:cubicBezTo>
                    <a:cubicBezTo>
                      <a:pt x="11440" y="7215"/>
                      <a:pt x="11440" y="7215"/>
                      <a:pt x="12220" y="7812"/>
                    </a:cubicBezTo>
                    <a:cubicBezTo>
                      <a:pt x="12940" y="8408"/>
                      <a:pt x="13197" y="8702"/>
                      <a:pt x="13360" y="9625"/>
                    </a:cubicBezTo>
                    <a:cubicBezTo>
                      <a:pt x="13322" y="9830"/>
                      <a:pt x="13288" y="10038"/>
                      <a:pt x="13250" y="10250"/>
                    </a:cubicBezTo>
                    <a:cubicBezTo>
                      <a:pt x="12702" y="10625"/>
                      <a:pt x="12702" y="10625"/>
                      <a:pt x="12360" y="10795"/>
                    </a:cubicBezTo>
                    <a:cubicBezTo>
                      <a:pt x="11570" y="11242"/>
                      <a:pt x="10903" y="11942"/>
                      <a:pt x="10500" y="12750"/>
                    </a:cubicBezTo>
                    <a:cubicBezTo>
                      <a:pt x="10485" y="13122"/>
                      <a:pt x="10485" y="13495"/>
                      <a:pt x="10492" y="13865"/>
                    </a:cubicBezTo>
                    <a:cubicBezTo>
                      <a:pt x="10495" y="14087"/>
                      <a:pt x="10500" y="14308"/>
                      <a:pt x="10503" y="14535"/>
                    </a:cubicBezTo>
                    <a:cubicBezTo>
                      <a:pt x="10510" y="15000"/>
                      <a:pt x="10520" y="15465"/>
                      <a:pt x="10533" y="15930"/>
                    </a:cubicBezTo>
                    <a:cubicBezTo>
                      <a:pt x="10535" y="16153"/>
                      <a:pt x="10538" y="16372"/>
                      <a:pt x="10540" y="16600"/>
                    </a:cubicBezTo>
                    <a:cubicBezTo>
                      <a:pt x="10545" y="16803"/>
                      <a:pt x="10548" y="17005"/>
                      <a:pt x="10553" y="17215"/>
                    </a:cubicBezTo>
                    <a:cubicBezTo>
                      <a:pt x="10495" y="17793"/>
                      <a:pt x="10362" y="18055"/>
                      <a:pt x="10000" y="18500"/>
                    </a:cubicBezTo>
                    <a:cubicBezTo>
                      <a:pt x="8700" y="18298"/>
                      <a:pt x="7805" y="17745"/>
                      <a:pt x="6707" y="17045"/>
                    </a:cubicBezTo>
                    <a:cubicBezTo>
                      <a:pt x="6395" y="16845"/>
                      <a:pt x="6077" y="16653"/>
                      <a:pt x="5760" y="16457"/>
                    </a:cubicBezTo>
                    <a:cubicBezTo>
                      <a:pt x="4320" y="15550"/>
                      <a:pt x="3025" y="14553"/>
                      <a:pt x="2250" y="13000"/>
                    </a:cubicBezTo>
                    <a:cubicBezTo>
                      <a:pt x="2125" y="11572"/>
                      <a:pt x="2290" y="10350"/>
                      <a:pt x="2750" y="9000"/>
                    </a:cubicBezTo>
                    <a:cubicBezTo>
                      <a:pt x="2420" y="9495"/>
                      <a:pt x="2090" y="9990"/>
                      <a:pt x="1750" y="10500"/>
                    </a:cubicBezTo>
                    <a:cubicBezTo>
                      <a:pt x="1298" y="10485"/>
                      <a:pt x="1298" y="10485"/>
                      <a:pt x="750" y="10250"/>
                    </a:cubicBezTo>
                    <a:cubicBezTo>
                      <a:pt x="317" y="9705"/>
                      <a:pt x="112" y="9185"/>
                      <a:pt x="0" y="8500"/>
                    </a:cubicBezTo>
                    <a:cubicBezTo>
                      <a:pt x="145" y="7398"/>
                      <a:pt x="490" y="6372"/>
                      <a:pt x="1345" y="5625"/>
                    </a:cubicBezTo>
                    <a:cubicBezTo>
                      <a:pt x="1955" y="5225"/>
                      <a:pt x="2513" y="5038"/>
                      <a:pt x="3250" y="5000"/>
                    </a:cubicBezTo>
                    <a:cubicBezTo>
                      <a:pt x="3827" y="5235"/>
                      <a:pt x="3827" y="5235"/>
                      <a:pt x="4250" y="5500"/>
                    </a:cubicBezTo>
                    <a:cubicBezTo>
                      <a:pt x="4250" y="5913"/>
                      <a:pt x="4250" y="6325"/>
                      <a:pt x="4250" y="6750"/>
                    </a:cubicBezTo>
                    <a:cubicBezTo>
                      <a:pt x="4538" y="6595"/>
                      <a:pt x="4822" y="6440"/>
                      <a:pt x="5110" y="6280"/>
                    </a:cubicBezTo>
                    <a:cubicBezTo>
                      <a:pt x="5270" y="6195"/>
                      <a:pt x="5428" y="6107"/>
                      <a:pt x="5592" y="6018"/>
                    </a:cubicBezTo>
                    <a:cubicBezTo>
                      <a:pt x="6000" y="5750"/>
                      <a:pt x="6000" y="5750"/>
                      <a:pt x="6250" y="5250"/>
                    </a:cubicBezTo>
                    <a:cubicBezTo>
                      <a:pt x="6038" y="5165"/>
                      <a:pt x="5822" y="5080"/>
                      <a:pt x="5602" y="4995"/>
                    </a:cubicBezTo>
                    <a:cubicBezTo>
                      <a:pt x="5322" y="4883"/>
                      <a:pt x="5045" y="4770"/>
                      <a:pt x="4765" y="4655"/>
                    </a:cubicBezTo>
                    <a:cubicBezTo>
                      <a:pt x="4695" y="4628"/>
                      <a:pt x="4695" y="4628"/>
                      <a:pt x="4337" y="4487"/>
                    </a:cubicBezTo>
                    <a:cubicBezTo>
                      <a:pt x="4205" y="4433"/>
                      <a:pt x="4070" y="4378"/>
                      <a:pt x="3930" y="4322"/>
                    </a:cubicBezTo>
                    <a:cubicBezTo>
                      <a:pt x="3808" y="4273"/>
                      <a:pt x="3683" y="4222"/>
                      <a:pt x="3555" y="4173"/>
                    </a:cubicBezTo>
                    <a:cubicBezTo>
                      <a:pt x="3250" y="4000"/>
                      <a:pt x="3250" y="4000"/>
                      <a:pt x="3000" y="3500"/>
                    </a:cubicBezTo>
                    <a:cubicBezTo>
                      <a:pt x="3535" y="2183"/>
                      <a:pt x="4378" y="1112"/>
                      <a:pt x="5250" y="0"/>
                    </a:cubicBezTo>
                    <a:close/>
                  </a:path>
                </a:pathLst>
              </a:custGeom>
              <a:solidFill>
                <a:srgbClr val="545047"/>
              </a:solidFill>
              <a:ln w="0">
                <a:noFill/>
              </a:ln>
            </p:spPr>
          </p:sp>
          <p:sp>
            <p:nvSpPr>
              <p:cNvPr id="746" name="robot vector"/>
              <p:cNvSpPr/>
              <p:nvPr/>
            </p:nvSpPr>
            <p:spPr>
              <a:xfrm>
                <a:off x="6675983" y="7963647"/>
                <a:ext cx="117638" cy="129891"/>
              </a:xfrm>
              <a:custGeom>
                <a:avLst/>
                <a:gdLst/>
                <a:ahLst/>
                <a:cxnLst/>
                <a:rect l="0" t="0" r="r" b="b"/>
                <a:pathLst>
                  <a:path w="12865" h="14205" fill="norm" stroke="0">
                    <a:moveTo>
                      <a:pt x="7015" y="23"/>
                    </a:moveTo>
                    <a:cubicBezTo>
                      <a:pt x="7158" y="18"/>
                      <a:pt x="7303" y="13"/>
                      <a:pt x="7450" y="8"/>
                    </a:cubicBezTo>
                    <a:cubicBezTo>
                      <a:pt x="8197" y="0"/>
                      <a:pt x="8587" y="45"/>
                      <a:pt x="9255" y="423"/>
                    </a:cubicBezTo>
                    <a:cubicBezTo>
                      <a:pt x="9655" y="835"/>
                      <a:pt x="9655" y="835"/>
                      <a:pt x="9717" y="1508"/>
                    </a:cubicBezTo>
                    <a:cubicBezTo>
                      <a:pt x="9697" y="1697"/>
                      <a:pt x="9678" y="1888"/>
                      <a:pt x="9655" y="2085"/>
                    </a:cubicBezTo>
                    <a:cubicBezTo>
                      <a:pt x="9805" y="2145"/>
                      <a:pt x="9952" y="2205"/>
                      <a:pt x="10107" y="2268"/>
                    </a:cubicBezTo>
                    <a:cubicBezTo>
                      <a:pt x="10765" y="2648"/>
                      <a:pt x="11028" y="3025"/>
                      <a:pt x="11438" y="3663"/>
                    </a:cubicBezTo>
                    <a:cubicBezTo>
                      <a:pt x="11562" y="3853"/>
                      <a:pt x="11685" y="4043"/>
                      <a:pt x="11815" y="4238"/>
                    </a:cubicBezTo>
                    <a:cubicBezTo>
                      <a:pt x="12558" y="5535"/>
                      <a:pt x="12865" y="6605"/>
                      <a:pt x="12655" y="8085"/>
                    </a:cubicBezTo>
                    <a:cubicBezTo>
                      <a:pt x="12245" y="9543"/>
                      <a:pt x="11707" y="10965"/>
                      <a:pt x="10405" y="11835"/>
                    </a:cubicBezTo>
                    <a:cubicBezTo>
                      <a:pt x="9827" y="12038"/>
                      <a:pt x="9827" y="12038"/>
                      <a:pt x="9405" y="12085"/>
                    </a:cubicBezTo>
                    <a:cubicBezTo>
                      <a:pt x="9653" y="12580"/>
                      <a:pt x="9900" y="13075"/>
                      <a:pt x="10155" y="13585"/>
                    </a:cubicBezTo>
                    <a:cubicBezTo>
                      <a:pt x="9535" y="14205"/>
                      <a:pt x="7938" y="14072"/>
                      <a:pt x="7082" y="14095"/>
                    </a:cubicBezTo>
                    <a:cubicBezTo>
                      <a:pt x="5272" y="14050"/>
                      <a:pt x="3635" y="13245"/>
                      <a:pt x="2332" y="12035"/>
                    </a:cubicBezTo>
                    <a:cubicBezTo>
                      <a:pt x="1045" y="10653"/>
                      <a:pt x="105" y="8733"/>
                      <a:pt x="0" y="6835"/>
                    </a:cubicBezTo>
                    <a:cubicBezTo>
                      <a:pt x="102" y="4963"/>
                      <a:pt x="1035" y="3018"/>
                      <a:pt x="2293" y="1638"/>
                    </a:cubicBezTo>
                    <a:cubicBezTo>
                      <a:pt x="3683" y="480"/>
                      <a:pt x="5252" y="38"/>
                      <a:pt x="7015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47" name="robot vector"/>
              <p:cNvSpPr/>
              <p:nvPr/>
            </p:nvSpPr>
            <p:spPr>
              <a:xfrm>
                <a:off x="6390174" y="7705356"/>
                <a:ext cx="209923" cy="60465"/>
              </a:xfrm>
              <a:custGeom>
                <a:avLst/>
                <a:gdLst/>
                <a:ahLst/>
                <a:cxnLst/>
                <a:rect l="0" t="0" r="r" b="b"/>
                <a:pathLst>
                  <a:path w="22957" h="6613" fill="norm" stroke="0">
                    <a:moveTo>
                      <a:pt x="14400" y="143"/>
                    </a:moveTo>
                    <a:cubicBezTo>
                      <a:pt x="14870" y="160"/>
                      <a:pt x="15337" y="175"/>
                      <a:pt x="15808" y="188"/>
                    </a:cubicBezTo>
                    <a:cubicBezTo>
                      <a:pt x="17477" y="243"/>
                      <a:pt x="19045" y="378"/>
                      <a:pt x="20663" y="833"/>
                    </a:cubicBezTo>
                    <a:cubicBezTo>
                      <a:pt x="20745" y="668"/>
                      <a:pt x="20827" y="503"/>
                      <a:pt x="20913" y="333"/>
                    </a:cubicBezTo>
                    <a:cubicBezTo>
                      <a:pt x="21877" y="1202"/>
                      <a:pt x="22310" y="2093"/>
                      <a:pt x="22615" y="3333"/>
                    </a:cubicBezTo>
                    <a:cubicBezTo>
                      <a:pt x="22645" y="3458"/>
                      <a:pt x="22678" y="3580"/>
                      <a:pt x="22707" y="3710"/>
                    </a:cubicBezTo>
                    <a:cubicBezTo>
                      <a:pt x="22908" y="4598"/>
                      <a:pt x="22957" y="5423"/>
                      <a:pt x="22913" y="6333"/>
                    </a:cubicBezTo>
                    <a:cubicBezTo>
                      <a:pt x="22663" y="6583"/>
                      <a:pt x="22663" y="6583"/>
                      <a:pt x="22285" y="6613"/>
                    </a:cubicBezTo>
                    <a:cubicBezTo>
                      <a:pt x="22120" y="6613"/>
                      <a:pt x="21955" y="6613"/>
                      <a:pt x="21788" y="6613"/>
                    </a:cubicBezTo>
                    <a:cubicBezTo>
                      <a:pt x="21692" y="6613"/>
                      <a:pt x="21692" y="6613"/>
                      <a:pt x="21220" y="6613"/>
                    </a:cubicBezTo>
                    <a:cubicBezTo>
                      <a:pt x="21012" y="6613"/>
                      <a:pt x="20805" y="6613"/>
                      <a:pt x="20590" y="6610"/>
                    </a:cubicBezTo>
                    <a:cubicBezTo>
                      <a:pt x="20482" y="6610"/>
                      <a:pt x="20482" y="6610"/>
                      <a:pt x="19933" y="6610"/>
                    </a:cubicBezTo>
                    <a:cubicBezTo>
                      <a:pt x="19212" y="6610"/>
                      <a:pt x="18492" y="6608"/>
                      <a:pt x="17770" y="6608"/>
                    </a:cubicBezTo>
                    <a:cubicBezTo>
                      <a:pt x="17272" y="6605"/>
                      <a:pt x="16772" y="6605"/>
                      <a:pt x="16275" y="6605"/>
                    </a:cubicBezTo>
                    <a:cubicBezTo>
                      <a:pt x="15095" y="6605"/>
                      <a:pt x="13915" y="6603"/>
                      <a:pt x="12735" y="6600"/>
                    </a:cubicBezTo>
                    <a:cubicBezTo>
                      <a:pt x="11390" y="6598"/>
                      <a:pt x="10048" y="6595"/>
                      <a:pt x="8705" y="6595"/>
                    </a:cubicBezTo>
                    <a:cubicBezTo>
                      <a:pt x="5940" y="6593"/>
                      <a:pt x="3175" y="6588"/>
                      <a:pt x="413" y="6583"/>
                    </a:cubicBezTo>
                    <a:cubicBezTo>
                      <a:pt x="0" y="5758"/>
                      <a:pt x="115" y="4868"/>
                      <a:pt x="115" y="3958"/>
                    </a:cubicBezTo>
                    <a:cubicBezTo>
                      <a:pt x="112" y="3760"/>
                      <a:pt x="110" y="3565"/>
                      <a:pt x="105" y="3363"/>
                    </a:cubicBezTo>
                    <a:cubicBezTo>
                      <a:pt x="105" y="3175"/>
                      <a:pt x="105" y="2988"/>
                      <a:pt x="105" y="2793"/>
                    </a:cubicBezTo>
                    <a:cubicBezTo>
                      <a:pt x="102" y="2620"/>
                      <a:pt x="102" y="2447"/>
                      <a:pt x="102" y="2270"/>
                    </a:cubicBezTo>
                    <a:cubicBezTo>
                      <a:pt x="163" y="1833"/>
                      <a:pt x="163" y="1833"/>
                      <a:pt x="663" y="1333"/>
                    </a:cubicBezTo>
                    <a:cubicBezTo>
                      <a:pt x="663" y="1498"/>
                      <a:pt x="663" y="1663"/>
                      <a:pt x="663" y="1833"/>
                    </a:cubicBezTo>
                    <a:cubicBezTo>
                      <a:pt x="722" y="1808"/>
                      <a:pt x="722" y="1808"/>
                      <a:pt x="1030" y="1685"/>
                    </a:cubicBezTo>
                    <a:cubicBezTo>
                      <a:pt x="2660" y="1088"/>
                      <a:pt x="4267" y="848"/>
                      <a:pt x="5985" y="645"/>
                    </a:cubicBezTo>
                    <a:cubicBezTo>
                      <a:pt x="6320" y="595"/>
                      <a:pt x="6655" y="530"/>
                      <a:pt x="6987" y="460"/>
                    </a:cubicBezTo>
                    <a:cubicBezTo>
                      <a:pt x="9420" y="0"/>
                      <a:pt x="11935" y="48"/>
                      <a:pt x="14400" y="143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748" name="robot vector"/>
              <p:cNvSpPr/>
              <p:nvPr/>
            </p:nvSpPr>
            <p:spPr>
              <a:xfrm>
                <a:off x="6627114" y="8071866"/>
                <a:ext cx="194310" cy="229377"/>
              </a:xfrm>
              <a:custGeom>
                <a:avLst/>
                <a:gdLst/>
                <a:ahLst/>
                <a:cxnLst/>
                <a:rect l="0" t="0" r="r" b="b"/>
                <a:pathLst>
                  <a:path w="21250" h="25085" fill="norm" stroke="0">
                    <a:moveTo>
                      <a:pt x="21000" y="0"/>
                    </a:moveTo>
                    <a:cubicBezTo>
                      <a:pt x="21040" y="82"/>
                      <a:pt x="21040" y="82"/>
                      <a:pt x="21250" y="500"/>
                    </a:cubicBezTo>
                    <a:cubicBezTo>
                      <a:pt x="19398" y="2795"/>
                      <a:pt x="17655" y="4305"/>
                      <a:pt x="14750" y="5000"/>
                    </a:cubicBezTo>
                    <a:cubicBezTo>
                      <a:pt x="14750" y="5908"/>
                      <a:pt x="14750" y="6815"/>
                      <a:pt x="14750" y="7750"/>
                    </a:cubicBezTo>
                    <a:cubicBezTo>
                      <a:pt x="14862" y="7798"/>
                      <a:pt x="14862" y="7798"/>
                      <a:pt x="15438" y="8030"/>
                    </a:cubicBezTo>
                    <a:cubicBezTo>
                      <a:pt x="16347" y="8497"/>
                      <a:pt x="16875" y="9043"/>
                      <a:pt x="17250" y="10000"/>
                    </a:cubicBezTo>
                    <a:cubicBezTo>
                      <a:pt x="17382" y="10763"/>
                      <a:pt x="17320" y="11480"/>
                      <a:pt x="17250" y="12250"/>
                    </a:cubicBezTo>
                    <a:cubicBezTo>
                      <a:pt x="17243" y="12332"/>
                      <a:pt x="17243" y="12332"/>
                      <a:pt x="17207" y="12742"/>
                    </a:cubicBezTo>
                    <a:cubicBezTo>
                      <a:pt x="17160" y="13303"/>
                      <a:pt x="17105" y="13862"/>
                      <a:pt x="17048" y="14423"/>
                    </a:cubicBezTo>
                    <a:cubicBezTo>
                      <a:pt x="17030" y="14602"/>
                      <a:pt x="17013" y="14785"/>
                      <a:pt x="16995" y="14970"/>
                    </a:cubicBezTo>
                    <a:cubicBezTo>
                      <a:pt x="16852" y="16197"/>
                      <a:pt x="16648" y="17470"/>
                      <a:pt x="15643" y="18293"/>
                    </a:cubicBezTo>
                    <a:cubicBezTo>
                      <a:pt x="15523" y="18340"/>
                      <a:pt x="15405" y="18388"/>
                      <a:pt x="15280" y="18438"/>
                    </a:cubicBezTo>
                    <a:cubicBezTo>
                      <a:pt x="15153" y="18492"/>
                      <a:pt x="15023" y="18548"/>
                      <a:pt x="14890" y="18602"/>
                    </a:cubicBezTo>
                    <a:cubicBezTo>
                      <a:pt x="14825" y="18628"/>
                      <a:pt x="14825" y="18628"/>
                      <a:pt x="14500" y="18750"/>
                    </a:cubicBezTo>
                    <a:cubicBezTo>
                      <a:pt x="14380" y="18798"/>
                      <a:pt x="14257" y="18847"/>
                      <a:pt x="14135" y="18898"/>
                    </a:cubicBezTo>
                    <a:cubicBezTo>
                      <a:pt x="13840" y="19015"/>
                      <a:pt x="13545" y="19133"/>
                      <a:pt x="13250" y="19250"/>
                    </a:cubicBezTo>
                    <a:cubicBezTo>
                      <a:pt x="12898" y="19602"/>
                      <a:pt x="12947" y="19862"/>
                      <a:pt x="12910" y="20355"/>
                    </a:cubicBezTo>
                    <a:cubicBezTo>
                      <a:pt x="12895" y="20530"/>
                      <a:pt x="12878" y="20702"/>
                      <a:pt x="12862" y="20882"/>
                    </a:cubicBezTo>
                    <a:cubicBezTo>
                      <a:pt x="12830" y="21247"/>
                      <a:pt x="12800" y="21615"/>
                      <a:pt x="12775" y="21980"/>
                    </a:cubicBezTo>
                    <a:cubicBezTo>
                      <a:pt x="12660" y="23132"/>
                      <a:pt x="12438" y="23753"/>
                      <a:pt x="11562" y="24525"/>
                    </a:cubicBezTo>
                    <a:cubicBezTo>
                      <a:pt x="10942" y="24972"/>
                      <a:pt x="10428" y="25085"/>
                      <a:pt x="9665" y="25072"/>
                    </a:cubicBezTo>
                    <a:cubicBezTo>
                      <a:pt x="8905" y="24940"/>
                      <a:pt x="8295" y="24533"/>
                      <a:pt x="7750" y="24000"/>
                    </a:cubicBezTo>
                    <a:cubicBezTo>
                      <a:pt x="7217" y="23163"/>
                      <a:pt x="7205" y="22457"/>
                      <a:pt x="7263" y="21495"/>
                    </a:cubicBezTo>
                    <a:cubicBezTo>
                      <a:pt x="7273" y="21200"/>
                      <a:pt x="7283" y="20905"/>
                      <a:pt x="7293" y="20610"/>
                    </a:cubicBezTo>
                    <a:cubicBezTo>
                      <a:pt x="7308" y="20150"/>
                      <a:pt x="7327" y="19690"/>
                      <a:pt x="7355" y="19230"/>
                    </a:cubicBezTo>
                    <a:cubicBezTo>
                      <a:pt x="7495" y="16655"/>
                      <a:pt x="7495" y="16655"/>
                      <a:pt x="6895" y="15665"/>
                    </a:cubicBezTo>
                    <a:cubicBezTo>
                      <a:pt x="6595" y="15335"/>
                      <a:pt x="6283" y="15015"/>
                      <a:pt x="5960" y="14707"/>
                    </a:cubicBezTo>
                    <a:cubicBezTo>
                      <a:pt x="5207" y="13960"/>
                      <a:pt x="4795" y="13053"/>
                      <a:pt x="4327" y="12110"/>
                    </a:cubicBezTo>
                    <a:cubicBezTo>
                      <a:pt x="4145" y="11750"/>
                      <a:pt x="3962" y="11390"/>
                      <a:pt x="3778" y="11030"/>
                    </a:cubicBezTo>
                    <a:cubicBezTo>
                      <a:pt x="3690" y="10857"/>
                      <a:pt x="3602" y="10685"/>
                      <a:pt x="3513" y="10508"/>
                    </a:cubicBezTo>
                    <a:cubicBezTo>
                      <a:pt x="3255" y="10013"/>
                      <a:pt x="2997" y="9515"/>
                      <a:pt x="2730" y="9025"/>
                    </a:cubicBezTo>
                    <a:cubicBezTo>
                      <a:pt x="2655" y="8888"/>
                      <a:pt x="2580" y="8750"/>
                      <a:pt x="2505" y="8607"/>
                    </a:cubicBezTo>
                    <a:cubicBezTo>
                      <a:pt x="2217" y="8205"/>
                      <a:pt x="1925" y="7997"/>
                      <a:pt x="1500" y="7750"/>
                    </a:cubicBezTo>
                    <a:cubicBezTo>
                      <a:pt x="1513" y="7942"/>
                      <a:pt x="1523" y="8138"/>
                      <a:pt x="1535" y="8335"/>
                    </a:cubicBezTo>
                    <a:cubicBezTo>
                      <a:pt x="1605" y="10053"/>
                      <a:pt x="1475" y="11268"/>
                      <a:pt x="500" y="12750"/>
                    </a:cubicBezTo>
                    <a:cubicBezTo>
                      <a:pt x="335" y="12750"/>
                      <a:pt x="170" y="12750"/>
                      <a:pt x="0" y="12750"/>
                    </a:cubicBezTo>
                    <a:cubicBezTo>
                      <a:pt x="50" y="12610"/>
                      <a:pt x="102" y="12470"/>
                      <a:pt x="155" y="12325"/>
                    </a:cubicBezTo>
                    <a:cubicBezTo>
                      <a:pt x="780" y="10470"/>
                      <a:pt x="918" y="8695"/>
                      <a:pt x="1000" y="6750"/>
                    </a:cubicBezTo>
                    <a:cubicBezTo>
                      <a:pt x="1472" y="6602"/>
                      <a:pt x="1472" y="6602"/>
                      <a:pt x="2000" y="6500"/>
                    </a:cubicBezTo>
                    <a:cubicBezTo>
                      <a:pt x="2438" y="6860"/>
                      <a:pt x="2438" y="6860"/>
                      <a:pt x="2750" y="7250"/>
                    </a:cubicBezTo>
                    <a:cubicBezTo>
                      <a:pt x="2760" y="7120"/>
                      <a:pt x="2770" y="6990"/>
                      <a:pt x="2780" y="6857"/>
                    </a:cubicBezTo>
                    <a:cubicBezTo>
                      <a:pt x="2910" y="5995"/>
                      <a:pt x="3023" y="5433"/>
                      <a:pt x="3722" y="4875"/>
                    </a:cubicBezTo>
                    <a:cubicBezTo>
                      <a:pt x="4305" y="4558"/>
                      <a:pt x="4898" y="4278"/>
                      <a:pt x="5500" y="4000"/>
                    </a:cubicBezTo>
                    <a:cubicBezTo>
                      <a:pt x="5815" y="3805"/>
                      <a:pt x="6128" y="3607"/>
                      <a:pt x="6438" y="3405"/>
                    </a:cubicBezTo>
                    <a:cubicBezTo>
                      <a:pt x="7015" y="3077"/>
                      <a:pt x="7207" y="3000"/>
                      <a:pt x="7890" y="3015"/>
                    </a:cubicBezTo>
                    <a:cubicBezTo>
                      <a:pt x="8622" y="3298"/>
                      <a:pt x="9312" y="3625"/>
                      <a:pt x="10000" y="4000"/>
                    </a:cubicBezTo>
                    <a:cubicBezTo>
                      <a:pt x="10082" y="4900"/>
                      <a:pt x="10125" y="5450"/>
                      <a:pt x="9548" y="6173"/>
                    </a:cubicBezTo>
                    <a:cubicBezTo>
                      <a:pt x="9368" y="6367"/>
                      <a:pt x="9188" y="6562"/>
                      <a:pt x="9000" y="6750"/>
                    </a:cubicBezTo>
                    <a:cubicBezTo>
                      <a:pt x="8882" y="6875"/>
                      <a:pt x="8763" y="6997"/>
                      <a:pt x="8640" y="7125"/>
                    </a:cubicBezTo>
                    <a:cubicBezTo>
                      <a:pt x="8418" y="7340"/>
                      <a:pt x="8190" y="7553"/>
                      <a:pt x="7952" y="7753"/>
                    </a:cubicBezTo>
                    <a:cubicBezTo>
                      <a:pt x="6992" y="8615"/>
                      <a:pt x="6622" y="9530"/>
                      <a:pt x="6250" y="10750"/>
                    </a:cubicBezTo>
                    <a:cubicBezTo>
                      <a:pt x="5110" y="10600"/>
                      <a:pt x="5110" y="10600"/>
                      <a:pt x="4655" y="10188"/>
                    </a:cubicBezTo>
                    <a:cubicBezTo>
                      <a:pt x="4435" y="9567"/>
                      <a:pt x="4582" y="9122"/>
                      <a:pt x="4750" y="8500"/>
                    </a:cubicBezTo>
                    <a:cubicBezTo>
                      <a:pt x="4337" y="8418"/>
                      <a:pt x="3925" y="8335"/>
                      <a:pt x="3500" y="8250"/>
                    </a:cubicBezTo>
                    <a:cubicBezTo>
                      <a:pt x="4035" y="9530"/>
                      <a:pt x="4610" y="10785"/>
                      <a:pt x="5220" y="12030"/>
                    </a:cubicBezTo>
                    <a:cubicBezTo>
                      <a:pt x="5300" y="12202"/>
                      <a:pt x="5383" y="12375"/>
                      <a:pt x="5465" y="12553"/>
                    </a:cubicBezTo>
                    <a:cubicBezTo>
                      <a:pt x="5930" y="13500"/>
                      <a:pt x="6385" y="14235"/>
                      <a:pt x="7190" y="14923"/>
                    </a:cubicBezTo>
                    <a:cubicBezTo>
                      <a:pt x="7875" y="15645"/>
                      <a:pt x="8227" y="16217"/>
                      <a:pt x="8305" y="17200"/>
                    </a:cubicBezTo>
                    <a:cubicBezTo>
                      <a:pt x="8290" y="17452"/>
                      <a:pt x="8273" y="17702"/>
                      <a:pt x="8250" y="17955"/>
                    </a:cubicBezTo>
                    <a:cubicBezTo>
                      <a:pt x="8242" y="18087"/>
                      <a:pt x="8235" y="18222"/>
                      <a:pt x="8227" y="18362"/>
                    </a:cubicBezTo>
                    <a:cubicBezTo>
                      <a:pt x="8202" y="18788"/>
                      <a:pt x="8173" y="19215"/>
                      <a:pt x="8140" y="19640"/>
                    </a:cubicBezTo>
                    <a:cubicBezTo>
                      <a:pt x="8110" y="20067"/>
                      <a:pt x="8082" y="20495"/>
                      <a:pt x="8058" y="20923"/>
                    </a:cubicBezTo>
                    <a:cubicBezTo>
                      <a:pt x="8040" y="21188"/>
                      <a:pt x="8023" y="21452"/>
                      <a:pt x="8000" y="21715"/>
                    </a:cubicBezTo>
                    <a:cubicBezTo>
                      <a:pt x="7950" y="22535"/>
                      <a:pt x="8045" y="23065"/>
                      <a:pt x="8500" y="23750"/>
                    </a:cubicBezTo>
                    <a:cubicBezTo>
                      <a:pt x="9055" y="24028"/>
                      <a:pt x="9370" y="24040"/>
                      <a:pt x="9985" y="24048"/>
                    </a:cubicBezTo>
                    <a:cubicBezTo>
                      <a:pt x="10158" y="24050"/>
                      <a:pt x="10330" y="24055"/>
                      <a:pt x="10507" y="24058"/>
                    </a:cubicBezTo>
                    <a:cubicBezTo>
                      <a:pt x="11085" y="23990"/>
                      <a:pt x="11317" y="23885"/>
                      <a:pt x="11750" y="23500"/>
                    </a:cubicBezTo>
                    <a:cubicBezTo>
                      <a:pt x="11870" y="23015"/>
                      <a:pt x="11870" y="23015"/>
                      <a:pt x="11905" y="22430"/>
                    </a:cubicBezTo>
                    <a:cubicBezTo>
                      <a:pt x="11923" y="22220"/>
                      <a:pt x="11940" y="22010"/>
                      <a:pt x="11957" y="21793"/>
                    </a:cubicBezTo>
                    <a:cubicBezTo>
                      <a:pt x="11965" y="21683"/>
                      <a:pt x="11965" y="21683"/>
                      <a:pt x="12000" y="21125"/>
                    </a:cubicBezTo>
                    <a:cubicBezTo>
                      <a:pt x="12028" y="20690"/>
                      <a:pt x="12060" y="20255"/>
                      <a:pt x="12095" y="19820"/>
                    </a:cubicBezTo>
                    <a:cubicBezTo>
                      <a:pt x="12105" y="19628"/>
                      <a:pt x="12118" y="19435"/>
                      <a:pt x="12130" y="19235"/>
                    </a:cubicBezTo>
                    <a:cubicBezTo>
                      <a:pt x="12250" y="18750"/>
                      <a:pt x="12250" y="18750"/>
                      <a:pt x="12597" y="18445"/>
                    </a:cubicBezTo>
                    <a:cubicBezTo>
                      <a:pt x="13335" y="18087"/>
                      <a:pt x="14138" y="17938"/>
                      <a:pt x="14930" y="17745"/>
                    </a:cubicBezTo>
                    <a:cubicBezTo>
                      <a:pt x="15500" y="17500"/>
                      <a:pt x="15500" y="17500"/>
                      <a:pt x="15827" y="16975"/>
                    </a:cubicBezTo>
                    <a:cubicBezTo>
                      <a:pt x="15885" y="16817"/>
                      <a:pt x="15940" y="16663"/>
                      <a:pt x="16000" y="16500"/>
                    </a:cubicBezTo>
                    <a:cubicBezTo>
                      <a:pt x="15842" y="16622"/>
                      <a:pt x="15685" y="16742"/>
                      <a:pt x="15523" y="16870"/>
                    </a:cubicBezTo>
                    <a:cubicBezTo>
                      <a:pt x="14543" y="17455"/>
                      <a:pt x="13485" y="17360"/>
                      <a:pt x="12375" y="17345"/>
                    </a:cubicBezTo>
                    <a:cubicBezTo>
                      <a:pt x="12270" y="17345"/>
                      <a:pt x="12270" y="17345"/>
                      <a:pt x="11737" y="17352"/>
                    </a:cubicBezTo>
                    <a:cubicBezTo>
                      <a:pt x="10523" y="17347"/>
                      <a:pt x="9692" y="17303"/>
                      <a:pt x="8750" y="16500"/>
                    </a:cubicBezTo>
                    <a:cubicBezTo>
                      <a:pt x="7685" y="14758"/>
                      <a:pt x="8303" y="11617"/>
                      <a:pt x="8750" y="9750"/>
                    </a:cubicBezTo>
                    <a:cubicBezTo>
                      <a:pt x="8975" y="9325"/>
                      <a:pt x="8975" y="9325"/>
                      <a:pt x="9250" y="9000"/>
                    </a:cubicBezTo>
                    <a:cubicBezTo>
                      <a:pt x="10135" y="8732"/>
                      <a:pt x="10972" y="8730"/>
                      <a:pt x="11890" y="8750"/>
                    </a:cubicBezTo>
                    <a:cubicBezTo>
                      <a:pt x="12730" y="8768"/>
                      <a:pt x="13442" y="8742"/>
                      <a:pt x="14250" y="8500"/>
                    </a:cubicBezTo>
                    <a:cubicBezTo>
                      <a:pt x="14168" y="8405"/>
                      <a:pt x="14085" y="8308"/>
                      <a:pt x="14000" y="8210"/>
                    </a:cubicBezTo>
                    <a:cubicBezTo>
                      <a:pt x="13475" y="7240"/>
                      <a:pt x="13763" y="6035"/>
                      <a:pt x="14000" y="5000"/>
                    </a:cubicBezTo>
                    <a:cubicBezTo>
                      <a:pt x="14577" y="4040"/>
                      <a:pt x="15753" y="3795"/>
                      <a:pt x="16755" y="3442"/>
                    </a:cubicBezTo>
                    <a:cubicBezTo>
                      <a:pt x="18135" y="2908"/>
                      <a:pt x="18993" y="2043"/>
                      <a:pt x="19903" y="898"/>
                    </a:cubicBezTo>
                    <a:cubicBezTo>
                      <a:pt x="20240" y="510"/>
                      <a:pt x="20560" y="263"/>
                      <a:pt x="21000" y="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49" name="robot vector"/>
              <p:cNvSpPr/>
              <p:nvPr/>
            </p:nvSpPr>
            <p:spPr>
              <a:xfrm>
                <a:off x="6348588" y="7787579"/>
                <a:ext cx="316131" cy="193830"/>
              </a:xfrm>
              <a:custGeom>
                <a:avLst/>
                <a:gdLst/>
                <a:ahLst/>
                <a:cxnLst/>
                <a:rect l="0" t="0" r="r" b="b"/>
                <a:pathLst>
                  <a:path w="34572" h="21197" fill="norm" stroke="0">
                    <a:moveTo>
                      <a:pt x="5710" y="90"/>
                    </a:moveTo>
                    <a:cubicBezTo>
                      <a:pt x="5758" y="685"/>
                      <a:pt x="5758" y="685"/>
                      <a:pt x="5710" y="1340"/>
                    </a:cubicBezTo>
                    <a:cubicBezTo>
                      <a:pt x="5350" y="1605"/>
                      <a:pt x="5350" y="1605"/>
                      <a:pt x="4960" y="1840"/>
                    </a:cubicBezTo>
                    <a:cubicBezTo>
                      <a:pt x="4788" y="2370"/>
                      <a:pt x="4788" y="2370"/>
                      <a:pt x="4710" y="2840"/>
                    </a:cubicBezTo>
                    <a:cubicBezTo>
                      <a:pt x="5680" y="1903"/>
                      <a:pt x="5680" y="1903"/>
                      <a:pt x="5960" y="1340"/>
                    </a:cubicBezTo>
                    <a:cubicBezTo>
                      <a:pt x="8113" y="240"/>
                      <a:pt x="10680" y="485"/>
                      <a:pt x="13020" y="500"/>
                    </a:cubicBezTo>
                    <a:cubicBezTo>
                      <a:pt x="13463" y="500"/>
                      <a:pt x="13905" y="500"/>
                      <a:pt x="14348" y="500"/>
                    </a:cubicBezTo>
                    <a:cubicBezTo>
                      <a:pt x="15273" y="500"/>
                      <a:pt x="16197" y="503"/>
                      <a:pt x="17123" y="505"/>
                    </a:cubicBezTo>
                    <a:cubicBezTo>
                      <a:pt x="18298" y="513"/>
                      <a:pt x="19475" y="513"/>
                      <a:pt x="20653" y="510"/>
                    </a:cubicBezTo>
                    <a:cubicBezTo>
                      <a:pt x="21565" y="510"/>
                      <a:pt x="22480" y="510"/>
                      <a:pt x="23393" y="513"/>
                    </a:cubicBezTo>
                    <a:cubicBezTo>
                      <a:pt x="23825" y="515"/>
                      <a:pt x="24260" y="515"/>
                      <a:pt x="24692" y="515"/>
                    </a:cubicBezTo>
                    <a:cubicBezTo>
                      <a:pt x="26660" y="515"/>
                      <a:pt x="28613" y="520"/>
                      <a:pt x="30562" y="803"/>
                    </a:cubicBezTo>
                    <a:cubicBezTo>
                      <a:pt x="30690" y="822"/>
                      <a:pt x="30820" y="840"/>
                      <a:pt x="30950" y="858"/>
                    </a:cubicBezTo>
                    <a:cubicBezTo>
                      <a:pt x="31942" y="1025"/>
                      <a:pt x="32628" y="1420"/>
                      <a:pt x="33368" y="2085"/>
                    </a:cubicBezTo>
                    <a:cubicBezTo>
                      <a:pt x="34308" y="3475"/>
                      <a:pt x="34572" y="4928"/>
                      <a:pt x="34543" y="6577"/>
                    </a:cubicBezTo>
                    <a:cubicBezTo>
                      <a:pt x="34543" y="6760"/>
                      <a:pt x="34540" y="6942"/>
                      <a:pt x="34540" y="7130"/>
                    </a:cubicBezTo>
                    <a:cubicBezTo>
                      <a:pt x="34540" y="7518"/>
                      <a:pt x="34535" y="7903"/>
                      <a:pt x="34530" y="8288"/>
                    </a:cubicBezTo>
                    <a:cubicBezTo>
                      <a:pt x="34523" y="8865"/>
                      <a:pt x="34520" y="9442"/>
                      <a:pt x="34518" y="10020"/>
                    </a:cubicBezTo>
                    <a:cubicBezTo>
                      <a:pt x="34510" y="11778"/>
                      <a:pt x="34470" y="13535"/>
                      <a:pt x="34358" y="15290"/>
                    </a:cubicBezTo>
                    <a:cubicBezTo>
                      <a:pt x="34350" y="15430"/>
                      <a:pt x="34343" y="15567"/>
                      <a:pt x="34335" y="15712"/>
                    </a:cubicBezTo>
                    <a:cubicBezTo>
                      <a:pt x="34207" y="17433"/>
                      <a:pt x="33560" y="18878"/>
                      <a:pt x="32345" y="20098"/>
                    </a:cubicBezTo>
                    <a:cubicBezTo>
                      <a:pt x="31200" y="20820"/>
                      <a:pt x="29945" y="20933"/>
                      <a:pt x="28625" y="20993"/>
                    </a:cubicBezTo>
                    <a:cubicBezTo>
                      <a:pt x="28452" y="21003"/>
                      <a:pt x="28278" y="21013"/>
                      <a:pt x="28100" y="21023"/>
                    </a:cubicBezTo>
                    <a:cubicBezTo>
                      <a:pt x="26168" y="21118"/>
                      <a:pt x="24235" y="21135"/>
                      <a:pt x="22300" y="21140"/>
                    </a:cubicBezTo>
                    <a:cubicBezTo>
                      <a:pt x="22207" y="21140"/>
                      <a:pt x="22207" y="21140"/>
                      <a:pt x="21730" y="21143"/>
                    </a:cubicBezTo>
                    <a:cubicBezTo>
                      <a:pt x="20738" y="21148"/>
                      <a:pt x="19745" y="21150"/>
                      <a:pt x="18753" y="21150"/>
                    </a:cubicBezTo>
                    <a:cubicBezTo>
                      <a:pt x="17740" y="21153"/>
                      <a:pt x="16725" y="21158"/>
                      <a:pt x="15713" y="21165"/>
                    </a:cubicBezTo>
                    <a:cubicBezTo>
                      <a:pt x="14923" y="21170"/>
                      <a:pt x="14130" y="21170"/>
                      <a:pt x="13340" y="21170"/>
                    </a:cubicBezTo>
                    <a:cubicBezTo>
                      <a:pt x="12965" y="21173"/>
                      <a:pt x="12593" y="21173"/>
                      <a:pt x="12218" y="21178"/>
                    </a:cubicBezTo>
                    <a:cubicBezTo>
                      <a:pt x="9858" y="21197"/>
                      <a:pt x="7735" y="20985"/>
                      <a:pt x="5460" y="20340"/>
                    </a:cubicBezTo>
                    <a:cubicBezTo>
                      <a:pt x="5295" y="20587"/>
                      <a:pt x="5130" y="20835"/>
                      <a:pt x="4960" y="21090"/>
                    </a:cubicBezTo>
                    <a:cubicBezTo>
                      <a:pt x="3457" y="20980"/>
                      <a:pt x="2170" y="20830"/>
                      <a:pt x="1090" y="19705"/>
                    </a:cubicBezTo>
                    <a:cubicBezTo>
                      <a:pt x="485" y="18938"/>
                      <a:pt x="0" y="18228"/>
                      <a:pt x="85" y="17223"/>
                    </a:cubicBezTo>
                    <a:cubicBezTo>
                      <a:pt x="298" y="16575"/>
                      <a:pt x="702" y="16085"/>
                      <a:pt x="1138" y="15567"/>
                    </a:cubicBezTo>
                    <a:cubicBezTo>
                      <a:pt x="1900" y="14438"/>
                      <a:pt x="2058" y="13240"/>
                      <a:pt x="2055" y="11903"/>
                    </a:cubicBezTo>
                    <a:cubicBezTo>
                      <a:pt x="2053" y="11750"/>
                      <a:pt x="2053" y="11600"/>
                      <a:pt x="2053" y="11442"/>
                    </a:cubicBezTo>
                    <a:cubicBezTo>
                      <a:pt x="2015" y="9918"/>
                      <a:pt x="1630" y="8460"/>
                      <a:pt x="683" y="7228"/>
                    </a:cubicBezTo>
                    <a:cubicBezTo>
                      <a:pt x="95" y="6200"/>
                      <a:pt x="345" y="4625"/>
                      <a:pt x="585" y="3510"/>
                    </a:cubicBezTo>
                    <a:cubicBezTo>
                      <a:pt x="1067" y="2067"/>
                      <a:pt x="1868" y="1143"/>
                      <a:pt x="3180" y="388"/>
                    </a:cubicBezTo>
                    <a:cubicBezTo>
                      <a:pt x="4013" y="0"/>
                      <a:pt x="4808" y="18"/>
                      <a:pt x="5710" y="90"/>
                    </a:cubicBezTo>
                    <a:close/>
                    <a:moveTo>
                      <a:pt x="18325" y="1135"/>
                    </a:moveTo>
                    <a:cubicBezTo>
                      <a:pt x="17238" y="1145"/>
                      <a:pt x="16148" y="1155"/>
                      <a:pt x="15060" y="1158"/>
                    </a:cubicBezTo>
                    <a:cubicBezTo>
                      <a:pt x="14008" y="1163"/>
                      <a:pt x="12955" y="1170"/>
                      <a:pt x="11903" y="1183"/>
                    </a:cubicBezTo>
                    <a:cubicBezTo>
                      <a:pt x="11500" y="1185"/>
                      <a:pt x="11100" y="1188"/>
                      <a:pt x="10700" y="1188"/>
                    </a:cubicBezTo>
                    <a:cubicBezTo>
                      <a:pt x="10138" y="1188"/>
                      <a:pt x="9577" y="1195"/>
                      <a:pt x="9015" y="1202"/>
                    </a:cubicBezTo>
                    <a:cubicBezTo>
                      <a:pt x="8850" y="1202"/>
                      <a:pt x="8685" y="1200"/>
                      <a:pt x="8515" y="1200"/>
                    </a:cubicBezTo>
                    <a:cubicBezTo>
                      <a:pt x="7523" y="1223"/>
                      <a:pt x="6940" y="1395"/>
                      <a:pt x="6202" y="2077"/>
                    </a:cubicBezTo>
                    <a:cubicBezTo>
                      <a:pt x="4915" y="3470"/>
                      <a:pt x="5095" y="5425"/>
                      <a:pt x="5103" y="7197"/>
                    </a:cubicBezTo>
                    <a:cubicBezTo>
                      <a:pt x="5100" y="7500"/>
                      <a:pt x="5100" y="7800"/>
                      <a:pt x="5098" y="8103"/>
                    </a:cubicBezTo>
                    <a:cubicBezTo>
                      <a:pt x="5095" y="8730"/>
                      <a:pt x="5095" y="9358"/>
                      <a:pt x="5098" y="9988"/>
                    </a:cubicBezTo>
                    <a:cubicBezTo>
                      <a:pt x="5103" y="10788"/>
                      <a:pt x="5098" y="11587"/>
                      <a:pt x="5090" y="12388"/>
                    </a:cubicBezTo>
                    <a:cubicBezTo>
                      <a:pt x="5085" y="13010"/>
                      <a:pt x="5085" y="13630"/>
                      <a:pt x="5085" y="14250"/>
                    </a:cubicBezTo>
                    <a:cubicBezTo>
                      <a:pt x="5085" y="14545"/>
                      <a:pt x="5085" y="14840"/>
                      <a:pt x="5082" y="15135"/>
                    </a:cubicBezTo>
                    <a:cubicBezTo>
                      <a:pt x="5065" y="16820"/>
                      <a:pt x="5075" y="18473"/>
                      <a:pt x="6210" y="19840"/>
                    </a:cubicBezTo>
                    <a:cubicBezTo>
                      <a:pt x="6900" y="20248"/>
                      <a:pt x="7413" y="20403"/>
                      <a:pt x="8210" y="20408"/>
                    </a:cubicBezTo>
                    <a:cubicBezTo>
                      <a:pt x="8408" y="20410"/>
                      <a:pt x="8605" y="20410"/>
                      <a:pt x="8808" y="20413"/>
                    </a:cubicBezTo>
                    <a:cubicBezTo>
                      <a:pt x="9020" y="20413"/>
                      <a:pt x="9233" y="20413"/>
                      <a:pt x="9452" y="20413"/>
                    </a:cubicBezTo>
                    <a:cubicBezTo>
                      <a:pt x="9680" y="20415"/>
                      <a:pt x="9905" y="20415"/>
                      <a:pt x="10140" y="20418"/>
                    </a:cubicBezTo>
                    <a:cubicBezTo>
                      <a:pt x="10760" y="20423"/>
                      <a:pt x="11380" y="20423"/>
                      <a:pt x="12000" y="20423"/>
                    </a:cubicBezTo>
                    <a:cubicBezTo>
                      <a:pt x="12388" y="20425"/>
                      <a:pt x="12775" y="20425"/>
                      <a:pt x="13163" y="20428"/>
                    </a:cubicBezTo>
                    <a:cubicBezTo>
                      <a:pt x="14518" y="20430"/>
                      <a:pt x="15875" y="20433"/>
                      <a:pt x="17230" y="20433"/>
                    </a:cubicBezTo>
                    <a:cubicBezTo>
                      <a:pt x="18490" y="20433"/>
                      <a:pt x="19750" y="20438"/>
                      <a:pt x="21010" y="20445"/>
                    </a:cubicBezTo>
                    <a:cubicBezTo>
                      <a:pt x="22095" y="20452"/>
                      <a:pt x="23180" y="20455"/>
                      <a:pt x="24263" y="20455"/>
                    </a:cubicBezTo>
                    <a:cubicBezTo>
                      <a:pt x="24910" y="20455"/>
                      <a:pt x="25558" y="20455"/>
                      <a:pt x="26202" y="20460"/>
                    </a:cubicBezTo>
                    <a:cubicBezTo>
                      <a:pt x="26925" y="20468"/>
                      <a:pt x="27648" y="20465"/>
                      <a:pt x="28370" y="20462"/>
                    </a:cubicBezTo>
                    <a:cubicBezTo>
                      <a:pt x="28475" y="20462"/>
                      <a:pt x="28475" y="20462"/>
                      <a:pt x="29013" y="20470"/>
                    </a:cubicBezTo>
                    <a:cubicBezTo>
                      <a:pt x="30383" y="20455"/>
                      <a:pt x="31373" y="20200"/>
                      <a:pt x="32460" y="19340"/>
                    </a:cubicBezTo>
                    <a:cubicBezTo>
                      <a:pt x="33383" y="18335"/>
                      <a:pt x="33643" y="17345"/>
                      <a:pt x="33768" y="16010"/>
                    </a:cubicBezTo>
                    <a:cubicBezTo>
                      <a:pt x="33788" y="15837"/>
                      <a:pt x="33805" y="15663"/>
                      <a:pt x="33825" y="15485"/>
                    </a:cubicBezTo>
                    <a:cubicBezTo>
                      <a:pt x="34003" y="13710"/>
                      <a:pt x="34035" y="11935"/>
                      <a:pt x="34025" y="10150"/>
                    </a:cubicBezTo>
                    <a:cubicBezTo>
                      <a:pt x="34023" y="9615"/>
                      <a:pt x="34025" y="9082"/>
                      <a:pt x="34028" y="8548"/>
                    </a:cubicBezTo>
                    <a:cubicBezTo>
                      <a:pt x="34035" y="3510"/>
                      <a:pt x="34035" y="3510"/>
                      <a:pt x="32540" y="1855"/>
                    </a:cubicBezTo>
                    <a:cubicBezTo>
                      <a:pt x="31853" y="1303"/>
                      <a:pt x="31123" y="1298"/>
                      <a:pt x="30265" y="1260"/>
                    </a:cubicBezTo>
                    <a:cubicBezTo>
                      <a:pt x="30033" y="1250"/>
                      <a:pt x="29803" y="1240"/>
                      <a:pt x="29565" y="1230"/>
                    </a:cubicBezTo>
                    <a:cubicBezTo>
                      <a:pt x="29445" y="1225"/>
                      <a:pt x="29445" y="1225"/>
                      <a:pt x="28835" y="1200"/>
                    </a:cubicBezTo>
                    <a:cubicBezTo>
                      <a:pt x="28715" y="1195"/>
                      <a:pt x="28715" y="1195"/>
                      <a:pt x="28105" y="1168"/>
                    </a:cubicBezTo>
                    <a:cubicBezTo>
                      <a:pt x="24850" y="1023"/>
                      <a:pt x="21582" y="1105"/>
                      <a:pt x="18325" y="1135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50" name="robot vector"/>
              <p:cNvSpPr/>
              <p:nvPr/>
            </p:nvSpPr>
            <p:spPr>
              <a:xfrm>
                <a:off x="6424834" y="7847263"/>
                <a:ext cx="101704" cy="107785"/>
              </a:xfrm>
              <a:custGeom>
                <a:avLst/>
                <a:gdLst/>
                <a:ahLst/>
                <a:cxnLst/>
                <a:rect l="0" t="0" r="r" b="b"/>
                <a:pathLst>
                  <a:path w="11123" h="11788" fill="norm" stroke="0">
                    <a:moveTo>
                      <a:pt x="9128" y="1702"/>
                    </a:moveTo>
                    <a:cubicBezTo>
                      <a:pt x="10388" y="2980"/>
                      <a:pt x="11048" y="4523"/>
                      <a:pt x="11123" y="6312"/>
                    </a:cubicBezTo>
                    <a:cubicBezTo>
                      <a:pt x="10943" y="7870"/>
                      <a:pt x="10363" y="9315"/>
                      <a:pt x="9123" y="10312"/>
                    </a:cubicBezTo>
                    <a:cubicBezTo>
                      <a:pt x="7818" y="11173"/>
                      <a:pt x="6530" y="11788"/>
                      <a:pt x="4945" y="11683"/>
                    </a:cubicBezTo>
                    <a:cubicBezTo>
                      <a:pt x="3065" y="11290"/>
                      <a:pt x="1690" y="10385"/>
                      <a:pt x="635" y="8788"/>
                    </a:cubicBezTo>
                    <a:cubicBezTo>
                      <a:pt x="300" y="8185"/>
                      <a:pt x="155" y="7755"/>
                      <a:pt x="123" y="7062"/>
                    </a:cubicBezTo>
                    <a:cubicBezTo>
                      <a:pt x="110" y="6893"/>
                      <a:pt x="98" y="6722"/>
                      <a:pt x="85" y="6548"/>
                    </a:cubicBezTo>
                    <a:cubicBezTo>
                      <a:pt x="0" y="4637"/>
                      <a:pt x="525" y="3308"/>
                      <a:pt x="1793" y="1885"/>
                    </a:cubicBezTo>
                    <a:cubicBezTo>
                      <a:pt x="3728" y="0"/>
                      <a:pt x="7043" y="95"/>
                      <a:pt x="9128" y="1702"/>
                    </a:cubicBezTo>
                    <a:close/>
                  </a:path>
                </a:pathLst>
              </a:custGeom>
              <a:solidFill>
                <a:srgbClr val="1D1D1D"/>
              </a:solidFill>
              <a:ln w="0">
                <a:noFill/>
              </a:ln>
            </p:spPr>
          </p:sp>
          <p:sp>
            <p:nvSpPr>
              <p:cNvPr id="751" name="robot vector"/>
              <p:cNvSpPr/>
              <p:nvPr/>
            </p:nvSpPr>
            <p:spPr>
              <a:xfrm>
                <a:off x="6455344" y="8073100"/>
                <a:ext cx="133182" cy="75804"/>
              </a:xfrm>
              <a:custGeom>
                <a:avLst/>
                <a:gdLst/>
                <a:ahLst/>
                <a:cxnLst/>
                <a:rect l="0" t="0" r="r" b="b"/>
                <a:pathLst>
                  <a:path w="14565" h="8290" fill="norm" stroke="0">
                    <a:moveTo>
                      <a:pt x="285" y="115"/>
                    </a:moveTo>
                    <a:cubicBezTo>
                      <a:pt x="1402" y="205"/>
                      <a:pt x="1830" y="558"/>
                      <a:pt x="2535" y="1365"/>
                    </a:cubicBezTo>
                    <a:cubicBezTo>
                      <a:pt x="2617" y="1035"/>
                      <a:pt x="2700" y="705"/>
                      <a:pt x="2785" y="365"/>
                    </a:cubicBezTo>
                    <a:cubicBezTo>
                      <a:pt x="3197" y="283"/>
                      <a:pt x="3610" y="200"/>
                      <a:pt x="4035" y="115"/>
                    </a:cubicBezTo>
                    <a:cubicBezTo>
                      <a:pt x="4117" y="528"/>
                      <a:pt x="4200" y="940"/>
                      <a:pt x="4285" y="1365"/>
                    </a:cubicBezTo>
                    <a:cubicBezTo>
                      <a:pt x="4450" y="1365"/>
                      <a:pt x="4615" y="1365"/>
                      <a:pt x="4785" y="1365"/>
                    </a:cubicBezTo>
                    <a:cubicBezTo>
                      <a:pt x="4950" y="952"/>
                      <a:pt x="5115" y="540"/>
                      <a:pt x="5285" y="115"/>
                    </a:cubicBezTo>
                    <a:cubicBezTo>
                      <a:pt x="6072" y="50"/>
                      <a:pt x="6440" y="53"/>
                      <a:pt x="7112" y="490"/>
                    </a:cubicBezTo>
                    <a:cubicBezTo>
                      <a:pt x="7252" y="615"/>
                      <a:pt x="7392" y="737"/>
                      <a:pt x="7535" y="865"/>
                    </a:cubicBezTo>
                    <a:cubicBezTo>
                      <a:pt x="7592" y="740"/>
                      <a:pt x="7647" y="618"/>
                      <a:pt x="7707" y="490"/>
                    </a:cubicBezTo>
                    <a:cubicBezTo>
                      <a:pt x="8035" y="115"/>
                      <a:pt x="8035" y="115"/>
                      <a:pt x="8660" y="20"/>
                    </a:cubicBezTo>
                    <a:cubicBezTo>
                      <a:pt x="9285" y="115"/>
                      <a:pt x="9285" y="115"/>
                      <a:pt x="9612" y="490"/>
                    </a:cubicBezTo>
                    <a:cubicBezTo>
                      <a:pt x="9642" y="553"/>
                      <a:pt x="9642" y="553"/>
                      <a:pt x="9785" y="865"/>
                    </a:cubicBezTo>
                    <a:cubicBezTo>
                      <a:pt x="9882" y="740"/>
                      <a:pt x="9980" y="618"/>
                      <a:pt x="10082" y="490"/>
                    </a:cubicBezTo>
                    <a:cubicBezTo>
                      <a:pt x="10673" y="0"/>
                      <a:pt x="11038" y="55"/>
                      <a:pt x="11785" y="115"/>
                    </a:cubicBezTo>
                    <a:cubicBezTo>
                      <a:pt x="11950" y="528"/>
                      <a:pt x="12115" y="940"/>
                      <a:pt x="12285" y="1365"/>
                    </a:cubicBezTo>
                    <a:cubicBezTo>
                      <a:pt x="12362" y="1205"/>
                      <a:pt x="12440" y="1045"/>
                      <a:pt x="12520" y="880"/>
                    </a:cubicBezTo>
                    <a:cubicBezTo>
                      <a:pt x="12785" y="365"/>
                      <a:pt x="12785" y="365"/>
                      <a:pt x="13035" y="115"/>
                    </a:cubicBezTo>
                    <a:cubicBezTo>
                      <a:pt x="13452" y="105"/>
                      <a:pt x="13867" y="105"/>
                      <a:pt x="14285" y="115"/>
                    </a:cubicBezTo>
                    <a:cubicBezTo>
                      <a:pt x="14565" y="1303"/>
                      <a:pt x="14565" y="1303"/>
                      <a:pt x="14285" y="1865"/>
                    </a:cubicBezTo>
                    <a:cubicBezTo>
                      <a:pt x="14255" y="2295"/>
                      <a:pt x="14240" y="2725"/>
                      <a:pt x="14232" y="3155"/>
                    </a:cubicBezTo>
                    <a:cubicBezTo>
                      <a:pt x="14225" y="3413"/>
                      <a:pt x="14217" y="3670"/>
                      <a:pt x="14210" y="3928"/>
                    </a:cubicBezTo>
                    <a:cubicBezTo>
                      <a:pt x="14200" y="4335"/>
                      <a:pt x="14190" y="4743"/>
                      <a:pt x="14185" y="5148"/>
                    </a:cubicBezTo>
                    <a:cubicBezTo>
                      <a:pt x="14178" y="5540"/>
                      <a:pt x="14168" y="5933"/>
                      <a:pt x="14155" y="6325"/>
                    </a:cubicBezTo>
                    <a:cubicBezTo>
                      <a:pt x="14150" y="6560"/>
                      <a:pt x="14145" y="6795"/>
                      <a:pt x="14140" y="7038"/>
                    </a:cubicBezTo>
                    <a:cubicBezTo>
                      <a:pt x="14035" y="7615"/>
                      <a:pt x="14035" y="7615"/>
                      <a:pt x="13710" y="7942"/>
                    </a:cubicBezTo>
                    <a:cubicBezTo>
                      <a:pt x="13227" y="8140"/>
                      <a:pt x="12877" y="8175"/>
                      <a:pt x="12355" y="8173"/>
                    </a:cubicBezTo>
                    <a:cubicBezTo>
                      <a:pt x="12178" y="8173"/>
                      <a:pt x="12002" y="8173"/>
                      <a:pt x="11822" y="8170"/>
                    </a:cubicBezTo>
                    <a:cubicBezTo>
                      <a:pt x="11640" y="8168"/>
                      <a:pt x="11457" y="8165"/>
                      <a:pt x="11270" y="8163"/>
                    </a:cubicBezTo>
                    <a:cubicBezTo>
                      <a:pt x="11085" y="8163"/>
                      <a:pt x="10902" y="8163"/>
                      <a:pt x="10715" y="8163"/>
                    </a:cubicBezTo>
                    <a:cubicBezTo>
                      <a:pt x="9355" y="8150"/>
                      <a:pt x="9355" y="8150"/>
                      <a:pt x="8785" y="7865"/>
                    </a:cubicBezTo>
                    <a:cubicBezTo>
                      <a:pt x="8862" y="7648"/>
                      <a:pt x="8940" y="7433"/>
                      <a:pt x="9020" y="7210"/>
                    </a:cubicBezTo>
                    <a:cubicBezTo>
                      <a:pt x="9110" y="6928"/>
                      <a:pt x="9197" y="6648"/>
                      <a:pt x="9285" y="6365"/>
                    </a:cubicBezTo>
                    <a:cubicBezTo>
                      <a:pt x="9325" y="6240"/>
                      <a:pt x="9367" y="6112"/>
                      <a:pt x="9410" y="5985"/>
                    </a:cubicBezTo>
                    <a:cubicBezTo>
                      <a:pt x="9607" y="5212"/>
                      <a:pt x="9553" y="4740"/>
                      <a:pt x="9160" y="4038"/>
                    </a:cubicBezTo>
                    <a:cubicBezTo>
                      <a:pt x="8732" y="3477"/>
                      <a:pt x="8397" y="3243"/>
                      <a:pt x="7707" y="3100"/>
                    </a:cubicBezTo>
                    <a:cubicBezTo>
                      <a:pt x="6717" y="3045"/>
                      <a:pt x="5812" y="3227"/>
                      <a:pt x="5035" y="3865"/>
                    </a:cubicBezTo>
                    <a:cubicBezTo>
                      <a:pt x="4727" y="4462"/>
                      <a:pt x="4683" y="4955"/>
                      <a:pt x="4785" y="5615"/>
                    </a:cubicBezTo>
                    <a:cubicBezTo>
                      <a:pt x="4995" y="6050"/>
                      <a:pt x="5232" y="6400"/>
                      <a:pt x="5532" y="6775"/>
                    </a:cubicBezTo>
                    <a:cubicBezTo>
                      <a:pt x="5798" y="7133"/>
                      <a:pt x="5918" y="7440"/>
                      <a:pt x="6035" y="7865"/>
                    </a:cubicBezTo>
                    <a:cubicBezTo>
                      <a:pt x="5185" y="8290"/>
                      <a:pt x="4237" y="8160"/>
                      <a:pt x="3300" y="8163"/>
                    </a:cubicBezTo>
                    <a:cubicBezTo>
                      <a:pt x="3197" y="8163"/>
                      <a:pt x="3197" y="8163"/>
                      <a:pt x="2675" y="8170"/>
                    </a:cubicBezTo>
                    <a:cubicBezTo>
                      <a:pt x="2477" y="8173"/>
                      <a:pt x="2280" y="8173"/>
                      <a:pt x="2075" y="8173"/>
                    </a:cubicBezTo>
                    <a:cubicBezTo>
                      <a:pt x="1892" y="8173"/>
                      <a:pt x="1712" y="8175"/>
                      <a:pt x="1525" y="8175"/>
                    </a:cubicBezTo>
                    <a:cubicBezTo>
                      <a:pt x="970" y="8107"/>
                      <a:pt x="700" y="7987"/>
                      <a:pt x="285" y="7615"/>
                    </a:cubicBezTo>
                    <a:cubicBezTo>
                      <a:pt x="183" y="7123"/>
                      <a:pt x="132" y="6705"/>
                      <a:pt x="112" y="6210"/>
                    </a:cubicBezTo>
                    <a:cubicBezTo>
                      <a:pt x="105" y="6067"/>
                      <a:pt x="97" y="5928"/>
                      <a:pt x="87" y="5783"/>
                    </a:cubicBezTo>
                    <a:cubicBezTo>
                      <a:pt x="27" y="4582"/>
                      <a:pt x="10" y="3380"/>
                      <a:pt x="5" y="2178"/>
                    </a:cubicBezTo>
                    <a:cubicBezTo>
                      <a:pt x="2" y="2003"/>
                      <a:pt x="2" y="1825"/>
                      <a:pt x="0" y="1645"/>
                    </a:cubicBezTo>
                    <a:cubicBezTo>
                      <a:pt x="0" y="1482"/>
                      <a:pt x="0" y="1317"/>
                      <a:pt x="2" y="1150"/>
                    </a:cubicBezTo>
                    <a:cubicBezTo>
                      <a:pt x="2" y="1005"/>
                      <a:pt x="2" y="860"/>
                      <a:pt x="2" y="710"/>
                    </a:cubicBezTo>
                    <a:cubicBezTo>
                      <a:pt x="35" y="365"/>
                      <a:pt x="35" y="365"/>
                      <a:pt x="285" y="115"/>
                    </a:cubicBezTo>
                    <a:close/>
                  </a:path>
                </a:pathLst>
              </a:custGeom>
              <a:solidFill>
                <a:srgbClr val="615B4F"/>
              </a:solidFill>
              <a:ln w="0">
                <a:noFill/>
              </a:ln>
            </p:spPr>
          </p:sp>
          <p:sp>
            <p:nvSpPr>
              <p:cNvPr id="752" name="robot vector"/>
              <p:cNvSpPr/>
              <p:nvPr/>
            </p:nvSpPr>
            <p:spPr>
              <a:xfrm>
                <a:off x="6466674" y="8272204"/>
                <a:ext cx="79438" cy="103693"/>
              </a:xfrm>
              <a:custGeom>
                <a:avLst/>
                <a:gdLst/>
                <a:ahLst/>
                <a:cxnLst/>
                <a:rect l="0" t="0" r="r" b="b"/>
                <a:pathLst>
                  <a:path w="8688" h="11340" fill="norm" stroke="0">
                    <a:moveTo>
                      <a:pt x="2545" y="40"/>
                    </a:moveTo>
                    <a:cubicBezTo>
                      <a:pt x="2692" y="37"/>
                      <a:pt x="2840" y="37"/>
                      <a:pt x="2992" y="35"/>
                    </a:cubicBezTo>
                    <a:cubicBezTo>
                      <a:pt x="3303" y="33"/>
                      <a:pt x="3615" y="33"/>
                      <a:pt x="3928" y="30"/>
                    </a:cubicBezTo>
                    <a:cubicBezTo>
                      <a:pt x="4402" y="27"/>
                      <a:pt x="4880" y="20"/>
                      <a:pt x="5355" y="12"/>
                    </a:cubicBezTo>
                    <a:cubicBezTo>
                      <a:pt x="5657" y="10"/>
                      <a:pt x="5960" y="10"/>
                      <a:pt x="6265" y="10"/>
                    </a:cubicBezTo>
                    <a:cubicBezTo>
                      <a:pt x="6405" y="5"/>
                      <a:pt x="6548" y="2"/>
                      <a:pt x="6695" y="0"/>
                    </a:cubicBezTo>
                    <a:cubicBezTo>
                      <a:pt x="7308" y="2"/>
                      <a:pt x="7730" y="50"/>
                      <a:pt x="8260" y="365"/>
                    </a:cubicBezTo>
                    <a:cubicBezTo>
                      <a:pt x="8688" y="1075"/>
                      <a:pt x="8657" y="1715"/>
                      <a:pt x="8655" y="2527"/>
                    </a:cubicBezTo>
                    <a:cubicBezTo>
                      <a:pt x="8655" y="2692"/>
                      <a:pt x="8657" y="2855"/>
                      <a:pt x="8657" y="3025"/>
                    </a:cubicBezTo>
                    <a:cubicBezTo>
                      <a:pt x="8660" y="3370"/>
                      <a:pt x="8660" y="3715"/>
                      <a:pt x="8657" y="4060"/>
                    </a:cubicBezTo>
                    <a:cubicBezTo>
                      <a:pt x="8655" y="4590"/>
                      <a:pt x="8662" y="5117"/>
                      <a:pt x="8670" y="5645"/>
                    </a:cubicBezTo>
                    <a:cubicBezTo>
                      <a:pt x="8670" y="5982"/>
                      <a:pt x="8670" y="6317"/>
                      <a:pt x="8670" y="6652"/>
                    </a:cubicBezTo>
                    <a:cubicBezTo>
                      <a:pt x="8673" y="6732"/>
                      <a:pt x="8673" y="6732"/>
                      <a:pt x="8678" y="7132"/>
                    </a:cubicBezTo>
                    <a:cubicBezTo>
                      <a:pt x="8660" y="8227"/>
                      <a:pt x="8660" y="8227"/>
                      <a:pt x="8065" y="8810"/>
                    </a:cubicBezTo>
                    <a:cubicBezTo>
                      <a:pt x="7607" y="9058"/>
                      <a:pt x="7178" y="9252"/>
                      <a:pt x="6688" y="9420"/>
                    </a:cubicBezTo>
                    <a:cubicBezTo>
                      <a:pt x="5688" y="9820"/>
                      <a:pt x="5155" y="10475"/>
                      <a:pt x="4545" y="11340"/>
                    </a:cubicBezTo>
                    <a:cubicBezTo>
                      <a:pt x="3735" y="11197"/>
                      <a:pt x="3367" y="10987"/>
                      <a:pt x="2827" y="10372"/>
                    </a:cubicBezTo>
                    <a:cubicBezTo>
                      <a:pt x="2320" y="9832"/>
                      <a:pt x="1895" y="9472"/>
                      <a:pt x="1217" y="9170"/>
                    </a:cubicBezTo>
                    <a:cubicBezTo>
                      <a:pt x="545" y="8840"/>
                      <a:pt x="545" y="8840"/>
                      <a:pt x="385" y="8520"/>
                    </a:cubicBezTo>
                    <a:cubicBezTo>
                      <a:pt x="175" y="7507"/>
                      <a:pt x="175" y="6465"/>
                      <a:pt x="125" y="5435"/>
                    </a:cubicBezTo>
                    <a:cubicBezTo>
                      <a:pt x="110" y="5195"/>
                      <a:pt x="95" y="4955"/>
                      <a:pt x="77" y="4707"/>
                    </a:cubicBezTo>
                    <a:cubicBezTo>
                      <a:pt x="5" y="3217"/>
                      <a:pt x="0" y="1752"/>
                      <a:pt x="545" y="340"/>
                    </a:cubicBezTo>
                    <a:cubicBezTo>
                      <a:pt x="1207" y="10"/>
                      <a:pt x="1820" y="45"/>
                      <a:pt x="2545" y="40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753" name="robot vector"/>
              <p:cNvSpPr/>
              <p:nvPr/>
            </p:nvSpPr>
            <p:spPr>
              <a:xfrm>
                <a:off x="6669910" y="7946118"/>
                <a:ext cx="150350" cy="157551"/>
              </a:xfrm>
              <a:custGeom>
                <a:avLst/>
                <a:gdLst/>
                <a:ahLst/>
                <a:cxnLst/>
                <a:rect l="0" t="0" r="r" b="b"/>
                <a:pathLst>
                  <a:path w="16442" h="17230" fill="norm" stroke="0">
                    <a:moveTo>
                      <a:pt x="12770" y="2000"/>
                    </a:moveTo>
                    <a:cubicBezTo>
                      <a:pt x="13180" y="2303"/>
                      <a:pt x="13485" y="2615"/>
                      <a:pt x="13820" y="3003"/>
                    </a:cubicBezTo>
                    <a:cubicBezTo>
                      <a:pt x="13900" y="3095"/>
                      <a:pt x="13982" y="3190"/>
                      <a:pt x="14065" y="3288"/>
                    </a:cubicBezTo>
                    <a:cubicBezTo>
                      <a:pt x="15763" y="5293"/>
                      <a:pt x="16442" y="7013"/>
                      <a:pt x="16257" y="9690"/>
                    </a:cubicBezTo>
                    <a:cubicBezTo>
                      <a:pt x="15923" y="12375"/>
                      <a:pt x="14702" y="14145"/>
                      <a:pt x="12600" y="15883"/>
                    </a:cubicBezTo>
                    <a:cubicBezTo>
                      <a:pt x="10803" y="17135"/>
                      <a:pt x="8688" y="17230"/>
                      <a:pt x="6570" y="17003"/>
                    </a:cubicBezTo>
                    <a:cubicBezTo>
                      <a:pt x="4415" y="16605"/>
                      <a:pt x="2658" y="15347"/>
                      <a:pt x="1327" y="13628"/>
                    </a:cubicBezTo>
                    <a:cubicBezTo>
                      <a:pt x="0" y="11690"/>
                      <a:pt x="2" y="9795"/>
                      <a:pt x="70" y="7503"/>
                    </a:cubicBezTo>
                    <a:cubicBezTo>
                      <a:pt x="70" y="7340"/>
                      <a:pt x="72" y="7180"/>
                      <a:pt x="72" y="7015"/>
                    </a:cubicBezTo>
                    <a:cubicBezTo>
                      <a:pt x="180" y="5370"/>
                      <a:pt x="1227" y="4018"/>
                      <a:pt x="2413" y="2940"/>
                    </a:cubicBezTo>
                    <a:cubicBezTo>
                      <a:pt x="5553" y="255"/>
                      <a:pt x="9140" y="0"/>
                      <a:pt x="12770" y="2000"/>
                    </a:cubicBezTo>
                    <a:close/>
                    <a:moveTo>
                      <a:pt x="3820" y="3003"/>
                    </a:moveTo>
                    <a:cubicBezTo>
                      <a:pt x="3695" y="3077"/>
                      <a:pt x="3570" y="3153"/>
                      <a:pt x="3440" y="3230"/>
                    </a:cubicBezTo>
                    <a:cubicBezTo>
                      <a:pt x="2520" y="3872"/>
                      <a:pt x="2060" y="4765"/>
                      <a:pt x="1570" y="5753"/>
                    </a:cubicBezTo>
                    <a:cubicBezTo>
                      <a:pt x="1495" y="5888"/>
                      <a:pt x="1420" y="6025"/>
                      <a:pt x="1342" y="6165"/>
                    </a:cubicBezTo>
                    <a:cubicBezTo>
                      <a:pt x="710" y="7418"/>
                      <a:pt x="560" y="8622"/>
                      <a:pt x="820" y="10003"/>
                    </a:cubicBezTo>
                    <a:cubicBezTo>
                      <a:pt x="1635" y="12390"/>
                      <a:pt x="2850" y="14305"/>
                      <a:pt x="5148" y="15455"/>
                    </a:cubicBezTo>
                    <a:cubicBezTo>
                      <a:pt x="6895" y="16117"/>
                      <a:pt x="8755" y="16082"/>
                      <a:pt x="10570" y="15753"/>
                    </a:cubicBezTo>
                    <a:cubicBezTo>
                      <a:pt x="10570" y="14975"/>
                      <a:pt x="10435" y="14665"/>
                      <a:pt x="10070" y="14003"/>
                    </a:cubicBezTo>
                    <a:cubicBezTo>
                      <a:pt x="10210" y="13987"/>
                      <a:pt x="10347" y="13970"/>
                      <a:pt x="10492" y="13955"/>
                    </a:cubicBezTo>
                    <a:cubicBezTo>
                      <a:pt x="11550" y="13582"/>
                      <a:pt x="12102" y="12913"/>
                      <a:pt x="12622" y="11933"/>
                    </a:cubicBezTo>
                    <a:cubicBezTo>
                      <a:pt x="13240" y="10510"/>
                      <a:pt x="13750" y="9155"/>
                      <a:pt x="13185" y="7640"/>
                    </a:cubicBezTo>
                    <a:cubicBezTo>
                      <a:pt x="12595" y="6255"/>
                      <a:pt x="11977" y="4990"/>
                      <a:pt x="10820" y="4003"/>
                    </a:cubicBezTo>
                    <a:cubicBezTo>
                      <a:pt x="10655" y="4003"/>
                      <a:pt x="10490" y="4003"/>
                      <a:pt x="10320" y="4003"/>
                    </a:cubicBezTo>
                    <a:cubicBezTo>
                      <a:pt x="10340" y="3810"/>
                      <a:pt x="10360" y="3620"/>
                      <a:pt x="10382" y="3425"/>
                    </a:cubicBezTo>
                    <a:cubicBezTo>
                      <a:pt x="10320" y="2753"/>
                      <a:pt x="10320" y="2753"/>
                      <a:pt x="9913" y="2342"/>
                    </a:cubicBezTo>
                    <a:cubicBezTo>
                      <a:pt x="9188" y="1928"/>
                      <a:pt x="8587" y="1878"/>
                      <a:pt x="7773" y="1893"/>
                    </a:cubicBezTo>
                    <a:cubicBezTo>
                      <a:pt x="7630" y="1895"/>
                      <a:pt x="7487" y="1895"/>
                      <a:pt x="7340" y="1898"/>
                    </a:cubicBezTo>
                    <a:cubicBezTo>
                      <a:pt x="6013" y="1945"/>
                      <a:pt x="4957" y="2312"/>
                      <a:pt x="3820" y="3003"/>
                    </a:cubicBezTo>
                    <a:close/>
                  </a:path>
                </a:pathLst>
              </a:custGeom>
              <a:solidFill>
                <a:srgbClr val="575349"/>
              </a:solidFill>
              <a:ln w="0">
                <a:noFill/>
              </a:ln>
            </p:spPr>
          </p:sp>
          <p:sp>
            <p:nvSpPr>
              <p:cNvPr id="754" name="robot vector"/>
              <p:cNvSpPr/>
              <p:nvPr/>
            </p:nvSpPr>
            <p:spPr>
              <a:xfrm>
                <a:off x="6562951" y="7848611"/>
                <a:ext cx="85839" cy="100310"/>
              </a:xfrm>
              <a:custGeom>
                <a:avLst/>
                <a:gdLst/>
                <a:ahLst/>
                <a:cxnLst/>
                <a:rect l="0" t="0" r="r" b="b"/>
                <a:pathLst>
                  <a:path w="9387" h="10970" fill="norm" stroke="0">
                    <a:moveTo>
                      <a:pt x="7742" y="1038"/>
                    </a:moveTo>
                    <a:cubicBezTo>
                      <a:pt x="8930" y="2347"/>
                      <a:pt x="9387" y="3625"/>
                      <a:pt x="9327" y="5383"/>
                    </a:cubicBezTo>
                    <a:cubicBezTo>
                      <a:pt x="9080" y="7565"/>
                      <a:pt x="8045" y="9018"/>
                      <a:pt x="6435" y="10462"/>
                    </a:cubicBezTo>
                    <a:cubicBezTo>
                      <a:pt x="5387" y="10970"/>
                      <a:pt x="3897" y="10875"/>
                      <a:pt x="2767" y="10665"/>
                    </a:cubicBezTo>
                    <a:cubicBezTo>
                      <a:pt x="1607" y="10113"/>
                      <a:pt x="805" y="9135"/>
                      <a:pt x="375" y="7928"/>
                    </a:cubicBezTo>
                    <a:cubicBezTo>
                      <a:pt x="0" y="6148"/>
                      <a:pt x="115" y="4498"/>
                      <a:pt x="1017" y="2915"/>
                    </a:cubicBezTo>
                    <a:cubicBezTo>
                      <a:pt x="1045" y="2858"/>
                      <a:pt x="1045" y="2858"/>
                      <a:pt x="1190" y="2567"/>
                    </a:cubicBezTo>
                    <a:cubicBezTo>
                      <a:pt x="1782" y="1447"/>
                      <a:pt x="2637" y="755"/>
                      <a:pt x="3815" y="322"/>
                    </a:cubicBezTo>
                    <a:cubicBezTo>
                      <a:pt x="5160" y="0"/>
                      <a:pt x="6637" y="173"/>
                      <a:pt x="7742" y="1038"/>
                    </a:cubicBezTo>
                    <a:close/>
                  </a:path>
                </a:pathLst>
              </a:custGeom>
              <a:solidFill>
                <a:srgbClr val="1D1D1D"/>
              </a:solidFill>
              <a:ln w="0">
                <a:noFill/>
              </a:ln>
            </p:spPr>
          </p:sp>
          <p:sp>
            <p:nvSpPr>
              <p:cNvPr id="755" name="robot vector"/>
              <p:cNvSpPr/>
              <p:nvPr/>
            </p:nvSpPr>
            <p:spPr>
              <a:xfrm>
                <a:off x="6364224" y="8421624"/>
                <a:ext cx="292608" cy="30221"/>
              </a:xfrm>
              <a:custGeom>
                <a:avLst/>
                <a:gdLst/>
                <a:ahLst/>
                <a:cxnLst/>
                <a:rect l="0" t="0" r="r" b="b"/>
                <a:pathLst>
                  <a:path w="32000" h="3305" fill="norm" stroke="0">
                    <a:moveTo>
                      <a:pt x="0" y="0"/>
                    </a:moveTo>
                    <a:cubicBezTo>
                      <a:pt x="10560" y="0"/>
                      <a:pt x="21120" y="0"/>
                      <a:pt x="32000" y="0"/>
                    </a:cubicBezTo>
                    <a:cubicBezTo>
                      <a:pt x="31045" y="638"/>
                      <a:pt x="30087" y="905"/>
                      <a:pt x="29000" y="1250"/>
                    </a:cubicBezTo>
                    <a:cubicBezTo>
                      <a:pt x="28760" y="1330"/>
                      <a:pt x="28520" y="1413"/>
                      <a:pt x="28280" y="1495"/>
                    </a:cubicBezTo>
                    <a:cubicBezTo>
                      <a:pt x="24268" y="2827"/>
                      <a:pt x="20087" y="3305"/>
                      <a:pt x="15875" y="3298"/>
                    </a:cubicBezTo>
                    <a:cubicBezTo>
                      <a:pt x="15732" y="3298"/>
                      <a:pt x="15592" y="3298"/>
                      <a:pt x="15445" y="3298"/>
                    </a:cubicBezTo>
                    <a:cubicBezTo>
                      <a:pt x="11825" y="3285"/>
                      <a:pt x="8378" y="3010"/>
                      <a:pt x="4920" y="1885"/>
                    </a:cubicBezTo>
                    <a:cubicBezTo>
                      <a:pt x="4482" y="1745"/>
                      <a:pt x="4045" y="1612"/>
                      <a:pt x="3605" y="1480"/>
                    </a:cubicBezTo>
                    <a:cubicBezTo>
                      <a:pt x="2383" y="1115"/>
                      <a:pt x="1180" y="740"/>
                      <a:pt x="0" y="250"/>
                    </a:cubicBezTo>
                    <a:cubicBezTo>
                      <a:pt x="0" y="168"/>
                      <a:pt x="0" y="85"/>
                      <a:pt x="0" y="0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756" name="robot vector"/>
              <p:cNvSpPr/>
              <p:nvPr/>
            </p:nvSpPr>
            <p:spPr>
              <a:xfrm>
                <a:off x="6615684" y="7724394"/>
                <a:ext cx="262021" cy="674370"/>
              </a:xfrm>
              <a:custGeom>
                <a:avLst/>
                <a:gdLst/>
                <a:ahLst/>
                <a:cxnLst/>
                <a:rect l="0" t="0" r="r" b="b"/>
                <a:pathLst>
                  <a:path w="28655" h="73750" fill="norm" stroke="0">
                    <a:moveTo>
                      <a:pt x="0" y="0"/>
                    </a:moveTo>
                    <a:cubicBezTo>
                      <a:pt x="1625" y="232"/>
                      <a:pt x="2947" y="658"/>
                      <a:pt x="4395" y="1430"/>
                    </a:cubicBezTo>
                    <a:cubicBezTo>
                      <a:pt x="4942" y="1720"/>
                      <a:pt x="5490" y="1965"/>
                      <a:pt x="6062" y="2202"/>
                    </a:cubicBezTo>
                    <a:cubicBezTo>
                      <a:pt x="15025" y="6163"/>
                      <a:pt x="22312" y="14440"/>
                      <a:pt x="25900" y="23467"/>
                    </a:cubicBezTo>
                    <a:cubicBezTo>
                      <a:pt x="26163" y="24170"/>
                      <a:pt x="26400" y="24880"/>
                      <a:pt x="26622" y="25595"/>
                    </a:cubicBezTo>
                    <a:cubicBezTo>
                      <a:pt x="26750" y="26000"/>
                      <a:pt x="26885" y="26403"/>
                      <a:pt x="27020" y="26805"/>
                    </a:cubicBezTo>
                    <a:cubicBezTo>
                      <a:pt x="28255" y="30543"/>
                      <a:pt x="28630" y="34110"/>
                      <a:pt x="28612" y="38043"/>
                    </a:cubicBezTo>
                    <a:cubicBezTo>
                      <a:pt x="28610" y="38555"/>
                      <a:pt x="28610" y="39065"/>
                      <a:pt x="28618" y="39577"/>
                    </a:cubicBezTo>
                    <a:cubicBezTo>
                      <a:pt x="28655" y="42995"/>
                      <a:pt x="28393" y="46188"/>
                      <a:pt x="27500" y="49500"/>
                    </a:cubicBezTo>
                    <a:cubicBezTo>
                      <a:pt x="27460" y="49648"/>
                      <a:pt x="27423" y="49793"/>
                      <a:pt x="27382" y="49945"/>
                    </a:cubicBezTo>
                    <a:cubicBezTo>
                      <a:pt x="27148" y="50808"/>
                      <a:pt x="26880" y="51655"/>
                      <a:pt x="26595" y="52500"/>
                    </a:cubicBezTo>
                    <a:cubicBezTo>
                      <a:pt x="26572" y="52562"/>
                      <a:pt x="26572" y="52562"/>
                      <a:pt x="26467" y="52875"/>
                    </a:cubicBezTo>
                    <a:cubicBezTo>
                      <a:pt x="25158" y="56740"/>
                      <a:pt x="23192" y="60237"/>
                      <a:pt x="20750" y="63500"/>
                    </a:cubicBezTo>
                    <a:cubicBezTo>
                      <a:pt x="20607" y="63695"/>
                      <a:pt x="20465" y="63890"/>
                      <a:pt x="20317" y="64092"/>
                    </a:cubicBezTo>
                    <a:cubicBezTo>
                      <a:pt x="17622" y="67685"/>
                      <a:pt x="14305" y="71202"/>
                      <a:pt x="10250" y="73250"/>
                    </a:cubicBezTo>
                    <a:cubicBezTo>
                      <a:pt x="10085" y="73250"/>
                      <a:pt x="9920" y="73250"/>
                      <a:pt x="9750" y="73250"/>
                    </a:cubicBezTo>
                    <a:cubicBezTo>
                      <a:pt x="9668" y="73415"/>
                      <a:pt x="9585" y="73580"/>
                      <a:pt x="9500" y="73750"/>
                    </a:cubicBezTo>
                    <a:cubicBezTo>
                      <a:pt x="9580" y="73018"/>
                      <a:pt x="9712" y="72783"/>
                      <a:pt x="10280" y="72295"/>
                    </a:cubicBezTo>
                    <a:cubicBezTo>
                      <a:pt x="10507" y="72138"/>
                      <a:pt x="10737" y="71980"/>
                      <a:pt x="10970" y="71827"/>
                    </a:cubicBezTo>
                    <a:cubicBezTo>
                      <a:pt x="11220" y="71653"/>
                      <a:pt x="11472" y="71477"/>
                      <a:pt x="11722" y="71300"/>
                    </a:cubicBezTo>
                    <a:cubicBezTo>
                      <a:pt x="11852" y="71210"/>
                      <a:pt x="11980" y="71120"/>
                      <a:pt x="12115" y="71025"/>
                    </a:cubicBezTo>
                    <a:cubicBezTo>
                      <a:pt x="14050" y="69645"/>
                      <a:pt x="15712" y="68097"/>
                      <a:pt x="17253" y="66288"/>
                    </a:cubicBezTo>
                    <a:cubicBezTo>
                      <a:pt x="17475" y="66028"/>
                      <a:pt x="17707" y="65775"/>
                      <a:pt x="17940" y="65520"/>
                    </a:cubicBezTo>
                    <a:cubicBezTo>
                      <a:pt x="20043" y="63222"/>
                      <a:pt x="21750" y="60658"/>
                      <a:pt x="23155" y="57888"/>
                    </a:cubicBezTo>
                    <a:cubicBezTo>
                      <a:pt x="23500" y="57250"/>
                      <a:pt x="23500" y="57250"/>
                      <a:pt x="24000" y="56750"/>
                    </a:cubicBezTo>
                    <a:cubicBezTo>
                      <a:pt x="24770" y="55337"/>
                      <a:pt x="25170" y="53732"/>
                      <a:pt x="25640" y="52202"/>
                    </a:cubicBezTo>
                    <a:cubicBezTo>
                      <a:pt x="25790" y="51715"/>
                      <a:pt x="25942" y="51227"/>
                      <a:pt x="26095" y="50740"/>
                    </a:cubicBezTo>
                    <a:cubicBezTo>
                      <a:pt x="26160" y="50525"/>
                      <a:pt x="26227" y="50310"/>
                      <a:pt x="26295" y="50090"/>
                    </a:cubicBezTo>
                    <a:cubicBezTo>
                      <a:pt x="26500" y="49500"/>
                      <a:pt x="26500" y="49500"/>
                      <a:pt x="26765" y="48980"/>
                    </a:cubicBezTo>
                    <a:cubicBezTo>
                      <a:pt x="27007" y="48485"/>
                      <a:pt x="27090" y="48107"/>
                      <a:pt x="27150" y="47562"/>
                    </a:cubicBezTo>
                    <a:cubicBezTo>
                      <a:pt x="27170" y="47390"/>
                      <a:pt x="27190" y="47217"/>
                      <a:pt x="27210" y="47040"/>
                    </a:cubicBezTo>
                    <a:cubicBezTo>
                      <a:pt x="27227" y="46860"/>
                      <a:pt x="27247" y="46683"/>
                      <a:pt x="27265" y="46500"/>
                    </a:cubicBezTo>
                    <a:cubicBezTo>
                      <a:pt x="27305" y="46145"/>
                      <a:pt x="27345" y="45793"/>
                      <a:pt x="27385" y="45438"/>
                    </a:cubicBezTo>
                    <a:cubicBezTo>
                      <a:pt x="27400" y="45283"/>
                      <a:pt x="27418" y="45125"/>
                      <a:pt x="27433" y="44965"/>
                    </a:cubicBezTo>
                    <a:cubicBezTo>
                      <a:pt x="27500" y="44500"/>
                      <a:pt x="27500" y="44500"/>
                      <a:pt x="27630" y="44058"/>
                    </a:cubicBezTo>
                    <a:cubicBezTo>
                      <a:pt x="27803" y="43253"/>
                      <a:pt x="27790" y="42462"/>
                      <a:pt x="27793" y="41640"/>
                    </a:cubicBezTo>
                    <a:cubicBezTo>
                      <a:pt x="27793" y="41460"/>
                      <a:pt x="27793" y="41278"/>
                      <a:pt x="27795" y="41092"/>
                    </a:cubicBezTo>
                    <a:cubicBezTo>
                      <a:pt x="27795" y="40710"/>
                      <a:pt x="27798" y="40327"/>
                      <a:pt x="27798" y="39945"/>
                    </a:cubicBezTo>
                    <a:cubicBezTo>
                      <a:pt x="27798" y="39367"/>
                      <a:pt x="27803" y="38790"/>
                      <a:pt x="27805" y="38215"/>
                    </a:cubicBezTo>
                    <a:cubicBezTo>
                      <a:pt x="27812" y="36378"/>
                      <a:pt x="27763" y="34650"/>
                      <a:pt x="27375" y="32850"/>
                    </a:cubicBezTo>
                    <a:cubicBezTo>
                      <a:pt x="27253" y="32263"/>
                      <a:pt x="27185" y="31692"/>
                      <a:pt x="27130" y="31097"/>
                    </a:cubicBezTo>
                    <a:cubicBezTo>
                      <a:pt x="27013" y="29928"/>
                      <a:pt x="26730" y="28830"/>
                      <a:pt x="26405" y="27702"/>
                    </a:cubicBezTo>
                    <a:cubicBezTo>
                      <a:pt x="26380" y="27607"/>
                      <a:pt x="26380" y="27607"/>
                      <a:pt x="26247" y="27122"/>
                    </a:cubicBezTo>
                    <a:cubicBezTo>
                      <a:pt x="25970" y="26135"/>
                      <a:pt x="25655" y="25242"/>
                      <a:pt x="25173" y="24340"/>
                    </a:cubicBezTo>
                    <a:cubicBezTo>
                      <a:pt x="24900" y="23805"/>
                      <a:pt x="24732" y="23240"/>
                      <a:pt x="24548" y="22673"/>
                    </a:cubicBezTo>
                    <a:cubicBezTo>
                      <a:pt x="24143" y="21492"/>
                      <a:pt x="23580" y="20543"/>
                      <a:pt x="22855" y="19523"/>
                    </a:cubicBezTo>
                    <a:cubicBezTo>
                      <a:pt x="22533" y="19050"/>
                      <a:pt x="22298" y="18600"/>
                      <a:pt x="22062" y="18077"/>
                    </a:cubicBezTo>
                    <a:cubicBezTo>
                      <a:pt x="19800" y="13388"/>
                      <a:pt x="14510" y="7372"/>
                      <a:pt x="9678" y="5217"/>
                    </a:cubicBezTo>
                    <a:cubicBezTo>
                      <a:pt x="9062" y="4905"/>
                      <a:pt x="8497" y="4518"/>
                      <a:pt x="7923" y="4140"/>
                    </a:cubicBezTo>
                    <a:cubicBezTo>
                      <a:pt x="6740" y="3375"/>
                      <a:pt x="5558" y="2778"/>
                      <a:pt x="4250" y="2250"/>
                    </a:cubicBezTo>
                    <a:cubicBezTo>
                      <a:pt x="3888" y="2100"/>
                      <a:pt x="3528" y="1950"/>
                      <a:pt x="3165" y="1800"/>
                    </a:cubicBezTo>
                    <a:cubicBezTo>
                      <a:pt x="2110" y="1365"/>
                      <a:pt x="1055" y="933"/>
                      <a:pt x="0" y="500"/>
                    </a:cubicBezTo>
                    <a:cubicBezTo>
                      <a:pt x="0" y="335"/>
                      <a:pt x="0" y="170"/>
                      <a:pt x="0" y="0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757" name="robot vector"/>
              <p:cNvSpPr/>
              <p:nvPr/>
            </p:nvSpPr>
            <p:spPr>
              <a:xfrm>
                <a:off x="6130755" y="7731252"/>
                <a:ext cx="238041" cy="662940"/>
              </a:xfrm>
              <a:custGeom>
                <a:avLst/>
                <a:gdLst/>
                <a:ahLst/>
                <a:cxnLst/>
                <a:rect l="0" t="0" r="r" b="b"/>
                <a:pathLst>
                  <a:path w="26033" h="72500" fill="norm" stroke="0">
                    <a:moveTo>
                      <a:pt x="25533" y="0"/>
                    </a:moveTo>
                    <a:cubicBezTo>
                      <a:pt x="25615" y="40"/>
                      <a:pt x="25615" y="40"/>
                      <a:pt x="26033" y="250"/>
                    </a:cubicBezTo>
                    <a:cubicBezTo>
                      <a:pt x="25350" y="1040"/>
                      <a:pt x="24768" y="1395"/>
                      <a:pt x="23805" y="1778"/>
                    </a:cubicBezTo>
                    <a:cubicBezTo>
                      <a:pt x="19850" y="3460"/>
                      <a:pt x="16418" y="6110"/>
                      <a:pt x="13283" y="9000"/>
                    </a:cubicBezTo>
                    <a:cubicBezTo>
                      <a:pt x="13173" y="9100"/>
                      <a:pt x="13065" y="9200"/>
                      <a:pt x="12952" y="9305"/>
                    </a:cubicBezTo>
                    <a:cubicBezTo>
                      <a:pt x="11155" y="10980"/>
                      <a:pt x="9720" y="12905"/>
                      <a:pt x="8398" y="14965"/>
                    </a:cubicBezTo>
                    <a:cubicBezTo>
                      <a:pt x="8125" y="15365"/>
                      <a:pt x="7853" y="15717"/>
                      <a:pt x="7543" y="16085"/>
                    </a:cubicBezTo>
                    <a:cubicBezTo>
                      <a:pt x="6952" y="16812"/>
                      <a:pt x="6560" y="17610"/>
                      <a:pt x="6158" y="18452"/>
                    </a:cubicBezTo>
                    <a:cubicBezTo>
                      <a:pt x="6005" y="18768"/>
                      <a:pt x="5853" y="19080"/>
                      <a:pt x="5700" y="19393"/>
                    </a:cubicBezTo>
                    <a:cubicBezTo>
                      <a:pt x="5628" y="19543"/>
                      <a:pt x="5555" y="19690"/>
                      <a:pt x="5480" y="19845"/>
                    </a:cubicBezTo>
                    <a:cubicBezTo>
                      <a:pt x="5243" y="20332"/>
                      <a:pt x="4988" y="20815"/>
                      <a:pt x="4735" y="21298"/>
                    </a:cubicBezTo>
                    <a:cubicBezTo>
                      <a:pt x="3810" y="23155"/>
                      <a:pt x="3217" y="25130"/>
                      <a:pt x="2695" y="27130"/>
                    </a:cubicBezTo>
                    <a:cubicBezTo>
                      <a:pt x="2565" y="27625"/>
                      <a:pt x="2423" y="28107"/>
                      <a:pt x="2268" y="28595"/>
                    </a:cubicBezTo>
                    <a:cubicBezTo>
                      <a:pt x="1605" y="30915"/>
                      <a:pt x="1415" y="33403"/>
                      <a:pt x="1303" y="35803"/>
                    </a:cubicBezTo>
                    <a:cubicBezTo>
                      <a:pt x="1290" y="36092"/>
                      <a:pt x="1275" y="36380"/>
                      <a:pt x="1258" y="36670"/>
                    </a:cubicBezTo>
                    <a:cubicBezTo>
                      <a:pt x="1108" y="39247"/>
                      <a:pt x="1428" y="41775"/>
                      <a:pt x="1753" y="44327"/>
                    </a:cubicBezTo>
                    <a:cubicBezTo>
                      <a:pt x="1773" y="44503"/>
                      <a:pt x="1795" y="44680"/>
                      <a:pt x="1817" y="44860"/>
                    </a:cubicBezTo>
                    <a:cubicBezTo>
                      <a:pt x="1880" y="45365"/>
                      <a:pt x="1947" y="45867"/>
                      <a:pt x="2015" y="46372"/>
                    </a:cubicBezTo>
                    <a:cubicBezTo>
                      <a:pt x="2035" y="46525"/>
                      <a:pt x="2053" y="46678"/>
                      <a:pt x="2072" y="46835"/>
                    </a:cubicBezTo>
                    <a:cubicBezTo>
                      <a:pt x="2180" y="47597"/>
                      <a:pt x="2300" y="48145"/>
                      <a:pt x="2783" y="48750"/>
                    </a:cubicBezTo>
                    <a:cubicBezTo>
                      <a:pt x="2898" y="49200"/>
                      <a:pt x="2898" y="49200"/>
                      <a:pt x="2985" y="49720"/>
                    </a:cubicBezTo>
                    <a:cubicBezTo>
                      <a:pt x="3312" y="51300"/>
                      <a:pt x="3920" y="52763"/>
                      <a:pt x="4533" y="54250"/>
                    </a:cubicBezTo>
                    <a:cubicBezTo>
                      <a:pt x="4613" y="54445"/>
                      <a:pt x="4692" y="54643"/>
                      <a:pt x="4775" y="54845"/>
                    </a:cubicBezTo>
                    <a:cubicBezTo>
                      <a:pt x="6217" y="58227"/>
                      <a:pt x="8133" y="61220"/>
                      <a:pt x="10533" y="64000"/>
                    </a:cubicBezTo>
                    <a:cubicBezTo>
                      <a:pt x="10730" y="64240"/>
                      <a:pt x="10928" y="64480"/>
                      <a:pt x="11128" y="64720"/>
                    </a:cubicBezTo>
                    <a:cubicBezTo>
                      <a:pt x="11233" y="64842"/>
                      <a:pt x="11337" y="64967"/>
                      <a:pt x="11445" y="65097"/>
                    </a:cubicBezTo>
                    <a:cubicBezTo>
                      <a:pt x="11678" y="65375"/>
                      <a:pt x="11908" y="65658"/>
                      <a:pt x="12135" y="65942"/>
                    </a:cubicBezTo>
                    <a:cubicBezTo>
                      <a:pt x="13408" y="67480"/>
                      <a:pt x="14910" y="68700"/>
                      <a:pt x="16447" y="69965"/>
                    </a:cubicBezTo>
                    <a:cubicBezTo>
                      <a:pt x="16783" y="70250"/>
                      <a:pt x="16783" y="70250"/>
                      <a:pt x="17205" y="70680"/>
                    </a:cubicBezTo>
                    <a:cubicBezTo>
                      <a:pt x="17558" y="71025"/>
                      <a:pt x="17883" y="71212"/>
                      <a:pt x="18330" y="71423"/>
                    </a:cubicBezTo>
                    <a:cubicBezTo>
                      <a:pt x="18462" y="71485"/>
                      <a:pt x="18595" y="71548"/>
                      <a:pt x="18730" y="71612"/>
                    </a:cubicBezTo>
                    <a:cubicBezTo>
                      <a:pt x="18830" y="71658"/>
                      <a:pt x="18930" y="71702"/>
                      <a:pt x="19033" y="71750"/>
                    </a:cubicBezTo>
                    <a:cubicBezTo>
                      <a:pt x="18950" y="71997"/>
                      <a:pt x="18868" y="72245"/>
                      <a:pt x="18783" y="72500"/>
                    </a:cubicBezTo>
                    <a:cubicBezTo>
                      <a:pt x="16280" y="71115"/>
                      <a:pt x="14320" y="69237"/>
                      <a:pt x="12283" y="67250"/>
                    </a:cubicBezTo>
                    <a:cubicBezTo>
                      <a:pt x="12030" y="67007"/>
                      <a:pt x="11775" y="66763"/>
                      <a:pt x="11523" y="66520"/>
                    </a:cubicBezTo>
                    <a:cubicBezTo>
                      <a:pt x="9683" y="64737"/>
                      <a:pt x="9683" y="64737"/>
                      <a:pt x="9043" y="63665"/>
                    </a:cubicBezTo>
                    <a:cubicBezTo>
                      <a:pt x="8758" y="63210"/>
                      <a:pt x="8440" y="62785"/>
                      <a:pt x="8118" y="62357"/>
                    </a:cubicBezTo>
                    <a:cubicBezTo>
                      <a:pt x="5815" y="59283"/>
                      <a:pt x="4205" y="56188"/>
                      <a:pt x="2973" y="52548"/>
                    </a:cubicBezTo>
                    <a:cubicBezTo>
                      <a:pt x="2805" y="52062"/>
                      <a:pt x="2625" y="51587"/>
                      <a:pt x="2433" y="51112"/>
                    </a:cubicBezTo>
                    <a:cubicBezTo>
                      <a:pt x="1008" y="47538"/>
                      <a:pt x="395" y="43555"/>
                      <a:pt x="295" y="39717"/>
                    </a:cubicBezTo>
                    <a:cubicBezTo>
                      <a:pt x="288" y="39395"/>
                      <a:pt x="275" y="39070"/>
                      <a:pt x="260" y="38747"/>
                    </a:cubicBezTo>
                    <a:cubicBezTo>
                      <a:pt x="0" y="33158"/>
                      <a:pt x="1195" y="27095"/>
                      <a:pt x="3550" y="22008"/>
                    </a:cubicBezTo>
                    <a:cubicBezTo>
                      <a:pt x="3780" y="21505"/>
                      <a:pt x="3995" y="20995"/>
                      <a:pt x="4205" y="20485"/>
                    </a:cubicBezTo>
                    <a:cubicBezTo>
                      <a:pt x="5890" y="16712"/>
                      <a:pt x="8130" y="13390"/>
                      <a:pt x="10945" y="10385"/>
                    </a:cubicBezTo>
                    <a:cubicBezTo>
                      <a:pt x="11428" y="9870"/>
                      <a:pt x="11873" y="9332"/>
                      <a:pt x="12312" y="8780"/>
                    </a:cubicBezTo>
                    <a:cubicBezTo>
                      <a:pt x="15452" y="5205"/>
                      <a:pt x="19955" y="2410"/>
                      <a:pt x="24283" y="500"/>
                    </a:cubicBezTo>
                    <a:cubicBezTo>
                      <a:pt x="24393" y="450"/>
                      <a:pt x="24393" y="450"/>
                      <a:pt x="24942" y="205"/>
                    </a:cubicBezTo>
                    <a:cubicBezTo>
                      <a:pt x="25138" y="138"/>
                      <a:pt x="25332" y="70"/>
                      <a:pt x="25533" y="0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758" name="robot vector"/>
              <p:cNvSpPr/>
              <p:nvPr/>
            </p:nvSpPr>
            <p:spPr>
              <a:xfrm>
                <a:off x="6519027" y="8363100"/>
                <a:ext cx="160889" cy="35959"/>
              </a:xfrm>
              <a:custGeom>
                <a:avLst/>
                <a:gdLst/>
                <a:ahLst/>
                <a:cxnLst/>
                <a:rect l="0" t="0" r="r" b="b"/>
                <a:pathLst>
                  <a:path w="17595" h="3933" fill="norm" stroke="0">
                    <a:moveTo>
                      <a:pt x="6010" y="18"/>
                    </a:moveTo>
                    <a:cubicBezTo>
                      <a:pt x="6132" y="18"/>
                      <a:pt x="6132" y="18"/>
                      <a:pt x="6757" y="15"/>
                    </a:cubicBezTo>
                    <a:cubicBezTo>
                      <a:pt x="7278" y="13"/>
                      <a:pt x="7795" y="15"/>
                      <a:pt x="8312" y="20"/>
                    </a:cubicBezTo>
                    <a:cubicBezTo>
                      <a:pt x="8970" y="25"/>
                      <a:pt x="9630" y="23"/>
                      <a:pt x="10288" y="18"/>
                    </a:cubicBezTo>
                    <a:cubicBezTo>
                      <a:pt x="10925" y="13"/>
                      <a:pt x="11560" y="15"/>
                      <a:pt x="12197" y="18"/>
                    </a:cubicBezTo>
                    <a:cubicBezTo>
                      <a:pt x="12430" y="15"/>
                      <a:pt x="12665" y="13"/>
                      <a:pt x="12905" y="13"/>
                    </a:cubicBezTo>
                    <a:cubicBezTo>
                      <a:pt x="14660" y="38"/>
                      <a:pt x="16002" y="433"/>
                      <a:pt x="17335" y="1603"/>
                    </a:cubicBezTo>
                    <a:cubicBezTo>
                      <a:pt x="17595" y="2210"/>
                      <a:pt x="17565" y="2425"/>
                      <a:pt x="17460" y="3060"/>
                    </a:cubicBezTo>
                    <a:cubicBezTo>
                      <a:pt x="17447" y="3138"/>
                      <a:pt x="17447" y="3138"/>
                      <a:pt x="17382" y="3538"/>
                    </a:cubicBezTo>
                    <a:cubicBezTo>
                      <a:pt x="17362" y="3658"/>
                      <a:pt x="17342" y="3778"/>
                      <a:pt x="17320" y="3900"/>
                    </a:cubicBezTo>
                    <a:cubicBezTo>
                      <a:pt x="15145" y="3905"/>
                      <a:pt x="12970" y="3910"/>
                      <a:pt x="10795" y="3913"/>
                    </a:cubicBezTo>
                    <a:cubicBezTo>
                      <a:pt x="9785" y="3915"/>
                      <a:pt x="8775" y="3918"/>
                      <a:pt x="7765" y="3920"/>
                    </a:cubicBezTo>
                    <a:cubicBezTo>
                      <a:pt x="6790" y="3923"/>
                      <a:pt x="5815" y="3923"/>
                      <a:pt x="4842" y="3925"/>
                    </a:cubicBezTo>
                    <a:cubicBezTo>
                      <a:pt x="4470" y="3925"/>
                      <a:pt x="4097" y="3925"/>
                      <a:pt x="3725" y="3928"/>
                    </a:cubicBezTo>
                    <a:cubicBezTo>
                      <a:pt x="3205" y="3928"/>
                      <a:pt x="2685" y="3930"/>
                      <a:pt x="2165" y="3928"/>
                    </a:cubicBezTo>
                    <a:cubicBezTo>
                      <a:pt x="2087" y="3930"/>
                      <a:pt x="2087" y="3930"/>
                      <a:pt x="1695" y="3933"/>
                    </a:cubicBezTo>
                    <a:cubicBezTo>
                      <a:pt x="627" y="3930"/>
                      <a:pt x="627" y="3930"/>
                      <a:pt x="70" y="3650"/>
                    </a:cubicBezTo>
                    <a:cubicBezTo>
                      <a:pt x="0" y="2833"/>
                      <a:pt x="28" y="2148"/>
                      <a:pt x="500" y="1448"/>
                    </a:cubicBezTo>
                    <a:cubicBezTo>
                      <a:pt x="1957" y="98"/>
                      <a:pt x="4135" y="0"/>
                      <a:pt x="6010" y="18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59" name="robot vector"/>
              <p:cNvSpPr/>
              <p:nvPr/>
            </p:nvSpPr>
            <p:spPr>
              <a:xfrm>
                <a:off x="6446520" y="8028432"/>
                <a:ext cx="171816" cy="161186"/>
              </a:xfrm>
              <a:custGeom>
                <a:avLst/>
                <a:gdLst/>
                <a:ahLst/>
                <a:cxnLst/>
                <a:rect l="0" t="0" r="r" b="b"/>
                <a:pathLst>
                  <a:path w="18790" h="17628" fill="norm" stroke="0">
                    <a:moveTo>
                      <a:pt x="14500" y="0"/>
                    </a:moveTo>
                    <a:cubicBezTo>
                      <a:pt x="16428" y="8"/>
                      <a:pt x="16428" y="8"/>
                      <a:pt x="17160" y="558"/>
                    </a:cubicBezTo>
                    <a:cubicBezTo>
                      <a:pt x="18660" y="2317"/>
                      <a:pt x="18790" y="4375"/>
                      <a:pt x="18783" y="6592"/>
                    </a:cubicBezTo>
                    <a:cubicBezTo>
                      <a:pt x="18783" y="6763"/>
                      <a:pt x="18783" y="6933"/>
                      <a:pt x="18785" y="7105"/>
                    </a:cubicBezTo>
                    <a:cubicBezTo>
                      <a:pt x="18785" y="7462"/>
                      <a:pt x="18783" y="7820"/>
                      <a:pt x="18783" y="8178"/>
                    </a:cubicBezTo>
                    <a:cubicBezTo>
                      <a:pt x="18783" y="8715"/>
                      <a:pt x="18783" y="9255"/>
                      <a:pt x="18785" y="9795"/>
                    </a:cubicBezTo>
                    <a:cubicBezTo>
                      <a:pt x="18788" y="15155"/>
                      <a:pt x="18788" y="15155"/>
                      <a:pt x="17500" y="16500"/>
                    </a:cubicBezTo>
                    <a:cubicBezTo>
                      <a:pt x="16745" y="17250"/>
                      <a:pt x="16175" y="17612"/>
                      <a:pt x="15100" y="17628"/>
                    </a:cubicBezTo>
                    <a:cubicBezTo>
                      <a:pt x="14957" y="17625"/>
                      <a:pt x="14817" y="17620"/>
                      <a:pt x="14670" y="17617"/>
                    </a:cubicBezTo>
                    <a:cubicBezTo>
                      <a:pt x="14592" y="17617"/>
                      <a:pt x="14592" y="17617"/>
                      <a:pt x="14207" y="17620"/>
                    </a:cubicBezTo>
                    <a:cubicBezTo>
                      <a:pt x="13705" y="17620"/>
                      <a:pt x="13202" y="17612"/>
                      <a:pt x="12700" y="17607"/>
                    </a:cubicBezTo>
                    <a:cubicBezTo>
                      <a:pt x="12350" y="17605"/>
                      <a:pt x="12000" y="17605"/>
                      <a:pt x="11650" y="17605"/>
                    </a:cubicBezTo>
                    <a:cubicBezTo>
                      <a:pt x="10918" y="17602"/>
                      <a:pt x="10185" y="17597"/>
                      <a:pt x="9455" y="17590"/>
                    </a:cubicBezTo>
                    <a:cubicBezTo>
                      <a:pt x="8515" y="17580"/>
                      <a:pt x="7575" y="17575"/>
                      <a:pt x="6638" y="17572"/>
                    </a:cubicBezTo>
                    <a:cubicBezTo>
                      <a:pt x="5742" y="17570"/>
                      <a:pt x="4845" y="17565"/>
                      <a:pt x="3950" y="17560"/>
                    </a:cubicBezTo>
                    <a:cubicBezTo>
                      <a:pt x="3780" y="17558"/>
                      <a:pt x="3607" y="17558"/>
                      <a:pt x="3433" y="17558"/>
                    </a:cubicBezTo>
                    <a:cubicBezTo>
                      <a:pt x="2947" y="17555"/>
                      <a:pt x="2465" y="17550"/>
                      <a:pt x="1982" y="17545"/>
                    </a:cubicBezTo>
                    <a:cubicBezTo>
                      <a:pt x="1840" y="17543"/>
                      <a:pt x="1695" y="17543"/>
                      <a:pt x="1548" y="17543"/>
                    </a:cubicBezTo>
                    <a:cubicBezTo>
                      <a:pt x="947" y="17535"/>
                      <a:pt x="545" y="17523"/>
                      <a:pt x="0" y="17250"/>
                    </a:cubicBezTo>
                    <a:cubicBezTo>
                      <a:pt x="82" y="16920"/>
                      <a:pt x="165" y="16590"/>
                      <a:pt x="250" y="16250"/>
                    </a:cubicBezTo>
                    <a:cubicBezTo>
                      <a:pt x="5695" y="16168"/>
                      <a:pt x="11140" y="16085"/>
                      <a:pt x="16750" y="16000"/>
                    </a:cubicBezTo>
                    <a:cubicBezTo>
                      <a:pt x="16985" y="15298"/>
                      <a:pt x="17033" y="14865"/>
                      <a:pt x="17038" y="14140"/>
                    </a:cubicBezTo>
                    <a:cubicBezTo>
                      <a:pt x="17038" y="13918"/>
                      <a:pt x="17040" y="13692"/>
                      <a:pt x="17040" y="13462"/>
                    </a:cubicBezTo>
                    <a:cubicBezTo>
                      <a:pt x="17043" y="13222"/>
                      <a:pt x="17043" y="12982"/>
                      <a:pt x="17043" y="12732"/>
                    </a:cubicBezTo>
                    <a:cubicBezTo>
                      <a:pt x="17043" y="12485"/>
                      <a:pt x="17043" y="12237"/>
                      <a:pt x="17045" y="11982"/>
                    </a:cubicBezTo>
                    <a:cubicBezTo>
                      <a:pt x="17045" y="11460"/>
                      <a:pt x="17048" y="10938"/>
                      <a:pt x="17048" y="10415"/>
                    </a:cubicBezTo>
                    <a:cubicBezTo>
                      <a:pt x="17048" y="9745"/>
                      <a:pt x="17050" y="9072"/>
                      <a:pt x="17055" y="8403"/>
                    </a:cubicBezTo>
                    <a:cubicBezTo>
                      <a:pt x="17058" y="7763"/>
                      <a:pt x="17058" y="7122"/>
                      <a:pt x="17058" y="6482"/>
                    </a:cubicBezTo>
                    <a:cubicBezTo>
                      <a:pt x="17058" y="6362"/>
                      <a:pt x="17058" y="6362"/>
                      <a:pt x="17062" y="5753"/>
                    </a:cubicBezTo>
                    <a:cubicBezTo>
                      <a:pt x="17062" y="5643"/>
                      <a:pt x="17062" y="5643"/>
                      <a:pt x="17060" y="5077"/>
                    </a:cubicBezTo>
                    <a:cubicBezTo>
                      <a:pt x="17060" y="4880"/>
                      <a:pt x="17062" y="4685"/>
                      <a:pt x="17062" y="4482"/>
                    </a:cubicBezTo>
                    <a:cubicBezTo>
                      <a:pt x="17000" y="4000"/>
                      <a:pt x="17000" y="4000"/>
                      <a:pt x="16500" y="3500"/>
                    </a:cubicBezTo>
                    <a:cubicBezTo>
                      <a:pt x="16023" y="3425"/>
                      <a:pt x="15575" y="3372"/>
                      <a:pt x="15095" y="3345"/>
                    </a:cubicBezTo>
                    <a:cubicBezTo>
                      <a:pt x="14965" y="3335"/>
                      <a:pt x="14835" y="3325"/>
                      <a:pt x="14702" y="3315"/>
                    </a:cubicBezTo>
                    <a:cubicBezTo>
                      <a:pt x="14385" y="3290"/>
                      <a:pt x="14067" y="3270"/>
                      <a:pt x="13750" y="3250"/>
                    </a:cubicBezTo>
                    <a:cubicBezTo>
                      <a:pt x="13827" y="2803"/>
                      <a:pt x="13905" y="2355"/>
                      <a:pt x="13985" y="1905"/>
                    </a:cubicBezTo>
                    <a:cubicBezTo>
                      <a:pt x="14005" y="1780"/>
                      <a:pt x="14028" y="1653"/>
                      <a:pt x="14050" y="1523"/>
                    </a:cubicBezTo>
                    <a:cubicBezTo>
                      <a:pt x="14150" y="967"/>
                      <a:pt x="14247" y="508"/>
                      <a:pt x="14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60" name="robot vector"/>
              <p:cNvSpPr/>
              <p:nvPr/>
            </p:nvSpPr>
            <p:spPr>
              <a:xfrm>
                <a:off x="6428232" y="7810659"/>
                <a:ext cx="210609" cy="19774"/>
              </a:xfrm>
              <a:custGeom>
                <a:avLst/>
                <a:gdLst/>
                <a:ahLst/>
                <a:cxnLst/>
                <a:rect l="0" t="0" r="r" b="b"/>
                <a:pathLst>
                  <a:path w="23033" h="2163" fill="norm" stroke="0">
                    <a:moveTo>
                      <a:pt x="1633" y="33"/>
                    </a:moveTo>
                    <a:cubicBezTo>
                      <a:pt x="1725" y="33"/>
                      <a:pt x="1725" y="33"/>
                      <a:pt x="2188" y="30"/>
                    </a:cubicBezTo>
                    <a:cubicBezTo>
                      <a:pt x="2288" y="30"/>
                      <a:pt x="2288" y="30"/>
                      <a:pt x="2795" y="30"/>
                    </a:cubicBezTo>
                    <a:cubicBezTo>
                      <a:pt x="3008" y="30"/>
                      <a:pt x="3218" y="28"/>
                      <a:pt x="3435" y="28"/>
                    </a:cubicBezTo>
                    <a:cubicBezTo>
                      <a:pt x="4138" y="25"/>
                      <a:pt x="4838" y="25"/>
                      <a:pt x="5540" y="25"/>
                    </a:cubicBezTo>
                    <a:cubicBezTo>
                      <a:pt x="6025" y="23"/>
                      <a:pt x="6510" y="23"/>
                      <a:pt x="6998" y="23"/>
                    </a:cubicBezTo>
                    <a:cubicBezTo>
                      <a:pt x="8015" y="20"/>
                      <a:pt x="9035" y="20"/>
                      <a:pt x="10053" y="20"/>
                    </a:cubicBezTo>
                    <a:cubicBezTo>
                      <a:pt x="11233" y="20"/>
                      <a:pt x="12410" y="18"/>
                      <a:pt x="13588" y="13"/>
                    </a:cubicBezTo>
                    <a:cubicBezTo>
                      <a:pt x="14720" y="10"/>
                      <a:pt x="15855" y="8"/>
                      <a:pt x="16988" y="10"/>
                    </a:cubicBezTo>
                    <a:cubicBezTo>
                      <a:pt x="17470" y="8"/>
                      <a:pt x="17953" y="8"/>
                      <a:pt x="18435" y="5"/>
                    </a:cubicBezTo>
                    <a:cubicBezTo>
                      <a:pt x="19108" y="3"/>
                      <a:pt x="19780" y="3"/>
                      <a:pt x="20455" y="5"/>
                    </a:cubicBezTo>
                    <a:cubicBezTo>
                      <a:pt x="20655" y="5"/>
                      <a:pt x="20855" y="3"/>
                      <a:pt x="21062" y="0"/>
                    </a:cubicBezTo>
                    <a:cubicBezTo>
                      <a:pt x="21245" y="3"/>
                      <a:pt x="21430" y="3"/>
                      <a:pt x="21618" y="5"/>
                    </a:cubicBezTo>
                    <a:cubicBezTo>
                      <a:pt x="21778" y="5"/>
                      <a:pt x="21935" y="5"/>
                      <a:pt x="22100" y="3"/>
                    </a:cubicBezTo>
                    <a:cubicBezTo>
                      <a:pt x="22500" y="65"/>
                      <a:pt x="22500" y="65"/>
                      <a:pt x="23000" y="565"/>
                    </a:cubicBezTo>
                    <a:cubicBezTo>
                      <a:pt x="23033" y="1223"/>
                      <a:pt x="23033" y="1223"/>
                      <a:pt x="23000" y="1815"/>
                    </a:cubicBezTo>
                    <a:cubicBezTo>
                      <a:pt x="22463" y="2085"/>
                      <a:pt x="22210" y="2098"/>
                      <a:pt x="21620" y="2100"/>
                    </a:cubicBezTo>
                    <a:cubicBezTo>
                      <a:pt x="21438" y="2103"/>
                      <a:pt x="21255" y="2105"/>
                      <a:pt x="21065" y="2105"/>
                    </a:cubicBezTo>
                    <a:cubicBezTo>
                      <a:pt x="20865" y="2105"/>
                      <a:pt x="20665" y="2105"/>
                      <a:pt x="20458" y="2105"/>
                    </a:cubicBezTo>
                    <a:cubicBezTo>
                      <a:pt x="20248" y="2108"/>
                      <a:pt x="20038" y="2108"/>
                      <a:pt x="19820" y="2110"/>
                    </a:cubicBezTo>
                    <a:cubicBezTo>
                      <a:pt x="19120" y="2113"/>
                      <a:pt x="18420" y="2115"/>
                      <a:pt x="17720" y="2118"/>
                    </a:cubicBezTo>
                    <a:cubicBezTo>
                      <a:pt x="17235" y="2118"/>
                      <a:pt x="16750" y="2120"/>
                      <a:pt x="16265" y="2120"/>
                    </a:cubicBezTo>
                    <a:cubicBezTo>
                      <a:pt x="15378" y="2123"/>
                      <a:pt x="14490" y="2125"/>
                      <a:pt x="13603" y="2125"/>
                    </a:cubicBezTo>
                    <a:cubicBezTo>
                      <a:pt x="12295" y="2128"/>
                      <a:pt x="10988" y="2130"/>
                      <a:pt x="9683" y="2138"/>
                    </a:cubicBezTo>
                    <a:cubicBezTo>
                      <a:pt x="8550" y="2145"/>
                      <a:pt x="7418" y="2148"/>
                      <a:pt x="6288" y="2148"/>
                    </a:cubicBezTo>
                    <a:cubicBezTo>
                      <a:pt x="5805" y="2148"/>
                      <a:pt x="5323" y="2150"/>
                      <a:pt x="4843" y="2153"/>
                    </a:cubicBezTo>
                    <a:cubicBezTo>
                      <a:pt x="4170" y="2158"/>
                      <a:pt x="3498" y="2158"/>
                      <a:pt x="2825" y="2155"/>
                    </a:cubicBezTo>
                    <a:cubicBezTo>
                      <a:pt x="2625" y="2158"/>
                      <a:pt x="2425" y="2160"/>
                      <a:pt x="2218" y="2163"/>
                    </a:cubicBezTo>
                    <a:cubicBezTo>
                      <a:pt x="875" y="2153"/>
                      <a:pt x="875" y="2153"/>
                      <a:pt x="243" y="1717"/>
                    </a:cubicBezTo>
                    <a:cubicBezTo>
                      <a:pt x="0" y="1315"/>
                      <a:pt x="0" y="1315"/>
                      <a:pt x="48" y="785"/>
                    </a:cubicBezTo>
                    <a:cubicBezTo>
                      <a:pt x="383" y="10"/>
                      <a:pt x="865" y="35"/>
                      <a:pt x="1633" y="33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61" name="robot vector"/>
              <p:cNvSpPr/>
              <p:nvPr/>
            </p:nvSpPr>
            <p:spPr>
              <a:xfrm>
                <a:off x="6273630" y="8116672"/>
                <a:ext cx="65448" cy="94640"/>
              </a:xfrm>
              <a:custGeom>
                <a:avLst/>
                <a:gdLst/>
                <a:ahLst/>
                <a:cxnLst/>
                <a:rect l="0" t="0" r="r" b="b"/>
                <a:pathLst>
                  <a:path w="7158" h="10350" fill="norm" stroke="0">
                    <a:moveTo>
                      <a:pt x="3908" y="350"/>
                    </a:moveTo>
                    <a:cubicBezTo>
                      <a:pt x="4265" y="595"/>
                      <a:pt x="4515" y="865"/>
                      <a:pt x="4798" y="1195"/>
                    </a:cubicBezTo>
                    <a:cubicBezTo>
                      <a:pt x="5158" y="1600"/>
                      <a:pt x="5158" y="1600"/>
                      <a:pt x="5688" y="2085"/>
                    </a:cubicBezTo>
                    <a:cubicBezTo>
                      <a:pt x="5783" y="2170"/>
                      <a:pt x="5875" y="2255"/>
                      <a:pt x="5970" y="2342"/>
                    </a:cubicBezTo>
                    <a:cubicBezTo>
                      <a:pt x="6243" y="2590"/>
                      <a:pt x="6515" y="2837"/>
                      <a:pt x="6788" y="3085"/>
                    </a:cubicBezTo>
                    <a:cubicBezTo>
                      <a:pt x="7158" y="3600"/>
                      <a:pt x="7158" y="3600"/>
                      <a:pt x="7113" y="4228"/>
                    </a:cubicBezTo>
                    <a:cubicBezTo>
                      <a:pt x="6935" y="4770"/>
                      <a:pt x="6743" y="5293"/>
                      <a:pt x="6518" y="5820"/>
                    </a:cubicBezTo>
                    <a:cubicBezTo>
                      <a:pt x="5925" y="7355"/>
                      <a:pt x="6138" y="8760"/>
                      <a:pt x="6408" y="10350"/>
                    </a:cubicBezTo>
                    <a:cubicBezTo>
                      <a:pt x="5233" y="10220"/>
                      <a:pt x="4495" y="9722"/>
                      <a:pt x="3548" y="9038"/>
                    </a:cubicBezTo>
                    <a:cubicBezTo>
                      <a:pt x="3480" y="8990"/>
                      <a:pt x="3480" y="8990"/>
                      <a:pt x="3133" y="8748"/>
                    </a:cubicBezTo>
                    <a:cubicBezTo>
                      <a:pt x="268" y="6720"/>
                      <a:pt x="268" y="6720"/>
                      <a:pt x="80" y="5665"/>
                    </a:cubicBezTo>
                    <a:cubicBezTo>
                      <a:pt x="0" y="4345"/>
                      <a:pt x="278" y="3403"/>
                      <a:pt x="860" y="2240"/>
                    </a:cubicBezTo>
                    <a:cubicBezTo>
                      <a:pt x="925" y="2110"/>
                      <a:pt x="990" y="1980"/>
                      <a:pt x="1058" y="1847"/>
                    </a:cubicBezTo>
                    <a:cubicBezTo>
                      <a:pt x="1712" y="620"/>
                      <a:pt x="2467" y="0"/>
                      <a:pt x="3908" y="3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62" name="robot vector"/>
              <p:cNvSpPr/>
              <p:nvPr/>
            </p:nvSpPr>
            <p:spPr>
              <a:xfrm>
                <a:off x="6400806" y="8026609"/>
                <a:ext cx="66294" cy="113866"/>
              </a:xfrm>
              <a:custGeom>
                <a:avLst/>
                <a:gdLst/>
                <a:ahLst/>
                <a:cxnLst/>
                <a:rect l="0" t="0" r="r" b="b"/>
                <a:pathLst>
                  <a:path w="7250" h="12452" fill="norm" stroke="0">
                    <a:moveTo>
                      <a:pt x="2202" y="90"/>
                    </a:moveTo>
                    <a:cubicBezTo>
                      <a:pt x="3985" y="93"/>
                      <a:pt x="3985" y="93"/>
                      <a:pt x="4717" y="730"/>
                    </a:cubicBezTo>
                    <a:cubicBezTo>
                      <a:pt x="4798" y="843"/>
                      <a:pt x="4877" y="957"/>
                      <a:pt x="4962" y="1072"/>
                    </a:cubicBezTo>
                    <a:cubicBezTo>
                      <a:pt x="5465" y="1733"/>
                      <a:pt x="6183" y="2145"/>
                      <a:pt x="6855" y="2618"/>
                    </a:cubicBezTo>
                    <a:cubicBezTo>
                      <a:pt x="6985" y="2728"/>
                      <a:pt x="7115" y="2835"/>
                      <a:pt x="7250" y="2950"/>
                    </a:cubicBezTo>
                    <a:cubicBezTo>
                      <a:pt x="7250" y="3115"/>
                      <a:pt x="7250" y="3280"/>
                      <a:pt x="7250" y="3450"/>
                    </a:cubicBezTo>
                    <a:cubicBezTo>
                      <a:pt x="7077" y="3470"/>
                      <a:pt x="6905" y="3493"/>
                      <a:pt x="6730" y="3515"/>
                    </a:cubicBezTo>
                    <a:cubicBezTo>
                      <a:pt x="6615" y="3533"/>
                      <a:pt x="6615" y="3533"/>
                      <a:pt x="6048" y="3620"/>
                    </a:cubicBezTo>
                    <a:cubicBezTo>
                      <a:pt x="5822" y="3653"/>
                      <a:pt x="5600" y="3685"/>
                      <a:pt x="5370" y="3718"/>
                    </a:cubicBezTo>
                    <a:cubicBezTo>
                      <a:pt x="4688" y="3973"/>
                      <a:pt x="4497" y="4202"/>
                      <a:pt x="4150" y="4827"/>
                    </a:cubicBezTo>
                    <a:cubicBezTo>
                      <a:pt x="3880" y="5493"/>
                      <a:pt x="3908" y="6143"/>
                      <a:pt x="3925" y="6853"/>
                    </a:cubicBezTo>
                    <a:cubicBezTo>
                      <a:pt x="3928" y="7008"/>
                      <a:pt x="3928" y="7160"/>
                      <a:pt x="3930" y="7317"/>
                    </a:cubicBezTo>
                    <a:cubicBezTo>
                      <a:pt x="3933" y="7805"/>
                      <a:pt x="3942" y="8290"/>
                      <a:pt x="3952" y="8778"/>
                    </a:cubicBezTo>
                    <a:cubicBezTo>
                      <a:pt x="3957" y="9110"/>
                      <a:pt x="3960" y="9440"/>
                      <a:pt x="3962" y="9773"/>
                    </a:cubicBezTo>
                    <a:cubicBezTo>
                      <a:pt x="3970" y="10582"/>
                      <a:pt x="3985" y="11390"/>
                      <a:pt x="4000" y="12200"/>
                    </a:cubicBezTo>
                    <a:cubicBezTo>
                      <a:pt x="3340" y="12445"/>
                      <a:pt x="3028" y="12452"/>
                      <a:pt x="2357" y="12200"/>
                    </a:cubicBezTo>
                    <a:cubicBezTo>
                      <a:pt x="2210" y="12148"/>
                      <a:pt x="2060" y="12098"/>
                      <a:pt x="1905" y="12043"/>
                    </a:cubicBezTo>
                    <a:cubicBezTo>
                      <a:pt x="1173" y="11423"/>
                      <a:pt x="1045" y="10408"/>
                      <a:pt x="952" y="9480"/>
                    </a:cubicBezTo>
                    <a:cubicBezTo>
                      <a:pt x="930" y="8990"/>
                      <a:pt x="925" y="8500"/>
                      <a:pt x="923" y="8010"/>
                    </a:cubicBezTo>
                    <a:cubicBezTo>
                      <a:pt x="915" y="7643"/>
                      <a:pt x="910" y="7278"/>
                      <a:pt x="903" y="6913"/>
                    </a:cubicBezTo>
                    <a:cubicBezTo>
                      <a:pt x="895" y="6343"/>
                      <a:pt x="890" y="5773"/>
                      <a:pt x="885" y="5202"/>
                    </a:cubicBezTo>
                    <a:cubicBezTo>
                      <a:pt x="880" y="4650"/>
                      <a:pt x="870" y="4095"/>
                      <a:pt x="860" y="3540"/>
                    </a:cubicBezTo>
                    <a:cubicBezTo>
                      <a:pt x="860" y="3370"/>
                      <a:pt x="860" y="3200"/>
                      <a:pt x="860" y="3025"/>
                    </a:cubicBezTo>
                    <a:cubicBezTo>
                      <a:pt x="837" y="2018"/>
                      <a:pt x="727" y="1460"/>
                      <a:pt x="0" y="700"/>
                    </a:cubicBezTo>
                    <a:cubicBezTo>
                      <a:pt x="700" y="0"/>
                      <a:pt x="1247" y="93"/>
                      <a:pt x="2202" y="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63" name="robot vector"/>
              <p:cNvSpPr/>
              <p:nvPr/>
            </p:nvSpPr>
            <p:spPr>
              <a:xfrm>
                <a:off x="6329928" y="8367993"/>
                <a:ext cx="153162" cy="26198"/>
              </a:xfrm>
              <a:custGeom>
                <a:avLst/>
                <a:gdLst/>
                <a:ahLst/>
                <a:cxnLst/>
                <a:rect l="0" t="0" r="r" b="b"/>
                <a:pathLst>
                  <a:path w="16750" h="2865" fill="norm" stroke="0">
                    <a:moveTo>
                      <a:pt x="5508" y="40"/>
                    </a:moveTo>
                    <a:cubicBezTo>
                      <a:pt x="5745" y="40"/>
                      <a:pt x="5983" y="37"/>
                      <a:pt x="6225" y="37"/>
                    </a:cubicBezTo>
                    <a:cubicBezTo>
                      <a:pt x="6725" y="35"/>
                      <a:pt x="7223" y="35"/>
                      <a:pt x="7723" y="37"/>
                    </a:cubicBezTo>
                    <a:cubicBezTo>
                      <a:pt x="8358" y="37"/>
                      <a:pt x="8990" y="33"/>
                      <a:pt x="9625" y="27"/>
                    </a:cubicBezTo>
                    <a:cubicBezTo>
                      <a:pt x="10238" y="22"/>
                      <a:pt x="10848" y="25"/>
                      <a:pt x="11460" y="25"/>
                    </a:cubicBezTo>
                    <a:cubicBezTo>
                      <a:pt x="11685" y="22"/>
                      <a:pt x="11910" y="20"/>
                      <a:pt x="12143" y="17"/>
                    </a:cubicBezTo>
                    <a:cubicBezTo>
                      <a:pt x="13733" y="30"/>
                      <a:pt x="15133" y="237"/>
                      <a:pt x="16448" y="1188"/>
                    </a:cubicBezTo>
                    <a:cubicBezTo>
                      <a:pt x="16548" y="1330"/>
                      <a:pt x="16648" y="1470"/>
                      <a:pt x="16750" y="1615"/>
                    </a:cubicBezTo>
                    <a:cubicBezTo>
                      <a:pt x="16668" y="2027"/>
                      <a:pt x="16585" y="2440"/>
                      <a:pt x="16500" y="2865"/>
                    </a:cubicBezTo>
                    <a:cubicBezTo>
                      <a:pt x="11138" y="2865"/>
                      <a:pt x="5775" y="2865"/>
                      <a:pt x="250" y="2865"/>
                    </a:cubicBezTo>
                    <a:cubicBezTo>
                      <a:pt x="0" y="1865"/>
                      <a:pt x="0" y="1865"/>
                      <a:pt x="188" y="1512"/>
                    </a:cubicBezTo>
                    <a:cubicBezTo>
                      <a:pt x="293" y="1412"/>
                      <a:pt x="395" y="1312"/>
                      <a:pt x="500" y="1210"/>
                    </a:cubicBezTo>
                    <a:cubicBezTo>
                      <a:pt x="550" y="1158"/>
                      <a:pt x="550" y="1158"/>
                      <a:pt x="798" y="902"/>
                    </a:cubicBezTo>
                    <a:cubicBezTo>
                      <a:pt x="2223" y="0"/>
                      <a:pt x="3875" y="37"/>
                      <a:pt x="5508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64" name="robot vector"/>
              <p:cNvSpPr/>
              <p:nvPr/>
            </p:nvSpPr>
            <p:spPr>
              <a:xfrm>
                <a:off x="6354303" y="7792311"/>
                <a:ext cx="39639" cy="181394"/>
              </a:xfrm>
              <a:custGeom>
                <a:avLst/>
                <a:gdLst/>
                <a:ahLst/>
                <a:cxnLst/>
                <a:rect l="0" t="0" r="r" b="b"/>
                <a:pathLst>
                  <a:path w="4335" h="19837" fill="norm" stroke="0">
                    <a:moveTo>
                      <a:pt x="4335" y="72"/>
                    </a:moveTo>
                    <a:cubicBezTo>
                      <a:pt x="3835" y="1322"/>
                      <a:pt x="3835" y="1322"/>
                      <a:pt x="3580" y="1877"/>
                    </a:cubicBezTo>
                    <a:cubicBezTo>
                      <a:pt x="3312" y="2640"/>
                      <a:pt x="3265" y="3305"/>
                      <a:pt x="3270" y="4102"/>
                    </a:cubicBezTo>
                    <a:cubicBezTo>
                      <a:pt x="3270" y="4250"/>
                      <a:pt x="3268" y="4398"/>
                      <a:pt x="3268" y="4550"/>
                    </a:cubicBezTo>
                    <a:cubicBezTo>
                      <a:pt x="3265" y="5035"/>
                      <a:pt x="3268" y="5520"/>
                      <a:pt x="3268" y="6005"/>
                    </a:cubicBezTo>
                    <a:cubicBezTo>
                      <a:pt x="3268" y="6342"/>
                      <a:pt x="3268" y="6680"/>
                      <a:pt x="3268" y="7020"/>
                    </a:cubicBezTo>
                    <a:cubicBezTo>
                      <a:pt x="3268" y="7727"/>
                      <a:pt x="3268" y="8435"/>
                      <a:pt x="3270" y="9140"/>
                    </a:cubicBezTo>
                    <a:cubicBezTo>
                      <a:pt x="3273" y="10048"/>
                      <a:pt x="3270" y="10955"/>
                      <a:pt x="3268" y="11860"/>
                    </a:cubicBezTo>
                    <a:cubicBezTo>
                      <a:pt x="3265" y="12558"/>
                      <a:pt x="3268" y="13257"/>
                      <a:pt x="3268" y="13955"/>
                    </a:cubicBezTo>
                    <a:cubicBezTo>
                      <a:pt x="3268" y="14288"/>
                      <a:pt x="3268" y="14622"/>
                      <a:pt x="3268" y="14957"/>
                    </a:cubicBezTo>
                    <a:cubicBezTo>
                      <a:pt x="3265" y="15425"/>
                      <a:pt x="3268" y="15890"/>
                      <a:pt x="3270" y="16357"/>
                    </a:cubicBezTo>
                    <a:cubicBezTo>
                      <a:pt x="3270" y="16495"/>
                      <a:pt x="3268" y="16632"/>
                      <a:pt x="3268" y="16775"/>
                    </a:cubicBezTo>
                    <a:cubicBezTo>
                      <a:pt x="3275" y="17543"/>
                      <a:pt x="3373" y="17965"/>
                      <a:pt x="3835" y="18572"/>
                    </a:cubicBezTo>
                    <a:cubicBezTo>
                      <a:pt x="3865" y="19245"/>
                      <a:pt x="3865" y="19245"/>
                      <a:pt x="3835" y="19822"/>
                    </a:cubicBezTo>
                    <a:cubicBezTo>
                      <a:pt x="2827" y="19837"/>
                      <a:pt x="1940" y="19820"/>
                      <a:pt x="1093" y="19227"/>
                    </a:cubicBezTo>
                    <a:cubicBezTo>
                      <a:pt x="550" y="18655"/>
                      <a:pt x="138" y="18165"/>
                      <a:pt x="15" y="17370"/>
                    </a:cubicBezTo>
                    <a:cubicBezTo>
                      <a:pt x="100" y="16418"/>
                      <a:pt x="485" y="15725"/>
                      <a:pt x="1075" y="14985"/>
                    </a:cubicBezTo>
                    <a:cubicBezTo>
                      <a:pt x="1745" y="13918"/>
                      <a:pt x="1933" y="12770"/>
                      <a:pt x="1930" y="11525"/>
                    </a:cubicBezTo>
                    <a:cubicBezTo>
                      <a:pt x="1928" y="11388"/>
                      <a:pt x="1928" y="11247"/>
                      <a:pt x="1928" y="11102"/>
                    </a:cubicBezTo>
                    <a:cubicBezTo>
                      <a:pt x="1888" y="9605"/>
                      <a:pt x="1495" y="7920"/>
                      <a:pt x="558" y="6717"/>
                    </a:cubicBezTo>
                    <a:cubicBezTo>
                      <a:pt x="0" y="5727"/>
                      <a:pt x="168" y="4175"/>
                      <a:pt x="335" y="3072"/>
                    </a:cubicBezTo>
                    <a:cubicBezTo>
                      <a:pt x="788" y="1830"/>
                      <a:pt x="1572" y="898"/>
                      <a:pt x="2713" y="225"/>
                    </a:cubicBezTo>
                    <a:cubicBezTo>
                      <a:pt x="3265" y="0"/>
                      <a:pt x="3750" y="2"/>
                      <a:pt x="4335" y="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65" name="robot vector"/>
              <p:cNvSpPr/>
              <p:nvPr/>
            </p:nvSpPr>
            <p:spPr>
              <a:xfrm>
                <a:off x="6526004" y="7990599"/>
                <a:ext cx="134165" cy="57219"/>
              </a:xfrm>
              <a:custGeom>
                <a:avLst/>
                <a:gdLst/>
                <a:ahLst/>
                <a:cxnLst/>
                <a:rect l="0" t="0" r="r" b="b"/>
                <a:pathLst>
                  <a:path w="14673" h="6258" fill="norm" stroke="0">
                    <a:moveTo>
                      <a:pt x="14558" y="138"/>
                    </a:moveTo>
                    <a:cubicBezTo>
                      <a:pt x="14587" y="950"/>
                      <a:pt x="14605" y="1763"/>
                      <a:pt x="14620" y="2575"/>
                    </a:cubicBezTo>
                    <a:cubicBezTo>
                      <a:pt x="14628" y="2805"/>
                      <a:pt x="14638" y="3035"/>
                      <a:pt x="14645" y="3273"/>
                    </a:cubicBezTo>
                    <a:cubicBezTo>
                      <a:pt x="14673" y="5180"/>
                      <a:pt x="14673" y="5180"/>
                      <a:pt x="14107" y="5795"/>
                    </a:cubicBezTo>
                    <a:cubicBezTo>
                      <a:pt x="13380" y="6248"/>
                      <a:pt x="13060" y="6258"/>
                      <a:pt x="12245" y="6093"/>
                    </a:cubicBezTo>
                    <a:cubicBezTo>
                      <a:pt x="11413" y="5703"/>
                      <a:pt x="10960" y="4940"/>
                      <a:pt x="10558" y="4138"/>
                    </a:cubicBezTo>
                    <a:cubicBezTo>
                      <a:pt x="10558" y="3973"/>
                      <a:pt x="10558" y="3808"/>
                      <a:pt x="10558" y="3638"/>
                    </a:cubicBezTo>
                    <a:cubicBezTo>
                      <a:pt x="10143" y="3463"/>
                      <a:pt x="9727" y="3300"/>
                      <a:pt x="9308" y="3138"/>
                    </a:cubicBezTo>
                    <a:cubicBezTo>
                      <a:pt x="9150" y="3072"/>
                      <a:pt x="8992" y="3005"/>
                      <a:pt x="8830" y="2938"/>
                    </a:cubicBezTo>
                    <a:cubicBezTo>
                      <a:pt x="7092" y="2273"/>
                      <a:pt x="5160" y="2023"/>
                      <a:pt x="3365" y="2618"/>
                    </a:cubicBezTo>
                    <a:cubicBezTo>
                      <a:pt x="2808" y="2888"/>
                      <a:pt x="2808" y="2888"/>
                      <a:pt x="2447" y="3293"/>
                    </a:cubicBezTo>
                    <a:cubicBezTo>
                      <a:pt x="2003" y="3685"/>
                      <a:pt x="1865" y="3697"/>
                      <a:pt x="1293" y="3715"/>
                    </a:cubicBezTo>
                    <a:cubicBezTo>
                      <a:pt x="558" y="3638"/>
                      <a:pt x="558" y="3638"/>
                      <a:pt x="58" y="3138"/>
                    </a:cubicBezTo>
                    <a:cubicBezTo>
                      <a:pt x="0" y="2723"/>
                      <a:pt x="0" y="2723"/>
                      <a:pt x="10" y="2263"/>
                    </a:cubicBezTo>
                    <a:cubicBezTo>
                      <a:pt x="13" y="2110"/>
                      <a:pt x="15" y="1958"/>
                      <a:pt x="15" y="1803"/>
                    </a:cubicBezTo>
                    <a:cubicBezTo>
                      <a:pt x="58" y="1388"/>
                      <a:pt x="58" y="1388"/>
                      <a:pt x="308" y="888"/>
                    </a:cubicBezTo>
                    <a:cubicBezTo>
                      <a:pt x="380" y="888"/>
                      <a:pt x="380" y="888"/>
                      <a:pt x="745" y="893"/>
                    </a:cubicBezTo>
                    <a:cubicBezTo>
                      <a:pt x="2110" y="908"/>
                      <a:pt x="3475" y="920"/>
                      <a:pt x="4840" y="928"/>
                    </a:cubicBezTo>
                    <a:cubicBezTo>
                      <a:pt x="5540" y="930"/>
                      <a:pt x="6242" y="935"/>
                      <a:pt x="6942" y="945"/>
                    </a:cubicBezTo>
                    <a:cubicBezTo>
                      <a:pt x="7620" y="953"/>
                      <a:pt x="8298" y="958"/>
                      <a:pt x="8975" y="958"/>
                    </a:cubicBezTo>
                    <a:cubicBezTo>
                      <a:pt x="9232" y="960"/>
                      <a:pt x="9492" y="963"/>
                      <a:pt x="9750" y="968"/>
                    </a:cubicBezTo>
                    <a:cubicBezTo>
                      <a:pt x="11523" y="993"/>
                      <a:pt x="12965" y="0"/>
                      <a:pt x="14558" y="138"/>
                    </a:cubicBezTo>
                    <a:close/>
                  </a:path>
                </a:pathLst>
              </a:custGeom>
              <a:solidFill>
                <a:srgbClr val="655E50"/>
              </a:solidFill>
              <a:ln w="0">
                <a:noFill/>
              </a:ln>
            </p:spPr>
          </p:sp>
          <p:sp>
            <p:nvSpPr>
              <p:cNvPr id="766" name="robot vector"/>
              <p:cNvSpPr/>
              <p:nvPr/>
            </p:nvSpPr>
            <p:spPr>
              <a:xfrm>
                <a:off x="6356086" y="8154105"/>
                <a:ext cx="64282" cy="67048"/>
              </a:xfrm>
              <a:custGeom>
                <a:avLst/>
                <a:gdLst/>
                <a:ahLst/>
                <a:cxnLst/>
                <a:rect l="0" t="0" r="r" b="b"/>
                <a:pathLst>
                  <a:path w="7030" h="7332" fill="norm" stroke="0">
                    <a:moveTo>
                      <a:pt x="5327" y="538"/>
                    </a:moveTo>
                    <a:cubicBezTo>
                      <a:pt x="6202" y="1265"/>
                      <a:pt x="6795" y="1908"/>
                      <a:pt x="6977" y="3060"/>
                    </a:cubicBezTo>
                    <a:cubicBezTo>
                      <a:pt x="7030" y="4462"/>
                      <a:pt x="6817" y="5243"/>
                      <a:pt x="5885" y="6295"/>
                    </a:cubicBezTo>
                    <a:cubicBezTo>
                      <a:pt x="5345" y="6863"/>
                      <a:pt x="4938" y="7225"/>
                      <a:pt x="4143" y="7308"/>
                    </a:cubicBezTo>
                    <a:cubicBezTo>
                      <a:pt x="2895" y="7332"/>
                      <a:pt x="2102" y="7332"/>
                      <a:pt x="1140" y="6508"/>
                    </a:cubicBezTo>
                    <a:cubicBezTo>
                      <a:pt x="380" y="5728"/>
                      <a:pt x="67" y="5003"/>
                      <a:pt x="0" y="3913"/>
                    </a:cubicBezTo>
                    <a:cubicBezTo>
                      <a:pt x="60" y="2635"/>
                      <a:pt x="550" y="1705"/>
                      <a:pt x="1390" y="758"/>
                    </a:cubicBezTo>
                    <a:cubicBezTo>
                      <a:pt x="2555" y="0"/>
                      <a:pt x="4067" y="23"/>
                      <a:pt x="5327" y="5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67" name="robot vector"/>
              <p:cNvSpPr/>
              <p:nvPr/>
            </p:nvSpPr>
            <p:spPr>
              <a:xfrm>
                <a:off x="6565255" y="8220730"/>
                <a:ext cx="67071" cy="62476"/>
              </a:xfrm>
              <a:custGeom>
                <a:avLst/>
                <a:gdLst/>
                <a:ahLst/>
                <a:cxnLst/>
                <a:rect l="0" t="0" r="r" b="b"/>
                <a:pathLst>
                  <a:path w="7335" h="6832" fill="norm" stroke="0">
                    <a:moveTo>
                      <a:pt x="3515" y="470"/>
                    </a:moveTo>
                    <a:cubicBezTo>
                      <a:pt x="4990" y="1105"/>
                      <a:pt x="6305" y="2155"/>
                      <a:pt x="6952" y="3653"/>
                    </a:cubicBezTo>
                    <a:cubicBezTo>
                      <a:pt x="7255" y="4602"/>
                      <a:pt x="7335" y="5477"/>
                      <a:pt x="7265" y="6470"/>
                    </a:cubicBezTo>
                    <a:cubicBezTo>
                      <a:pt x="6903" y="6832"/>
                      <a:pt x="6567" y="6753"/>
                      <a:pt x="6077" y="6755"/>
                    </a:cubicBezTo>
                    <a:cubicBezTo>
                      <a:pt x="5950" y="6755"/>
                      <a:pt x="5820" y="6753"/>
                      <a:pt x="5688" y="6753"/>
                    </a:cubicBezTo>
                    <a:cubicBezTo>
                      <a:pt x="5555" y="6753"/>
                      <a:pt x="5423" y="6753"/>
                      <a:pt x="5285" y="6755"/>
                    </a:cubicBezTo>
                    <a:cubicBezTo>
                      <a:pt x="5007" y="6755"/>
                      <a:pt x="4727" y="6753"/>
                      <a:pt x="4447" y="6753"/>
                    </a:cubicBezTo>
                    <a:cubicBezTo>
                      <a:pt x="4018" y="6753"/>
                      <a:pt x="3587" y="6753"/>
                      <a:pt x="3158" y="6755"/>
                    </a:cubicBezTo>
                    <a:cubicBezTo>
                      <a:pt x="2885" y="6755"/>
                      <a:pt x="2615" y="6753"/>
                      <a:pt x="2342" y="6753"/>
                    </a:cubicBezTo>
                    <a:cubicBezTo>
                      <a:pt x="2215" y="6753"/>
                      <a:pt x="2085" y="6755"/>
                      <a:pt x="1952" y="6755"/>
                    </a:cubicBezTo>
                    <a:cubicBezTo>
                      <a:pt x="1043" y="6748"/>
                      <a:pt x="1043" y="6748"/>
                      <a:pt x="765" y="6470"/>
                    </a:cubicBezTo>
                    <a:cubicBezTo>
                      <a:pt x="717" y="6055"/>
                      <a:pt x="685" y="5638"/>
                      <a:pt x="655" y="5220"/>
                    </a:cubicBezTo>
                    <a:cubicBezTo>
                      <a:pt x="572" y="4092"/>
                      <a:pt x="382" y="3053"/>
                      <a:pt x="67" y="1962"/>
                    </a:cubicBezTo>
                    <a:cubicBezTo>
                      <a:pt x="0" y="1317"/>
                      <a:pt x="165" y="1008"/>
                      <a:pt x="515" y="470"/>
                    </a:cubicBezTo>
                    <a:cubicBezTo>
                      <a:pt x="1452" y="0"/>
                      <a:pt x="2518" y="258"/>
                      <a:pt x="3515" y="4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68" name="robot vector"/>
              <p:cNvSpPr/>
              <p:nvPr/>
            </p:nvSpPr>
            <p:spPr>
              <a:xfrm>
                <a:off x="6713222" y="8160169"/>
                <a:ext cx="56258" cy="61128"/>
              </a:xfrm>
              <a:custGeom>
                <a:avLst/>
                <a:gdLst/>
                <a:ahLst/>
                <a:cxnLst/>
                <a:rect l="0" t="0" r="r" b="b"/>
                <a:pathLst>
                  <a:path w="6153" h="6685" fill="norm" stroke="0">
                    <a:moveTo>
                      <a:pt x="2440" y="13"/>
                    </a:moveTo>
                    <a:cubicBezTo>
                      <a:pt x="2543" y="13"/>
                      <a:pt x="2543" y="13"/>
                      <a:pt x="3068" y="15"/>
                    </a:cubicBezTo>
                    <a:cubicBezTo>
                      <a:pt x="3273" y="10"/>
                      <a:pt x="3480" y="8"/>
                      <a:pt x="3693" y="3"/>
                    </a:cubicBezTo>
                    <a:cubicBezTo>
                      <a:pt x="3790" y="3"/>
                      <a:pt x="3790" y="3"/>
                      <a:pt x="4293" y="3"/>
                    </a:cubicBezTo>
                    <a:cubicBezTo>
                      <a:pt x="4475" y="3"/>
                      <a:pt x="4655" y="0"/>
                      <a:pt x="4843" y="0"/>
                    </a:cubicBezTo>
                    <a:cubicBezTo>
                      <a:pt x="5488" y="123"/>
                      <a:pt x="5705" y="310"/>
                      <a:pt x="6083" y="843"/>
                    </a:cubicBezTo>
                    <a:cubicBezTo>
                      <a:pt x="6153" y="1375"/>
                      <a:pt x="6153" y="1375"/>
                      <a:pt x="6120" y="1983"/>
                    </a:cubicBezTo>
                    <a:cubicBezTo>
                      <a:pt x="6113" y="2093"/>
                      <a:pt x="6113" y="2093"/>
                      <a:pt x="6085" y="2650"/>
                    </a:cubicBezTo>
                    <a:cubicBezTo>
                      <a:pt x="6068" y="2878"/>
                      <a:pt x="6053" y="3108"/>
                      <a:pt x="6035" y="3343"/>
                    </a:cubicBezTo>
                    <a:cubicBezTo>
                      <a:pt x="6030" y="3458"/>
                      <a:pt x="6030" y="3458"/>
                      <a:pt x="6003" y="4038"/>
                    </a:cubicBezTo>
                    <a:cubicBezTo>
                      <a:pt x="5885" y="6035"/>
                      <a:pt x="5885" y="6035"/>
                      <a:pt x="5333" y="6593"/>
                    </a:cubicBezTo>
                    <a:cubicBezTo>
                      <a:pt x="4875" y="6685"/>
                      <a:pt x="4875" y="6685"/>
                      <a:pt x="4325" y="6685"/>
                    </a:cubicBezTo>
                    <a:cubicBezTo>
                      <a:pt x="4128" y="6683"/>
                      <a:pt x="3930" y="6683"/>
                      <a:pt x="3725" y="6683"/>
                    </a:cubicBezTo>
                    <a:cubicBezTo>
                      <a:pt x="3520" y="6680"/>
                      <a:pt x="3312" y="6675"/>
                      <a:pt x="3098" y="6670"/>
                    </a:cubicBezTo>
                    <a:cubicBezTo>
                      <a:pt x="2893" y="6673"/>
                      <a:pt x="2688" y="6673"/>
                      <a:pt x="2475" y="6673"/>
                    </a:cubicBezTo>
                    <a:cubicBezTo>
                      <a:pt x="703" y="6658"/>
                      <a:pt x="703" y="6658"/>
                      <a:pt x="83" y="6093"/>
                    </a:cubicBezTo>
                    <a:cubicBezTo>
                      <a:pt x="20" y="5560"/>
                      <a:pt x="0" y="5108"/>
                      <a:pt x="20" y="4578"/>
                    </a:cubicBezTo>
                    <a:cubicBezTo>
                      <a:pt x="23" y="4433"/>
                      <a:pt x="28" y="4288"/>
                      <a:pt x="30" y="4138"/>
                    </a:cubicBezTo>
                    <a:cubicBezTo>
                      <a:pt x="143" y="33"/>
                      <a:pt x="143" y="33"/>
                      <a:pt x="2440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69" name="robot vector"/>
              <p:cNvSpPr/>
              <p:nvPr/>
            </p:nvSpPr>
            <p:spPr>
              <a:xfrm>
                <a:off x="6375385" y="8306643"/>
                <a:ext cx="69403" cy="44440"/>
              </a:xfrm>
              <a:custGeom>
                <a:avLst/>
                <a:gdLst/>
                <a:ahLst/>
                <a:cxnLst/>
                <a:rect l="0" t="0" r="r" b="b"/>
                <a:pathLst>
                  <a:path w="7590" h="4860" fill="norm" stroke="0">
                    <a:moveTo>
                      <a:pt x="1982" y="33"/>
                    </a:moveTo>
                    <a:cubicBezTo>
                      <a:pt x="2125" y="33"/>
                      <a:pt x="2267" y="30"/>
                      <a:pt x="2415" y="30"/>
                    </a:cubicBezTo>
                    <a:cubicBezTo>
                      <a:pt x="2715" y="28"/>
                      <a:pt x="3015" y="28"/>
                      <a:pt x="3317" y="28"/>
                    </a:cubicBezTo>
                    <a:cubicBezTo>
                      <a:pt x="3777" y="28"/>
                      <a:pt x="4237" y="23"/>
                      <a:pt x="4700" y="18"/>
                    </a:cubicBezTo>
                    <a:cubicBezTo>
                      <a:pt x="4992" y="18"/>
                      <a:pt x="5285" y="18"/>
                      <a:pt x="5577" y="18"/>
                    </a:cubicBezTo>
                    <a:cubicBezTo>
                      <a:pt x="5645" y="15"/>
                      <a:pt x="5645" y="15"/>
                      <a:pt x="5995" y="13"/>
                    </a:cubicBezTo>
                    <a:cubicBezTo>
                      <a:pt x="6972" y="18"/>
                      <a:pt x="6972" y="18"/>
                      <a:pt x="7530" y="575"/>
                    </a:cubicBezTo>
                    <a:cubicBezTo>
                      <a:pt x="7590" y="995"/>
                      <a:pt x="7590" y="995"/>
                      <a:pt x="7587" y="1490"/>
                    </a:cubicBezTo>
                    <a:cubicBezTo>
                      <a:pt x="7587" y="1668"/>
                      <a:pt x="7585" y="1845"/>
                      <a:pt x="7585" y="2028"/>
                    </a:cubicBezTo>
                    <a:cubicBezTo>
                      <a:pt x="7585" y="2120"/>
                      <a:pt x="7585" y="2120"/>
                      <a:pt x="7577" y="2590"/>
                    </a:cubicBezTo>
                    <a:cubicBezTo>
                      <a:pt x="7575" y="2778"/>
                      <a:pt x="7575" y="2963"/>
                      <a:pt x="7575" y="3155"/>
                    </a:cubicBezTo>
                    <a:cubicBezTo>
                      <a:pt x="7565" y="4540"/>
                      <a:pt x="7565" y="4540"/>
                      <a:pt x="7280" y="4825"/>
                    </a:cubicBezTo>
                    <a:cubicBezTo>
                      <a:pt x="6760" y="4850"/>
                      <a:pt x="6250" y="4860"/>
                      <a:pt x="5732" y="4858"/>
                    </a:cubicBezTo>
                    <a:cubicBezTo>
                      <a:pt x="5655" y="4858"/>
                      <a:pt x="5655" y="4858"/>
                      <a:pt x="5265" y="4858"/>
                    </a:cubicBezTo>
                    <a:cubicBezTo>
                      <a:pt x="4938" y="4858"/>
                      <a:pt x="4610" y="4858"/>
                      <a:pt x="4282" y="4858"/>
                    </a:cubicBezTo>
                    <a:cubicBezTo>
                      <a:pt x="3782" y="4855"/>
                      <a:pt x="3280" y="4858"/>
                      <a:pt x="2777" y="4858"/>
                    </a:cubicBezTo>
                    <a:cubicBezTo>
                      <a:pt x="2460" y="4858"/>
                      <a:pt x="2142" y="4858"/>
                      <a:pt x="1827" y="4858"/>
                    </a:cubicBezTo>
                    <a:cubicBezTo>
                      <a:pt x="1675" y="4858"/>
                      <a:pt x="1525" y="4858"/>
                      <a:pt x="1367" y="4860"/>
                    </a:cubicBezTo>
                    <a:cubicBezTo>
                      <a:pt x="308" y="4852"/>
                      <a:pt x="308" y="4852"/>
                      <a:pt x="30" y="4575"/>
                    </a:cubicBezTo>
                    <a:cubicBezTo>
                      <a:pt x="0" y="4155"/>
                      <a:pt x="0" y="4155"/>
                      <a:pt x="5" y="3620"/>
                    </a:cubicBezTo>
                    <a:cubicBezTo>
                      <a:pt x="5" y="3430"/>
                      <a:pt x="7" y="3238"/>
                      <a:pt x="7" y="3043"/>
                    </a:cubicBezTo>
                    <a:cubicBezTo>
                      <a:pt x="10" y="2840"/>
                      <a:pt x="12" y="2640"/>
                      <a:pt x="12" y="2435"/>
                    </a:cubicBezTo>
                    <a:cubicBezTo>
                      <a:pt x="15" y="2233"/>
                      <a:pt x="15" y="2030"/>
                      <a:pt x="17" y="1822"/>
                    </a:cubicBezTo>
                    <a:cubicBezTo>
                      <a:pt x="20" y="1322"/>
                      <a:pt x="25" y="825"/>
                      <a:pt x="30" y="325"/>
                    </a:cubicBezTo>
                    <a:cubicBezTo>
                      <a:pt x="680" y="0"/>
                      <a:pt x="1270" y="35"/>
                      <a:pt x="1982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70" name="robot vector"/>
              <p:cNvSpPr/>
              <p:nvPr/>
            </p:nvSpPr>
            <p:spPr>
              <a:xfrm>
                <a:off x="6374900" y="8225028"/>
                <a:ext cx="69906" cy="57470"/>
              </a:xfrm>
              <a:custGeom>
                <a:avLst/>
                <a:gdLst/>
                <a:ahLst/>
                <a:cxnLst/>
                <a:rect l="0" t="0" r="r" b="b"/>
                <a:pathLst>
                  <a:path w="7645" h="6285" fill="norm" stroke="0">
                    <a:moveTo>
                      <a:pt x="6332" y="0"/>
                    </a:moveTo>
                    <a:cubicBezTo>
                      <a:pt x="6678" y="62"/>
                      <a:pt x="6678" y="62"/>
                      <a:pt x="7082" y="250"/>
                    </a:cubicBezTo>
                    <a:cubicBezTo>
                      <a:pt x="7530" y="977"/>
                      <a:pt x="7645" y="1530"/>
                      <a:pt x="7640" y="2378"/>
                    </a:cubicBezTo>
                    <a:cubicBezTo>
                      <a:pt x="7640" y="2587"/>
                      <a:pt x="7640" y="2798"/>
                      <a:pt x="7637" y="3015"/>
                    </a:cubicBezTo>
                    <a:cubicBezTo>
                      <a:pt x="7637" y="3122"/>
                      <a:pt x="7637" y="3122"/>
                      <a:pt x="7630" y="3673"/>
                    </a:cubicBezTo>
                    <a:cubicBezTo>
                      <a:pt x="7630" y="3893"/>
                      <a:pt x="7630" y="4112"/>
                      <a:pt x="7630" y="4337"/>
                    </a:cubicBezTo>
                    <a:cubicBezTo>
                      <a:pt x="7617" y="5965"/>
                      <a:pt x="7617" y="5965"/>
                      <a:pt x="7332" y="6250"/>
                    </a:cubicBezTo>
                    <a:cubicBezTo>
                      <a:pt x="6815" y="6275"/>
                      <a:pt x="6305" y="6285"/>
                      <a:pt x="5785" y="6283"/>
                    </a:cubicBezTo>
                    <a:cubicBezTo>
                      <a:pt x="5707" y="6283"/>
                      <a:pt x="5707" y="6283"/>
                      <a:pt x="5317" y="6285"/>
                    </a:cubicBezTo>
                    <a:cubicBezTo>
                      <a:pt x="4990" y="6285"/>
                      <a:pt x="4663" y="6283"/>
                      <a:pt x="4337" y="6283"/>
                    </a:cubicBezTo>
                    <a:cubicBezTo>
                      <a:pt x="3835" y="6283"/>
                      <a:pt x="3332" y="6283"/>
                      <a:pt x="2830" y="6285"/>
                    </a:cubicBezTo>
                    <a:cubicBezTo>
                      <a:pt x="2512" y="6285"/>
                      <a:pt x="2197" y="6283"/>
                      <a:pt x="1880" y="6283"/>
                    </a:cubicBezTo>
                    <a:cubicBezTo>
                      <a:pt x="1727" y="6283"/>
                      <a:pt x="1577" y="6285"/>
                      <a:pt x="1423" y="6285"/>
                    </a:cubicBezTo>
                    <a:cubicBezTo>
                      <a:pt x="360" y="6278"/>
                      <a:pt x="360" y="6278"/>
                      <a:pt x="82" y="6000"/>
                    </a:cubicBezTo>
                    <a:cubicBezTo>
                      <a:pt x="33" y="5465"/>
                      <a:pt x="33" y="5465"/>
                      <a:pt x="20" y="4798"/>
                    </a:cubicBezTo>
                    <a:cubicBezTo>
                      <a:pt x="12" y="4577"/>
                      <a:pt x="7" y="4360"/>
                      <a:pt x="0" y="4135"/>
                    </a:cubicBezTo>
                    <a:cubicBezTo>
                      <a:pt x="100" y="3360"/>
                      <a:pt x="270" y="3040"/>
                      <a:pt x="832" y="2500"/>
                    </a:cubicBezTo>
                    <a:cubicBezTo>
                      <a:pt x="1438" y="2337"/>
                      <a:pt x="1438" y="2337"/>
                      <a:pt x="2130" y="2265"/>
                    </a:cubicBezTo>
                    <a:cubicBezTo>
                      <a:pt x="3892" y="2005"/>
                      <a:pt x="5110" y="1278"/>
                      <a:pt x="63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71" name="robot vector"/>
              <p:cNvSpPr/>
              <p:nvPr/>
            </p:nvSpPr>
            <p:spPr>
              <a:xfrm>
                <a:off x="6467091" y="8212698"/>
                <a:ext cx="78456" cy="45034"/>
              </a:xfrm>
              <a:custGeom>
                <a:avLst/>
                <a:gdLst/>
                <a:ahLst/>
                <a:cxnLst/>
                <a:rect l="0" t="0" r="r" b="b"/>
                <a:pathLst>
                  <a:path w="8580" h="4925" fill="norm" stroke="0">
                    <a:moveTo>
                      <a:pt x="1855" y="23"/>
                    </a:moveTo>
                    <a:cubicBezTo>
                      <a:pt x="1930" y="23"/>
                      <a:pt x="1930" y="23"/>
                      <a:pt x="2305" y="23"/>
                    </a:cubicBezTo>
                    <a:cubicBezTo>
                      <a:pt x="2457" y="23"/>
                      <a:pt x="2610" y="20"/>
                      <a:pt x="2768" y="20"/>
                    </a:cubicBezTo>
                    <a:cubicBezTo>
                      <a:pt x="3090" y="18"/>
                      <a:pt x="3415" y="18"/>
                      <a:pt x="3738" y="20"/>
                    </a:cubicBezTo>
                    <a:cubicBezTo>
                      <a:pt x="4233" y="20"/>
                      <a:pt x="4725" y="15"/>
                      <a:pt x="5220" y="8"/>
                    </a:cubicBezTo>
                    <a:cubicBezTo>
                      <a:pt x="5535" y="8"/>
                      <a:pt x="5850" y="8"/>
                      <a:pt x="6163" y="8"/>
                    </a:cubicBezTo>
                    <a:cubicBezTo>
                      <a:pt x="6238" y="8"/>
                      <a:pt x="6238" y="8"/>
                      <a:pt x="6610" y="0"/>
                    </a:cubicBezTo>
                    <a:cubicBezTo>
                      <a:pt x="7285" y="8"/>
                      <a:pt x="7675" y="43"/>
                      <a:pt x="8222" y="450"/>
                    </a:cubicBezTo>
                    <a:cubicBezTo>
                      <a:pt x="8580" y="963"/>
                      <a:pt x="8555" y="1192"/>
                      <a:pt x="8452" y="1803"/>
                    </a:cubicBezTo>
                    <a:cubicBezTo>
                      <a:pt x="8425" y="1975"/>
                      <a:pt x="8395" y="2150"/>
                      <a:pt x="8365" y="2330"/>
                    </a:cubicBezTo>
                    <a:cubicBezTo>
                      <a:pt x="8210" y="3028"/>
                      <a:pt x="8003" y="3680"/>
                      <a:pt x="7750" y="4348"/>
                    </a:cubicBezTo>
                    <a:cubicBezTo>
                      <a:pt x="2915" y="4925"/>
                      <a:pt x="2915" y="4925"/>
                      <a:pt x="1000" y="4348"/>
                    </a:cubicBezTo>
                    <a:cubicBezTo>
                      <a:pt x="280" y="3628"/>
                      <a:pt x="155" y="2840"/>
                      <a:pt x="0" y="1848"/>
                    </a:cubicBezTo>
                    <a:cubicBezTo>
                      <a:pt x="118" y="510"/>
                      <a:pt x="488" y="45"/>
                      <a:pt x="1855" y="23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72" name="robot vector"/>
              <p:cNvSpPr/>
              <p:nvPr/>
            </p:nvSpPr>
            <p:spPr>
              <a:xfrm>
                <a:off x="6571698" y="8307020"/>
                <a:ext cx="59985" cy="45469"/>
              </a:xfrm>
              <a:custGeom>
                <a:avLst/>
                <a:gdLst/>
                <a:ahLst/>
                <a:cxnLst/>
                <a:rect l="0" t="0" r="r" b="b"/>
                <a:pathLst>
                  <a:path w="6560" h="4972" fill="norm" stroke="0">
                    <a:moveTo>
                      <a:pt x="1575" y="0"/>
                    </a:moveTo>
                    <a:cubicBezTo>
                      <a:pt x="1638" y="0"/>
                      <a:pt x="1638" y="0"/>
                      <a:pt x="1958" y="0"/>
                    </a:cubicBezTo>
                    <a:cubicBezTo>
                      <a:pt x="2225" y="0"/>
                      <a:pt x="2493" y="0"/>
                      <a:pt x="2758" y="0"/>
                    </a:cubicBezTo>
                    <a:cubicBezTo>
                      <a:pt x="3168" y="3"/>
                      <a:pt x="3575" y="0"/>
                      <a:pt x="3985" y="0"/>
                    </a:cubicBezTo>
                    <a:cubicBezTo>
                      <a:pt x="4245" y="0"/>
                      <a:pt x="4503" y="0"/>
                      <a:pt x="4763" y="0"/>
                    </a:cubicBezTo>
                    <a:cubicBezTo>
                      <a:pt x="5000" y="0"/>
                      <a:pt x="5235" y="0"/>
                      <a:pt x="5480" y="0"/>
                    </a:cubicBezTo>
                    <a:cubicBezTo>
                      <a:pt x="6060" y="33"/>
                      <a:pt x="6060" y="33"/>
                      <a:pt x="6560" y="283"/>
                    </a:cubicBezTo>
                    <a:cubicBezTo>
                      <a:pt x="6560" y="1685"/>
                      <a:pt x="6560" y="3087"/>
                      <a:pt x="6560" y="4533"/>
                    </a:cubicBezTo>
                    <a:cubicBezTo>
                      <a:pt x="5680" y="4972"/>
                      <a:pt x="4670" y="4830"/>
                      <a:pt x="3700" y="4830"/>
                    </a:cubicBezTo>
                    <a:cubicBezTo>
                      <a:pt x="3312" y="4830"/>
                      <a:pt x="2923" y="4835"/>
                      <a:pt x="2535" y="4840"/>
                    </a:cubicBezTo>
                    <a:cubicBezTo>
                      <a:pt x="2413" y="4840"/>
                      <a:pt x="2413" y="4840"/>
                      <a:pt x="1795" y="4840"/>
                    </a:cubicBezTo>
                    <a:cubicBezTo>
                      <a:pt x="1570" y="4842"/>
                      <a:pt x="1345" y="4842"/>
                      <a:pt x="1115" y="4845"/>
                    </a:cubicBezTo>
                    <a:cubicBezTo>
                      <a:pt x="560" y="4783"/>
                      <a:pt x="560" y="4783"/>
                      <a:pt x="60" y="4283"/>
                    </a:cubicBezTo>
                    <a:cubicBezTo>
                      <a:pt x="0" y="3862"/>
                      <a:pt x="0" y="3862"/>
                      <a:pt x="3" y="3368"/>
                    </a:cubicBezTo>
                    <a:cubicBezTo>
                      <a:pt x="3" y="3190"/>
                      <a:pt x="3" y="3013"/>
                      <a:pt x="5" y="2830"/>
                    </a:cubicBezTo>
                    <a:cubicBezTo>
                      <a:pt x="8" y="2645"/>
                      <a:pt x="10" y="2457"/>
                      <a:pt x="13" y="2268"/>
                    </a:cubicBezTo>
                    <a:cubicBezTo>
                      <a:pt x="13" y="2080"/>
                      <a:pt x="15" y="1895"/>
                      <a:pt x="15" y="1702"/>
                    </a:cubicBezTo>
                    <a:cubicBezTo>
                      <a:pt x="28" y="3"/>
                      <a:pt x="28" y="3"/>
                      <a:pt x="15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73" name="robot vector"/>
              <p:cNvSpPr/>
              <p:nvPr/>
            </p:nvSpPr>
            <p:spPr>
              <a:xfrm>
                <a:off x="6311320" y="7851981"/>
                <a:ext cx="38496" cy="86434"/>
              </a:xfrm>
              <a:custGeom>
                <a:avLst/>
                <a:gdLst/>
                <a:ahLst/>
                <a:cxnLst/>
                <a:rect l="0" t="0" r="r" b="b"/>
                <a:pathLst>
                  <a:path w="4210" h="9452" fill="norm" stroke="0">
                    <a:moveTo>
                      <a:pt x="2520" y="188"/>
                    </a:moveTo>
                    <a:cubicBezTo>
                      <a:pt x="3260" y="702"/>
                      <a:pt x="3683" y="1210"/>
                      <a:pt x="4035" y="2048"/>
                    </a:cubicBezTo>
                    <a:cubicBezTo>
                      <a:pt x="4168" y="2920"/>
                      <a:pt x="4190" y="3773"/>
                      <a:pt x="4180" y="4655"/>
                    </a:cubicBezTo>
                    <a:cubicBezTo>
                      <a:pt x="4175" y="5062"/>
                      <a:pt x="4185" y="5470"/>
                      <a:pt x="4195" y="5878"/>
                    </a:cubicBezTo>
                    <a:cubicBezTo>
                      <a:pt x="4210" y="8048"/>
                      <a:pt x="4210" y="8048"/>
                      <a:pt x="3440" y="8847"/>
                    </a:cubicBezTo>
                    <a:cubicBezTo>
                      <a:pt x="2990" y="9215"/>
                      <a:pt x="2745" y="9308"/>
                      <a:pt x="2160" y="9452"/>
                    </a:cubicBezTo>
                    <a:cubicBezTo>
                      <a:pt x="1425" y="9270"/>
                      <a:pt x="1072" y="9065"/>
                      <a:pt x="553" y="8523"/>
                    </a:cubicBezTo>
                    <a:cubicBezTo>
                      <a:pt x="0" y="7538"/>
                      <a:pt x="112" y="6345"/>
                      <a:pt x="137" y="5245"/>
                    </a:cubicBezTo>
                    <a:cubicBezTo>
                      <a:pt x="145" y="4798"/>
                      <a:pt x="142" y="4352"/>
                      <a:pt x="137" y="3908"/>
                    </a:cubicBezTo>
                    <a:cubicBezTo>
                      <a:pt x="137" y="3620"/>
                      <a:pt x="140" y="3332"/>
                      <a:pt x="145" y="3048"/>
                    </a:cubicBezTo>
                    <a:cubicBezTo>
                      <a:pt x="142" y="2915"/>
                      <a:pt x="142" y="2783"/>
                      <a:pt x="140" y="2648"/>
                    </a:cubicBezTo>
                    <a:cubicBezTo>
                      <a:pt x="170" y="1730"/>
                      <a:pt x="433" y="1222"/>
                      <a:pt x="997" y="543"/>
                    </a:cubicBezTo>
                    <a:cubicBezTo>
                      <a:pt x="1510" y="105"/>
                      <a:pt x="1875" y="0"/>
                      <a:pt x="2520" y="188"/>
                    </a:cubicBezTo>
                    <a:close/>
                  </a:path>
                </a:pathLst>
              </a:custGeom>
              <a:solidFill>
                <a:srgbClr val="585348"/>
              </a:solidFill>
              <a:ln w="0">
                <a:noFill/>
              </a:ln>
            </p:spPr>
          </p:sp>
          <p:sp>
            <p:nvSpPr>
              <p:cNvPr id="774" name="robot vector"/>
              <p:cNvSpPr/>
              <p:nvPr/>
            </p:nvSpPr>
            <p:spPr>
              <a:xfrm>
                <a:off x="6673611" y="7950457"/>
                <a:ext cx="127239" cy="148979"/>
              </a:xfrm>
              <a:custGeom>
                <a:avLst/>
                <a:gdLst/>
                <a:ahLst/>
                <a:cxnLst/>
                <a:rect l="0" t="0" r="r" b="b"/>
                <a:pathLst>
                  <a:path w="13915" h="16293" fill="norm" stroke="0">
                    <a:moveTo>
                      <a:pt x="11415" y="1778"/>
                    </a:moveTo>
                    <a:cubicBezTo>
                      <a:pt x="11250" y="2385"/>
                      <a:pt x="11135" y="2558"/>
                      <a:pt x="10665" y="3028"/>
                    </a:cubicBezTo>
                    <a:cubicBezTo>
                      <a:pt x="10762" y="3133"/>
                      <a:pt x="10857" y="3240"/>
                      <a:pt x="10957" y="3350"/>
                    </a:cubicBezTo>
                    <a:cubicBezTo>
                      <a:pt x="11372" y="3815"/>
                      <a:pt x="11770" y="4295"/>
                      <a:pt x="12165" y="4778"/>
                    </a:cubicBezTo>
                    <a:cubicBezTo>
                      <a:pt x="12217" y="4837"/>
                      <a:pt x="12217" y="4837"/>
                      <a:pt x="12487" y="5143"/>
                    </a:cubicBezTo>
                    <a:cubicBezTo>
                      <a:pt x="13572" y="6620"/>
                      <a:pt x="13402" y="8788"/>
                      <a:pt x="13165" y="10528"/>
                    </a:cubicBezTo>
                    <a:cubicBezTo>
                      <a:pt x="12935" y="11230"/>
                      <a:pt x="12645" y="11723"/>
                      <a:pt x="12165" y="12278"/>
                    </a:cubicBezTo>
                    <a:cubicBezTo>
                      <a:pt x="12017" y="12480"/>
                      <a:pt x="11872" y="12683"/>
                      <a:pt x="11727" y="12888"/>
                    </a:cubicBezTo>
                    <a:cubicBezTo>
                      <a:pt x="11675" y="12952"/>
                      <a:pt x="11675" y="12952"/>
                      <a:pt x="11415" y="13278"/>
                    </a:cubicBezTo>
                    <a:cubicBezTo>
                      <a:pt x="11533" y="13228"/>
                      <a:pt x="11650" y="13175"/>
                      <a:pt x="11772" y="13123"/>
                    </a:cubicBezTo>
                    <a:cubicBezTo>
                      <a:pt x="11928" y="13055"/>
                      <a:pt x="12082" y="12988"/>
                      <a:pt x="12242" y="12918"/>
                    </a:cubicBezTo>
                    <a:cubicBezTo>
                      <a:pt x="12397" y="12853"/>
                      <a:pt x="12550" y="12785"/>
                      <a:pt x="12710" y="12715"/>
                    </a:cubicBezTo>
                    <a:cubicBezTo>
                      <a:pt x="13107" y="12553"/>
                      <a:pt x="13505" y="12408"/>
                      <a:pt x="13915" y="12278"/>
                    </a:cubicBezTo>
                    <a:cubicBezTo>
                      <a:pt x="13577" y="13673"/>
                      <a:pt x="12530" y="14442"/>
                      <a:pt x="11415" y="15278"/>
                    </a:cubicBezTo>
                    <a:cubicBezTo>
                      <a:pt x="9597" y="16293"/>
                      <a:pt x="7375" y="16263"/>
                      <a:pt x="5400" y="15748"/>
                    </a:cubicBezTo>
                    <a:cubicBezTo>
                      <a:pt x="3222" y="15030"/>
                      <a:pt x="1727" y="13598"/>
                      <a:pt x="647" y="11625"/>
                    </a:cubicBezTo>
                    <a:cubicBezTo>
                      <a:pt x="95" y="10505"/>
                      <a:pt x="0" y="9530"/>
                      <a:pt x="25" y="8293"/>
                    </a:cubicBezTo>
                    <a:cubicBezTo>
                      <a:pt x="27" y="8095"/>
                      <a:pt x="30" y="7898"/>
                      <a:pt x="30" y="7695"/>
                    </a:cubicBezTo>
                    <a:cubicBezTo>
                      <a:pt x="100" y="5723"/>
                      <a:pt x="688" y="4518"/>
                      <a:pt x="2040" y="3075"/>
                    </a:cubicBezTo>
                    <a:cubicBezTo>
                      <a:pt x="2245" y="2890"/>
                      <a:pt x="2455" y="2707"/>
                      <a:pt x="2665" y="2528"/>
                    </a:cubicBezTo>
                    <a:cubicBezTo>
                      <a:pt x="2757" y="2438"/>
                      <a:pt x="2847" y="2350"/>
                      <a:pt x="2942" y="2258"/>
                    </a:cubicBezTo>
                    <a:cubicBezTo>
                      <a:pt x="5410" y="0"/>
                      <a:pt x="8637" y="595"/>
                      <a:pt x="11415" y="1778"/>
                    </a:cubicBezTo>
                    <a:close/>
                    <a:moveTo>
                      <a:pt x="3415" y="2528"/>
                    </a:moveTo>
                    <a:cubicBezTo>
                      <a:pt x="3290" y="2603"/>
                      <a:pt x="3165" y="2678"/>
                      <a:pt x="3035" y="2755"/>
                    </a:cubicBezTo>
                    <a:cubicBezTo>
                      <a:pt x="2115" y="3398"/>
                      <a:pt x="1655" y="4290"/>
                      <a:pt x="1165" y="5278"/>
                    </a:cubicBezTo>
                    <a:cubicBezTo>
                      <a:pt x="1090" y="5415"/>
                      <a:pt x="1015" y="5550"/>
                      <a:pt x="938" y="5692"/>
                    </a:cubicBezTo>
                    <a:cubicBezTo>
                      <a:pt x="305" y="6945"/>
                      <a:pt x="155" y="8150"/>
                      <a:pt x="415" y="9528"/>
                    </a:cubicBezTo>
                    <a:cubicBezTo>
                      <a:pt x="1230" y="11915"/>
                      <a:pt x="2447" y="13830"/>
                      <a:pt x="4742" y="14980"/>
                    </a:cubicBezTo>
                    <a:cubicBezTo>
                      <a:pt x="6490" y="15643"/>
                      <a:pt x="8350" y="15608"/>
                      <a:pt x="10165" y="15278"/>
                    </a:cubicBezTo>
                    <a:cubicBezTo>
                      <a:pt x="10165" y="14500"/>
                      <a:pt x="10030" y="14190"/>
                      <a:pt x="9665" y="13528"/>
                    </a:cubicBezTo>
                    <a:cubicBezTo>
                      <a:pt x="9805" y="13513"/>
                      <a:pt x="9942" y="13498"/>
                      <a:pt x="10087" y="13480"/>
                    </a:cubicBezTo>
                    <a:cubicBezTo>
                      <a:pt x="11145" y="13110"/>
                      <a:pt x="11697" y="12440"/>
                      <a:pt x="12217" y="11460"/>
                    </a:cubicBezTo>
                    <a:cubicBezTo>
                      <a:pt x="12837" y="10035"/>
                      <a:pt x="13345" y="8680"/>
                      <a:pt x="12780" y="7165"/>
                    </a:cubicBezTo>
                    <a:cubicBezTo>
                      <a:pt x="12192" y="5780"/>
                      <a:pt x="11572" y="4515"/>
                      <a:pt x="10415" y="3528"/>
                    </a:cubicBezTo>
                    <a:cubicBezTo>
                      <a:pt x="10250" y="3528"/>
                      <a:pt x="10085" y="3528"/>
                      <a:pt x="9915" y="3528"/>
                    </a:cubicBezTo>
                    <a:cubicBezTo>
                      <a:pt x="9935" y="3337"/>
                      <a:pt x="9957" y="3145"/>
                      <a:pt x="9977" y="2950"/>
                    </a:cubicBezTo>
                    <a:cubicBezTo>
                      <a:pt x="9915" y="2278"/>
                      <a:pt x="9915" y="2278"/>
                      <a:pt x="9507" y="1868"/>
                    </a:cubicBezTo>
                    <a:cubicBezTo>
                      <a:pt x="8783" y="1452"/>
                      <a:pt x="8183" y="1403"/>
                      <a:pt x="7367" y="1418"/>
                    </a:cubicBezTo>
                    <a:cubicBezTo>
                      <a:pt x="7225" y="1420"/>
                      <a:pt x="7082" y="1420"/>
                      <a:pt x="6935" y="1423"/>
                    </a:cubicBezTo>
                    <a:cubicBezTo>
                      <a:pt x="5607" y="1470"/>
                      <a:pt x="4553" y="1837"/>
                      <a:pt x="3415" y="252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75" name="robot vector"/>
              <p:cNvSpPr/>
              <p:nvPr/>
            </p:nvSpPr>
            <p:spPr>
              <a:xfrm>
                <a:off x="6364613" y="8214215"/>
                <a:ext cx="90137" cy="78616"/>
              </a:xfrm>
              <a:custGeom>
                <a:avLst/>
                <a:gdLst/>
                <a:ahLst/>
                <a:cxnLst/>
                <a:rect l="0" t="0" r="r" b="b"/>
                <a:pathLst>
                  <a:path w="9857" h="8597" fill="norm" stroke="0">
                    <a:moveTo>
                      <a:pt x="8707" y="183"/>
                    </a:moveTo>
                    <a:cubicBezTo>
                      <a:pt x="9617" y="1865"/>
                      <a:pt x="9857" y="3253"/>
                      <a:pt x="9817" y="5153"/>
                    </a:cubicBezTo>
                    <a:cubicBezTo>
                      <a:pt x="9817" y="5385"/>
                      <a:pt x="9820" y="5620"/>
                      <a:pt x="9822" y="5860"/>
                    </a:cubicBezTo>
                    <a:cubicBezTo>
                      <a:pt x="9808" y="7520"/>
                      <a:pt x="9808" y="7520"/>
                      <a:pt x="9438" y="8123"/>
                    </a:cubicBezTo>
                    <a:cubicBezTo>
                      <a:pt x="8702" y="8597"/>
                      <a:pt x="8017" y="8535"/>
                      <a:pt x="7160" y="8523"/>
                    </a:cubicBezTo>
                    <a:cubicBezTo>
                      <a:pt x="6985" y="8523"/>
                      <a:pt x="6810" y="8523"/>
                      <a:pt x="6630" y="8523"/>
                    </a:cubicBezTo>
                    <a:cubicBezTo>
                      <a:pt x="6262" y="8523"/>
                      <a:pt x="5892" y="8520"/>
                      <a:pt x="5525" y="8518"/>
                    </a:cubicBezTo>
                    <a:cubicBezTo>
                      <a:pt x="4960" y="8510"/>
                      <a:pt x="4395" y="8513"/>
                      <a:pt x="3830" y="8513"/>
                    </a:cubicBezTo>
                    <a:cubicBezTo>
                      <a:pt x="3472" y="8513"/>
                      <a:pt x="3112" y="8510"/>
                      <a:pt x="2755" y="8508"/>
                    </a:cubicBezTo>
                    <a:cubicBezTo>
                      <a:pt x="2585" y="8508"/>
                      <a:pt x="2418" y="8508"/>
                      <a:pt x="2242" y="8508"/>
                    </a:cubicBezTo>
                    <a:cubicBezTo>
                      <a:pt x="1585" y="8498"/>
                      <a:pt x="1082" y="8488"/>
                      <a:pt x="477" y="8222"/>
                    </a:cubicBezTo>
                    <a:cubicBezTo>
                      <a:pt x="0" y="7710"/>
                      <a:pt x="100" y="7048"/>
                      <a:pt x="112" y="6385"/>
                    </a:cubicBezTo>
                    <a:cubicBezTo>
                      <a:pt x="110" y="6248"/>
                      <a:pt x="107" y="6110"/>
                      <a:pt x="105" y="5967"/>
                    </a:cubicBezTo>
                    <a:cubicBezTo>
                      <a:pt x="112" y="4880"/>
                      <a:pt x="273" y="3808"/>
                      <a:pt x="957" y="2933"/>
                    </a:cubicBezTo>
                    <a:cubicBezTo>
                      <a:pt x="1585" y="2605"/>
                      <a:pt x="2217" y="2498"/>
                      <a:pt x="2910" y="2385"/>
                    </a:cubicBezTo>
                    <a:cubicBezTo>
                      <a:pt x="4487" y="2102"/>
                      <a:pt x="5757" y="1750"/>
                      <a:pt x="6832" y="495"/>
                    </a:cubicBezTo>
                    <a:cubicBezTo>
                      <a:pt x="7425" y="0"/>
                      <a:pt x="7955" y="133"/>
                      <a:pt x="8707" y="183"/>
                    </a:cubicBezTo>
                    <a:close/>
                    <a:moveTo>
                      <a:pt x="6660" y="1885"/>
                    </a:moveTo>
                    <a:cubicBezTo>
                      <a:pt x="5342" y="3040"/>
                      <a:pt x="4158" y="3505"/>
                      <a:pt x="2408" y="3558"/>
                    </a:cubicBezTo>
                    <a:cubicBezTo>
                      <a:pt x="1957" y="3683"/>
                      <a:pt x="1957" y="3683"/>
                      <a:pt x="1528" y="4110"/>
                    </a:cubicBezTo>
                    <a:cubicBezTo>
                      <a:pt x="1148" y="4790"/>
                      <a:pt x="1122" y="5205"/>
                      <a:pt x="1145" y="5980"/>
                    </a:cubicBezTo>
                    <a:cubicBezTo>
                      <a:pt x="1150" y="6200"/>
                      <a:pt x="1153" y="6420"/>
                      <a:pt x="1158" y="6648"/>
                    </a:cubicBezTo>
                    <a:cubicBezTo>
                      <a:pt x="1207" y="7183"/>
                      <a:pt x="1207" y="7183"/>
                      <a:pt x="1457" y="7433"/>
                    </a:cubicBezTo>
                    <a:cubicBezTo>
                      <a:pt x="1975" y="7457"/>
                      <a:pt x="2485" y="7467"/>
                      <a:pt x="3005" y="7465"/>
                    </a:cubicBezTo>
                    <a:cubicBezTo>
                      <a:pt x="3160" y="7465"/>
                      <a:pt x="3312" y="7465"/>
                      <a:pt x="3472" y="7467"/>
                    </a:cubicBezTo>
                    <a:cubicBezTo>
                      <a:pt x="3800" y="7467"/>
                      <a:pt x="4127" y="7465"/>
                      <a:pt x="4452" y="7465"/>
                    </a:cubicBezTo>
                    <a:cubicBezTo>
                      <a:pt x="4955" y="7465"/>
                      <a:pt x="5457" y="7465"/>
                      <a:pt x="5960" y="7467"/>
                    </a:cubicBezTo>
                    <a:cubicBezTo>
                      <a:pt x="6278" y="7467"/>
                      <a:pt x="6592" y="7465"/>
                      <a:pt x="6910" y="7465"/>
                    </a:cubicBezTo>
                    <a:cubicBezTo>
                      <a:pt x="7062" y="7465"/>
                      <a:pt x="7212" y="7467"/>
                      <a:pt x="7367" y="7467"/>
                    </a:cubicBezTo>
                    <a:cubicBezTo>
                      <a:pt x="8430" y="7460"/>
                      <a:pt x="8430" y="7460"/>
                      <a:pt x="8707" y="7183"/>
                    </a:cubicBezTo>
                    <a:cubicBezTo>
                      <a:pt x="8778" y="6415"/>
                      <a:pt x="8765" y="5643"/>
                      <a:pt x="8770" y="4870"/>
                    </a:cubicBezTo>
                    <a:cubicBezTo>
                      <a:pt x="8775" y="4655"/>
                      <a:pt x="8780" y="4440"/>
                      <a:pt x="8785" y="4217"/>
                    </a:cubicBezTo>
                    <a:cubicBezTo>
                      <a:pt x="8793" y="2987"/>
                      <a:pt x="8773" y="2140"/>
                      <a:pt x="7957" y="1183"/>
                    </a:cubicBezTo>
                    <a:cubicBezTo>
                      <a:pt x="7283" y="1183"/>
                      <a:pt x="7145" y="1430"/>
                      <a:pt x="6660" y="1885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76" name="robot vector"/>
              <p:cNvSpPr/>
              <p:nvPr/>
            </p:nvSpPr>
            <p:spPr>
              <a:xfrm>
                <a:off x="6269035" y="8103847"/>
                <a:ext cx="92903" cy="112311"/>
              </a:xfrm>
              <a:custGeom>
                <a:avLst/>
                <a:gdLst/>
                <a:ahLst/>
                <a:cxnLst/>
                <a:rect l="0" t="0" r="r" b="b"/>
                <a:pathLst>
                  <a:path w="10160" h="12283" fill="norm" stroke="0">
                    <a:moveTo>
                      <a:pt x="6160" y="253"/>
                    </a:moveTo>
                    <a:cubicBezTo>
                      <a:pt x="6737" y="500"/>
                      <a:pt x="7180" y="853"/>
                      <a:pt x="7660" y="1253"/>
                    </a:cubicBezTo>
                    <a:cubicBezTo>
                      <a:pt x="7852" y="1408"/>
                      <a:pt x="8045" y="1560"/>
                      <a:pt x="8245" y="1720"/>
                    </a:cubicBezTo>
                    <a:cubicBezTo>
                      <a:pt x="8452" y="1893"/>
                      <a:pt x="8657" y="2065"/>
                      <a:pt x="8862" y="2238"/>
                    </a:cubicBezTo>
                    <a:cubicBezTo>
                      <a:pt x="8962" y="2318"/>
                      <a:pt x="9062" y="2398"/>
                      <a:pt x="9165" y="2483"/>
                    </a:cubicBezTo>
                    <a:cubicBezTo>
                      <a:pt x="9680" y="2933"/>
                      <a:pt x="9910" y="3255"/>
                      <a:pt x="10132" y="3910"/>
                    </a:cubicBezTo>
                    <a:cubicBezTo>
                      <a:pt x="10137" y="4008"/>
                      <a:pt x="10137" y="4008"/>
                      <a:pt x="10160" y="4503"/>
                    </a:cubicBezTo>
                    <a:cubicBezTo>
                      <a:pt x="9660" y="5003"/>
                      <a:pt x="9660" y="5003"/>
                      <a:pt x="9065" y="5158"/>
                    </a:cubicBezTo>
                    <a:cubicBezTo>
                      <a:pt x="8065" y="5683"/>
                      <a:pt x="7770" y="6460"/>
                      <a:pt x="7410" y="7503"/>
                    </a:cubicBezTo>
                    <a:cubicBezTo>
                      <a:pt x="7062" y="9023"/>
                      <a:pt x="7175" y="10473"/>
                      <a:pt x="7410" y="12003"/>
                    </a:cubicBezTo>
                    <a:cubicBezTo>
                      <a:pt x="6923" y="12205"/>
                      <a:pt x="6680" y="12283"/>
                      <a:pt x="6160" y="12253"/>
                    </a:cubicBezTo>
                    <a:cubicBezTo>
                      <a:pt x="5397" y="11908"/>
                      <a:pt x="4725" y="11443"/>
                      <a:pt x="4035" y="10973"/>
                    </a:cubicBezTo>
                    <a:cubicBezTo>
                      <a:pt x="3847" y="10850"/>
                      <a:pt x="3663" y="10728"/>
                      <a:pt x="3470" y="10603"/>
                    </a:cubicBezTo>
                    <a:cubicBezTo>
                      <a:pt x="392" y="8555"/>
                      <a:pt x="392" y="8555"/>
                      <a:pt x="58" y="7043"/>
                    </a:cubicBezTo>
                    <a:cubicBezTo>
                      <a:pt x="0" y="5760"/>
                      <a:pt x="275" y="4810"/>
                      <a:pt x="832" y="3675"/>
                    </a:cubicBezTo>
                    <a:cubicBezTo>
                      <a:pt x="892" y="3548"/>
                      <a:pt x="952" y="3423"/>
                      <a:pt x="1017" y="3293"/>
                    </a:cubicBezTo>
                    <a:cubicBezTo>
                      <a:pt x="1497" y="2385"/>
                      <a:pt x="2077" y="1843"/>
                      <a:pt x="2910" y="1253"/>
                    </a:cubicBezTo>
                    <a:cubicBezTo>
                      <a:pt x="3038" y="1148"/>
                      <a:pt x="3168" y="1043"/>
                      <a:pt x="3298" y="935"/>
                    </a:cubicBezTo>
                    <a:cubicBezTo>
                      <a:pt x="4225" y="245"/>
                      <a:pt x="5012" y="0"/>
                      <a:pt x="6160" y="253"/>
                    </a:cubicBezTo>
                    <a:close/>
                    <a:moveTo>
                      <a:pt x="1360" y="3508"/>
                    </a:moveTo>
                    <a:cubicBezTo>
                      <a:pt x="705" y="4820"/>
                      <a:pt x="390" y="6040"/>
                      <a:pt x="660" y="7503"/>
                    </a:cubicBezTo>
                    <a:cubicBezTo>
                      <a:pt x="1382" y="8883"/>
                      <a:pt x="2885" y="9665"/>
                      <a:pt x="4160" y="10503"/>
                    </a:cubicBezTo>
                    <a:cubicBezTo>
                      <a:pt x="4255" y="10568"/>
                      <a:pt x="4255" y="10568"/>
                      <a:pt x="4740" y="10893"/>
                    </a:cubicBezTo>
                    <a:cubicBezTo>
                      <a:pt x="6060" y="11753"/>
                      <a:pt x="6060" y="11753"/>
                      <a:pt x="6910" y="11753"/>
                    </a:cubicBezTo>
                    <a:cubicBezTo>
                      <a:pt x="6880" y="11530"/>
                      <a:pt x="6850" y="11305"/>
                      <a:pt x="6820" y="11075"/>
                    </a:cubicBezTo>
                    <a:cubicBezTo>
                      <a:pt x="6612" y="9230"/>
                      <a:pt x="6585" y="7955"/>
                      <a:pt x="7457" y="6275"/>
                    </a:cubicBezTo>
                    <a:cubicBezTo>
                      <a:pt x="7710" y="5628"/>
                      <a:pt x="7688" y="5385"/>
                      <a:pt x="7410" y="4753"/>
                    </a:cubicBezTo>
                    <a:cubicBezTo>
                      <a:pt x="6982" y="4253"/>
                      <a:pt x="6982" y="4253"/>
                      <a:pt x="6457" y="3753"/>
                    </a:cubicBezTo>
                    <a:cubicBezTo>
                      <a:pt x="6285" y="3588"/>
                      <a:pt x="6112" y="3423"/>
                      <a:pt x="5938" y="3253"/>
                    </a:cubicBezTo>
                    <a:cubicBezTo>
                      <a:pt x="5850" y="3170"/>
                      <a:pt x="5850" y="3170"/>
                      <a:pt x="5410" y="2753"/>
                    </a:cubicBezTo>
                    <a:cubicBezTo>
                      <a:pt x="5322" y="2660"/>
                      <a:pt x="5237" y="2568"/>
                      <a:pt x="5147" y="2473"/>
                    </a:cubicBezTo>
                    <a:cubicBezTo>
                      <a:pt x="4630" y="1923"/>
                      <a:pt x="4445" y="1760"/>
                      <a:pt x="3675" y="1613"/>
                    </a:cubicBezTo>
                    <a:cubicBezTo>
                      <a:pt x="2485" y="1708"/>
                      <a:pt x="1933" y="2543"/>
                      <a:pt x="1360" y="350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77" name="robot vector"/>
              <p:cNvSpPr/>
              <p:nvPr/>
            </p:nvSpPr>
            <p:spPr>
              <a:xfrm>
                <a:off x="6555575" y="8210413"/>
                <a:ext cx="86525" cy="81862"/>
              </a:xfrm>
              <a:custGeom>
                <a:avLst/>
                <a:gdLst/>
                <a:ahLst/>
                <a:cxnLst/>
                <a:rect l="0" t="0" r="r" b="b"/>
                <a:pathLst>
                  <a:path w="9462" h="8952" fill="norm" stroke="0">
                    <a:moveTo>
                      <a:pt x="4288" y="467"/>
                    </a:moveTo>
                    <a:cubicBezTo>
                      <a:pt x="6368" y="1257"/>
                      <a:pt x="7808" y="2652"/>
                      <a:pt x="8822" y="4597"/>
                    </a:cubicBezTo>
                    <a:cubicBezTo>
                      <a:pt x="8915" y="4757"/>
                      <a:pt x="9005" y="4915"/>
                      <a:pt x="9100" y="5080"/>
                    </a:cubicBezTo>
                    <a:cubicBezTo>
                      <a:pt x="9368" y="5700"/>
                      <a:pt x="9415" y="6190"/>
                      <a:pt x="9433" y="6865"/>
                    </a:cubicBezTo>
                    <a:cubicBezTo>
                      <a:pt x="9438" y="6970"/>
                      <a:pt x="9438" y="6970"/>
                      <a:pt x="9462" y="7512"/>
                    </a:cubicBezTo>
                    <a:cubicBezTo>
                      <a:pt x="9322" y="8097"/>
                      <a:pt x="9322" y="8097"/>
                      <a:pt x="8780" y="8505"/>
                    </a:cubicBezTo>
                    <a:cubicBezTo>
                      <a:pt x="8075" y="8898"/>
                      <a:pt x="7415" y="8952"/>
                      <a:pt x="6620" y="8940"/>
                    </a:cubicBezTo>
                    <a:cubicBezTo>
                      <a:pt x="6485" y="8940"/>
                      <a:pt x="6350" y="8940"/>
                      <a:pt x="6212" y="8940"/>
                    </a:cubicBezTo>
                    <a:cubicBezTo>
                      <a:pt x="5930" y="8940"/>
                      <a:pt x="5648" y="8938"/>
                      <a:pt x="5365" y="8933"/>
                    </a:cubicBezTo>
                    <a:cubicBezTo>
                      <a:pt x="4933" y="8928"/>
                      <a:pt x="4503" y="8928"/>
                      <a:pt x="4072" y="8930"/>
                    </a:cubicBezTo>
                    <a:cubicBezTo>
                      <a:pt x="3798" y="8928"/>
                      <a:pt x="3520" y="8925"/>
                      <a:pt x="3245" y="8923"/>
                    </a:cubicBezTo>
                    <a:cubicBezTo>
                      <a:pt x="3118" y="8925"/>
                      <a:pt x="2990" y="8925"/>
                      <a:pt x="2858" y="8925"/>
                    </a:cubicBezTo>
                    <a:cubicBezTo>
                      <a:pt x="2065" y="8908"/>
                      <a:pt x="1483" y="8803"/>
                      <a:pt x="822" y="8347"/>
                    </a:cubicBezTo>
                    <a:cubicBezTo>
                      <a:pt x="717" y="7790"/>
                      <a:pt x="673" y="7332"/>
                      <a:pt x="668" y="6770"/>
                    </a:cubicBezTo>
                    <a:cubicBezTo>
                      <a:pt x="643" y="5665"/>
                      <a:pt x="500" y="4885"/>
                      <a:pt x="72" y="3847"/>
                    </a:cubicBezTo>
                    <a:cubicBezTo>
                      <a:pt x="0" y="2762"/>
                      <a:pt x="115" y="1692"/>
                      <a:pt x="822" y="832"/>
                    </a:cubicBezTo>
                    <a:cubicBezTo>
                      <a:pt x="1820" y="0"/>
                      <a:pt x="3097" y="163"/>
                      <a:pt x="4288" y="467"/>
                    </a:cubicBezTo>
                    <a:close/>
                    <a:moveTo>
                      <a:pt x="1322" y="1847"/>
                    </a:moveTo>
                    <a:cubicBezTo>
                      <a:pt x="1025" y="2860"/>
                      <a:pt x="1043" y="3395"/>
                      <a:pt x="1438" y="4385"/>
                    </a:cubicBezTo>
                    <a:cubicBezTo>
                      <a:pt x="1688" y="5240"/>
                      <a:pt x="1702" y="6140"/>
                      <a:pt x="1763" y="7025"/>
                    </a:cubicBezTo>
                    <a:cubicBezTo>
                      <a:pt x="1822" y="7597"/>
                      <a:pt x="1822" y="7597"/>
                      <a:pt x="2072" y="7847"/>
                    </a:cubicBezTo>
                    <a:cubicBezTo>
                      <a:pt x="2520" y="7872"/>
                      <a:pt x="2955" y="7882"/>
                      <a:pt x="3403" y="7882"/>
                    </a:cubicBezTo>
                    <a:cubicBezTo>
                      <a:pt x="3467" y="7882"/>
                      <a:pt x="3467" y="7882"/>
                      <a:pt x="3803" y="7882"/>
                    </a:cubicBezTo>
                    <a:cubicBezTo>
                      <a:pt x="4082" y="7882"/>
                      <a:pt x="4363" y="7882"/>
                      <a:pt x="4643" y="7880"/>
                    </a:cubicBezTo>
                    <a:cubicBezTo>
                      <a:pt x="5072" y="7880"/>
                      <a:pt x="5503" y="7880"/>
                      <a:pt x="5930" y="7882"/>
                    </a:cubicBezTo>
                    <a:cubicBezTo>
                      <a:pt x="6202" y="7882"/>
                      <a:pt x="6475" y="7882"/>
                      <a:pt x="6745" y="7882"/>
                    </a:cubicBezTo>
                    <a:cubicBezTo>
                      <a:pt x="6875" y="7882"/>
                      <a:pt x="7005" y="7882"/>
                      <a:pt x="7138" y="7882"/>
                    </a:cubicBezTo>
                    <a:cubicBezTo>
                      <a:pt x="8045" y="7877"/>
                      <a:pt x="8045" y="7877"/>
                      <a:pt x="8322" y="7597"/>
                    </a:cubicBezTo>
                    <a:cubicBezTo>
                      <a:pt x="8340" y="5767"/>
                      <a:pt x="7978" y="4360"/>
                      <a:pt x="6753" y="2990"/>
                    </a:cubicBezTo>
                    <a:cubicBezTo>
                      <a:pt x="5600" y="1910"/>
                      <a:pt x="4155" y="1440"/>
                      <a:pt x="2605" y="1270"/>
                    </a:cubicBezTo>
                    <a:cubicBezTo>
                      <a:pt x="1733" y="1397"/>
                      <a:pt x="1733" y="1397"/>
                      <a:pt x="1322" y="1847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78" name="robot vector"/>
              <p:cNvSpPr/>
              <p:nvPr/>
            </p:nvSpPr>
            <p:spPr>
              <a:xfrm>
                <a:off x="6362341" y="8299829"/>
                <a:ext cx="92149" cy="61013"/>
              </a:xfrm>
              <a:custGeom>
                <a:avLst/>
                <a:gdLst/>
                <a:ahLst/>
                <a:cxnLst/>
                <a:rect l="0" t="0" r="r" b="b"/>
                <a:pathLst>
                  <a:path w="10077" h="6673" fill="norm" stroke="0">
                    <a:moveTo>
                      <a:pt x="1785" y="5"/>
                    </a:moveTo>
                    <a:cubicBezTo>
                      <a:pt x="1952" y="2"/>
                      <a:pt x="2122" y="2"/>
                      <a:pt x="2295" y="0"/>
                    </a:cubicBezTo>
                    <a:cubicBezTo>
                      <a:pt x="2477" y="0"/>
                      <a:pt x="2660" y="2"/>
                      <a:pt x="2847" y="2"/>
                    </a:cubicBezTo>
                    <a:cubicBezTo>
                      <a:pt x="3032" y="2"/>
                      <a:pt x="3220" y="2"/>
                      <a:pt x="3413" y="2"/>
                    </a:cubicBezTo>
                    <a:cubicBezTo>
                      <a:pt x="3808" y="2"/>
                      <a:pt x="4202" y="2"/>
                      <a:pt x="4597" y="5"/>
                    </a:cubicBezTo>
                    <a:cubicBezTo>
                      <a:pt x="5202" y="8"/>
                      <a:pt x="5810" y="5"/>
                      <a:pt x="6415" y="2"/>
                    </a:cubicBezTo>
                    <a:cubicBezTo>
                      <a:pt x="6798" y="2"/>
                      <a:pt x="7183" y="2"/>
                      <a:pt x="7565" y="2"/>
                    </a:cubicBezTo>
                    <a:cubicBezTo>
                      <a:pt x="7747" y="2"/>
                      <a:pt x="7930" y="2"/>
                      <a:pt x="8115" y="0"/>
                    </a:cubicBezTo>
                    <a:cubicBezTo>
                      <a:pt x="8200" y="0"/>
                      <a:pt x="8200" y="0"/>
                      <a:pt x="8627" y="5"/>
                    </a:cubicBezTo>
                    <a:cubicBezTo>
                      <a:pt x="8700" y="5"/>
                      <a:pt x="8700" y="5"/>
                      <a:pt x="9077" y="5"/>
                    </a:cubicBezTo>
                    <a:cubicBezTo>
                      <a:pt x="9455" y="70"/>
                      <a:pt x="9455" y="70"/>
                      <a:pt x="9955" y="570"/>
                    </a:cubicBezTo>
                    <a:cubicBezTo>
                      <a:pt x="10075" y="1435"/>
                      <a:pt x="10048" y="2308"/>
                      <a:pt x="10050" y="3180"/>
                    </a:cubicBezTo>
                    <a:cubicBezTo>
                      <a:pt x="10055" y="3420"/>
                      <a:pt x="10062" y="3663"/>
                      <a:pt x="10067" y="3913"/>
                    </a:cubicBezTo>
                    <a:cubicBezTo>
                      <a:pt x="10067" y="4028"/>
                      <a:pt x="10067" y="4028"/>
                      <a:pt x="10070" y="4615"/>
                    </a:cubicBezTo>
                    <a:cubicBezTo>
                      <a:pt x="10072" y="4827"/>
                      <a:pt x="10075" y="5043"/>
                      <a:pt x="10077" y="5260"/>
                    </a:cubicBezTo>
                    <a:cubicBezTo>
                      <a:pt x="9955" y="5820"/>
                      <a:pt x="9955" y="5820"/>
                      <a:pt x="9555" y="6265"/>
                    </a:cubicBezTo>
                    <a:cubicBezTo>
                      <a:pt x="8760" y="6670"/>
                      <a:pt x="8132" y="6673"/>
                      <a:pt x="7252" y="6660"/>
                    </a:cubicBezTo>
                    <a:cubicBezTo>
                      <a:pt x="7090" y="6660"/>
                      <a:pt x="6928" y="6660"/>
                      <a:pt x="6760" y="6660"/>
                    </a:cubicBezTo>
                    <a:cubicBezTo>
                      <a:pt x="6418" y="6660"/>
                      <a:pt x="6075" y="6658"/>
                      <a:pt x="5730" y="6653"/>
                    </a:cubicBezTo>
                    <a:cubicBezTo>
                      <a:pt x="5207" y="6648"/>
                      <a:pt x="4685" y="6648"/>
                      <a:pt x="4160" y="6650"/>
                    </a:cubicBezTo>
                    <a:cubicBezTo>
                      <a:pt x="3827" y="6650"/>
                      <a:pt x="3492" y="6648"/>
                      <a:pt x="3160" y="6645"/>
                    </a:cubicBezTo>
                    <a:cubicBezTo>
                      <a:pt x="3002" y="6645"/>
                      <a:pt x="2847" y="6645"/>
                      <a:pt x="2688" y="6645"/>
                    </a:cubicBezTo>
                    <a:cubicBezTo>
                      <a:pt x="1825" y="6633"/>
                      <a:pt x="1192" y="6567"/>
                      <a:pt x="455" y="6070"/>
                    </a:cubicBezTo>
                    <a:cubicBezTo>
                      <a:pt x="0" y="5155"/>
                      <a:pt x="232" y="4070"/>
                      <a:pt x="285" y="3070"/>
                    </a:cubicBezTo>
                    <a:cubicBezTo>
                      <a:pt x="293" y="2837"/>
                      <a:pt x="303" y="2605"/>
                      <a:pt x="310" y="2367"/>
                    </a:cubicBezTo>
                    <a:cubicBezTo>
                      <a:pt x="322" y="2145"/>
                      <a:pt x="332" y="1923"/>
                      <a:pt x="342" y="1695"/>
                    </a:cubicBezTo>
                    <a:cubicBezTo>
                      <a:pt x="352" y="1490"/>
                      <a:pt x="362" y="1288"/>
                      <a:pt x="372" y="1077"/>
                    </a:cubicBezTo>
                    <a:cubicBezTo>
                      <a:pt x="520" y="183"/>
                      <a:pt x="960" y="8"/>
                      <a:pt x="1785" y="5"/>
                    </a:cubicBezTo>
                    <a:close/>
                    <a:moveTo>
                      <a:pt x="1455" y="1070"/>
                    </a:moveTo>
                    <a:cubicBezTo>
                      <a:pt x="1447" y="1773"/>
                      <a:pt x="1445" y="2475"/>
                      <a:pt x="1440" y="3180"/>
                    </a:cubicBezTo>
                    <a:cubicBezTo>
                      <a:pt x="1438" y="3380"/>
                      <a:pt x="1435" y="3580"/>
                      <a:pt x="1435" y="3788"/>
                    </a:cubicBezTo>
                    <a:cubicBezTo>
                      <a:pt x="1433" y="3977"/>
                      <a:pt x="1433" y="4170"/>
                      <a:pt x="1433" y="4365"/>
                    </a:cubicBezTo>
                    <a:cubicBezTo>
                      <a:pt x="1430" y="4543"/>
                      <a:pt x="1430" y="4720"/>
                      <a:pt x="1428" y="4900"/>
                    </a:cubicBezTo>
                    <a:cubicBezTo>
                      <a:pt x="1455" y="5320"/>
                      <a:pt x="1455" y="5320"/>
                      <a:pt x="1705" y="5570"/>
                    </a:cubicBezTo>
                    <a:cubicBezTo>
                      <a:pt x="2225" y="5595"/>
                      <a:pt x="2735" y="5605"/>
                      <a:pt x="3252" y="5602"/>
                    </a:cubicBezTo>
                    <a:cubicBezTo>
                      <a:pt x="3407" y="5602"/>
                      <a:pt x="3562" y="5602"/>
                      <a:pt x="3720" y="5602"/>
                    </a:cubicBezTo>
                    <a:cubicBezTo>
                      <a:pt x="4048" y="5605"/>
                      <a:pt x="4375" y="5602"/>
                      <a:pt x="4702" y="5602"/>
                    </a:cubicBezTo>
                    <a:cubicBezTo>
                      <a:pt x="5205" y="5600"/>
                      <a:pt x="5705" y="5602"/>
                      <a:pt x="6207" y="5605"/>
                    </a:cubicBezTo>
                    <a:cubicBezTo>
                      <a:pt x="6525" y="5602"/>
                      <a:pt x="6842" y="5602"/>
                      <a:pt x="7160" y="5602"/>
                    </a:cubicBezTo>
                    <a:cubicBezTo>
                      <a:pt x="7310" y="5602"/>
                      <a:pt x="7460" y="5605"/>
                      <a:pt x="7617" y="5605"/>
                    </a:cubicBezTo>
                    <a:cubicBezTo>
                      <a:pt x="8678" y="5597"/>
                      <a:pt x="8678" y="5597"/>
                      <a:pt x="8955" y="5320"/>
                    </a:cubicBezTo>
                    <a:cubicBezTo>
                      <a:pt x="9017" y="4660"/>
                      <a:pt x="9002" y="3998"/>
                      <a:pt x="9002" y="3335"/>
                    </a:cubicBezTo>
                    <a:cubicBezTo>
                      <a:pt x="9005" y="3242"/>
                      <a:pt x="9005" y="3242"/>
                      <a:pt x="9012" y="2773"/>
                    </a:cubicBezTo>
                    <a:cubicBezTo>
                      <a:pt x="9012" y="2595"/>
                      <a:pt x="9012" y="2418"/>
                      <a:pt x="9012" y="2235"/>
                    </a:cubicBezTo>
                    <a:cubicBezTo>
                      <a:pt x="9015" y="2153"/>
                      <a:pt x="9015" y="2153"/>
                      <a:pt x="9017" y="1740"/>
                    </a:cubicBezTo>
                    <a:cubicBezTo>
                      <a:pt x="8955" y="1320"/>
                      <a:pt x="8955" y="1320"/>
                      <a:pt x="8455" y="820"/>
                    </a:cubicBezTo>
                    <a:cubicBezTo>
                      <a:pt x="7960" y="773"/>
                      <a:pt x="7500" y="755"/>
                      <a:pt x="7002" y="762"/>
                    </a:cubicBezTo>
                    <a:cubicBezTo>
                      <a:pt x="6933" y="762"/>
                      <a:pt x="6933" y="762"/>
                      <a:pt x="6572" y="762"/>
                    </a:cubicBezTo>
                    <a:cubicBezTo>
                      <a:pt x="6270" y="762"/>
                      <a:pt x="5970" y="765"/>
                      <a:pt x="5668" y="768"/>
                    </a:cubicBezTo>
                    <a:cubicBezTo>
                      <a:pt x="5207" y="773"/>
                      <a:pt x="4747" y="773"/>
                      <a:pt x="4285" y="773"/>
                    </a:cubicBezTo>
                    <a:cubicBezTo>
                      <a:pt x="3992" y="775"/>
                      <a:pt x="3702" y="775"/>
                      <a:pt x="3410" y="778"/>
                    </a:cubicBezTo>
                    <a:cubicBezTo>
                      <a:pt x="3270" y="778"/>
                      <a:pt x="3132" y="778"/>
                      <a:pt x="2990" y="778"/>
                    </a:cubicBezTo>
                    <a:cubicBezTo>
                      <a:pt x="2392" y="785"/>
                      <a:pt x="1997" y="800"/>
                      <a:pt x="1455" y="107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79" name="robot vector"/>
              <p:cNvSpPr/>
              <p:nvPr/>
            </p:nvSpPr>
            <p:spPr>
              <a:xfrm>
                <a:off x="6559968" y="8299511"/>
                <a:ext cx="81976" cy="61379"/>
              </a:xfrm>
              <a:custGeom>
                <a:avLst/>
                <a:gdLst/>
                <a:ahLst/>
                <a:cxnLst/>
                <a:rect l="0" t="0" r="r" b="b"/>
                <a:pathLst>
                  <a:path w="8965" h="6712" fill="norm" stroke="0">
                    <a:moveTo>
                      <a:pt x="2515" y="62"/>
                    </a:moveTo>
                    <a:cubicBezTo>
                      <a:pt x="2597" y="62"/>
                      <a:pt x="2597" y="62"/>
                      <a:pt x="3012" y="60"/>
                    </a:cubicBezTo>
                    <a:cubicBezTo>
                      <a:pt x="3362" y="58"/>
                      <a:pt x="3710" y="58"/>
                      <a:pt x="4058" y="58"/>
                    </a:cubicBezTo>
                    <a:cubicBezTo>
                      <a:pt x="4590" y="58"/>
                      <a:pt x="5125" y="53"/>
                      <a:pt x="5658" y="48"/>
                    </a:cubicBezTo>
                    <a:cubicBezTo>
                      <a:pt x="5995" y="48"/>
                      <a:pt x="6332" y="48"/>
                      <a:pt x="6670" y="48"/>
                    </a:cubicBezTo>
                    <a:cubicBezTo>
                      <a:pt x="6830" y="45"/>
                      <a:pt x="6990" y="43"/>
                      <a:pt x="7155" y="43"/>
                    </a:cubicBezTo>
                    <a:cubicBezTo>
                      <a:pt x="8285" y="48"/>
                      <a:pt x="8285" y="48"/>
                      <a:pt x="8842" y="605"/>
                    </a:cubicBezTo>
                    <a:cubicBezTo>
                      <a:pt x="8962" y="1470"/>
                      <a:pt x="8935" y="2342"/>
                      <a:pt x="8938" y="3215"/>
                    </a:cubicBezTo>
                    <a:cubicBezTo>
                      <a:pt x="8942" y="3455"/>
                      <a:pt x="8950" y="3697"/>
                      <a:pt x="8955" y="3947"/>
                    </a:cubicBezTo>
                    <a:cubicBezTo>
                      <a:pt x="8955" y="4062"/>
                      <a:pt x="8955" y="4062"/>
                      <a:pt x="8957" y="4650"/>
                    </a:cubicBezTo>
                    <a:cubicBezTo>
                      <a:pt x="8960" y="4862"/>
                      <a:pt x="8962" y="5075"/>
                      <a:pt x="8965" y="5295"/>
                    </a:cubicBezTo>
                    <a:cubicBezTo>
                      <a:pt x="8842" y="5855"/>
                      <a:pt x="8842" y="5855"/>
                      <a:pt x="8428" y="6298"/>
                    </a:cubicBezTo>
                    <a:cubicBezTo>
                      <a:pt x="7722" y="6668"/>
                      <a:pt x="7137" y="6712"/>
                      <a:pt x="6360" y="6705"/>
                    </a:cubicBezTo>
                    <a:cubicBezTo>
                      <a:pt x="6217" y="6705"/>
                      <a:pt x="6077" y="6705"/>
                      <a:pt x="5933" y="6707"/>
                    </a:cubicBezTo>
                    <a:cubicBezTo>
                      <a:pt x="5637" y="6707"/>
                      <a:pt x="5342" y="6705"/>
                      <a:pt x="5045" y="6702"/>
                    </a:cubicBezTo>
                    <a:cubicBezTo>
                      <a:pt x="4595" y="6697"/>
                      <a:pt x="4145" y="6702"/>
                      <a:pt x="3692" y="6707"/>
                    </a:cubicBezTo>
                    <a:cubicBezTo>
                      <a:pt x="3405" y="6707"/>
                      <a:pt x="3115" y="6705"/>
                      <a:pt x="2827" y="6705"/>
                    </a:cubicBezTo>
                    <a:cubicBezTo>
                      <a:pt x="2760" y="6705"/>
                      <a:pt x="2760" y="6705"/>
                      <a:pt x="2423" y="6707"/>
                    </a:cubicBezTo>
                    <a:cubicBezTo>
                      <a:pt x="1505" y="6692"/>
                      <a:pt x="1000" y="6497"/>
                      <a:pt x="342" y="5855"/>
                    </a:cubicBezTo>
                    <a:cubicBezTo>
                      <a:pt x="0" y="4668"/>
                      <a:pt x="90" y="3497"/>
                      <a:pt x="170" y="2278"/>
                    </a:cubicBezTo>
                    <a:cubicBezTo>
                      <a:pt x="180" y="2095"/>
                      <a:pt x="190" y="1913"/>
                      <a:pt x="197" y="1725"/>
                    </a:cubicBezTo>
                    <a:cubicBezTo>
                      <a:pt x="210" y="1553"/>
                      <a:pt x="220" y="1380"/>
                      <a:pt x="230" y="1200"/>
                    </a:cubicBezTo>
                    <a:cubicBezTo>
                      <a:pt x="240" y="1045"/>
                      <a:pt x="250" y="888"/>
                      <a:pt x="260" y="727"/>
                    </a:cubicBezTo>
                    <a:cubicBezTo>
                      <a:pt x="288" y="602"/>
                      <a:pt x="315" y="480"/>
                      <a:pt x="342" y="355"/>
                    </a:cubicBezTo>
                    <a:cubicBezTo>
                      <a:pt x="1050" y="0"/>
                      <a:pt x="1740" y="65"/>
                      <a:pt x="2515" y="62"/>
                    </a:cubicBezTo>
                    <a:close/>
                    <a:moveTo>
                      <a:pt x="1342" y="1105"/>
                    </a:moveTo>
                    <a:cubicBezTo>
                      <a:pt x="1283" y="1765"/>
                      <a:pt x="1298" y="2428"/>
                      <a:pt x="1295" y="3090"/>
                    </a:cubicBezTo>
                    <a:cubicBezTo>
                      <a:pt x="1293" y="3275"/>
                      <a:pt x="1290" y="3460"/>
                      <a:pt x="1288" y="3650"/>
                    </a:cubicBezTo>
                    <a:cubicBezTo>
                      <a:pt x="1288" y="3827"/>
                      <a:pt x="1285" y="4007"/>
                      <a:pt x="1285" y="4190"/>
                    </a:cubicBezTo>
                    <a:cubicBezTo>
                      <a:pt x="1285" y="4352"/>
                      <a:pt x="1283" y="4515"/>
                      <a:pt x="1283" y="4685"/>
                    </a:cubicBezTo>
                    <a:cubicBezTo>
                      <a:pt x="1342" y="5105"/>
                      <a:pt x="1342" y="5105"/>
                      <a:pt x="1842" y="5605"/>
                    </a:cubicBezTo>
                    <a:cubicBezTo>
                      <a:pt x="2398" y="5665"/>
                      <a:pt x="2398" y="5665"/>
                      <a:pt x="3077" y="5663"/>
                    </a:cubicBezTo>
                    <a:cubicBezTo>
                      <a:pt x="3322" y="5663"/>
                      <a:pt x="3565" y="5660"/>
                      <a:pt x="3817" y="5660"/>
                    </a:cubicBezTo>
                    <a:cubicBezTo>
                      <a:pt x="3882" y="5660"/>
                      <a:pt x="3882" y="5660"/>
                      <a:pt x="4202" y="5655"/>
                    </a:cubicBezTo>
                    <a:cubicBezTo>
                      <a:pt x="4592" y="5653"/>
                      <a:pt x="4980" y="5650"/>
                      <a:pt x="5367" y="5650"/>
                    </a:cubicBezTo>
                    <a:cubicBezTo>
                      <a:pt x="7273" y="5640"/>
                      <a:pt x="7273" y="5640"/>
                      <a:pt x="7842" y="5355"/>
                    </a:cubicBezTo>
                    <a:cubicBezTo>
                      <a:pt x="7842" y="3952"/>
                      <a:pt x="7842" y="2550"/>
                      <a:pt x="7842" y="1105"/>
                    </a:cubicBezTo>
                    <a:cubicBezTo>
                      <a:pt x="7207" y="788"/>
                      <a:pt x="6755" y="822"/>
                      <a:pt x="6045" y="822"/>
                    </a:cubicBezTo>
                    <a:cubicBezTo>
                      <a:pt x="5920" y="820"/>
                      <a:pt x="5793" y="820"/>
                      <a:pt x="5663" y="820"/>
                    </a:cubicBezTo>
                    <a:cubicBezTo>
                      <a:pt x="5395" y="820"/>
                      <a:pt x="5130" y="820"/>
                      <a:pt x="4862" y="822"/>
                    </a:cubicBezTo>
                    <a:cubicBezTo>
                      <a:pt x="4452" y="822"/>
                      <a:pt x="4045" y="822"/>
                      <a:pt x="3635" y="820"/>
                    </a:cubicBezTo>
                    <a:cubicBezTo>
                      <a:pt x="3375" y="820"/>
                      <a:pt x="3117" y="820"/>
                      <a:pt x="2857" y="822"/>
                    </a:cubicBezTo>
                    <a:cubicBezTo>
                      <a:pt x="2622" y="822"/>
                      <a:pt x="2385" y="822"/>
                      <a:pt x="2143" y="822"/>
                    </a:cubicBezTo>
                    <a:cubicBezTo>
                      <a:pt x="1592" y="855"/>
                      <a:pt x="1592" y="855"/>
                      <a:pt x="1342" y="1105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80" name="robot vector"/>
              <p:cNvSpPr/>
              <p:nvPr/>
            </p:nvSpPr>
            <p:spPr>
              <a:xfrm>
                <a:off x="6531096" y="8371400"/>
                <a:ext cx="139446" cy="18219"/>
              </a:xfrm>
              <a:custGeom>
                <a:avLst/>
                <a:gdLst/>
                <a:ahLst/>
                <a:cxnLst/>
                <a:rect l="0" t="0" r="r" b="b"/>
                <a:pathLst>
                  <a:path w="15250" h="1993" fill="norm" stroke="0">
                    <a:moveTo>
                      <a:pt x="6710" y="210"/>
                    </a:moveTo>
                    <a:cubicBezTo>
                      <a:pt x="7200" y="213"/>
                      <a:pt x="7690" y="210"/>
                      <a:pt x="8180" y="207"/>
                    </a:cubicBezTo>
                    <a:cubicBezTo>
                      <a:pt x="9675" y="207"/>
                      <a:pt x="11168" y="228"/>
                      <a:pt x="12660" y="322"/>
                    </a:cubicBezTo>
                    <a:cubicBezTo>
                      <a:pt x="12775" y="330"/>
                      <a:pt x="12775" y="330"/>
                      <a:pt x="13355" y="365"/>
                    </a:cubicBezTo>
                    <a:cubicBezTo>
                      <a:pt x="14160" y="525"/>
                      <a:pt x="14598" y="748"/>
                      <a:pt x="15250" y="1243"/>
                    </a:cubicBezTo>
                    <a:cubicBezTo>
                      <a:pt x="15250" y="1490"/>
                      <a:pt x="15250" y="1738"/>
                      <a:pt x="15250" y="1993"/>
                    </a:cubicBezTo>
                    <a:cubicBezTo>
                      <a:pt x="10218" y="1993"/>
                      <a:pt x="5185" y="1993"/>
                      <a:pt x="0" y="1993"/>
                    </a:cubicBezTo>
                    <a:cubicBezTo>
                      <a:pt x="0" y="1663"/>
                      <a:pt x="0" y="1332"/>
                      <a:pt x="0" y="993"/>
                    </a:cubicBezTo>
                    <a:cubicBezTo>
                      <a:pt x="2053" y="0"/>
                      <a:pt x="4483" y="203"/>
                      <a:pt x="6710" y="2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81" name="robot vector"/>
              <p:cNvSpPr/>
              <p:nvPr/>
            </p:nvSpPr>
            <p:spPr>
              <a:xfrm>
                <a:off x="6635115" y="8046926"/>
                <a:ext cx="48143" cy="62454"/>
              </a:xfrm>
              <a:custGeom>
                <a:avLst/>
                <a:gdLst/>
                <a:ahLst/>
                <a:cxnLst/>
                <a:rect l="0" t="0" r="r" b="b"/>
                <a:pathLst>
                  <a:path w="5265" h="6830" fill="norm" stroke="0">
                    <a:moveTo>
                      <a:pt x="2625" y="227"/>
                    </a:moveTo>
                    <a:cubicBezTo>
                      <a:pt x="3395" y="830"/>
                      <a:pt x="3790" y="1757"/>
                      <a:pt x="4192" y="2625"/>
                    </a:cubicBezTo>
                    <a:cubicBezTo>
                      <a:pt x="4375" y="2977"/>
                      <a:pt x="4375" y="2977"/>
                      <a:pt x="4798" y="3492"/>
                    </a:cubicBezTo>
                    <a:cubicBezTo>
                      <a:pt x="5125" y="3977"/>
                      <a:pt x="5125" y="3977"/>
                      <a:pt x="5265" y="4587"/>
                    </a:cubicBezTo>
                    <a:cubicBezTo>
                      <a:pt x="5082" y="5423"/>
                      <a:pt x="4745" y="5720"/>
                      <a:pt x="4072" y="6222"/>
                    </a:cubicBezTo>
                    <a:cubicBezTo>
                      <a:pt x="3357" y="6630"/>
                      <a:pt x="2700" y="6830"/>
                      <a:pt x="1875" y="6727"/>
                    </a:cubicBezTo>
                    <a:cubicBezTo>
                      <a:pt x="1008" y="6100"/>
                      <a:pt x="245" y="5137"/>
                      <a:pt x="48" y="4060"/>
                    </a:cubicBezTo>
                    <a:cubicBezTo>
                      <a:pt x="15" y="3602"/>
                      <a:pt x="10" y="3155"/>
                      <a:pt x="15" y="2697"/>
                    </a:cubicBezTo>
                    <a:cubicBezTo>
                      <a:pt x="10" y="2540"/>
                      <a:pt x="5" y="2385"/>
                      <a:pt x="0" y="2227"/>
                    </a:cubicBezTo>
                    <a:cubicBezTo>
                      <a:pt x="3" y="1420"/>
                      <a:pt x="8" y="1100"/>
                      <a:pt x="585" y="502"/>
                    </a:cubicBezTo>
                    <a:cubicBezTo>
                      <a:pt x="1310" y="132"/>
                      <a:pt x="1832" y="0"/>
                      <a:pt x="2625" y="227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82" name="robot vector"/>
              <p:cNvSpPr/>
              <p:nvPr/>
            </p:nvSpPr>
            <p:spPr>
              <a:xfrm>
                <a:off x="6348886" y="8142808"/>
                <a:ext cx="81450" cy="88354"/>
              </a:xfrm>
              <a:custGeom>
                <a:avLst/>
                <a:gdLst/>
                <a:ahLst/>
                <a:cxnLst/>
                <a:rect l="0" t="0" r="r" b="b"/>
                <a:pathLst>
                  <a:path w="8908" h="9663" fill="norm" stroke="0">
                    <a:moveTo>
                      <a:pt x="7087" y="1270"/>
                    </a:moveTo>
                    <a:cubicBezTo>
                      <a:pt x="7415" y="1572"/>
                      <a:pt x="7670" y="1877"/>
                      <a:pt x="7928" y="2242"/>
                    </a:cubicBezTo>
                    <a:cubicBezTo>
                      <a:pt x="8007" y="2347"/>
                      <a:pt x="8085" y="2450"/>
                      <a:pt x="8168" y="2560"/>
                    </a:cubicBezTo>
                    <a:cubicBezTo>
                      <a:pt x="8908" y="3737"/>
                      <a:pt x="8862" y="5153"/>
                      <a:pt x="8678" y="6492"/>
                    </a:cubicBezTo>
                    <a:cubicBezTo>
                      <a:pt x="8435" y="7085"/>
                      <a:pt x="8165" y="7570"/>
                      <a:pt x="7678" y="7992"/>
                    </a:cubicBezTo>
                    <a:cubicBezTo>
                      <a:pt x="7512" y="7992"/>
                      <a:pt x="7347" y="7992"/>
                      <a:pt x="7178" y="7992"/>
                    </a:cubicBezTo>
                    <a:cubicBezTo>
                      <a:pt x="7153" y="8070"/>
                      <a:pt x="7153" y="8070"/>
                      <a:pt x="7020" y="8460"/>
                    </a:cubicBezTo>
                    <a:cubicBezTo>
                      <a:pt x="6627" y="9067"/>
                      <a:pt x="6312" y="9225"/>
                      <a:pt x="5620" y="9413"/>
                    </a:cubicBezTo>
                    <a:cubicBezTo>
                      <a:pt x="4347" y="9640"/>
                      <a:pt x="3168" y="9663"/>
                      <a:pt x="2022" y="9005"/>
                    </a:cubicBezTo>
                    <a:cubicBezTo>
                      <a:pt x="1188" y="8367"/>
                      <a:pt x="420" y="7535"/>
                      <a:pt x="178" y="6492"/>
                    </a:cubicBezTo>
                    <a:cubicBezTo>
                      <a:pt x="0" y="4692"/>
                      <a:pt x="112" y="3240"/>
                      <a:pt x="1178" y="1742"/>
                    </a:cubicBezTo>
                    <a:cubicBezTo>
                      <a:pt x="1615" y="1288"/>
                      <a:pt x="1615" y="1288"/>
                      <a:pt x="2178" y="992"/>
                    </a:cubicBezTo>
                    <a:cubicBezTo>
                      <a:pt x="2315" y="915"/>
                      <a:pt x="2455" y="837"/>
                      <a:pt x="2597" y="757"/>
                    </a:cubicBezTo>
                    <a:cubicBezTo>
                      <a:pt x="4175" y="0"/>
                      <a:pt x="5650" y="295"/>
                      <a:pt x="7087" y="1270"/>
                    </a:cubicBezTo>
                    <a:close/>
                    <a:moveTo>
                      <a:pt x="1612" y="2602"/>
                    </a:moveTo>
                    <a:cubicBezTo>
                      <a:pt x="967" y="3575"/>
                      <a:pt x="745" y="4507"/>
                      <a:pt x="795" y="5670"/>
                    </a:cubicBezTo>
                    <a:cubicBezTo>
                      <a:pt x="1035" y="6712"/>
                      <a:pt x="1663" y="7512"/>
                      <a:pt x="2428" y="8242"/>
                    </a:cubicBezTo>
                    <a:cubicBezTo>
                      <a:pt x="3030" y="8540"/>
                      <a:pt x="3622" y="8533"/>
                      <a:pt x="4288" y="8538"/>
                    </a:cubicBezTo>
                    <a:cubicBezTo>
                      <a:pt x="4382" y="8540"/>
                      <a:pt x="4382" y="8540"/>
                      <a:pt x="4865" y="8550"/>
                    </a:cubicBezTo>
                    <a:cubicBezTo>
                      <a:pt x="5635" y="8470"/>
                      <a:pt x="6175" y="8235"/>
                      <a:pt x="6735" y="7695"/>
                    </a:cubicBezTo>
                    <a:cubicBezTo>
                      <a:pt x="6815" y="7592"/>
                      <a:pt x="6892" y="7490"/>
                      <a:pt x="6975" y="7382"/>
                    </a:cubicBezTo>
                    <a:cubicBezTo>
                      <a:pt x="7055" y="7280"/>
                      <a:pt x="7135" y="7178"/>
                      <a:pt x="7220" y="7070"/>
                    </a:cubicBezTo>
                    <a:cubicBezTo>
                      <a:pt x="7855" y="6067"/>
                      <a:pt x="7817" y="4887"/>
                      <a:pt x="7678" y="3742"/>
                    </a:cubicBezTo>
                    <a:cubicBezTo>
                      <a:pt x="7337" y="2880"/>
                      <a:pt x="6820" y="2360"/>
                      <a:pt x="6115" y="1773"/>
                    </a:cubicBezTo>
                    <a:cubicBezTo>
                      <a:pt x="4543" y="1130"/>
                      <a:pt x="2770" y="1275"/>
                      <a:pt x="1612" y="2602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83" name="robot vector"/>
              <p:cNvSpPr/>
              <p:nvPr/>
            </p:nvSpPr>
            <p:spPr>
              <a:xfrm>
                <a:off x="6461402" y="8265500"/>
                <a:ext cx="90914" cy="119558"/>
              </a:xfrm>
              <a:custGeom>
                <a:avLst/>
                <a:gdLst/>
                <a:ahLst/>
                <a:cxnLst/>
                <a:rect l="0" t="0" r="r" b="b"/>
                <a:pathLst>
                  <a:path w="9942" h="13075" fill="norm" stroke="0">
                    <a:moveTo>
                      <a:pt x="3372" y="7"/>
                    </a:moveTo>
                    <a:cubicBezTo>
                      <a:pt x="3512" y="7"/>
                      <a:pt x="3652" y="7"/>
                      <a:pt x="3795" y="5"/>
                    </a:cubicBezTo>
                    <a:cubicBezTo>
                      <a:pt x="4087" y="5"/>
                      <a:pt x="4382" y="7"/>
                      <a:pt x="4675" y="7"/>
                    </a:cubicBezTo>
                    <a:cubicBezTo>
                      <a:pt x="5122" y="12"/>
                      <a:pt x="5567" y="7"/>
                      <a:pt x="6012" y="5"/>
                    </a:cubicBezTo>
                    <a:cubicBezTo>
                      <a:pt x="6300" y="5"/>
                      <a:pt x="6585" y="7"/>
                      <a:pt x="6872" y="7"/>
                    </a:cubicBezTo>
                    <a:cubicBezTo>
                      <a:pt x="6938" y="7"/>
                      <a:pt x="6938" y="7"/>
                      <a:pt x="7272" y="5"/>
                    </a:cubicBezTo>
                    <a:cubicBezTo>
                      <a:pt x="8180" y="15"/>
                      <a:pt x="8812" y="200"/>
                      <a:pt x="9622" y="575"/>
                    </a:cubicBezTo>
                    <a:cubicBezTo>
                      <a:pt x="9942" y="4857"/>
                      <a:pt x="9942" y="4857"/>
                      <a:pt x="9872" y="6825"/>
                    </a:cubicBezTo>
                    <a:cubicBezTo>
                      <a:pt x="9870" y="6945"/>
                      <a:pt x="9870" y="6945"/>
                      <a:pt x="9850" y="7560"/>
                    </a:cubicBezTo>
                    <a:cubicBezTo>
                      <a:pt x="9837" y="7807"/>
                      <a:pt x="9825" y="8055"/>
                      <a:pt x="9810" y="8307"/>
                    </a:cubicBezTo>
                    <a:cubicBezTo>
                      <a:pt x="9797" y="8532"/>
                      <a:pt x="9787" y="8755"/>
                      <a:pt x="9775" y="8987"/>
                    </a:cubicBezTo>
                    <a:cubicBezTo>
                      <a:pt x="9622" y="9575"/>
                      <a:pt x="9622" y="9575"/>
                      <a:pt x="9165" y="10012"/>
                    </a:cubicBezTo>
                    <a:cubicBezTo>
                      <a:pt x="8677" y="10292"/>
                      <a:pt x="8290" y="10462"/>
                      <a:pt x="7747" y="10590"/>
                    </a:cubicBezTo>
                    <a:cubicBezTo>
                      <a:pt x="6365" y="10960"/>
                      <a:pt x="6365" y="10960"/>
                      <a:pt x="5872" y="11325"/>
                    </a:cubicBezTo>
                    <a:cubicBezTo>
                      <a:pt x="5725" y="11710"/>
                      <a:pt x="5625" y="12082"/>
                      <a:pt x="5545" y="12490"/>
                    </a:cubicBezTo>
                    <a:cubicBezTo>
                      <a:pt x="5372" y="12825"/>
                      <a:pt x="5372" y="12825"/>
                      <a:pt x="4857" y="12995"/>
                    </a:cubicBezTo>
                    <a:cubicBezTo>
                      <a:pt x="4777" y="13007"/>
                      <a:pt x="4777" y="13007"/>
                      <a:pt x="4372" y="13075"/>
                    </a:cubicBezTo>
                    <a:cubicBezTo>
                      <a:pt x="4245" y="12920"/>
                      <a:pt x="4117" y="12767"/>
                      <a:pt x="3987" y="12607"/>
                    </a:cubicBezTo>
                    <a:cubicBezTo>
                      <a:pt x="3032" y="11477"/>
                      <a:pt x="2272" y="10640"/>
                      <a:pt x="872" y="10075"/>
                    </a:cubicBezTo>
                    <a:cubicBezTo>
                      <a:pt x="227" y="9430"/>
                      <a:pt x="277" y="8927"/>
                      <a:pt x="252" y="8065"/>
                    </a:cubicBezTo>
                    <a:cubicBezTo>
                      <a:pt x="245" y="7915"/>
                      <a:pt x="240" y="7765"/>
                      <a:pt x="232" y="7610"/>
                    </a:cubicBezTo>
                    <a:cubicBezTo>
                      <a:pt x="220" y="7292"/>
                      <a:pt x="210" y="6972"/>
                      <a:pt x="200" y="6655"/>
                    </a:cubicBezTo>
                    <a:cubicBezTo>
                      <a:pt x="185" y="6175"/>
                      <a:pt x="165" y="5695"/>
                      <a:pt x="142" y="5212"/>
                    </a:cubicBezTo>
                    <a:cubicBezTo>
                      <a:pt x="0" y="1532"/>
                      <a:pt x="0" y="1532"/>
                      <a:pt x="622" y="575"/>
                    </a:cubicBezTo>
                    <a:cubicBezTo>
                      <a:pt x="1527" y="87"/>
                      <a:pt x="2362" y="0"/>
                      <a:pt x="3372" y="7"/>
                    </a:cubicBezTo>
                    <a:close/>
                    <a:moveTo>
                      <a:pt x="1162" y="1142"/>
                    </a:moveTo>
                    <a:cubicBezTo>
                      <a:pt x="227" y="2530"/>
                      <a:pt x="612" y="4807"/>
                      <a:pt x="700" y="6402"/>
                    </a:cubicBezTo>
                    <a:cubicBezTo>
                      <a:pt x="710" y="6622"/>
                      <a:pt x="717" y="6842"/>
                      <a:pt x="727" y="7067"/>
                    </a:cubicBezTo>
                    <a:cubicBezTo>
                      <a:pt x="737" y="7280"/>
                      <a:pt x="750" y="7492"/>
                      <a:pt x="760" y="7712"/>
                    </a:cubicBezTo>
                    <a:cubicBezTo>
                      <a:pt x="770" y="7902"/>
                      <a:pt x="780" y="8092"/>
                      <a:pt x="790" y="8287"/>
                    </a:cubicBezTo>
                    <a:cubicBezTo>
                      <a:pt x="882" y="8885"/>
                      <a:pt x="1065" y="9305"/>
                      <a:pt x="1372" y="9825"/>
                    </a:cubicBezTo>
                    <a:cubicBezTo>
                      <a:pt x="1697" y="10032"/>
                      <a:pt x="1697" y="10032"/>
                      <a:pt x="2060" y="10167"/>
                    </a:cubicBezTo>
                    <a:cubicBezTo>
                      <a:pt x="2910" y="10537"/>
                      <a:pt x="3407" y="11095"/>
                      <a:pt x="4000" y="11797"/>
                    </a:cubicBezTo>
                    <a:cubicBezTo>
                      <a:pt x="4372" y="12075"/>
                      <a:pt x="4372" y="12075"/>
                      <a:pt x="4882" y="12035"/>
                    </a:cubicBezTo>
                    <a:cubicBezTo>
                      <a:pt x="5435" y="11797"/>
                      <a:pt x="5592" y="11615"/>
                      <a:pt x="5920" y="11120"/>
                    </a:cubicBezTo>
                    <a:cubicBezTo>
                      <a:pt x="6597" y="10237"/>
                      <a:pt x="7380" y="9915"/>
                      <a:pt x="8400" y="9515"/>
                    </a:cubicBezTo>
                    <a:cubicBezTo>
                      <a:pt x="8872" y="9325"/>
                      <a:pt x="8872" y="9325"/>
                      <a:pt x="9122" y="9075"/>
                    </a:cubicBezTo>
                    <a:cubicBezTo>
                      <a:pt x="9155" y="8525"/>
                      <a:pt x="9170" y="7985"/>
                      <a:pt x="9172" y="7435"/>
                    </a:cubicBezTo>
                    <a:cubicBezTo>
                      <a:pt x="9175" y="7352"/>
                      <a:pt x="9175" y="7352"/>
                      <a:pt x="9177" y="6938"/>
                    </a:cubicBezTo>
                    <a:cubicBezTo>
                      <a:pt x="9180" y="6590"/>
                      <a:pt x="9182" y="6240"/>
                      <a:pt x="9182" y="5892"/>
                    </a:cubicBezTo>
                    <a:cubicBezTo>
                      <a:pt x="9185" y="5360"/>
                      <a:pt x="9192" y="4827"/>
                      <a:pt x="9200" y="4292"/>
                    </a:cubicBezTo>
                    <a:cubicBezTo>
                      <a:pt x="9202" y="3955"/>
                      <a:pt x="9202" y="3617"/>
                      <a:pt x="9205" y="3280"/>
                    </a:cubicBezTo>
                    <a:cubicBezTo>
                      <a:pt x="9207" y="3120"/>
                      <a:pt x="9210" y="2960"/>
                      <a:pt x="9215" y="2795"/>
                    </a:cubicBezTo>
                    <a:cubicBezTo>
                      <a:pt x="9210" y="2112"/>
                      <a:pt x="9192" y="1692"/>
                      <a:pt x="8837" y="1097"/>
                    </a:cubicBezTo>
                    <a:cubicBezTo>
                      <a:pt x="8185" y="712"/>
                      <a:pt x="7585" y="717"/>
                      <a:pt x="6850" y="725"/>
                    </a:cubicBezTo>
                    <a:cubicBezTo>
                      <a:pt x="6775" y="725"/>
                      <a:pt x="6775" y="725"/>
                      <a:pt x="6402" y="722"/>
                    </a:cubicBezTo>
                    <a:cubicBezTo>
                      <a:pt x="6092" y="722"/>
                      <a:pt x="5782" y="722"/>
                      <a:pt x="5472" y="725"/>
                    </a:cubicBezTo>
                    <a:cubicBezTo>
                      <a:pt x="5000" y="730"/>
                      <a:pt x="4525" y="725"/>
                      <a:pt x="4050" y="722"/>
                    </a:cubicBezTo>
                    <a:cubicBezTo>
                      <a:pt x="3750" y="722"/>
                      <a:pt x="3447" y="722"/>
                      <a:pt x="3145" y="725"/>
                    </a:cubicBezTo>
                    <a:cubicBezTo>
                      <a:pt x="3005" y="722"/>
                      <a:pt x="2862" y="722"/>
                      <a:pt x="2717" y="720"/>
                    </a:cubicBezTo>
                    <a:cubicBezTo>
                      <a:pt x="2082" y="730"/>
                      <a:pt x="1690" y="777"/>
                      <a:pt x="1162" y="1142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84" name="robot vector"/>
              <p:cNvSpPr/>
              <p:nvPr/>
            </p:nvSpPr>
            <p:spPr>
              <a:xfrm>
                <a:off x="6437376" y="7815834"/>
                <a:ext cx="194310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21250" h="1000" fill="norm" stroke="0">
                    <a:moveTo>
                      <a:pt x="0" y="0"/>
                    </a:moveTo>
                    <a:cubicBezTo>
                      <a:pt x="7013" y="0"/>
                      <a:pt x="14025" y="0"/>
                      <a:pt x="21250" y="0"/>
                    </a:cubicBezTo>
                    <a:cubicBezTo>
                      <a:pt x="21250" y="330"/>
                      <a:pt x="21250" y="660"/>
                      <a:pt x="21250" y="1000"/>
                    </a:cubicBezTo>
                    <a:cubicBezTo>
                      <a:pt x="14237" y="1000"/>
                      <a:pt x="7225" y="1000"/>
                      <a:pt x="0" y="1000"/>
                    </a:cubicBezTo>
                    <a:cubicBezTo>
                      <a:pt x="0" y="670"/>
                      <a:pt x="0" y="340"/>
                      <a:pt x="0" y="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85" name="robot vector"/>
              <p:cNvSpPr/>
              <p:nvPr/>
            </p:nvSpPr>
            <p:spPr>
              <a:xfrm>
                <a:off x="6364224" y="8421213"/>
                <a:ext cx="292608" cy="30632"/>
              </a:xfrm>
              <a:custGeom>
                <a:avLst/>
                <a:gdLst/>
                <a:ahLst/>
                <a:cxnLst/>
                <a:rect l="0" t="0" r="r" b="b"/>
                <a:pathLst>
                  <a:path w="32000" h="3350" fill="norm" stroke="0">
                    <a:moveTo>
                      <a:pt x="0" y="45"/>
                    </a:moveTo>
                    <a:cubicBezTo>
                      <a:pt x="1337" y="145"/>
                      <a:pt x="2633" y="355"/>
                      <a:pt x="3938" y="655"/>
                    </a:cubicBezTo>
                    <a:cubicBezTo>
                      <a:pt x="4072" y="685"/>
                      <a:pt x="4207" y="715"/>
                      <a:pt x="4347" y="747"/>
                    </a:cubicBezTo>
                    <a:cubicBezTo>
                      <a:pt x="4480" y="777"/>
                      <a:pt x="4610" y="810"/>
                      <a:pt x="4745" y="840"/>
                    </a:cubicBezTo>
                    <a:cubicBezTo>
                      <a:pt x="4803" y="855"/>
                      <a:pt x="4803" y="855"/>
                      <a:pt x="5095" y="923"/>
                    </a:cubicBezTo>
                    <a:cubicBezTo>
                      <a:pt x="5500" y="1045"/>
                      <a:pt x="5500" y="1045"/>
                      <a:pt x="6082" y="1290"/>
                    </a:cubicBezTo>
                    <a:cubicBezTo>
                      <a:pt x="6775" y="1555"/>
                      <a:pt x="7447" y="1705"/>
                      <a:pt x="8175" y="1822"/>
                    </a:cubicBezTo>
                    <a:cubicBezTo>
                      <a:pt x="8310" y="1842"/>
                      <a:pt x="8447" y="1865"/>
                      <a:pt x="8587" y="1890"/>
                    </a:cubicBezTo>
                    <a:cubicBezTo>
                      <a:pt x="9033" y="1960"/>
                      <a:pt x="9477" y="2027"/>
                      <a:pt x="9923" y="2092"/>
                    </a:cubicBezTo>
                    <a:cubicBezTo>
                      <a:pt x="10075" y="2115"/>
                      <a:pt x="10227" y="2137"/>
                      <a:pt x="10388" y="2160"/>
                    </a:cubicBezTo>
                    <a:cubicBezTo>
                      <a:pt x="16253" y="3002"/>
                      <a:pt x="22038" y="2362"/>
                      <a:pt x="27717" y="775"/>
                    </a:cubicBezTo>
                    <a:cubicBezTo>
                      <a:pt x="27885" y="727"/>
                      <a:pt x="28050" y="683"/>
                      <a:pt x="28222" y="635"/>
                    </a:cubicBezTo>
                    <a:cubicBezTo>
                      <a:pt x="28545" y="548"/>
                      <a:pt x="28865" y="455"/>
                      <a:pt x="29188" y="362"/>
                    </a:cubicBezTo>
                    <a:cubicBezTo>
                      <a:pt x="30158" y="92"/>
                      <a:pt x="30992" y="0"/>
                      <a:pt x="32000" y="45"/>
                    </a:cubicBezTo>
                    <a:cubicBezTo>
                      <a:pt x="31087" y="707"/>
                      <a:pt x="30065" y="960"/>
                      <a:pt x="29000" y="1295"/>
                    </a:cubicBezTo>
                    <a:cubicBezTo>
                      <a:pt x="28760" y="1375"/>
                      <a:pt x="28520" y="1457"/>
                      <a:pt x="28280" y="1540"/>
                    </a:cubicBezTo>
                    <a:cubicBezTo>
                      <a:pt x="24268" y="2872"/>
                      <a:pt x="20087" y="3350"/>
                      <a:pt x="15875" y="3342"/>
                    </a:cubicBezTo>
                    <a:cubicBezTo>
                      <a:pt x="15732" y="3342"/>
                      <a:pt x="15592" y="3342"/>
                      <a:pt x="15445" y="3342"/>
                    </a:cubicBezTo>
                    <a:cubicBezTo>
                      <a:pt x="11825" y="3330"/>
                      <a:pt x="8378" y="3055"/>
                      <a:pt x="4920" y="1930"/>
                    </a:cubicBezTo>
                    <a:cubicBezTo>
                      <a:pt x="4482" y="1790"/>
                      <a:pt x="4045" y="1657"/>
                      <a:pt x="3605" y="1525"/>
                    </a:cubicBezTo>
                    <a:cubicBezTo>
                      <a:pt x="2383" y="1160"/>
                      <a:pt x="1180" y="785"/>
                      <a:pt x="0" y="295"/>
                    </a:cubicBezTo>
                    <a:cubicBezTo>
                      <a:pt x="0" y="212"/>
                      <a:pt x="0" y="130"/>
                      <a:pt x="0" y="45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786" name="robot vector"/>
              <p:cNvSpPr/>
              <p:nvPr/>
            </p:nvSpPr>
            <p:spPr>
              <a:xfrm>
                <a:off x="6459609" y="8094207"/>
                <a:ext cx="41765" cy="50772"/>
              </a:xfrm>
              <a:custGeom>
                <a:avLst/>
                <a:gdLst/>
                <a:ahLst/>
                <a:cxnLst/>
                <a:rect l="0" t="0" r="r" b="b"/>
                <a:pathLst>
                  <a:path w="4567" h="5553" fill="norm" stroke="0">
                    <a:moveTo>
                      <a:pt x="992" y="0"/>
                    </a:moveTo>
                    <a:cubicBezTo>
                      <a:pt x="1157" y="3"/>
                      <a:pt x="1322" y="5"/>
                      <a:pt x="1492" y="8"/>
                    </a:cubicBezTo>
                    <a:cubicBezTo>
                      <a:pt x="1670" y="10"/>
                      <a:pt x="1850" y="10"/>
                      <a:pt x="2035" y="13"/>
                    </a:cubicBezTo>
                    <a:cubicBezTo>
                      <a:pt x="2127" y="15"/>
                      <a:pt x="2127" y="15"/>
                      <a:pt x="2600" y="25"/>
                    </a:cubicBezTo>
                    <a:cubicBezTo>
                      <a:pt x="2787" y="28"/>
                      <a:pt x="2977" y="30"/>
                      <a:pt x="3170" y="33"/>
                    </a:cubicBezTo>
                    <a:cubicBezTo>
                      <a:pt x="3637" y="38"/>
                      <a:pt x="4102" y="48"/>
                      <a:pt x="4567" y="58"/>
                    </a:cubicBezTo>
                    <a:cubicBezTo>
                      <a:pt x="4567" y="800"/>
                      <a:pt x="4532" y="935"/>
                      <a:pt x="4177" y="1525"/>
                    </a:cubicBezTo>
                    <a:cubicBezTo>
                      <a:pt x="3882" y="2092"/>
                      <a:pt x="3815" y="2270"/>
                      <a:pt x="3865" y="2933"/>
                    </a:cubicBezTo>
                    <a:cubicBezTo>
                      <a:pt x="3933" y="3138"/>
                      <a:pt x="4000" y="3345"/>
                      <a:pt x="4067" y="3558"/>
                    </a:cubicBezTo>
                    <a:cubicBezTo>
                      <a:pt x="4112" y="3692"/>
                      <a:pt x="4155" y="3827"/>
                      <a:pt x="4200" y="3967"/>
                    </a:cubicBezTo>
                    <a:cubicBezTo>
                      <a:pt x="4317" y="4332"/>
                      <a:pt x="4442" y="4695"/>
                      <a:pt x="4567" y="5058"/>
                    </a:cubicBezTo>
                    <a:cubicBezTo>
                      <a:pt x="4072" y="5553"/>
                      <a:pt x="3127" y="5352"/>
                      <a:pt x="2460" y="5352"/>
                    </a:cubicBezTo>
                    <a:cubicBezTo>
                      <a:pt x="2372" y="5355"/>
                      <a:pt x="2372" y="5355"/>
                      <a:pt x="1933" y="5362"/>
                    </a:cubicBezTo>
                    <a:cubicBezTo>
                      <a:pt x="1767" y="5362"/>
                      <a:pt x="1600" y="5365"/>
                      <a:pt x="1430" y="5365"/>
                    </a:cubicBezTo>
                    <a:cubicBezTo>
                      <a:pt x="1275" y="5365"/>
                      <a:pt x="1122" y="5367"/>
                      <a:pt x="965" y="5367"/>
                    </a:cubicBezTo>
                    <a:cubicBezTo>
                      <a:pt x="567" y="5308"/>
                      <a:pt x="567" y="5308"/>
                      <a:pt x="67" y="4808"/>
                    </a:cubicBezTo>
                    <a:cubicBezTo>
                      <a:pt x="5" y="4367"/>
                      <a:pt x="5" y="4367"/>
                      <a:pt x="2" y="3845"/>
                    </a:cubicBezTo>
                    <a:cubicBezTo>
                      <a:pt x="2" y="3658"/>
                      <a:pt x="0" y="3470"/>
                      <a:pt x="0" y="3278"/>
                    </a:cubicBezTo>
                    <a:cubicBezTo>
                      <a:pt x="2" y="3080"/>
                      <a:pt x="5" y="2885"/>
                      <a:pt x="5" y="2683"/>
                    </a:cubicBezTo>
                    <a:cubicBezTo>
                      <a:pt x="5" y="2485"/>
                      <a:pt x="2" y="2290"/>
                      <a:pt x="0" y="2087"/>
                    </a:cubicBezTo>
                    <a:cubicBezTo>
                      <a:pt x="0" y="1900"/>
                      <a:pt x="2" y="1712"/>
                      <a:pt x="2" y="1518"/>
                    </a:cubicBezTo>
                    <a:cubicBezTo>
                      <a:pt x="2" y="1345"/>
                      <a:pt x="2" y="1173"/>
                      <a:pt x="5" y="995"/>
                    </a:cubicBezTo>
                    <a:cubicBezTo>
                      <a:pt x="97" y="362"/>
                      <a:pt x="352" y="85"/>
                      <a:pt x="9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87" name="robot vector"/>
              <p:cNvSpPr/>
              <p:nvPr/>
            </p:nvSpPr>
            <p:spPr>
              <a:xfrm>
                <a:off x="6542532" y="8093949"/>
                <a:ext cx="39479" cy="49309"/>
              </a:xfrm>
              <a:custGeom>
                <a:avLst/>
                <a:gdLst/>
                <a:ahLst/>
                <a:cxnLst/>
                <a:rect l="0" t="0" r="r" b="b"/>
                <a:pathLst>
                  <a:path w="4317" h="5393" fill="norm" stroke="0">
                    <a:moveTo>
                      <a:pt x="0" y="85"/>
                    </a:moveTo>
                    <a:cubicBezTo>
                      <a:pt x="615" y="62"/>
                      <a:pt x="1230" y="50"/>
                      <a:pt x="1845" y="38"/>
                    </a:cubicBezTo>
                    <a:cubicBezTo>
                      <a:pt x="2018" y="33"/>
                      <a:pt x="2192" y="25"/>
                      <a:pt x="2372" y="20"/>
                    </a:cubicBezTo>
                    <a:cubicBezTo>
                      <a:pt x="2540" y="18"/>
                      <a:pt x="2707" y="15"/>
                      <a:pt x="2880" y="13"/>
                    </a:cubicBezTo>
                    <a:cubicBezTo>
                      <a:pt x="3035" y="8"/>
                      <a:pt x="3190" y="5"/>
                      <a:pt x="3350" y="0"/>
                    </a:cubicBezTo>
                    <a:cubicBezTo>
                      <a:pt x="3750" y="85"/>
                      <a:pt x="3750" y="85"/>
                      <a:pt x="4050" y="408"/>
                    </a:cubicBezTo>
                    <a:cubicBezTo>
                      <a:pt x="4278" y="895"/>
                      <a:pt x="4315" y="1228"/>
                      <a:pt x="4317" y="1765"/>
                    </a:cubicBezTo>
                    <a:cubicBezTo>
                      <a:pt x="4317" y="1853"/>
                      <a:pt x="4317" y="1853"/>
                      <a:pt x="4317" y="2298"/>
                    </a:cubicBezTo>
                    <a:cubicBezTo>
                      <a:pt x="4317" y="2480"/>
                      <a:pt x="4315" y="2663"/>
                      <a:pt x="4312" y="2850"/>
                    </a:cubicBezTo>
                    <a:cubicBezTo>
                      <a:pt x="4315" y="3035"/>
                      <a:pt x="4317" y="3218"/>
                      <a:pt x="4317" y="3405"/>
                    </a:cubicBezTo>
                    <a:cubicBezTo>
                      <a:pt x="4317" y="3582"/>
                      <a:pt x="4317" y="3758"/>
                      <a:pt x="4317" y="3938"/>
                    </a:cubicBezTo>
                    <a:cubicBezTo>
                      <a:pt x="4315" y="4098"/>
                      <a:pt x="4315" y="4258"/>
                      <a:pt x="4315" y="4423"/>
                    </a:cubicBezTo>
                    <a:cubicBezTo>
                      <a:pt x="4250" y="4835"/>
                      <a:pt x="4250" y="4835"/>
                      <a:pt x="3750" y="5335"/>
                    </a:cubicBezTo>
                    <a:cubicBezTo>
                      <a:pt x="3395" y="5393"/>
                      <a:pt x="3395" y="5393"/>
                      <a:pt x="2990" y="5385"/>
                    </a:cubicBezTo>
                    <a:cubicBezTo>
                      <a:pt x="2845" y="5383"/>
                      <a:pt x="2700" y="5380"/>
                      <a:pt x="2550" y="5380"/>
                    </a:cubicBezTo>
                    <a:cubicBezTo>
                      <a:pt x="2400" y="5375"/>
                      <a:pt x="2250" y="5370"/>
                      <a:pt x="2095" y="5365"/>
                    </a:cubicBezTo>
                    <a:cubicBezTo>
                      <a:pt x="1940" y="5365"/>
                      <a:pt x="1788" y="5363"/>
                      <a:pt x="1630" y="5360"/>
                    </a:cubicBezTo>
                    <a:cubicBezTo>
                      <a:pt x="1255" y="5353"/>
                      <a:pt x="878" y="5345"/>
                      <a:pt x="500" y="5335"/>
                    </a:cubicBezTo>
                    <a:cubicBezTo>
                      <a:pt x="482" y="4610"/>
                      <a:pt x="558" y="3942"/>
                      <a:pt x="673" y="3225"/>
                    </a:cubicBezTo>
                    <a:cubicBezTo>
                      <a:pt x="805" y="2128"/>
                      <a:pt x="643" y="1710"/>
                      <a:pt x="0" y="835"/>
                    </a:cubicBezTo>
                    <a:cubicBezTo>
                      <a:pt x="0" y="588"/>
                      <a:pt x="0" y="340"/>
                      <a:pt x="0" y="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88" name="robot vector"/>
              <p:cNvSpPr/>
              <p:nvPr/>
            </p:nvSpPr>
            <p:spPr>
              <a:xfrm>
                <a:off x="6658261" y="8101733"/>
                <a:ext cx="55733" cy="59276"/>
              </a:xfrm>
              <a:custGeom>
                <a:avLst/>
                <a:gdLst/>
                <a:ahLst/>
                <a:cxnLst/>
                <a:rect l="0" t="0" r="r" b="b"/>
                <a:pathLst>
                  <a:path w="6095" h="6482" fill="norm" stroke="0">
                    <a:moveTo>
                      <a:pt x="5125" y="452"/>
                    </a:moveTo>
                    <a:cubicBezTo>
                      <a:pt x="5665" y="778"/>
                      <a:pt x="5820" y="935"/>
                      <a:pt x="6095" y="1515"/>
                    </a:cubicBezTo>
                    <a:cubicBezTo>
                      <a:pt x="6095" y="1670"/>
                      <a:pt x="6095" y="1825"/>
                      <a:pt x="6095" y="1982"/>
                    </a:cubicBezTo>
                    <a:cubicBezTo>
                      <a:pt x="5673" y="2405"/>
                      <a:pt x="5067" y="2332"/>
                      <a:pt x="4492" y="2390"/>
                    </a:cubicBezTo>
                    <a:cubicBezTo>
                      <a:pt x="4360" y="2420"/>
                      <a:pt x="4230" y="2452"/>
                      <a:pt x="4095" y="2482"/>
                    </a:cubicBezTo>
                    <a:cubicBezTo>
                      <a:pt x="4010" y="2648"/>
                      <a:pt x="3930" y="2812"/>
                      <a:pt x="3845" y="2982"/>
                    </a:cubicBezTo>
                    <a:cubicBezTo>
                      <a:pt x="4092" y="2982"/>
                      <a:pt x="4337" y="2982"/>
                      <a:pt x="4595" y="2982"/>
                    </a:cubicBezTo>
                    <a:cubicBezTo>
                      <a:pt x="4513" y="3312"/>
                      <a:pt x="4430" y="3643"/>
                      <a:pt x="4345" y="3982"/>
                    </a:cubicBezTo>
                    <a:cubicBezTo>
                      <a:pt x="4180" y="3982"/>
                      <a:pt x="4015" y="3982"/>
                      <a:pt x="3845" y="3982"/>
                    </a:cubicBezTo>
                    <a:cubicBezTo>
                      <a:pt x="3778" y="4165"/>
                      <a:pt x="3710" y="4345"/>
                      <a:pt x="3640" y="4530"/>
                    </a:cubicBezTo>
                    <a:cubicBezTo>
                      <a:pt x="3352" y="5240"/>
                      <a:pt x="3040" y="5860"/>
                      <a:pt x="2595" y="6482"/>
                    </a:cubicBezTo>
                    <a:cubicBezTo>
                      <a:pt x="2345" y="6482"/>
                      <a:pt x="2100" y="6482"/>
                      <a:pt x="1845" y="6482"/>
                    </a:cubicBezTo>
                    <a:cubicBezTo>
                      <a:pt x="1760" y="5905"/>
                      <a:pt x="1680" y="5327"/>
                      <a:pt x="1595" y="4732"/>
                    </a:cubicBezTo>
                    <a:cubicBezTo>
                      <a:pt x="1393" y="4658"/>
                      <a:pt x="1192" y="4580"/>
                      <a:pt x="985" y="4500"/>
                    </a:cubicBezTo>
                    <a:cubicBezTo>
                      <a:pt x="345" y="4232"/>
                      <a:pt x="345" y="4232"/>
                      <a:pt x="95" y="3982"/>
                    </a:cubicBezTo>
                    <a:cubicBezTo>
                      <a:pt x="0" y="3405"/>
                      <a:pt x="0" y="3405"/>
                      <a:pt x="95" y="2732"/>
                    </a:cubicBezTo>
                    <a:cubicBezTo>
                      <a:pt x="510" y="2288"/>
                      <a:pt x="830" y="2050"/>
                      <a:pt x="1345" y="1732"/>
                    </a:cubicBezTo>
                    <a:cubicBezTo>
                      <a:pt x="1442" y="1668"/>
                      <a:pt x="1543" y="1600"/>
                      <a:pt x="1645" y="1533"/>
                    </a:cubicBezTo>
                    <a:cubicBezTo>
                      <a:pt x="3955" y="0"/>
                      <a:pt x="3955" y="0"/>
                      <a:pt x="5125" y="45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89" name="robot vector"/>
              <p:cNvSpPr/>
              <p:nvPr/>
            </p:nvSpPr>
            <p:spPr>
              <a:xfrm>
                <a:off x="6329928" y="8367993"/>
                <a:ext cx="153162" cy="26198"/>
              </a:xfrm>
              <a:custGeom>
                <a:avLst/>
                <a:gdLst/>
                <a:ahLst/>
                <a:cxnLst/>
                <a:rect l="0" t="0" r="r" b="b"/>
                <a:pathLst>
                  <a:path w="16750" h="2865" fill="norm" stroke="0">
                    <a:moveTo>
                      <a:pt x="5508" y="40"/>
                    </a:moveTo>
                    <a:cubicBezTo>
                      <a:pt x="5745" y="40"/>
                      <a:pt x="5983" y="37"/>
                      <a:pt x="6225" y="37"/>
                    </a:cubicBezTo>
                    <a:cubicBezTo>
                      <a:pt x="6725" y="35"/>
                      <a:pt x="7223" y="35"/>
                      <a:pt x="7723" y="37"/>
                    </a:cubicBezTo>
                    <a:cubicBezTo>
                      <a:pt x="8358" y="37"/>
                      <a:pt x="8990" y="33"/>
                      <a:pt x="9625" y="27"/>
                    </a:cubicBezTo>
                    <a:cubicBezTo>
                      <a:pt x="10238" y="22"/>
                      <a:pt x="10848" y="25"/>
                      <a:pt x="11460" y="25"/>
                    </a:cubicBezTo>
                    <a:cubicBezTo>
                      <a:pt x="11685" y="22"/>
                      <a:pt x="11910" y="20"/>
                      <a:pt x="12143" y="17"/>
                    </a:cubicBezTo>
                    <a:cubicBezTo>
                      <a:pt x="13733" y="30"/>
                      <a:pt x="15133" y="237"/>
                      <a:pt x="16448" y="1188"/>
                    </a:cubicBezTo>
                    <a:cubicBezTo>
                      <a:pt x="16548" y="1330"/>
                      <a:pt x="16648" y="1470"/>
                      <a:pt x="16750" y="1615"/>
                    </a:cubicBezTo>
                    <a:cubicBezTo>
                      <a:pt x="16668" y="2027"/>
                      <a:pt x="16585" y="2440"/>
                      <a:pt x="16500" y="2865"/>
                    </a:cubicBezTo>
                    <a:cubicBezTo>
                      <a:pt x="11138" y="2865"/>
                      <a:pt x="5775" y="2865"/>
                      <a:pt x="250" y="2865"/>
                    </a:cubicBezTo>
                    <a:cubicBezTo>
                      <a:pt x="0" y="1865"/>
                      <a:pt x="0" y="1865"/>
                      <a:pt x="188" y="1512"/>
                    </a:cubicBezTo>
                    <a:cubicBezTo>
                      <a:pt x="293" y="1412"/>
                      <a:pt x="395" y="1312"/>
                      <a:pt x="500" y="1210"/>
                    </a:cubicBezTo>
                    <a:cubicBezTo>
                      <a:pt x="550" y="1158"/>
                      <a:pt x="550" y="1158"/>
                      <a:pt x="798" y="902"/>
                    </a:cubicBezTo>
                    <a:cubicBezTo>
                      <a:pt x="2223" y="0"/>
                      <a:pt x="3875" y="37"/>
                      <a:pt x="5508" y="40"/>
                    </a:cubicBezTo>
                    <a:close/>
                    <a:moveTo>
                      <a:pt x="750" y="1615"/>
                    </a:moveTo>
                    <a:cubicBezTo>
                      <a:pt x="750" y="1862"/>
                      <a:pt x="750" y="2110"/>
                      <a:pt x="750" y="2365"/>
                    </a:cubicBezTo>
                    <a:cubicBezTo>
                      <a:pt x="3268" y="2408"/>
                      <a:pt x="3268" y="2408"/>
                      <a:pt x="16000" y="2615"/>
                    </a:cubicBezTo>
                    <a:cubicBezTo>
                      <a:pt x="16083" y="2285"/>
                      <a:pt x="16165" y="1955"/>
                      <a:pt x="16250" y="1615"/>
                    </a:cubicBezTo>
                    <a:cubicBezTo>
                      <a:pt x="14850" y="715"/>
                      <a:pt x="13445" y="725"/>
                      <a:pt x="11830" y="692"/>
                    </a:cubicBezTo>
                    <a:cubicBezTo>
                      <a:pt x="11550" y="685"/>
                      <a:pt x="11270" y="678"/>
                      <a:pt x="10993" y="670"/>
                    </a:cubicBezTo>
                    <a:cubicBezTo>
                      <a:pt x="10293" y="650"/>
                      <a:pt x="9593" y="635"/>
                      <a:pt x="8895" y="622"/>
                    </a:cubicBezTo>
                    <a:cubicBezTo>
                      <a:pt x="8525" y="615"/>
                      <a:pt x="8155" y="607"/>
                      <a:pt x="7785" y="597"/>
                    </a:cubicBezTo>
                    <a:cubicBezTo>
                      <a:pt x="1898" y="467"/>
                      <a:pt x="1898" y="467"/>
                      <a:pt x="750" y="1615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90" name="robot vector"/>
              <p:cNvSpPr/>
              <p:nvPr/>
            </p:nvSpPr>
            <p:spPr>
              <a:xfrm>
                <a:off x="6323838" y="8363014"/>
                <a:ext cx="163952" cy="36073"/>
              </a:xfrm>
              <a:custGeom>
                <a:avLst/>
                <a:gdLst/>
                <a:ahLst/>
                <a:cxnLst/>
                <a:rect l="0" t="0" r="r" b="b"/>
                <a:pathLst>
                  <a:path w="17930" h="3945" fill="norm" stroke="0">
                    <a:moveTo>
                      <a:pt x="5820" y="43"/>
                    </a:moveTo>
                    <a:cubicBezTo>
                      <a:pt x="6075" y="40"/>
                      <a:pt x="6330" y="40"/>
                      <a:pt x="6585" y="38"/>
                    </a:cubicBezTo>
                    <a:cubicBezTo>
                      <a:pt x="7118" y="33"/>
                      <a:pt x="7650" y="33"/>
                      <a:pt x="8183" y="35"/>
                    </a:cubicBezTo>
                    <a:cubicBezTo>
                      <a:pt x="8858" y="35"/>
                      <a:pt x="9530" y="28"/>
                      <a:pt x="10205" y="18"/>
                    </a:cubicBezTo>
                    <a:cubicBezTo>
                      <a:pt x="10733" y="13"/>
                      <a:pt x="11258" y="10"/>
                      <a:pt x="11785" y="13"/>
                    </a:cubicBezTo>
                    <a:cubicBezTo>
                      <a:pt x="12153" y="13"/>
                      <a:pt x="12520" y="5"/>
                      <a:pt x="12888" y="0"/>
                    </a:cubicBezTo>
                    <a:cubicBezTo>
                      <a:pt x="14615" y="18"/>
                      <a:pt x="16013" y="380"/>
                      <a:pt x="17418" y="1410"/>
                    </a:cubicBezTo>
                    <a:cubicBezTo>
                      <a:pt x="17840" y="2065"/>
                      <a:pt x="17930" y="2295"/>
                      <a:pt x="17838" y="3082"/>
                    </a:cubicBezTo>
                    <a:cubicBezTo>
                      <a:pt x="17668" y="3660"/>
                      <a:pt x="17668" y="3660"/>
                      <a:pt x="17418" y="3910"/>
                    </a:cubicBezTo>
                    <a:cubicBezTo>
                      <a:pt x="16885" y="3935"/>
                      <a:pt x="16363" y="3942"/>
                      <a:pt x="15833" y="3942"/>
                    </a:cubicBezTo>
                    <a:cubicBezTo>
                      <a:pt x="15750" y="3942"/>
                      <a:pt x="15750" y="3942"/>
                      <a:pt x="15330" y="3942"/>
                    </a:cubicBezTo>
                    <a:cubicBezTo>
                      <a:pt x="14780" y="3945"/>
                      <a:pt x="14233" y="3942"/>
                      <a:pt x="13683" y="3942"/>
                    </a:cubicBezTo>
                    <a:cubicBezTo>
                      <a:pt x="13303" y="3942"/>
                      <a:pt x="12923" y="3942"/>
                      <a:pt x="12543" y="3942"/>
                    </a:cubicBezTo>
                    <a:cubicBezTo>
                      <a:pt x="11745" y="3945"/>
                      <a:pt x="10945" y="3942"/>
                      <a:pt x="10148" y="3942"/>
                    </a:cubicBezTo>
                    <a:cubicBezTo>
                      <a:pt x="9123" y="3940"/>
                      <a:pt x="8098" y="3942"/>
                      <a:pt x="7075" y="3942"/>
                    </a:cubicBezTo>
                    <a:cubicBezTo>
                      <a:pt x="6288" y="3945"/>
                      <a:pt x="5503" y="3945"/>
                      <a:pt x="4718" y="3942"/>
                    </a:cubicBezTo>
                    <a:cubicBezTo>
                      <a:pt x="4340" y="3942"/>
                      <a:pt x="3963" y="3942"/>
                      <a:pt x="3585" y="3945"/>
                    </a:cubicBezTo>
                    <a:cubicBezTo>
                      <a:pt x="3058" y="3945"/>
                      <a:pt x="2530" y="3942"/>
                      <a:pt x="2003" y="3942"/>
                    </a:cubicBezTo>
                    <a:cubicBezTo>
                      <a:pt x="1845" y="3942"/>
                      <a:pt x="1688" y="3942"/>
                      <a:pt x="1525" y="3942"/>
                    </a:cubicBezTo>
                    <a:cubicBezTo>
                      <a:pt x="445" y="3938"/>
                      <a:pt x="445" y="3938"/>
                      <a:pt x="168" y="3660"/>
                    </a:cubicBezTo>
                    <a:cubicBezTo>
                      <a:pt x="0" y="2430"/>
                      <a:pt x="0" y="2430"/>
                      <a:pt x="385" y="1810"/>
                    </a:cubicBezTo>
                    <a:cubicBezTo>
                      <a:pt x="1890" y="185"/>
                      <a:pt x="3713" y="43"/>
                      <a:pt x="5820" y="43"/>
                    </a:cubicBezTo>
                    <a:close/>
                    <a:moveTo>
                      <a:pt x="885" y="1895"/>
                    </a:moveTo>
                    <a:cubicBezTo>
                      <a:pt x="668" y="2410"/>
                      <a:pt x="668" y="2410"/>
                      <a:pt x="918" y="3410"/>
                    </a:cubicBezTo>
                    <a:cubicBezTo>
                      <a:pt x="6280" y="3410"/>
                      <a:pt x="11643" y="3410"/>
                      <a:pt x="17168" y="3410"/>
                    </a:cubicBezTo>
                    <a:cubicBezTo>
                      <a:pt x="17250" y="2998"/>
                      <a:pt x="17333" y="2585"/>
                      <a:pt x="17418" y="2160"/>
                    </a:cubicBezTo>
                    <a:cubicBezTo>
                      <a:pt x="17330" y="2082"/>
                      <a:pt x="17330" y="2082"/>
                      <a:pt x="16885" y="1690"/>
                    </a:cubicBezTo>
                    <a:cubicBezTo>
                      <a:pt x="16835" y="1648"/>
                      <a:pt x="16835" y="1648"/>
                      <a:pt x="16588" y="1428"/>
                    </a:cubicBezTo>
                    <a:cubicBezTo>
                      <a:pt x="15210" y="550"/>
                      <a:pt x="13775" y="582"/>
                      <a:pt x="12192" y="585"/>
                    </a:cubicBezTo>
                    <a:cubicBezTo>
                      <a:pt x="12075" y="585"/>
                      <a:pt x="12075" y="585"/>
                      <a:pt x="11475" y="580"/>
                    </a:cubicBezTo>
                    <a:cubicBezTo>
                      <a:pt x="10978" y="580"/>
                      <a:pt x="10478" y="580"/>
                      <a:pt x="9978" y="580"/>
                    </a:cubicBezTo>
                    <a:cubicBezTo>
                      <a:pt x="9343" y="582"/>
                      <a:pt x="8710" y="577"/>
                      <a:pt x="8078" y="572"/>
                    </a:cubicBezTo>
                    <a:cubicBezTo>
                      <a:pt x="7465" y="567"/>
                      <a:pt x="6853" y="567"/>
                      <a:pt x="6240" y="570"/>
                    </a:cubicBezTo>
                    <a:cubicBezTo>
                      <a:pt x="6015" y="567"/>
                      <a:pt x="5793" y="565"/>
                      <a:pt x="5560" y="562"/>
                    </a:cubicBezTo>
                    <a:cubicBezTo>
                      <a:pt x="3905" y="575"/>
                      <a:pt x="2155" y="737"/>
                      <a:pt x="885" y="1895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91" name="robot vector"/>
              <p:cNvSpPr/>
              <p:nvPr/>
            </p:nvSpPr>
            <p:spPr>
              <a:xfrm>
                <a:off x="6526538" y="8367490"/>
                <a:ext cx="148590" cy="26700"/>
              </a:xfrm>
              <a:custGeom>
                <a:avLst/>
                <a:gdLst/>
                <a:ahLst/>
                <a:cxnLst/>
                <a:rect l="0" t="0" r="r" b="b"/>
                <a:pathLst>
                  <a:path w="16250" h="2920" fill="norm" stroke="0">
                    <a:moveTo>
                      <a:pt x="5357" y="95"/>
                    </a:moveTo>
                    <a:cubicBezTo>
                      <a:pt x="5577" y="95"/>
                      <a:pt x="5795" y="92"/>
                      <a:pt x="6022" y="92"/>
                    </a:cubicBezTo>
                    <a:cubicBezTo>
                      <a:pt x="6482" y="90"/>
                      <a:pt x="6945" y="90"/>
                      <a:pt x="7405" y="92"/>
                    </a:cubicBezTo>
                    <a:cubicBezTo>
                      <a:pt x="8105" y="92"/>
                      <a:pt x="8805" y="85"/>
                      <a:pt x="9505" y="80"/>
                    </a:cubicBezTo>
                    <a:cubicBezTo>
                      <a:pt x="9955" y="80"/>
                      <a:pt x="10407" y="80"/>
                      <a:pt x="10857" y="80"/>
                    </a:cubicBezTo>
                    <a:cubicBezTo>
                      <a:pt x="11065" y="77"/>
                      <a:pt x="11270" y="75"/>
                      <a:pt x="11482" y="72"/>
                    </a:cubicBezTo>
                    <a:cubicBezTo>
                      <a:pt x="13067" y="85"/>
                      <a:pt x="14632" y="305"/>
                      <a:pt x="15952" y="1243"/>
                    </a:cubicBezTo>
                    <a:cubicBezTo>
                      <a:pt x="16050" y="1385"/>
                      <a:pt x="16147" y="1525"/>
                      <a:pt x="16250" y="1670"/>
                    </a:cubicBezTo>
                    <a:cubicBezTo>
                      <a:pt x="16167" y="2082"/>
                      <a:pt x="16085" y="2495"/>
                      <a:pt x="16000" y="2920"/>
                    </a:cubicBezTo>
                    <a:cubicBezTo>
                      <a:pt x="10803" y="2920"/>
                      <a:pt x="5605" y="2920"/>
                      <a:pt x="250" y="2920"/>
                    </a:cubicBezTo>
                    <a:cubicBezTo>
                      <a:pt x="0" y="1670"/>
                      <a:pt x="0" y="1670"/>
                      <a:pt x="357" y="1123"/>
                    </a:cubicBezTo>
                    <a:cubicBezTo>
                      <a:pt x="1680" y="0"/>
                      <a:pt x="3725" y="92"/>
                      <a:pt x="5357" y="95"/>
                    </a:cubicBezTo>
                    <a:close/>
                    <a:moveTo>
                      <a:pt x="500" y="1420"/>
                    </a:moveTo>
                    <a:cubicBezTo>
                      <a:pt x="500" y="1750"/>
                      <a:pt x="500" y="2080"/>
                      <a:pt x="500" y="2420"/>
                    </a:cubicBezTo>
                    <a:cubicBezTo>
                      <a:pt x="5532" y="2420"/>
                      <a:pt x="10565" y="2420"/>
                      <a:pt x="15750" y="2420"/>
                    </a:cubicBezTo>
                    <a:cubicBezTo>
                      <a:pt x="15500" y="1420"/>
                      <a:pt x="15500" y="1420"/>
                      <a:pt x="15067" y="1118"/>
                    </a:cubicBezTo>
                    <a:cubicBezTo>
                      <a:pt x="12992" y="398"/>
                      <a:pt x="10410" y="623"/>
                      <a:pt x="8232" y="625"/>
                    </a:cubicBezTo>
                    <a:cubicBezTo>
                      <a:pt x="7750" y="623"/>
                      <a:pt x="7265" y="620"/>
                      <a:pt x="6782" y="615"/>
                    </a:cubicBezTo>
                    <a:cubicBezTo>
                      <a:pt x="2152" y="592"/>
                      <a:pt x="2152" y="592"/>
                      <a:pt x="500" y="142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92" name="robot vector"/>
              <p:cNvSpPr/>
              <p:nvPr/>
            </p:nvSpPr>
            <p:spPr>
              <a:xfrm>
                <a:off x="6601968" y="7991262"/>
                <a:ext cx="57150" cy="49698"/>
              </a:xfrm>
              <a:custGeom>
                <a:avLst/>
                <a:gdLst/>
                <a:ahLst/>
                <a:cxnLst/>
                <a:rect l="0" t="0" r="r" b="b"/>
                <a:pathLst>
                  <a:path w="6250" h="5435" fill="norm" stroke="0">
                    <a:moveTo>
                      <a:pt x="6250" y="65"/>
                    </a:moveTo>
                    <a:cubicBezTo>
                      <a:pt x="6180" y="800"/>
                      <a:pt x="6107" y="1535"/>
                      <a:pt x="6030" y="2268"/>
                    </a:cubicBezTo>
                    <a:cubicBezTo>
                      <a:pt x="6023" y="2373"/>
                      <a:pt x="6023" y="2373"/>
                      <a:pt x="5972" y="2900"/>
                    </a:cubicBezTo>
                    <a:cubicBezTo>
                      <a:pt x="5950" y="3100"/>
                      <a:pt x="5930" y="3300"/>
                      <a:pt x="5908" y="3508"/>
                    </a:cubicBezTo>
                    <a:cubicBezTo>
                      <a:pt x="5900" y="3600"/>
                      <a:pt x="5900" y="3600"/>
                      <a:pt x="5852" y="4068"/>
                    </a:cubicBezTo>
                    <a:cubicBezTo>
                      <a:pt x="5742" y="4603"/>
                      <a:pt x="5610" y="4905"/>
                      <a:pt x="5250" y="5315"/>
                    </a:cubicBezTo>
                    <a:cubicBezTo>
                      <a:pt x="4663" y="5435"/>
                      <a:pt x="4663" y="5435"/>
                      <a:pt x="4000" y="5315"/>
                    </a:cubicBezTo>
                    <a:cubicBezTo>
                      <a:pt x="3565" y="4975"/>
                      <a:pt x="3245" y="4562"/>
                      <a:pt x="2905" y="4128"/>
                    </a:cubicBezTo>
                    <a:cubicBezTo>
                      <a:pt x="2050" y="3098"/>
                      <a:pt x="1253" y="2355"/>
                      <a:pt x="0" y="1815"/>
                    </a:cubicBezTo>
                    <a:cubicBezTo>
                      <a:pt x="0" y="1650"/>
                      <a:pt x="0" y="1485"/>
                      <a:pt x="0" y="1315"/>
                    </a:cubicBezTo>
                    <a:cubicBezTo>
                      <a:pt x="107" y="1305"/>
                      <a:pt x="215" y="1293"/>
                      <a:pt x="325" y="1280"/>
                    </a:cubicBezTo>
                    <a:cubicBezTo>
                      <a:pt x="815" y="1228"/>
                      <a:pt x="1305" y="1170"/>
                      <a:pt x="1798" y="1113"/>
                    </a:cubicBezTo>
                    <a:cubicBezTo>
                      <a:pt x="1965" y="1095"/>
                      <a:pt x="2133" y="1078"/>
                      <a:pt x="2308" y="1058"/>
                    </a:cubicBezTo>
                    <a:cubicBezTo>
                      <a:pt x="3105" y="963"/>
                      <a:pt x="3742" y="873"/>
                      <a:pt x="4420" y="423"/>
                    </a:cubicBezTo>
                    <a:cubicBezTo>
                      <a:pt x="5090" y="10"/>
                      <a:pt x="5477" y="0"/>
                      <a:pt x="6250" y="65"/>
                    </a:cubicBezTo>
                    <a:close/>
                  </a:path>
                </a:pathLst>
              </a:custGeom>
              <a:solidFill>
                <a:srgbClr val="FAD272"/>
              </a:solidFill>
              <a:ln w="0">
                <a:noFill/>
              </a:ln>
            </p:spPr>
          </p:sp>
          <p:sp>
            <p:nvSpPr>
              <p:cNvPr id="793" name="robot vector"/>
              <p:cNvSpPr/>
              <p:nvPr/>
            </p:nvSpPr>
            <p:spPr>
              <a:xfrm>
                <a:off x="6420301" y="7843794"/>
                <a:ext cx="111991" cy="115054"/>
              </a:xfrm>
              <a:custGeom>
                <a:avLst/>
                <a:gdLst/>
                <a:ahLst/>
                <a:cxnLst/>
                <a:rect l="0" t="0" r="r" b="b"/>
                <a:pathLst>
                  <a:path w="12247" h="12582" fill="norm" stroke="0">
                    <a:moveTo>
                      <a:pt x="9550" y="1433"/>
                    </a:moveTo>
                    <a:cubicBezTo>
                      <a:pt x="10975" y="2465"/>
                      <a:pt x="11790" y="4250"/>
                      <a:pt x="12132" y="5942"/>
                    </a:cubicBezTo>
                    <a:cubicBezTo>
                      <a:pt x="12247" y="7660"/>
                      <a:pt x="11367" y="9222"/>
                      <a:pt x="10335" y="10535"/>
                    </a:cubicBezTo>
                    <a:cubicBezTo>
                      <a:pt x="9140" y="11800"/>
                      <a:pt x="7600" y="12447"/>
                      <a:pt x="5867" y="12582"/>
                    </a:cubicBezTo>
                    <a:cubicBezTo>
                      <a:pt x="4082" y="12470"/>
                      <a:pt x="2555" y="11492"/>
                      <a:pt x="1367" y="10207"/>
                    </a:cubicBezTo>
                    <a:cubicBezTo>
                      <a:pt x="242" y="8788"/>
                      <a:pt x="0" y="7650"/>
                      <a:pt x="37" y="5840"/>
                    </a:cubicBezTo>
                    <a:cubicBezTo>
                      <a:pt x="220" y="4370"/>
                      <a:pt x="955" y="2665"/>
                      <a:pt x="2117" y="1692"/>
                    </a:cubicBezTo>
                    <a:cubicBezTo>
                      <a:pt x="4595" y="183"/>
                      <a:pt x="6970" y="0"/>
                      <a:pt x="9550" y="1433"/>
                    </a:cubicBezTo>
                    <a:close/>
                    <a:moveTo>
                      <a:pt x="1560" y="3072"/>
                    </a:moveTo>
                    <a:cubicBezTo>
                      <a:pt x="505" y="4572"/>
                      <a:pt x="452" y="6128"/>
                      <a:pt x="678" y="7915"/>
                    </a:cubicBezTo>
                    <a:cubicBezTo>
                      <a:pt x="1002" y="9378"/>
                      <a:pt x="1885" y="10475"/>
                      <a:pt x="3137" y="11275"/>
                    </a:cubicBezTo>
                    <a:cubicBezTo>
                      <a:pt x="4442" y="11923"/>
                      <a:pt x="5672" y="12220"/>
                      <a:pt x="7117" y="11942"/>
                    </a:cubicBezTo>
                    <a:cubicBezTo>
                      <a:pt x="8655" y="11403"/>
                      <a:pt x="10087" y="10673"/>
                      <a:pt x="10867" y="9192"/>
                    </a:cubicBezTo>
                    <a:cubicBezTo>
                      <a:pt x="11607" y="7495"/>
                      <a:pt x="11765" y="6102"/>
                      <a:pt x="11167" y="4337"/>
                    </a:cubicBezTo>
                    <a:cubicBezTo>
                      <a:pt x="10470" y="2840"/>
                      <a:pt x="9562" y="1773"/>
                      <a:pt x="7992" y="1192"/>
                    </a:cubicBezTo>
                    <a:cubicBezTo>
                      <a:pt x="5477" y="533"/>
                      <a:pt x="3232" y="1000"/>
                      <a:pt x="1560" y="307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94" name="robot vector"/>
              <p:cNvSpPr/>
              <p:nvPr/>
            </p:nvSpPr>
            <p:spPr>
              <a:xfrm>
                <a:off x="6466674" y="8272204"/>
                <a:ext cx="79438" cy="103693"/>
              </a:xfrm>
              <a:custGeom>
                <a:avLst/>
                <a:gdLst/>
                <a:ahLst/>
                <a:cxnLst/>
                <a:rect l="0" t="0" r="r" b="b"/>
                <a:pathLst>
                  <a:path w="8688" h="11340" fill="norm" stroke="0">
                    <a:moveTo>
                      <a:pt x="2545" y="40"/>
                    </a:moveTo>
                    <a:cubicBezTo>
                      <a:pt x="2692" y="37"/>
                      <a:pt x="2840" y="37"/>
                      <a:pt x="2992" y="35"/>
                    </a:cubicBezTo>
                    <a:cubicBezTo>
                      <a:pt x="3303" y="33"/>
                      <a:pt x="3615" y="33"/>
                      <a:pt x="3928" y="30"/>
                    </a:cubicBezTo>
                    <a:cubicBezTo>
                      <a:pt x="4402" y="27"/>
                      <a:pt x="4880" y="20"/>
                      <a:pt x="5355" y="12"/>
                    </a:cubicBezTo>
                    <a:cubicBezTo>
                      <a:pt x="5657" y="10"/>
                      <a:pt x="5960" y="10"/>
                      <a:pt x="6265" y="10"/>
                    </a:cubicBezTo>
                    <a:cubicBezTo>
                      <a:pt x="6405" y="5"/>
                      <a:pt x="6548" y="2"/>
                      <a:pt x="6695" y="0"/>
                    </a:cubicBezTo>
                    <a:cubicBezTo>
                      <a:pt x="7308" y="2"/>
                      <a:pt x="7730" y="50"/>
                      <a:pt x="8260" y="365"/>
                    </a:cubicBezTo>
                    <a:cubicBezTo>
                      <a:pt x="8688" y="1075"/>
                      <a:pt x="8657" y="1715"/>
                      <a:pt x="8655" y="2527"/>
                    </a:cubicBezTo>
                    <a:cubicBezTo>
                      <a:pt x="8655" y="2692"/>
                      <a:pt x="8657" y="2855"/>
                      <a:pt x="8657" y="3025"/>
                    </a:cubicBezTo>
                    <a:cubicBezTo>
                      <a:pt x="8660" y="3370"/>
                      <a:pt x="8660" y="3715"/>
                      <a:pt x="8657" y="4060"/>
                    </a:cubicBezTo>
                    <a:cubicBezTo>
                      <a:pt x="8655" y="4590"/>
                      <a:pt x="8662" y="5117"/>
                      <a:pt x="8670" y="5645"/>
                    </a:cubicBezTo>
                    <a:cubicBezTo>
                      <a:pt x="8670" y="5982"/>
                      <a:pt x="8670" y="6317"/>
                      <a:pt x="8670" y="6652"/>
                    </a:cubicBezTo>
                    <a:cubicBezTo>
                      <a:pt x="8673" y="6732"/>
                      <a:pt x="8673" y="6732"/>
                      <a:pt x="8678" y="7132"/>
                    </a:cubicBezTo>
                    <a:cubicBezTo>
                      <a:pt x="8660" y="8227"/>
                      <a:pt x="8660" y="8227"/>
                      <a:pt x="8065" y="8810"/>
                    </a:cubicBezTo>
                    <a:cubicBezTo>
                      <a:pt x="7607" y="9058"/>
                      <a:pt x="7178" y="9252"/>
                      <a:pt x="6688" y="9420"/>
                    </a:cubicBezTo>
                    <a:cubicBezTo>
                      <a:pt x="5688" y="9820"/>
                      <a:pt x="5155" y="10475"/>
                      <a:pt x="4545" y="11340"/>
                    </a:cubicBezTo>
                    <a:cubicBezTo>
                      <a:pt x="3735" y="11197"/>
                      <a:pt x="3367" y="10987"/>
                      <a:pt x="2827" y="10372"/>
                    </a:cubicBezTo>
                    <a:cubicBezTo>
                      <a:pt x="2320" y="9832"/>
                      <a:pt x="1895" y="9472"/>
                      <a:pt x="1217" y="9170"/>
                    </a:cubicBezTo>
                    <a:cubicBezTo>
                      <a:pt x="545" y="8840"/>
                      <a:pt x="545" y="8840"/>
                      <a:pt x="385" y="8520"/>
                    </a:cubicBezTo>
                    <a:cubicBezTo>
                      <a:pt x="175" y="7507"/>
                      <a:pt x="175" y="6465"/>
                      <a:pt x="125" y="5435"/>
                    </a:cubicBezTo>
                    <a:cubicBezTo>
                      <a:pt x="110" y="5195"/>
                      <a:pt x="95" y="4955"/>
                      <a:pt x="77" y="4707"/>
                    </a:cubicBezTo>
                    <a:cubicBezTo>
                      <a:pt x="5" y="3217"/>
                      <a:pt x="0" y="1752"/>
                      <a:pt x="545" y="340"/>
                    </a:cubicBezTo>
                    <a:cubicBezTo>
                      <a:pt x="1207" y="10"/>
                      <a:pt x="1820" y="45"/>
                      <a:pt x="2545" y="40"/>
                    </a:cubicBezTo>
                    <a:close/>
                    <a:moveTo>
                      <a:pt x="795" y="840"/>
                    </a:moveTo>
                    <a:cubicBezTo>
                      <a:pt x="692" y="1882"/>
                      <a:pt x="665" y="2922"/>
                      <a:pt x="640" y="3967"/>
                    </a:cubicBezTo>
                    <a:cubicBezTo>
                      <a:pt x="630" y="4317"/>
                      <a:pt x="615" y="4668"/>
                      <a:pt x="592" y="5017"/>
                    </a:cubicBezTo>
                    <a:cubicBezTo>
                      <a:pt x="433" y="7842"/>
                      <a:pt x="433" y="7842"/>
                      <a:pt x="1035" y="8668"/>
                    </a:cubicBezTo>
                    <a:cubicBezTo>
                      <a:pt x="1705" y="9297"/>
                      <a:pt x="2480" y="9680"/>
                      <a:pt x="3295" y="10090"/>
                    </a:cubicBezTo>
                    <a:cubicBezTo>
                      <a:pt x="3635" y="10335"/>
                      <a:pt x="3970" y="10582"/>
                      <a:pt x="4295" y="10840"/>
                    </a:cubicBezTo>
                    <a:cubicBezTo>
                      <a:pt x="4410" y="10660"/>
                      <a:pt x="4522" y="10480"/>
                      <a:pt x="4640" y="10295"/>
                    </a:cubicBezTo>
                    <a:cubicBezTo>
                      <a:pt x="5320" y="9422"/>
                      <a:pt x="6277" y="9060"/>
                      <a:pt x="7260" y="8620"/>
                    </a:cubicBezTo>
                    <a:cubicBezTo>
                      <a:pt x="7795" y="8340"/>
                      <a:pt x="7795" y="8340"/>
                      <a:pt x="8045" y="7840"/>
                    </a:cubicBezTo>
                    <a:cubicBezTo>
                      <a:pt x="8072" y="7335"/>
                      <a:pt x="8087" y="6837"/>
                      <a:pt x="8087" y="6332"/>
                    </a:cubicBezTo>
                    <a:cubicBezTo>
                      <a:pt x="8090" y="6185"/>
                      <a:pt x="8090" y="6037"/>
                      <a:pt x="8090" y="5885"/>
                    </a:cubicBezTo>
                    <a:cubicBezTo>
                      <a:pt x="8092" y="5572"/>
                      <a:pt x="8092" y="5260"/>
                      <a:pt x="8092" y="4947"/>
                    </a:cubicBezTo>
                    <a:cubicBezTo>
                      <a:pt x="8092" y="4467"/>
                      <a:pt x="8097" y="3987"/>
                      <a:pt x="8102" y="3510"/>
                    </a:cubicBezTo>
                    <a:cubicBezTo>
                      <a:pt x="8102" y="3205"/>
                      <a:pt x="8102" y="2902"/>
                      <a:pt x="8102" y="2597"/>
                    </a:cubicBezTo>
                    <a:cubicBezTo>
                      <a:pt x="8105" y="2455"/>
                      <a:pt x="8107" y="2312"/>
                      <a:pt x="8110" y="2162"/>
                    </a:cubicBezTo>
                    <a:cubicBezTo>
                      <a:pt x="8102" y="1147"/>
                      <a:pt x="8102" y="1147"/>
                      <a:pt x="7545" y="590"/>
                    </a:cubicBezTo>
                    <a:cubicBezTo>
                      <a:pt x="7048" y="545"/>
                      <a:pt x="6582" y="527"/>
                      <a:pt x="6085" y="533"/>
                    </a:cubicBezTo>
                    <a:cubicBezTo>
                      <a:pt x="5940" y="533"/>
                      <a:pt x="5798" y="533"/>
                      <a:pt x="5650" y="533"/>
                    </a:cubicBezTo>
                    <a:cubicBezTo>
                      <a:pt x="5350" y="535"/>
                      <a:pt x="5048" y="535"/>
                      <a:pt x="4745" y="540"/>
                    </a:cubicBezTo>
                    <a:cubicBezTo>
                      <a:pt x="4282" y="545"/>
                      <a:pt x="3817" y="545"/>
                      <a:pt x="3355" y="545"/>
                    </a:cubicBezTo>
                    <a:cubicBezTo>
                      <a:pt x="3060" y="545"/>
                      <a:pt x="2767" y="547"/>
                      <a:pt x="2475" y="550"/>
                    </a:cubicBezTo>
                    <a:cubicBezTo>
                      <a:pt x="2335" y="550"/>
                      <a:pt x="2195" y="550"/>
                      <a:pt x="2053" y="550"/>
                    </a:cubicBezTo>
                    <a:cubicBezTo>
                      <a:pt x="1075" y="562"/>
                      <a:pt x="1075" y="562"/>
                      <a:pt x="795" y="84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95" name="robot vector"/>
              <p:cNvSpPr/>
              <p:nvPr/>
            </p:nvSpPr>
            <p:spPr>
              <a:xfrm>
                <a:off x="6424834" y="7847263"/>
                <a:ext cx="101704" cy="107785"/>
              </a:xfrm>
              <a:custGeom>
                <a:avLst/>
                <a:gdLst/>
                <a:ahLst/>
                <a:cxnLst/>
                <a:rect l="0" t="0" r="r" b="b"/>
                <a:pathLst>
                  <a:path w="11123" h="11788" fill="norm" stroke="0">
                    <a:moveTo>
                      <a:pt x="9128" y="1702"/>
                    </a:moveTo>
                    <a:cubicBezTo>
                      <a:pt x="10388" y="2980"/>
                      <a:pt x="11048" y="4523"/>
                      <a:pt x="11123" y="6312"/>
                    </a:cubicBezTo>
                    <a:cubicBezTo>
                      <a:pt x="10943" y="7870"/>
                      <a:pt x="10363" y="9315"/>
                      <a:pt x="9123" y="10312"/>
                    </a:cubicBezTo>
                    <a:cubicBezTo>
                      <a:pt x="7818" y="11173"/>
                      <a:pt x="6530" y="11788"/>
                      <a:pt x="4945" y="11683"/>
                    </a:cubicBezTo>
                    <a:cubicBezTo>
                      <a:pt x="3065" y="11290"/>
                      <a:pt x="1690" y="10385"/>
                      <a:pt x="635" y="8788"/>
                    </a:cubicBezTo>
                    <a:cubicBezTo>
                      <a:pt x="300" y="8185"/>
                      <a:pt x="155" y="7755"/>
                      <a:pt x="123" y="7062"/>
                    </a:cubicBezTo>
                    <a:cubicBezTo>
                      <a:pt x="110" y="6893"/>
                      <a:pt x="98" y="6722"/>
                      <a:pt x="85" y="6548"/>
                    </a:cubicBezTo>
                    <a:cubicBezTo>
                      <a:pt x="0" y="4637"/>
                      <a:pt x="525" y="3308"/>
                      <a:pt x="1793" y="1885"/>
                    </a:cubicBezTo>
                    <a:cubicBezTo>
                      <a:pt x="3728" y="0"/>
                      <a:pt x="7043" y="95"/>
                      <a:pt x="9128" y="1702"/>
                    </a:cubicBezTo>
                    <a:close/>
                    <a:moveTo>
                      <a:pt x="1163" y="3367"/>
                    </a:moveTo>
                    <a:cubicBezTo>
                      <a:pt x="385" y="4560"/>
                      <a:pt x="503" y="6107"/>
                      <a:pt x="673" y="7472"/>
                    </a:cubicBezTo>
                    <a:cubicBezTo>
                      <a:pt x="990" y="8727"/>
                      <a:pt x="1925" y="9725"/>
                      <a:pt x="2873" y="10562"/>
                    </a:cubicBezTo>
                    <a:cubicBezTo>
                      <a:pt x="3453" y="10875"/>
                      <a:pt x="3968" y="10995"/>
                      <a:pt x="4623" y="11062"/>
                    </a:cubicBezTo>
                    <a:cubicBezTo>
                      <a:pt x="4760" y="11082"/>
                      <a:pt x="4900" y="11102"/>
                      <a:pt x="5043" y="11122"/>
                    </a:cubicBezTo>
                    <a:cubicBezTo>
                      <a:pt x="6365" y="11227"/>
                      <a:pt x="7510" y="10752"/>
                      <a:pt x="8623" y="10062"/>
                    </a:cubicBezTo>
                    <a:cubicBezTo>
                      <a:pt x="9398" y="9380"/>
                      <a:pt x="9983" y="8692"/>
                      <a:pt x="10340" y="7720"/>
                    </a:cubicBezTo>
                    <a:cubicBezTo>
                      <a:pt x="10350" y="7502"/>
                      <a:pt x="10360" y="7285"/>
                      <a:pt x="10373" y="7062"/>
                    </a:cubicBezTo>
                    <a:cubicBezTo>
                      <a:pt x="10385" y="6893"/>
                      <a:pt x="10395" y="6722"/>
                      <a:pt x="10408" y="6548"/>
                    </a:cubicBezTo>
                    <a:cubicBezTo>
                      <a:pt x="10465" y="5247"/>
                      <a:pt x="10380" y="4150"/>
                      <a:pt x="9623" y="3062"/>
                    </a:cubicBezTo>
                    <a:cubicBezTo>
                      <a:pt x="8323" y="1710"/>
                      <a:pt x="7438" y="1035"/>
                      <a:pt x="5560" y="985"/>
                    </a:cubicBezTo>
                    <a:cubicBezTo>
                      <a:pt x="3488" y="1012"/>
                      <a:pt x="2468" y="1830"/>
                      <a:pt x="1163" y="3367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796" name="robot vector"/>
              <p:cNvSpPr/>
              <p:nvPr/>
            </p:nvSpPr>
            <p:spPr>
              <a:xfrm>
                <a:off x="6391660" y="7705356"/>
                <a:ext cx="196596" cy="26060"/>
              </a:xfrm>
              <a:custGeom>
                <a:avLst/>
                <a:gdLst/>
                <a:ahLst/>
                <a:cxnLst/>
                <a:rect l="0" t="0" r="r" b="b"/>
                <a:pathLst>
                  <a:path w="21500" h="2850" fill="norm" stroke="0">
                    <a:moveTo>
                      <a:pt x="14237" y="143"/>
                    </a:moveTo>
                    <a:cubicBezTo>
                      <a:pt x="14707" y="160"/>
                      <a:pt x="15175" y="175"/>
                      <a:pt x="15645" y="188"/>
                    </a:cubicBezTo>
                    <a:cubicBezTo>
                      <a:pt x="17315" y="243"/>
                      <a:pt x="18882" y="378"/>
                      <a:pt x="20500" y="833"/>
                    </a:cubicBezTo>
                    <a:cubicBezTo>
                      <a:pt x="20582" y="668"/>
                      <a:pt x="20665" y="503"/>
                      <a:pt x="20750" y="333"/>
                    </a:cubicBezTo>
                    <a:cubicBezTo>
                      <a:pt x="20997" y="745"/>
                      <a:pt x="21245" y="1158"/>
                      <a:pt x="21500" y="1583"/>
                    </a:cubicBezTo>
                    <a:cubicBezTo>
                      <a:pt x="20822" y="1880"/>
                      <a:pt x="20325" y="1808"/>
                      <a:pt x="19602" y="1692"/>
                    </a:cubicBezTo>
                    <a:cubicBezTo>
                      <a:pt x="19487" y="1675"/>
                      <a:pt x="19487" y="1675"/>
                      <a:pt x="18905" y="1588"/>
                    </a:cubicBezTo>
                    <a:cubicBezTo>
                      <a:pt x="18782" y="1567"/>
                      <a:pt x="18660" y="1550"/>
                      <a:pt x="18535" y="1530"/>
                    </a:cubicBezTo>
                    <a:cubicBezTo>
                      <a:pt x="14945" y="988"/>
                      <a:pt x="11205" y="640"/>
                      <a:pt x="7632" y="1458"/>
                    </a:cubicBezTo>
                    <a:cubicBezTo>
                      <a:pt x="6882" y="1605"/>
                      <a:pt x="6152" y="1640"/>
                      <a:pt x="5390" y="1675"/>
                    </a:cubicBezTo>
                    <a:cubicBezTo>
                      <a:pt x="4075" y="1745"/>
                      <a:pt x="2940" y="2030"/>
                      <a:pt x="1717" y="2510"/>
                    </a:cubicBezTo>
                    <a:cubicBezTo>
                      <a:pt x="835" y="2850"/>
                      <a:pt x="835" y="2850"/>
                      <a:pt x="290" y="2738"/>
                    </a:cubicBezTo>
                    <a:cubicBezTo>
                      <a:pt x="195" y="2685"/>
                      <a:pt x="97" y="2635"/>
                      <a:pt x="0" y="2583"/>
                    </a:cubicBezTo>
                    <a:cubicBezTo>
                      <a:pt x="82" y="2170"/>
                      <a:pt x="165" y="1758"/>
                      <a:pt x="250" y="1333"/>
                    </a:cubicBezTo>
                    <a:cubicBezTo>
                      <a:pt x="332" y="1498"/>
                      <a:pt x="415" y="1663"/>
                      <a:pt x="500" y="1833"/>
                    </a:cubicBezTo>
                    <a:cubicBezTo>
                      <a:pt x="560" y="1808"/>
                      <a:pt x="560" y="1808"/>
                      <a:pt x="867" y="1685"/>
                    </a:cubicBezTo>
                    <a:cubicBezTo>
                      <a:pt x="2497" y="1088"/>
                      <a:pt x="4105" y="848"/>
                      <a:pt x="5822" y="645"/>
                    </a:cubicBezTo>
                    <a:cubicBezTo>
                      <a:pt x="6157" y="595"/>
                      <a:pt x="6492" y="530"/>
                      <a:pt x="6825" y="460"/>
                    </a:cubicBezTo>
                    <a:cubicBezTo>
                      <a:pt x="9257" y="0"/>
                      <a:pt x="11772" y="48"/>
                      <a:pt x="14237" y="143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797" name="robot vector"/>
              <p:cNvSpPr/>
              <p:nvPr/>
            </p:nvSpPr>
            <p:spPr>
              <a:xfrm>
                <a:off x="6560044" y="7841300"/>
                <a:ext cx="92514" cy="110322"/>
              </a:xfrm>
              <a:custGeom>
                <a:avLst/>
                <a:gdLst/>
                <a:ahLst/>
                <a:cxnLst/>
                <a:rect l="0" t="0" r="r" b="b"/>
                <a:pathLst>
                  <a:path w="10118" h="12065" fill="norm" stroke="0">
                    <a:moveTo>
                      <a:pt x="8080" y="1340"/>
                    </a:moveTo>
                    <a:cubicBezTo>
                      <a:pt x="9010" y="2030"/>
                      <a:pt x="9510" y="2865"/>
                      <a:pt x="9835" y="3965"/>
                    </a:cubicBezTo>
                    <a:cubicBezTo>
                      <a:pt x="10118" y="6250"/>
                      <a:pt x="10000" y="8325"/>
                      <a:pt x="8585" y="10215"/>
                    </a:cubicBezTo>
                    <a:cubicBezTo>
                      <a:pt x="7490" y="11385"/>
                      <a:pt x="6643" y="11980"/>
                      <a:pt x="5028" y="12038"/>
                    </a:cubicBezTo>
                    <a:cubicBezTo>
                      <a:pt x="2817" y="12065"/>
                      <a:pt x="2817" y="12065"/>
                      <a:pt x="1895" y="11300"/>
                    </a:cubicBezTo>
                    <a:cubicBezTo>
                      <a:pt x="380" y="9665"/>
                      <a:pt x="0" y="8385"/>
                      <a:pt x="35" y="6165"/>
                    </a:cubicBezTo>
                    <a:cubicBezTo>
                      <a:pt x="188" y="4055"/>
                      <a:pt x="1312" y="2600"/>
                      <a:pt x="2835" y="1215"/>
                    </a:cubicBezTo>
                    <a:cubicBezTo>
                      <a:pt x="4640" y="0"/>
                      <a:pt x="6285" y="263"/>
                      <a:pt x="8080" y="1340"/>
                    </a:cubicBezTo>
                    <a:close/>
                    <a:moveTo>
                      <a:pt x="2108" y="2408"/>
                    </a:moveTo>
                    <a:cubicBezTo>
                      <a:pt x="770" y="3918"/>
                      <a:pt x="493" y="5545"/>
                      <a:pt x="515" y="7510"/>
                    </a:cubicBezTo>
                    <a:cubicBezTo>
                      <a:pt x="620" y="8582"/>
                      <a:pt x="963" y="9345"/>
                      <a:pt x="1585" y="10215"/>
                    </a:cubicBezTo>
                    <a:cubicBezTo>
                      <a:pt x="1680" y="10348"/>
                      <a:pt x="1773" y="10480"/>
                      <a:pt x="1870" y="10615"/>
                    </a:cubicBezTo>
                    <a:cubicBezTo>
                      <a:pt x="2560" y="11360"/>
                      <a:pt x="3268" y="11553"/>
                      <a:pt x="4250" y="11638"/>
                    </a:cubicBezTo>
                    <a:cubicBezTo>
                      <a:pt x="5545" y="11683"/>
                      <a:pt x="6445" y="11555"/>
                      <a:pt x="7475" y="10700"/>
                    </a:cubicBezTo>
                    <a:cubicBezTo>
                      <a:pt x="9033" y="9075"/>
                      <a:pt x="9678" y="7473"/>
                      <a:pt x="9638" y="5228"/>
                    </a:cubicBezTo>
                    <a:cubicBezTo>
                      <a:pt x="9550" y="4375"/>
                      <a:pt x="9260" y="3702"/>
                      <a:pt x="8835" y="2965"/>
                    </a:cubicBezTo>
                    <a:cubicBezTo>
                      <a:pt x="8755" y="2825"/>
                      <a:pt x="8678" y="2685"/>
                      <a:pt x="8595" y="2540"/>
                    </a:cubicBezTo>
                    <a:cubicBezTo>
                      <a:pt x="7995" y="1660"/>
                      <a:pt x="7415" y="1335"/>
                      <a:pt x="6383" y="1075"/>
                    </a:cubicBezTo>
                    <a:cubicBezTo>
                      <a:pt x="4753" y="835"/>
                      <a:pt x="3345" y="1320"/>
                      <a:pt x="2108" y="240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798" name="robot vector"/>
              <p:cNvSpPr/>
              <p:nvPr/>
            </p:nvSpPr>
            <p:spPr>
              <a:xfrm>
                <a:off x="6476120" y="8219171"/>
                <a:ext cx="59962" cy="26952"/>
              </a:xfrm>
              <a:custGeom>
                <a:avLst/>
                <a:gdLst/>
                <a:ahLst/>
                <a:cxnLst/>
                <a:rect l="0" t="0" r="r" b="b"/>
                <a:pathLst>
                  <a:path w="6558" h="2947" fill="norm" stroke="0">
                    <a:moveTo>
                      <a:pt x="2487" y="310"/>
                    </a:moveTo>
                    <a:cubicBezTo>
                      <a:pt x="2550" y="310"/>
                      <a:pt x="2550" y="310"/>
                      <a:pt x="2872" y="312"/>
                    </a:cubicBezTo>
                    <a:cubicBezTo>
                      <a:pt x="3262" y="312"/>
                      <a:pt x="3650" y="307"/>
                      <a:pt x="4037" y="300"/>
                    </a:cubicBezTo>
                    <a:cubicBezTo>
                      <a:pt x="4282" y="300"/>
                      <a:pt x="4527" y="300"/>
                      <a:pt x="4777" y="300"/>
                    </a:cubicBezTo>
                    <a:cubicBezTo>
                      <a:pt x="5002" y="300"/>
                      <a:pt x="5227" y="297"/>
                      <a:pt x="5460" y="297"/>
                    </a:cubicBezTo>
                    <a:cubicBezTo>
                      <a:pt x="6012" y="390"/>
                      <a:pt x="6012" y="390"/>
                      <a:pt x="6352" y="712"/>
                    </a:cubicBezTo>
                    <a:cubicBezTo>
                      <a:pt x="6558" y="1262"/>
                      <a:pt x="6480" y="1515"/>
                      <a:pt x="6295" y="2062"/>
                    </a:cubicBezTo>
                    <a:cubicBezTo>
                      <a:pt x="6242" y="2217"/>
                      <a:pt x="6192" y="2372"/>
                      <a:pt x="6140" y="2535"/>
                    </a:cubicBezTo>
                    <a:cubicBezTo>
                      <a:pt x="6097" y="2652"/>
                      <a:pt x="6055" y="2770"/>
                      <a:pt x="6012" y="2890"/>
                    </a:cubicBezTo>
                    <a:cubicBezTo>
                      <a:pt x="5275" y="2902"/>
                      <a:pt x="4535" y="2912"/>
                      <a:pt x="3797" y="2917"/>
                    </a:cubicBezTo>
                    <a:cubicBezTo>
                      <a:pt x="3422" y="2922"/>
                      <a:pt x="3047" y="2927"/>
                      <a:pt x="2672" y="2935"/>
                    </a:cubicBezTo>
                    <a:cubicBezTo>
                      <a:pt x="2438" y="2935"/>
                      <a:pt x="2202" y="2938"/>
                      <a:pt x="1960" y="2940"/>
                    </a:cubicBezTo>
                    <a:cubicBezTo>
                      <a:pt x="1852" y="2940"/>
                      <a:pt x="1852" y="2940"/>
                      <a:pt x="1303" y="2947"/>
                    </a:cubicBezTo>
                    <a:cubicBezTo>
                      <a:pt x="762" y="2890"/>
                      <a:pt x="762" y="2890"/>
                      <a:pt x="262" y="2390"/>
                    </a:cubicBezTo>
                    <a:cubicBezTo>
                      <a:pt x="142" y="2030"/>
                      <a:pt x="142" y="2030"/>
                      <a:pt x="75" y="1640"/>
                    </a:cubicBezTo>
                    <a:cubicBezTo>
                      <a:pt x="62" y="1575"/>
                      <a:pt x="62" y="1575"/>
                      <a:pt x="0" y="1250"/>
                    </a:cubicBezTo>
                    <a:cubicBezTo>
                      <a:pt x="42" y="0"/>
                      <a:pt x="1627" y="315"/>
                      <a:pt x="2487" y="3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799" name="robot vector"/>
              <p:cNvSpPr/>
              <p:nvPr/>
            </p:nvSpPr>
            <p:spPr>
              <a:xfrm>
                <a:off x="6562951" y="7848611"/>
                <a:ext cx="85839" cy="100310"/>
              </a:xfrm>
              <a:custGeom>
                <a:avLst/>
                <a:gdLst/>
                <a:ahLst/>
                <a:cxnLst/>
                <a:rect l="0" t="0" r="r" b="b"/>
                <a:pathLst>
                  <a:path w="9387" h="10970" fill="norm" stroke="0">
                    <a:moveTo>
                      <a:pt x="7742" y="1038"/>
                    </a:moveTo>
                    <a:cubicBezTo>
                      <a:pt x="8930" y="2347"/>
                      <a:pt x="9387" y="3625"/>
                      <a:pt x="9327" y="5383"/>
                    </a:cubicBezTo>
                    <a:cubicBezTo>
                      <a:pt x="9080" y="7565"/>
                      <a:pt x="8045" y="9018"/>
                      <a:pt x="6435" y="10462"/>
                    </a:cubicBezTo>
                    <a:cubicBezTo>
                      <a:pt x="5387" y="10970"/>
                      <a:pt x="3897" y="10875"/>
                      <a:pt x="2767" y="10665"/>
                    </a:cubicBezTo>
                    <a:cubicBezTo>
                      <a:pt x="1607" y="10113"/>
                      <a:pt x="805" y="9135"/>
                      <a:pt x="375" y="7928"/>
                    </a:cubicBezTo>
                    <a:cubicBezTo>
                      <a:pt x="0" y="6148"/>
                      <a:pt x="115" y="4498"/>
                      <a:pt x="1017" y="2915"/>
                    </a:cubicBezTo>
                    <a:cubicBezTo>
                      <a:pt x="1045" y="2858"/>
                      <a:pt x="1045" y="2858"/>
                      <a:pt x="1190" y="2567"/>
                    </a:cubicBezTo>
                    <a:cubicBezTo>
                      <a:pt x="1782" y="1447"/>
                      <a:pt x="2637" y="755"/>
                      <a:pt x="3815" y="322"/>
                    </a:cubicBezTo>
                    <a:cubicBezTo>
                      <a:pt x="5160" y="0"/>
                      <a:pt x="6637" y="173"/>
                      <a:pt x="7742" y="1038"/>
                    </a:cubicBezTo>
                    <a:close/>
                    <a:moveTo>
                      <a:pt x="2107" y="1923"/>
                    </a:moveTo>
                    <a:cubicBezTo>
                      <a:pt x="1070" y="3420"/>
                      <a:pt x="477" y="5095"/>
                      <a:pt x="767" y="6915"/>
                    </a:cubicBezTo>
                    <a:cubicBezTo>
                      <a:pt x="1007" y="8028"/>
                      <a:pt x="1250" y="9048"/>
                      <a:pt x="2157" y="9790"/>
                    </a:cubicBezTo>
                    <a:cubicBezTo>
                      <a:pt x="3297" y="10493"/>
                      <a:pt x="4188" y="10633"/>
                      <a:pt x="5517" y="10415"/>
                    </a:cubicBezTo>
                    <a:cubicBezTo>
                      <a:pt x="6902" y="9770"/>
                      <a:pt x="7880" y="8680"/>
                      <a:pt x="8552" y="7320"/>
                    </a:cubicBezTo>
                    <a:cubicBezTo>
                      <a:pt x="8992" y="5975"/>
                      <a:pt x="9160" y="4398"/>
                      <a:pt x="8622" y="3055"/>
                    </a:cubicBezTo>
                    <a:cubicBezTo>
                      <a:pt x="8170" y="2188"/>
                      <a:pt x="7652" y="1358"/>
                      <a:pt x="6767" y="915"/>
                    </a:cubicBezTo>
                    <a:cubicBezTo>
                      <a:pt x="5027" y="722"/>
                      <a:pt x="3400" y="562"/>
                      <a:pt x="2107" y="1923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800" name="robot vector"/>
              <p:cNvSpPr/>
              <p:nvPr/>
            </p:nvSpPr>
            <p:spPr>
              <a:xfrm>
                <a:off x="6368705" y="8220456"/>
                <a:ext cx="81404" cy="66934"/>
              </a:xfrm>
              <a:custGeom>
                <a:avLst/>
                <a:gdLst/>
                <a:ahLst/>
                <a:cxnLst/>
                <a:rect l="0" t="0" r="r" b="b"/>
                <a:pathLst>
                  <a:path w="8903" h="7320" fill="norm" stroke="0">
                    <a:moveTo>
                      <a:pt x="6760" y="0"/>
                    </a:moveTo>
                    <a:cubicBezTo>
                      <a:pt x="7337" y="15"/>
                      <a:pt x="7337" y="15"/>
                      <a:pt x="8010" y="250"/>
                    </a:cubicBezTo>
                    <a:cubicBezTo>
                      <a:pt x="8903" y="1505"/>
                      <a:pt x="8867" y="2977"/>
                      <a:pt x="8837" y="4452"/>
                    </a:cubicBezTo>
                    <a:cubicBezTo>
                      <a:pt x="8840" y="4668"/>
                      <a:pt x="8840" y="4882"/>
                      <a:pt x="8840" y="5102"/>
                    </a:cubicBezTo>
                    <a:cubicBezTo>
                      <a:pt x="8827" y="6683"/>
                      <a:pt x="8827" y="6683"/>
                      <a:pt x="8260" y="7250"/>
                    </a:cubicBezTo>
                    <a:cubicBezTo>
                      <a:pt x="7692" y="7300"/>
                      <a:pt x="7155" y="7320"/>
                      <a:pt x="6587" y="7317"/>
                    </a:cubicBezTo>
                    <a:cubicBezTo>
                      <a:pt x="6423" y="7317"/>
                      <a:pt x="6260" y="7317"/>
                      <a:pt x="6090" y="7317"/>
                    </a:cubicBezTo>
                    <a:cubicBezTo>
                      <a:pt x="5742" y="7317"/>
                      <a:pt x="5393" y="7317"/>
                      <a:pt x="5045" y="7315"/>
                    </a:cubicBezTo>
                    <a:cubicBezTo>
                      <a:pt x="4513" y="7312"/>
                      <a:pt x="3980" y="7315"/>
                      <a:pt x="3445" y="7317"/>
                    </a:cubicBezTo>
                    <a:cubicBezTo>
                      <a:pt x="3107" y="7317"/>
                      <a:pt x="2770" y="7317"/>
                      <a:pt x="2433" y="7317"/>
                    </a:cubicBezTo>
                    <a:cubicBezTo>
                      <a:pt x="2273" y="7317"/>
                      <a:pt x="2112" y="7317"/>
                      <a:pt x="1947" y="7320"/>
                    </a:cubicBezTo>
                    <a:cubicBezTo>
                      <a:pt x="817" y="7308"/>
                      <a:pt x="817" y="7308"/>
                      <a:pt x="260" y="6750"/>
                    </a:cubicBezTo>
                    <a:cubicBezTo>
                      <a:pt x="117" y="5595"/>
                      <a:pt x="0" y="4250"/>
                      <a:pt x="620" y="3220"/>
                    </a:cubicBezTo>
                    <a:cubicBezTo>
                      <a:pt x="1112" y="2628"/>
                      <a:pt x="1257" y="2477"/>
                      <a:pt x="1997" y="2347"/>
                    </a:cubicBezTo>
                    <a:cubicBezTo>
                      <a:pt x="5612" y="1673"/>
                      <a:pt x="5612" y="1673"/>
                      <a:pt x="6545" y="345"/>
                    </a:cubicBezTo>
                    <a:cubicBezTo>
                      <a:pt x="6615" y="230"/>
                      <a:pt x="6688" y="117"/>
                      <a:pt x="6760" y="0"/>
                    </a:cubicBezTo>
                    <a:close/>
                    <a:moveTo>
                      <a:pt x="6212" y="1202"/>
                    </a:moveTo>
                    <a:cubicBezTo>
                      <a:pt x="4895" y="2357"/>
                      <a:pt x="3710" y="2822"/>
                      <a:pt x="1960" y="2875"/>
                    </a:cubicBezTo>
                    <a:cubicBezTo>
                      <a:pt x="1510" y="3000"/>
                      <a:pt x="1510" y="3000"/>
                      <a:pt x="1080" y="3428"/>
                    </a:cubicBezTo>
                    <a:cubicBezTo>
                      <a:pt x="700" y="4107"/>
                      <a:pt x="675" y="4523"/>
                      <a:pt x="697" y="5298"/>
                    </a:cubicBezTo>
                    <a:cubicBezTo>
                      <a:pt x="702" y="5518"/>
                      <a:pt x="705" y="5737"/>
                      <a:pt x="710" y="5965"/>
                    </a:cubicBezTo>
                    <a:cubicBezTo>
                      <a:pt x="760" y="6500"/>
                      <a:pt x="760" y="6500"/>
                      <a:pt x="1010" y="6750"/>
                    </a:cubicBezTo>
                    <a:cubicBezTo>
                      <a:pt x="1528" y="6775"/>
                      <a:pt x="2038" y="6785"/>
                      <a:pt x="2558" y="6783"/>
                    </a:cubicBezTo>
                    <a:cubicBezTo>
                      <a:pt x="2712" y="6783"/>
                      <a:pt x="2865" y="6783"/>
                      <a:pt x="3025" y="6785"/>
                    </a:cubicBezTo>
                    <a:cubicBezTo>
                      <a:pt x="3352" y="6785"/>
                      <a:pt x="3680" y="6783"/>
                      <a:pt x="4005" y="6783"/>
                    </a:cubicBezTo>
                    <a:cubicBezTo>
                      <a:pt x="4507" y="6783"/>
                      <a:pt x="5010" y="6783"/>
                      <a:pt x="5513" y="6785"/>
                    </a:cubicBezTo>
                    <a:cubicBezTo>
                      <a:pt x="5830" y="6785"/>
                      <a:pt x="6145" y="6783"/>
                      <a:pt x="6462" y="6783"/>
                    </a:cubicBezTo>
                    <a:cubicBezTo>
                      <a:pt x="6615" y="6783"/>
                      <a:pt x="6765" y="6785"/>
                      <a:pt x="6920" y="6785"/>
                    </a:cubicBezTo>
                    <a:cubicBezTo>
                      <a:pt x="7982" y="6778"/>
                      <a:pt x="7982" y="6778"/>
                      <a:pt x="8260" y="6500"/>
                    </a:cubicBezTo>
                    <a:cubicBezTo>
                      <a:pt x="8330" y="5732"/>
                      <a:pt x="8317" y="4960"/>
                      <a:pt x="8322" y="4188"/>
                    </a:cubicBezTo>
                    <a:cubicBezTo>
                      <a:pt x="8327" y="3972"/>
                      <a:pt x="8332" y="3758"/>
                      <a:pt x="8337" y="3535"/>
                    </a:cubicBezTo>
                    <a:cubicBezTo>
                      <a:pt x="8345" y="2305"/>
                      <a:pt x="8325" y="1457"/>
                      <a:pt x="7510" y="500"/>
                    </a:cubicBezTo>
                    <a:cubicBezTo>
                      <a:pt x="6835" y="500"/>
                      <a:pt x="6697" y="747"/>
                      <a:pt x="6212" y="120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01" name="robot vector"/>
              <p:cNvSpPr/>
              <p:nvPr/>
            </p:nvSpPr>
            <p:spPr>
              <a:xfrm>
                <a:off x="6708490" y="8153550"/>
                <a:ext cx="66134" cy="73198"/>
              </a:xfrm>
              <a:custGeom>
                <a:avLst/>
                <a:gdLst/>
                <a:ahLst/>
                <a:cxnLst/>
                <a:rect l="0" t="0" r="r" b="b"/>
                <a:pathLst>
                  <a:path w="7233" h="8005" fill="norm" stroke="0">
                    <a:moveTo>
                      <a:pt x="3585" y="207"/>
                    </a:moveTo>
                    <a:cubicBezTo>
                      <a:pt x="3697" y="205"/>
                      <a:pt x="3697" y="205"/>
                      <a:pt x="4273" y="192"/>
                    </a:cubicBezTo>
                    <a:cubicBezTo>
                      <a:pt x="6128" y="192"/>
                      <a:pt x="6128" y="192"/>
                      <a:pt x="6753" y="727"/>
                    </a:cubicBezTo>
                    <a:cubicBezTo>
                      <a:pt x="7183" y="1452"/>
                      <a:pt x="7233" y="2030"/>
                      <a:pt x="7195" y="2847"/>
                    </a:cubicBezTo>
                    <a:cubicBezTo>
                      <a:pt x="7190" y="2990"/>
                      <a:pt x="7188" y="3132"/>
                      <a:pt x="7183" y="3280"/>
                    </a:cubicBezTo>
                    <a:cubicBezTo>
                      <a:pt x="7065" y="6317"/>
                      <a:pt x="7065" y="6317"/>
                      <a:pt x="6330" y="7505"/>
                    </a:cubicBezTo>
                    <a:cubicBezTo>
                      <a:pt x="5562" y="8005"/>
                      <a:pt x="4793" y="7915"/>
                      <a:pt x="3898" y="7895"/>
                    </a:cubicBezTo>
                    <a:cubicBezTo>
                      <a:pt x="3723" y="7895"/>
                      <a:pt x="3548" y="7898"/>
                      <a:pt x="3368" y="7898"/>
                    </a:cubicBezTo>
                    <a:cubicBezTo>
                      <a:pt x="2265" y="7885"/>
                      <a:pt x="1368" y="7757"/>
                      <a:pt x="350" y="7317"/>
                    </a:cubicBezTo>
                    <a:cubicBezTo>
                      <a:pt x="0" y="6617"/>
                      <a:pt x="62" y="5942"/>
                      <a:pt x="70" y="5178"/>
                    </a:cubicBezTo>
                    <a:cubicBezTo>
                      <a:pt x="70" y="5020"/>
                      <a:pt x="72" y="4862"/>
                      <a:pt x="72" y="4700"/>
                    </a:cubicBezTo>
                    <a:cubicBezTo>
                      <a:pt x="113" y="1370"/>
                      <a:pt x="113" y="1370"/>
                      <a:pt x="663" y="670"/>
                    </a:cubicBezTo>
                    <a:cubicBezTo>
                      <a:pt x="1490" y="0"/>
                      <a:pt x="2562" y="200"/>
                      <a:pt x="3585" y="207"/>
                    </a:cubicBezTo>
                    <a:close/>
                    <a:moveTo>
                      <a:pt x="850" y="1317"/>
                    </a:moveTo>
                    <a:cubicBezTo>
                      <a:pt x="540" y="2597"/>
                      <a:pt x="567" y="3985"/>
                      <a:pt x="538" y="5303"/>
                    </a:cubicBezTo>
                    <a:cubicBezTo>
                      <a:pt x="533" y="5442"/>
                      <a:pt x="528" y="5585"/>
                      <a:pt x="523" y="5730"/>
                    </a:cubicBezTo>
                    <a:cubicBezTo>
                      <a:pt x="518" y="6135"/>
                      <a:pt x="518" y="6135"/>
                      <a:pt x="600" y="6817"/>
                    </a:cubicBezTo>
                    <a:cubicBezTo>
                      <a:pt x="1445" y="7587"/>
                      <a:pt x="2540" y="7400"/>
                      <a:pt x="3615" y="7395"/>
                    </a:cubicBezTo>
                    <a:cubicBezTo>
                      <a:pt x="3822" y="7400"/>
                      <a:pt x="4030" y="7403"/>
                      <a:pt x="4243" y="7408"/>
                    </a:cubicBezTo>
                    <a:cubicBezTo>
                      <a:pt x="4442" y="7408"/>
                      <a:pt x="4640" y="7408"/>
                      <a:pt x="4845" y="7408"/>
                    </a:cubicBezTo>
                    <a:cubicBezTo>
                      <a:pt x="4935" y="7408"/>
                      <a:pt x="4935" y="7408"/>
                      <a:pt x="5393" y="7410"/>
                    </a:cubicBezTo>
                    <a:cubicBezTo>
                      <a:pt x="5850" y="7317"/>
                      <a:pt x="5850" y="7317"/>
                      <a:pt x="6155" y="7007"/>
                    </a:cubicBezTo>
                    <a:cubicBezTo>
                      <a:pt x="6562" y="6090"/>
                      <a:pt x="6505" y="5058"/>
                      <a:pt x="6555" y="4067"/>
                    </a:cubicBezTo>
                    <a:cubicBezTo>
                      <a:pt x="6570" y="3837"/>
                      <a:pt x="6585" y="3610"/>
                      <a:pt x="6603" y="3372"/>
                    </a:cubicBezTo>
                    <a:cubicBezTo>
                      <a:pt x="6608" y="3262"/>
                      <a:pt x="6608" y="3262"/>
                      <a:pt x="6638" y="2707"/>
                    </a:cubicBezTo>
                    <a:cubicBezTo>
                      <a:pt x="6648" y="2507"/>
                      <a:pt x="6660" y="2305"/>
                      <a:pt x="6670" y="2100"/>
                    </a:cubicBezTo>
                    <a:cubicBezTo>
                      <a:pt x="6600" y="1567"/>
                      <a:pt x="6600" y="1567"/>
                      <a:pt x="6288" y="1127"/>
                    </a:cubicBezTo>
                    <a:cubicBezTo>
                      <a:pt x="5753" y="747"/>
                      <a:pt x="5463" y="722"/>
                      <a:pt x="4810" y="725"/>
                    </a:cubicBezTo>
                    <a:cubicBezTo>
                      <a:pt x="4613" y="725"/>
                      <a:pt x="4415" y="727"/>
                      <a:pt x="4210" y="727"/>
                    </a:cubicBezTo>
                    <a:cubicBezTo>
                      <a:pt x="4003" y="730"/>
                      <a:pt x="3798" y="735"/>
                      <a:pt x="3585" y="737"/>
                    </a:cubicBezTo>
                    <a:cubicBezTo>
                      <a:pt x="3483" y="737"/>
                      <a:pt x="3483" y="737"/>
                      <a:pt x="2957" y="737"/>
                    </a:cubicBezTo>
                    <a:cubicBezTo>
                      <a:pt x="1418" y="750"/>
                      <a:pt x="1418" y="750"/>
                      <a:pt x="850" y="1317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02" name="robot vector"/>
              <p:cNvSpPr/>
              <p:nvPr/>
            </p:nvSpPr>
            <p:spPr>
              <a:xfrm>
                <a:off x="6560717" y="8213712"/>
                <a:ext cx="78090" cy="73952"/>
              </a:xfrm>
              <a:custGeom>
                <a:avLst/>
                <a:gdLst/>
                <a:ahLst/>
                <a:cxnLst/>
                <a:rect l="0" t="0" r="r" b="b"/>
                <a:pathLst>
                  <a:path w="8540" h="8087" fill="norm" stroke="0">
                    <a:moveTo>
                      <a:pt x="3980" y="737"/>
                    </a:moveTo>
                    <a:cubicBezTo>
                      <a:pt x="5668" y="1440"/>
                      <a:pt x="7097" y="2717"/>
                      <a:pt x="7903" y="4362"/>
                    </a:cubicBezTo>
                    <a:cubicBezTo>
                      <a:pt x="8278" y="5357"/>
                      <a:pt x="8540" y="6438"/>
                      <a:pt x="8260" y="7487"/>
                    </a:cubicBezTo>
                    <a:cubicBezTo>
                      <a:pt x="7613" y="8087"/>
                      <a:pt x="6928" y="8060"/>
                      <a:pt x="6087" y="8055"/>
                    </a:cubicBezTo>
                    <a:cubicBezTo>
                      <a:pt x="5952" y="8055"/>
                      <a:pt x="5815" y="8055"/>
                      <a:pt x="5675" y="8055"/>
                    </a:cubicBezTo>
                    <a:cubicBezTo>
                      <a:pt x="5388" y="8055"/>
                      <a:pt x="5100" y="8055"/>
                      <a:pt x="4812" y="8053"/>
                    </a:cubicBezTo>
                    <a:cubicBezTo>
                      <a:pt x="4370" y="8050"/>
                      <a:pt x="3930" y="8053"/>
                      <a:pt x="3490" y="8055"/>
                    </a:cubicBezTo>
                    <a:cubicBezTo>
                      <a:pt x="3210" y="8055"/>
                      <a:pt x="2930" y="8055"/>
                      <a:pt x="2650" y="8055"/>
                    </a:cubicBezTo>
                    <a:cubicBezTo>
                      <a:pt x="2520" y="8055"/>
                      <a:pt x="2388" y="8055"/>
                      <a:pt x="2253" y="8057"/>
                    </a:cubicBezTo>
                    <a:cubicBezTo>
                      <a:pt x="1498" y="8047"/>
                      <a:pt x="1317" y="8045"/>
                      <a:pt x="760" y="7487"/>
                    </a:cubicBezTo>
                    <a:cubicBezTo>
                      <a:pt x="663" y="7107"/>
                      <a:pt x="663" y="7107"/>
                      <a:pt x="613" y="6662"/>
                    </a:cubicBezTo>
                    <a:cubicBezTo>
                      <a:pt x="592" y="6500"/>
                      <a:pt x="572" y="6337"/>
                      <a:pt x="553" y="6172"/>
                    </a:cubicBezTo>
                    <a:cubicBezTo>
                      <a:pt x="533" y="6002"/>
                      <a:pt x="515" y="5832"/>
                      <a:pt x="495" y="5660"/>
                    </a:cubicBezTo>
                    <a:cubicBezTo>
                      <a:pt x="457" y="5327"/>
                      <a:pt x="418" y="4995"/>
                      <a:pt x="378" y="4662"/>
                    </a:cubicBezTo>
                    <a:cubicBezTo>
                      <a:pt x="368" y="4582"/>
                      <a:pt x="368" y="4582"/>
                      <a:pt x="322" y="4180"/>
                    </a:cubicBezTo>
                    <a:cubicBezTo>
                      <a:pt x="260" y="3737"/>
                      <a:pt x="260" y="3737"/>
                      <a:pt x="100" y="3050"/>
                    </a:cubicBezTo>
                    <a:cubicBezTo>
                      <a:pt x="0" y="2415"/>
                      <a:pt x="70" y="2127"/>
                      <a:pt x="340" y="1550"/>
                    </a:cubicBezTo>
                    <a:cubicBezTo>
                      <a:pt x="405" y="1402"/>
                      <a:pt x="472" y="1252"/>
                      <a:pt x="540" y="1100"/>
                    </a:cubicBezTo>
                    <a:cubicBezTo>
                      <a:pt x="1212" y="0"/>
                      <a:pt x="2947" y="415"/>
                      <a:pt x="3980" y="737"/>
                    </a:cubicBezTo>
                    <a:close/>
                    <a:moveTo>
                      <a:pt x="760" y="1487"/>
                    </a:moveTo>
                    <a:cubicBezTo>
                      <a:pt x="462" y="2497"/>
                      <a:pt x="480" y="3035"/>
                      <a:pt x="875" y="4025"/>
                    </a:cubicBezTo>
                    <a:cubicBezTo>
                      <a:pt x="1125" y="4880"/>
                      <a:pt x="1140" y="5780"/>
                      <a:pt x="1200" y="6665"/>
                    </a:cubicBezTo>
                    <a:cubicBezTo>
                      <a:pt x="1260" y="7237"/>
                      <a:pt x="1260" y="7237"/>
                      <a:pt x="1510" y="7487"/>
                    </a:cubicBezTo>
                    <a:cubicBezTo>
                      <a:pt x="1957" y="7512"/>
                      <a:pt x="2393" y="7522"/>
                      <a:pt x="2840" y="7520"/>
                    </a:cubicBezTo>
                    <a:cubicBezTo>
                      <a:pt x="2905" y="7520"/>
                      <a:pt x="2905" y="7520"/>
                      <a:pt x="3240" y="7522"/>
                    </a:cubicBezTo>
                    <a:cubicBezTo>
                      <a:pt x="3520" y="7522"/>
                      <a:pt x="3800" y="7520"/>
                      <a:pt x="4080" y="7520"/>
                    </a:cubicBezTo>
                    <a:cubicBezTo>
                      <a:pt x="4510" y="7520"/>
                      <a:pt x="4940" y="7520"/>
                      <a:pt x="5368" y="7522"/>
                    </a:cubicBezTo>
                    <a:cubicBezTo>
                      <a:pt x="5640" y="7522"/>
                      <a:pt x="5913" y="7520"/>
                      <a:pt x="6183" y="7520"/>
                    </a:cubicBezTo>
                    <a:cubicBezTo>
                      <a:pt x="6312" y="7520"/>
                      <a:pt x="6442" y="7522"/>
                      <a:pt x="6575" y="7522"/>
                    </a:cubicBezTo>
                    <a:cubicBezTo>
                      <a:pt x="7483" y="7515"/>
                      <a:pt x="7483" y="7515"/>
                      <a:pt x="7760" y="7237"/>
                    </a:cubicBezTo>
                    <a:cubicBezTo>
                      <a:pt x="7780" y="5405"/>
                      <a:pt x="7415" y="3997"/>
                      <a:pt x="6190" y="2630"/>
                    </a:cubicBezTo>
                    <a:cubicBezTo>
                      <a:pt x="5038" y="1550"/>
                      <a:pt x="3592" y="1077"/>
                      <a:pt x="2043" y="910"/>
                    </a:cubicBezTo>
                    <a:cubicBezTo>
                      <a:pt x="1170" y="1037"/>
                      <a:pt x="1170" y="1037"/>
                      <a:pt x="760" y="1487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03" name="robot vector"/>
              <p:cNvSpPr/>
              <p:nvPr/>
            </p:nvSpPr>
            <p:spPr>
              <a:xfrm>
                <a:off x="6567158" y="8302122"/>
                <a:ext cx="69883" cy="53858"/>
              </a:xfrm>
              <a:custGeom>
                <a:avLst/>
                <a:gdLst/>
                <a:ahLst/>
                <a:cxnLst/>
                <a:rect l="0" t="0" r="r" b="b"/>
                <a:pathLst>
                  <a:path w="7643" h="5890" fill="norm" stroke="0">
                    <a:moveTo>
                      <a:pt x="2322" y="3"/>
                    </a:moveTo>
                    <a:cubicBezTo>
                      <a:pt x="2562" y="3"/>
                      <a:pt x="2803" y="0"/>
                      <a:pt x="3050" y="0"/>
                    </a:cubicBezTo>
                    <a:cubicBezTo>
                      <a:pt x="3175" y="3"/>
                      <a:pt x="3300" y="3"/>
                      <a:pt x="3428" y="3"/>
                    </a:cubicBezTo>
                    <a:cubicBezTo>
                      <a:pt x="3805" y="8"/>
                      <a:pt x="4185" y="3"/>
                      <a:pt x="4562" y="0"/>
                    </a:cubicBezTo>
                    <a:cubicBezTo>
                      <a:pt x="4683" y="0"/>
                      <a:pt x="4683" y="0"/>
                      <a:pt x="5293" y="3"/>
                    </a:cubicBezTo>
                    <a:cubicBezTo>
                      <a:pt x="5510" y="3"/>
                      <a:pt x="5730" y="3"/>
                      <a:pt x="5955" y="5"/>
                    </a:cubicBezTo>
                    <a:cubicBezTo>
                      <a:pt x="6595" y="72"/>
                      <a:pt x="7005" y="248"/>
                      <a:pt x="7558" y="570"/>
                    </a:cubicBezTo>
                    <a:cubicBezTo>
                      <a:pt x="7577" y="1350"/>
                      <a:pt x="7592" y="2130"/>
                      <a:pt x="7602" y="2913"/>
                    </a:cubicBezTo>
                    <a:cubicBezTo>
                      <a:pt x="7610" y="3135"/>
                      <a:pt x="7617" y="3358"/>
                      <a:pt x="7622" y="3588"/>
                    </a:cubicBezTo>
                    <a:cubicBezTo>
                      <a:pt x="7625" y="3800"/>
                      <a:pt x="7627" y="4013"/>
                      <a:pt x="7630" y="4230"/>
                    </a:cubicBezTo>
                    <a:cubicBezTo>
                      <a:pt x="7635" y="4428"/>
                      <a:pt x="7638" y="4625"/>
                      <a:pt x="7643" y="4825"/>
                    </a:cubicBezTo>
                    <a:cubicBezTo>
                      <a:pt x="7558" y="5320"/>
                      <a:pt x="7558" y="5320"/>
                      <a:pt x="7265" y="5633"/>
                    </a:cubicBezTo>
                    <a:cubicBezTo>
                      <a:pt x="6640" y="5888"/>
                      <a:pt x="6050" y="5890"/>
                      <a:pt x="5385" y="5885"/>
                    </a:cubicBezTo>
                    <a:cubicBezTo>
                      <a:pt x="5247" y="5885"/>
                      <a:pt x="5110" y="5888"/>
                      <a:pt x="4970" y="5888"/>
                    </a:cubicBezTo>
                    <a:cubicBezTo>
                      <a:pt x="4683" y="5888"/>
                      <a:pt x="4395" y="5885"/>
                      <a:pt x="4107" y="5885"/>
                    </a:cubicBezTo>
                    <a:cubicBezTo>
                      <a:pt x="3668" y="5883"/>
                      <a:pt x="3227" y="5885"/>
                      <a:pt x="2785" y="5888"/>
                    </a:cubicBezTo>
                    <a:cubicBezTo>
                      <a:pt x="2505" y="5888"/>
                      <a:pt x="2227" y="5888"/>
                      <a:pt x="1947" y="5885"/>
                    </a:cubicBezTo>
                    <a:cubicBezTo>
                      <a:pt x="1815" y="5888"/>
                      <a:pt x="1683" y="5888"/>
                      <a:pt x="1548" y="5888"/>
                    </a:cubicBezTo>
                    <a:cubicBezTo>
                      <a:pt x="793" y="5878"/>
                      <a:pt x="615" y="5875"/>
                      <a:pt x="58" y="5320"/>
                    </a:cubicBezTo>
                    <a:cubicBezTo>
                      <a:pt x="0" y="4825"/>
                      <a:pt x="0" y="4825"/>
                      <a:pt x="7" y="4230"/>
                    </a:cubicBezTo>
                    <a:cubicBezTo>
                      <a:pt x="10" y="4018"/>
                      <a:pt x="13" y="3805"/>
                      <a:pt x="13" y="3588"/>
                    </a:cubicBezTo>
                    <a:cubicBezTo>
                      <a:pt x="18" y="3365"/>
                      <a:pt x="23" y="3143"/>
                      <a:pt x="25" y="2913"/>
                    </a:cubicBezTo>
                    <a:cubicBezTo>
                      <a:pt x="28" y="2688"/>
                      <a:pt x="30" y="2465"/>
                      <a:pt x="33" y="2233"/>
                    </a:cubicBezTo>
                    <a:cubicBezTo>
                      <a:pt x="38" y="1678"/>
                      <a:pt x="48" y="1123"/>
                      <a:pt x="58" y="570"/>
                    </a:cubicBezTo>
                    <a:cubicBezTo>
                      <a:pt x="842" y="110"/>
                      <a:pt x="1418" y="5"/>
                      <a:pt x="2322" y="3"/>
                    </a:cubicBezTo>
                    <a:close/>
                    <a:moveTo>
                      <a:pt x="558" y="820"/>
                    </a:moveTo>
                    <a:cubicBezTo>
                      <a:pt x="495" y="1478"/>
                      <a:pt x="510" y="2143"/>
                      <a:pt x="510" y="2803"/>
                    </a:cubicBezTo>
                    <a:cubicBezTo>
                      <a:pt x="507" y="2988"/>
                      <a:pt x="505" y="3175"/>
                      <a:pt x="500" y="3365"/>
                    </a:cubicBezTo>
                    <a:cubicBezTo>
                      <a:pt x="500" y="3543"/>
                      <a:pt x="500" y="3720"/>
                      <a:pt x="500" y="3905"/>
                    </a:cubicBezTo>
                    <a:cubicBezTo>
                      <a:pt x="497" y="4068"/>
                      <a:pt x="497" y="4230"/>
                      <a:pt x="495" y="4400"/>
                    </a:cubicBezTo>
                    <a:cubicBezTo>
                      <a:pt x="558" y="4820"/>
                      <a:pt x="558" y="4820"/>
                      <a:pt x="1058" y="5320"/>
                    </a:cubicBezTo>
                    <a:cubicBezTo>
                      <a:pt x="1610" y="5380"/>
                      <a:pt x="1610" y="5380"/>
                      <a:pt x="2293" y="5378"/>
                    </a:cubicBezTo>
                    <a:cubicBezTo>
                      <a:pt x="2535" y="5375"/>
                      <a:pt x="2780" y="5375"/>
                      <a:pt x="3033" y="5375"/>
                    </a:cubicBezTo>
                    <a:cubicBezTo>
                      <a:pt x="3095" y="5375"/>
                      <a:pt x="3095" y="5375"/>
                      <a:pt x="3418" y="5370"/>
                    </a:cubicBezTo>
                    <a:cubicBezTo>
                      <a:pt x="3805" y="5365"/>
                      <a:pt x="4195" y="5365"/>
                      <a:pt x="4582" y="5365"/>
                    </a:cubicBezTo>
                    <a:cubicBezTo>
                      <a:pt x="6487" y="5355"/>
                      <a:pt x="6487" y="5355"/>
                      <a:pt x="7058" y="5070"/>
                    </a:cubicBezTo>
                    <a:cubicBezTo>
                      <a:pt x="7058" y="3668"/>
                      <a:pt x="7058" y="2265"/>
                      <a:pt x="7058" y="820"/>
                    </a:cubicBezTo>
                    <a:cubicBezTo>
                      <a:pt x="6420" y="500"/>
                      <a:pt x="5970" y="538"/>
                      <a:pt x="5260" y="535"/>
                    </a:cubicBezTo>
                    <a:cubicBezTo>
                      <a:pt x="5132" y="535"/>
                      <a:pt x="5007" y="535"/>
                      <a:pt x="4875" y="535"/>
                    </a:cubicBezTo>
                    <a:cubicBezTo>
                      <a:pt x="4610" y="535"/>
                      <a:pt x="4342" y="535"/>
                      <a:pt x="4075" y="538"/>
                    </a:cubicBezTo>
                    <a:cubicBezTo>
                      <a:pt x="3668" y="538"/>
                      <a:pt x="3257" y="538"/>
                      <a:pt x="2847" y="535"/>
                    </a:cubicBezTo>
                    <a:cubicBezTo>
                      <a:pt x="2590" y="535"/>
                      <a:pt x="2330" y="535"/>
                      <a:pt x="2072" y="535"/>
                    </a:cubicBezTo>
                    <a:cubicBezTo>
                      <a:pt x="1835" y="535"/>
                      <a:pt x="1597" y="538"/>
                      <a:pt x="1355" y="538"/>
                    </a:cubicBezTo>
                    <a:cubicBezTo>
                      <a:pt x="808" y="570"/>
                      <a:pt x="808" y="570"/>
                      <a:pt x="558" y="82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04" name="robot vector"/>
              <p:cNvSpPr/>
              <p:nvPr/>
            </p:nvSpPr>
            <p:spPr>
              <a:xfrm>
                <a:off x="6370565" y="8302122"/>
                <a:ext cx="78798" cy="54110"/>
              </a:xfrm>
              <a:custGeom>
                <a:avLst/>
                <a:gdLst/>
                <a:ahLst/>
                <a:cxnLst/>
                <a:rect l="0" t="0" r="r" b="b"/>
                <a:pathLst>
                  <a:path w="8618" h="5918" fill="norm" stroke="0">
                    <a:moveTo>
                      <a:pt x="2643" y="3"/>
                    </a:moveTo>
                    <a:cubicBezTo>
                      <a:pt x="2765" y="3"/>
                      <a:pt x="2888" y="3"/>
                      <a:pt x="3015" y="0"/>
                    </a:cubicBezTo>
                    <a:cubicBezTo>
                      <a:pt x="3273" y="0"/>
                      <a:pt x="3530" y="3"/>
                      <a:pt x="3790" y="3"/>
                    </a:cubicBezTo>
                    <a:cubicBezTo>
                      <a:pt x="4180" y="8"/>
                      <a:pt x="4572" y="3"/>
                      <a:pt x="4965" y="0"/>
                    </a:cubicBezTo>
                    <a:cubicBezTo>
                      <a:pt x="5215" y="0"/>
                      <a:pt x="5468" y="3"/>
                      <a:pt x="5720" y="3"/>
                    </a:cubicBezTo>
                    <a:cubicBezTo>
                      <a:pt x="5947" y="3"/>
                      <a:pt x="6173" y="3"/>
                      <a:pt x="6408" y="5"/>
                    </a:cubicBezTo>
                    <a:cubicBezTo>
                      <a:pt x="7188" y="83"/>
                      <a:pt x="7985" y="245"/>
                      <a:pt x="8558" y="820"/>
                    </a:cubicBezTo>
                    <a:cubicBezTo>
                      <a:pt x="8618" y="1515"/>
                      <a:pt x="8603" y="2215"/>
                      <a:pt x="8603" y="2913"/>
                    </a:cubicBezTo>
                    <a:cubicBezTo>
                      <a:pt x="8608" y="3108"/>
                      <a:pt x="8610" y="3303"/>
                      <a:pt x="8613" y="3505"/>
                    </a:cubicBezTo>
                    <a:cubicBezTo>
                      <a:pt x="8613" y="3693"/>
                      <a:pt x="8613" y="3880"/>
                      <a:pt x="8615" y="4075"/>
                    </a:cubicBezTo>
                    <a:cubicBezTo>
                      <a:pt x="8615" y="4248"/>
                      <a:pt x="8615" y="4420"/>
                      <a:pt x="8618" y="4598"/>
                    </a:cubicBezTo>
                    <a:cubicBezTo>
                      <a:pt x="8543" y="5180"/>
                      <a:pt x="8495" y="5420"/>
                      <a:pt x="8058" y="5820"/>
                    </a:cubicBezTo>
                    <a:cubicBezTo>
                      <a:pt x="7478" y="5893"/>
                      <a:pt x="6965" y="5918"/>
                      <a:pt x="6385" y="5910"/>
                    </a:cubicBezTo>
                    <a:cubicBezTo>
                      <a:pt x="6220" y="5910"/>
                      <a:pt x="6055" y="5910"/>
                      <a:pt x="5885" y="5910"/>
                    </a:cubicBezTo>
                    <a:cubicBezTo>
                      <a:pt x="5538" y="5910"/>
                      <a:pt x="5190" y="5908"/>
                      <a:pt x="4843" y="5903"/>
                    </a:cubicBezTo>
                    <a:cubicBezTo>
                      <a:pt x="4308" y="5898"/>
                      <a:pt x="3775" y="5898"/>
                      <a:pt x="3243" y="5900"/>
                    </a:cubicBezTo>
                    <a:cubicBezTo>
                      <a:pt x="2905" y="5898"/>
                      <a:pt x="2567" y="5898"/>
                      <a:pt x="2228" y="5895"/>
                    </a:cubicBezTo>
                    <a:cubicBezTo>
                      <a:pt x="2067" y="5895"/>
                      <a:pt x="1908" y="5895"/>
                      <a:pt x="1745" y="5895"/>
                    </a:cubicBezTo>
                    <a:cubicBezTo>
                      <a:pt x="615" y="5878"/>
                      <a:pt x="615" y="5878"/>
                      <a:pt x="58" y="5320"/>
                    </a:cubicBezTo>
                    <a:cubicBezTo>
                      <a:pt x="0" y="4825"/>
                      <a:pt x="0" y="4825"/>
                      <a:pt x="8" y="4230"/>
                    </a:cubicBezTo>
                    <a:cubicBezTo>
                      <a:pt x="10" y="4018"/>
                      <a:pt x="10" y="3805"/>
                      <a:pt x="13" y="3588"/>
                    </a:cubicBezTo>
                    <a:cubicBezTo>
                      <a:pt x="18" y="3365"/>
                      <a:pt x="20" y="3143"/>
                      <a:pt x="25" y="2913"/>
                    </a:cubicBezTo>
                    <a:cubicBezTo>
                      <a:pt x="28" y="2688"/>
                      <a:pt x="30" y="2465"/>
                      <a:pt x="33" y="2233"/>
                    </a:cubicBezTo>
                    <a:cubicBezTo>
                      <a:pt x="38" y="1678"/>
                      <a:pt x="48" y="1123"/>
                      <a:pt x="58" y="570"/>
                    </a:cubicBezTo>
                    <a:cubicBezTo>
                      <a:pt x="958" y="160"/>
                      <a:pt x="1638" y="5"/>
                      <a:pt x="2643" y="3"/>
                    </a:cubicBezTo>
                    <a:close/>
                    <a:moveTo>
                      <a:pt x="558" y="820"/>
                    </a:moveTo>
                    <a:cubicBezTo>
                      <a:pt x="550" y="1523"/>
                      <a:pt x="545" y="2225"/>
                      <a:pt x="540" y="2928"/>
                    </a:cubicBezTo>
                    <a:cubicBezTo>
                      <a:pt x="540" y="3130"/>
                      <a:pt x="538" y="3330"/>
                      <a:pt x="535" y="3535"/>
                    </a:cubicBezTo>
                    <a:cubicBezTo>
                      <a:pt x="535" y="3728"/>
                      <a:pt x="533" y="3918"/>
                      <a:pt x="533" y="4115"/>
                    </a:cubicBezTo>
                    <a:cubicBezTo>
                      <a:pt x="530" y="4293"/>
                      <a:pt x="530" y="4468"/>
                      <a:pt x="528" y="4650"/>
                    </a:cubicBezTo>
                    <a:cubicBezTo>
                      <a:pt x="558" y="5070"/>
                      <a:pt x="558" y="5070"/>
                      <a:pt x="808" y="5320"/>
                    </a:cubicBezTo>
                    <a:cubicBezTo>
                      <a:pt x="1325" y="5345"/>
                      <a:pt x="1835" y="5355"/>
                      <a:pt x="2353" y="5353"/>
                    </a:cubicBezTo>
                    <a:cubicBezTo>
                      <a:pt x="2508" y="5353"/>
                      <a:pt x="2663" y="5353"/>
                      <a:pt x="2822" y="5353"/>
                    </a:cubicBezTo>
                    <a:cubicBezTo>
                      <a:pt x="3148" y="5353"/>
                      <a:pt x="3475" y="5353"/>
                      <a:pt x="3803" y="5353"/>
                    </a:cubicBezTo>
                    <a:cubicBezTo>
                      <a:pt x="4305" y="5350"/>
                      <a:pt x="4808" y="5353"/>
                      <a:pt x="5308" y="5353"/>
                    </a:cubicBezTo>
                    <a:cubicBezTo>
                      <a:pt x="5625" y="5353"/>
                      <a:pt x="5942" y="5353"/>
                      <a:pt x="6260" y="5353"/>
                    </a:cubicBezTo>
                    <a:cubicBezTo>
                      <a:pt x="6410" y="5353"/>
                      <a:pt x="6562" y="5353"/>
                      <a:pt x="6718" y="5353"/>
                    </a:cubicBezTo>
                    <a:cubicBezTo>
                      <a:pt x="7778" y="5348"/>
                      <a:pt x="7778" y="5348"/>
                      <a:pt x="8058" y="5070"/>
                    </a:cubicBezTo>
                    <a:cubicBezTo>
                      <a:pt x="8118" y="4410"/>
                      <a:pt x="8103" y="3748"/>
                      <a:pt x="8103" y="3085"/>
                    </a:cubicBezTo>
                    <a:cubicBezTo>
                      <a:pt x="8105" y="2993"/>
                      <a:pt x="8105" y="2993"/>
                      <a:pt x="8113" y="2523"/>
                    </a:cubicBezTo>
                    <a:cubicBezTo>
                      <a:pt x="8113" y="2345"/>
                      <a:pt x="8113" y="2168"/>
                      <a:pt x="8115" y="1985"/>
                    </a:cubicBezTo>
                    <a:cubicBezTo>
                      <a:pt x="8115" y="1903"/>
                      <a:pt x="8115" y="1903"/>
                      <a:pt x="8118" y="1490"/>
                    </a:cubicBezTo>
                    <a:cubicBezTo>
                      <a:pt x="8058" y="1070"/>
                      <a:pt x="8058" y="1070"/>
                      <a:pt x="7558" y="570"/>
                    </a:cubicBezTo>
                    <a:cubicBezTo>
                      <a:pt x="7060" y="523"/>
                      <a:pt x="6600" y="505"/>
                      <a:pt x="6103" y="513"/>
                    </a:cubicBezTo>
                    <a:cubicBezTo>
                      <a:pt x="6033" y="513"/>
                      <a:pt x="6033" y="513"/>
                      <a:pt x="5673" y="513"/>
                    </a:cubicBezTo>
                    <a:cubicBezTo>
                      <a:pt x="5370" y="513"/>
                      <a:pt x="5070" y="515"/>
                      <a:pt x="4770" y="518"/>
                    </a:cubicBezTo>
                    <a:cubicBezTo>
                      <a:pt x="4308" y="523"/>
                      <a:pt x="3848" y="523"/>
                      <a:pt x="3388" y="523"/>
                    </a:cubicBezTo>
                    <a:cubicBezTo>
                      <a:pt x="3095" y="523"/>
                      <a:pt x="2803" y="525"/>
                      <a:pt x="2510" y="528"/>
                    </a:cubicBezTo>
                    <a:cubicBezTo>
                      <a:pt x="2373" y="528"/>
                      <a:pt x="2233" y="528"/>
                      <a:pt x="2093" y="528"/>
                    </a:cubicBezTo>
                    <a:cubicBezTo>
                      <a:pt x="1495" y="535"/>
                      <a:pt x="1098" y="548"/>
                      <a:pt x="558" y="82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05" name="robot vector"/>
              <p:cNvSpPr/>
              <p:nvPr/>
            </p:nvSpPr>
            <p:spPr>
              <a:xfrm>
                <a:off x="6284214" y="8062722"/>
                <a:ext cx="52578" cy="28735"/>
              </a:xfrm>
              <a:custGeom>
                <a:avLst/>
                <a:gdLst/>
                <a:ahLst/>
                <a:cxnLst/>
                <a:rect l="0" t="0" r="r" b="b"/>
                <a:pathLst>
                  <a:path w="5750" h="3143" fill="norm" stroke="0">
                    <a:moveTo>
                      <a:pt x="1500" y="0"/>
                    </a:moveTo>
                    <a:cubicBezTo>
                      <a:pt x="2165" y="222"/>
                      <a:pt x="2825" y="455"/>
                      <a:pt x="3485" y="688"/>
                    </a:cubicBezTo>
                    <a:cubicBezTo>
                      <a:pt x="3673" y="750"/>
                      <a:pt x="3862" y="815"/>
                      <a:pt x="4055" y="880"/>
                    </a:cubicBezTo>
                    <a:cubicBezTo>
                      <a:pt x="4235" y="942"/>
                      <a:pt x="4415" y="1008"/>
                      <a:pt x="4600" y="1075"/>
                    </a:cubicBezTo>
                    <a:cubicBezTo>
                      <a:pt x="4768" y="1133"/>
                      <a:pt x="4933" y="1190"/>
                      <a:pt x="5105" y="1250"/>
                    </a:cubicBezTo>
                    <a:cubicBezTo>
                      <a:pt x="5500" y="1500"/>
                      <a:pt x="5500" y="1500"/>
                      <a:pt x="5712" y="1995"/>
                    </a:cubicBezTo>
                    <a:cubicBezTo>
                      <a:pt x="5717" y="2077"/>
                      <a:pt x="5717" y="2077"/>
                      <a:pt x="5750" y="2500"/>
                    </a:cubicBezTo>
                    <a:cubicBezTo>
                      <a:pt x="5107" y="3143"/>
                      <a:pt x="4812" y="3070"/>
                      <a:pt x="3947" y="3080"/>
                    </a:cubicBezTo>
                    <a:cubicBezTo>
                      <a:pt x="3778" y="3080"/>
                      <a:pt x="3610" y="3080"/>
                      <a:pt x="3438" y="3077"/>
                    </a:cubicBezTo>
                    <a:cubicBezTo>
                      <a:pt x="3355" y="3080"/>
                      <a:pt x="3355" y="3080"/>
                      <a:pt x="2940" y="3090"/>
                    </a:cubicBezTo>
                    <a:cubicBezTo>
                      <a:pt x="1760" y="3092"/>
                      <a:pt x="1018" y="2847"/>
                      <a:pt x="0" y="2250"/>
                    </a:cubicBezTo>
                    <a:cubicBezTo>
                      <a:pt x="337" y="1235"/>
                      <a:pt x="725" y="737"/>
                      <a:pt x="1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06" name="robot vector"/>
              <p:cNvSpPr/>
              <p:nvPr/>
            </p:nvSpPr>
            <p:spPr>
              <a:xfrm>
                <a:off x="6353464" y="8148072"/>
                <a:ext cx="71552" cy="77678"/>
              </a:xfrm>
              <a:custGeom>
                <a:avLst/>
                <a:gdLst/>
                <a:ahLst/>
                <a:cxnLst/>
                <a:rect l="0" t="0" r="r" b="b"/>
                <a:pathLst>
                  <a:path w="7825" h="8495" fill="norm" stroke="0">
                    <a:moveTo>
                      <a:pt x="6080" y="875"/>
                    </a:moveTo>
                    <a:cubicBezTo>
                      <a:pt x="6983" y="1633"/>
                      <a:pt x="7572" y="2582"/>
                      <a:pt x="7780" y="3745"/>
                    </a:cubicBezTo>
                    <a:cubicBezTo>
                      <a:pt x="7825" y="4938"/>
                      <a:pt x="7675" y="5962"/>
                      <a:pt x="6928" y="6915"/>
                    </a:cubicBezTo>
                    <a:cubicBezTo>
                      <a:pt x="5945" y="7908"/>
                      <a:pt x="5135" y="8440"/>
                      <a:pt x="3723" y="8495"/>
                    </a:cubicBezTo>
                    <a:cubicBezTo>
                      <a:pt x="2480" y="8475"/>
                      <a:pt x="1775" y="8015"/>
                      <a:pt x="918" y="7158"/>
                    </a:cubicBezTo>
                    <a:cubicBezTo>
                      <a:pt x="175" y="6335"/>
                      <a:pt x="0" y="5683"/>
                      <a:pt x="20" y="4587"/>
                    </a:cubicBezTo>
                    <a:cubicBezTo>
                      <a:pt x="23" y="4445"/>
                      <a:pt x="23" y="4303"/>
                      <a:pt x="25" y="4158"/>
                    </a:cubicBezTo>
                    <a:cubicBezTo>
                      <a:pt x="85" y="2960"/>
                      <a:pt x="455" y="2178"/>
                      <a:pt x="1268" y="1280"/>
                    </a:cubicBezTo>
                    <a:cubicBezTo>
                      <a:pt x="2548" y="140"/>
                      <a:pt x="4588" y="0"/>
                      <a:pt x="6080" y="875"/>
                    </a:cubicBezTo>
                    <a:close/>
                    <a:moveTo>
                      <a:pt x="1113" y="2028"/>
                    </a:moveTo>
                    <a:cubicBezTo>
                      <a:pt x="468" y="3000"/>
                      <a:pt x="245" y="3930"/>
                      <a:pt x="295" y="5095"/>
                    </a:cubicBezTo>
                    <a:cubicBezTo>
                      <a:pt x="535" y="6138"/>
                      <a:pt x="1163" y="6938"/>
                      <a:pt x="1928" y="7665"/>
                    </a:cubicBezTo>
                    <a:cubicBezTo>
                      <a:pt x="2528" y="7965"/>
                      <a:pt x="3120" y="7957"/>
                      <a:pt x="3785" y="7962"/>
                    </a:cubicBezTo>
                    <a:cubicBezTo>
                      <a:pt x="3883" y="7965"/>
                      <a:pt x="3883" y="7965"/>
                      <a:pt x="4363" y="7972"/>
                    </a:cubicBezTo>
                    <a:cubicBezTo>
                      <a:pt x="5133" y="7895"/>
                      <a:pt x="5675" y="7658"/>
                      <a:pt x="6235" y="7120"/>
                    </a:cubicBezTo>
                    <a:cubicBezTo>
                      <a:pt x="6312" y="7018"/>
                      <a:pt x="6393" y="6913"/>
                      <a:pt x="6473" y="6808"/>
                    </a:cubicBezTo>
                    <a:cubicBezTo>
                      <a:pt x="6555" y="6705"/>
                      <a:pt x="6635" y="6600"/>
                      <a:pt x="6718" y="6495"/>
                    </a:cubicBezTo>
                    <a:cubicBezTo>
                      <a:pt x="7353" y="5490"/>
                      <a:pt x="7317" y="4312"/>
                      <a:pt x="7178" y="3165"/>
                    </a:cubicBezTo>
                    <a:cubicBezTo>
                      <a:pt x="6835" y="2305"/>
                      <a:pt x="6320" y="1785"/>
                      <a:pt x="5615" y="1197"/>
                    </a:cubicBezTo>
                    <a:cubicBezTo>
                      <a:pt x="4040" y="553"/>
                      <a:pt x="2270" y="700"/>
                      <a:pt x="1113" y="202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07" name="robot vector"/>
              <p:cNvSpPr/>
              <p:nvPr/>
            </p:nvSpPr>
            <p:spPr>
              <a:xfrm>
                <a:off x="6457088" y="8089635"/>
                <a:ext cx="53447" cy="59276"/>
              </a:xfrm>
              <a:custGeom>
                <a:avLst/>
                <a:gdLst/>
                <a:ahLst/>
                <a:cxnLst/>
                <a:rect l="0" t="0" r="r" b="b"/>
                <a:pathLst>
                  <a:path w="5845" h="6482" fill="norm" stroke="0">
                    <a:moveTo>
                      <a:pt x="1110" y="0"/>
                    </a:moveTo>
                    <a:cubicBezTo>
                      <a:pt x="1317" y="3"/>
                      <a:pt x="1523" y="5"/>
                      <a:pt x="1738" y="8"/>
                    </a:cubicBezTo>
                    <a:cubicBezTo>
                      <a:pt x="1960" y="10"/>
                      <a:pt x="2185" y="10"/>
                      <a:pt x="2415" y="13"/>
                    </a:cubicBezTo>
                    <a:cubicBezTo>
                      <a:pt x="2533" y="15"/>
                      <a:pt x="2533" y="15"/>
                      <a:pt x="3125" y="25"/>
                    </a:cubicBezTo>
                    <a:cubicBezTo>
                      <a:pt x="3363" y="28"/>
                      <a:pt x="3597" y="30"/>
                      <a:pt x="3842" y="33"/>
                    </a:cubicBezTo>
                    <a:cubicBezTo>
                      <a:pt x="4425" y="38"/>
                      <a:pt x="5010" y="48"/>
                      <a:pt x="5595" y="58"/>
                    </a:cubicBezTo>
                    <a:cubicBezTo>
                      <a:pt x="5748" y="528"/>
                      <a:pt x="5748" y="528"/>
                      <a:pt x="5845" y="1058"/>
                    </a:cubicBezTo>
                    <a:cubicBezTo>
                      <a:pt x="5597" y="1295"/>
                      <a:pt x="5352" y="1533"/>
                      <a:pt x="5095" y="1760"/>
                    </a:cubicBezTo>
                    <a:cubicBezTo>
                      <a:pt x="4685" y="2245"/>
                      <a:pt x="4610" y="2732"/>
                      <a:pt x="4550" y="3355"/>
                    </a:cubicBezTo>
                    <a:cubicBezTo>
                      <a:pt x="4618" y="4033"/>
                      <a:pt x="4923" y="4445"/>
                      <a:pt x="5342" y="4967"/>
                    </a:cubicBezTo>
                    <a:cubicBezTo>
                      <a:pt x="5607" y="5322"/>
                      <a:pt x="5727" y="5633"/>
                      <a:pt x="5845" y="6058"/>
                    </a:cubicBezTo>
                    <a:cubicBezTo>
                      <a:pt x="4993" y="6482"/>
                      <a:pt x="4048" y="6352"/>
                      <a:pt x="3110" y="6352"/>
                    </a:cubicBezTo>
                    <a:cubicBezTo>
                      <a:pt x="3008" y="6355"/>
                      <a:pt x="3008" y="6355"/>
                      <a:pt x="2485" y="6362"/>
                    </a:cubicBezTo>
                    <a:cubicBezTo>
                      <a:pt x="2385" y="6362"/>
                      <a:pt x="2385" y="6362"/>
                      <a:pt x="1885" y="6365"/>
                    </a:cubicBezTo>
                    <a:cubicBezTo>
                      <a:pt x="1702" y="6365"/>
                      <a:pt x="1523" y="6367"/>
                      <a:pt x="1335" y="6367"/>
                    </a:cubicBezTo>
                    <a:cubicBezTo>
                      <a:pt x="763" y="6298"/>
                      <a:pt x="500" y="6217"/>
                      <a:pt x="95" y="5808"/>
                    </a:cubicBezTo>
                    <a:cubicBezTo>
                      <a:pt x="0" y="5275"/>
                      <a:pt x="0" y="5275"/>
                      <a:pt x="3" y="4628"/>
                    </a:cubicBezTo>
                    <a:cubicBezTo>
                      <a:pt x="3" y="4395"/>
                      <a:pt x="5" y="4160"/>
                      <a:pt x="5" y="3920"/>
                    </a:cubicBezTo>
                    <a:cubicBezTo>
                      <a:pt x="8" y="3678"/>
                      <a:pt x="13" y="3433"/>
                      <a:pt x="15" y="3183"/>
                    </a:cubicBezTo>
                    <a:cubicBezTo>
                      <a:pt x="15" y="3060"/>
                      <a:pt x="15" y="3060"/>
                      <a:pt x="13" y="2442"/>
                    </a:cubicBezTo>
                    <a:cubicBezTo>
                      <a:pt x="33" y="117"/>
                      <a:pt x="33" y="117"/>
                      <a:pt x="1110" y="0"/>
                    </a:cubicBezTo>
                    <a:close/>
                    <a:moveTo>
                      <a:pt x="345" y="1058"/>
                    </a:moveTo>
                    <a:cubicBezTo>
                      <a:pt x="280" y="1495"/>
                      <a:pt x="280" y="1495"/>
                      <a:pt x="278" y="2018"/>
                    </a:cubicBezTo>
                    <a:cubicBezTo>
                      <a:pt x="278" y="2205"/>
                      <a:pt x="278" y="2393"/>
                      <a:pt x="275" y="2587"/>
                    </a:cubicBezTo>
                    <a:cubicBezTo>
                      <a:pt x="278" y="2783"/>
                      <a:pt x="280" y="2980"/>
                      <a:pt x="283" y="3183"/>
                    </a:cubicBezTo>
                    <a:cubicBezTo>
                      <a:pt x="280" y="3378"/>
                      <a:pt x="278" y="3575"/>
                      <a:pt x="275" y="3778"/>
                    </a:cubicBezTo>
                    <a:cubicBezTo>
                      <a:pt x="278" y="3965"/>
                      <a:pt x="278" y="4153"/>
                      <a:pt x="278" y="4345"/>
                    </a:cubicBezTo>
                    <a:cubicBezTo>
                      <a:pt x="278" y="4518"/>
                      <a:pt x="280" y="4690"/>
                      <a:pt x="280" y="4867"/>
                    </a:cubicBezTo>
                    <a:cubicBezTo>
                      <a:pt x="345" y="5308"/>
                      <a:pt x="345" y="5308"/>
                      <a:pt x="845" y="5808"/>
                    </a:cubicBezTo>
                    <a:cubicBezTo>
                      <a:pt x="1245" y="5862"/>
                      <a:pt x="1245" y="5862"/>
                      <a:pt x="1712" y="5855"/>
                    </a:cubicBezTo>
                    <a:cubicBezTo>
                      <a:pt x="1880" y="5855"/>
                      <a:pt x="2048" y="5852"/>
                      <a:pt x="2220" y="5850"/>
                    </a:cubicBezTo>
                    <a:cubicBezTo>
                      <a:pt x="2308" y="5847"/>
                      <a:pt x="2308" y="5847"/>
                      <a:pt x="2750" y="5837"/>
                    </a:cubicBezTo>
                    <a:cubicBezTo>
                      <a:pt x="2928" y="5835"/>
                      <a:pt x="3102" y="5832"/>
                      <a:pt x="3285" y="5830"/>
                    </a:cubicBezTo>
                    <a:cubicBezTo>
                      <a:pt x="3722" y="5825"/>
                      <a:pt x="4158" y="5817"/>
                      <a:pt x="4595" y="5808"/>
                    </a:cubicBezTo>
                    <a:cubicBezTo>
                      <a:pt x="4743" y="5467"/>
                      <a:pt x="4743" y="5467"/>
                      <a:pt x="4845" y="5058"/>
                    </a:cubicBezTo>
                    <a:cubicBezTo>
                      <a:pt x="4720" y="4870"/>
                      <a:pt x="4597" y="4685"/>
                      <a:pt x="4470" y="4495"/>
                    </a:cubicBezTo>
                    <a:cubicBezTo>
                      <a:pt x="4010" y="3795"/>
                      <a:pt x="4055" y="3288"/>
                      <a:pt x="4212" y="2485"/>
                    </a:cubicBezTo>
                    <a:cubicBezTo>
                      <a:pt x="4410" y="1842"/>
                      <a:pt x="4710" y="1357"/>
                      <a:pt x="5095" y="808"/>
                    </a:cubicBezTo>
                    <a:cubicBezTo>
                      <a:pt x="4580" y="293"/>
                      <a:pt x="3550" y="510"/>
                      <a:pt x="2860" y="510"/>
                    </a:cubicBezTo>
                    <a:cubicBezTo>
                      <a:pt x="2675" y="508"/>
                      <a:pt x="2490" y="505"/>
                      <a:pt x="2298" y="500"/>
                    </a:cubicBezTo>
                    <a:cubicBezTo>
                      <a:pt x="2120" y="500"/>
                      <a:pt x="1942" y="500"/>
                      <a:pt x="1760" y="500"/>
                    </a:cubicBezTo>
                    <a:cubicBezTo>
                      <a:pt x="1595" y="497"/>
                      <a:pt x="1433" y="497"/>
                      <a:pt x="1265" y="495"/>
                    </a:cubicBezTo>
                    <a:cubicBezTo>
                      <a:pt x="845" y="558"/>
                      <a:pt x="845" y="558"/>
                      <a:pt x="345" y="105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08" name="robot vector"/>
              <p:cNvSpPr/>
              <p:nvPr/>
            </p:nvSpPr>
            <p:spPr>
              <a:xfrm>
                <a:off x="6531096" y="8088560"/>
                <a:ext cx="53515" cy="59299"/>
              </a:xfrm>
              <a:custGeom>
                <a:avLst/>
                <a:gdLst/>
                <a:ahLst/>
                <a:cxnLst/>
                <a:rect l="0" t="0" r="r" b="b"/>
                <a:pathLst>
                  <a:path w="5852" h="6485" fill="norm" stroke="0">
                    <a:moveTo>
                      <a:pt x="2735" y="128"/>
                    </a:moveTo>
                    <a:cubicBezTo>
                      <a:pt x="2837" y="125"/>
                      <a:pt x="2837" y="125"/>
                      <a:pt x="3360" y="118"/>
                    </a:cubicBezTo>
                    <a:cubicBezTo>
                      <a:pt x="3457" y="118"/>
                      <a:pt x="3457" y="118"/>
                      <a:pt x="3960" y="118"/>
                    </a:cubicBezTo>
                    <a:cubicBezTo>
                      <a:pt x="4143" y="115"/>
                      <a:pt x="4322" y="115"/>
                      <a:pt x="4510" y="113"/>
                    </a:cubicBezTo>
                    <a:cubicBezTo>
                      <a:pt x="5082" y="185"/>
                      <a:pt x="5345" y="263"/>
                      <a:pt x="5750" y="675"/>
                    </a:cubicBezTo>
                    <a:cubicBezTo>
                      <a:pt x="5847" y="1205"/>
                      <a:pt x="5847" y="1205"/>
                      <a:pt x="5850" y="1855"/>
                    </a:cubicBezTo>
                    <a:cubicBezTo>
                      <a:pt x="5850" y="1970"/>
                      <a:pt x="5850" y="1970"/>
                      <a:pt x="5852" y="2560"/>
                    </a:cubicBezTo>
                    <a:cubicBezTo>
                      <a:pt x="5850" y="2805"/>
                      <a:pt x="5847" y="3048"/>
                      <a:pt x="5845" y="3300"/>
                    </a:cubicBezTo>
                    <a:cubicBezTo>
                      <a:pt x="5847" y="3543"/>
                      <a:pt x="5850" y="3788"/>
                      <a:pt x="5852" y="4038"/>
                    </a:cubicBezTo>
                    <a:cubicBezTo>
                      <a:pt x="5852" y="4273"/>
                      <a:pt x="5850" y="4505"/>
                      <a:pt x="5850" y="4745"/>
                    </a:cubicBezTo>
                    <a:cubicBezTo>
                      <a:pt x="5850" y="4853"/>
                      <a:pt x="5850" y="4853"/>
                      <a:pt x="5847" y="5393"/>
                    </a:cubicBezTo>
                    <a:cubicBezTo>
                      <a:pt x="5750" y="5925"/>
                      <a:pt x="5750" y="5925"/>
                      <a:pt x="5428" y="6245"/>
                    </a:cubicBezTo>
                    <a:cubicBezTo>
                      <a:pt x="4940" y="6450"/>
                      <a:pt x="4597" y="6485"/>
                      <a:pt x="4070" y="6483"/>
                    </a:cubicBezTo>
                    <a:cubicBezTo>
                      <a:pt x="3895" y="6483"/>
                      <a:pt x="3717" y="6480"/>
                      <a:pt x="3538" y="6480"/>
                    </a:cubicBezTo>
                    <a:cubicBezTo>
                      <a:pt x="3355" y="6478"/>
                      <a:pt x="3173" y="6475"/>
                      <a:pt x="2985" y="6473"/>
                    </a:cubicBezTo>
                    <a:cubicBezTo>
                      <a:pt x="2803" y="6470"/>
                      <a:pt x="2618" y="6470"/>
                      <a:pt x="2430" y="6470"/>
                    </a:cubicBezTo>
                    <a:cubicBezTo>
                      <a:pt x="1070" y="6460"/>
                      <a:pt x="1070" y="6460"/>
                      <a:pt x="500" y="6175"/>
                    </a:cubicBezTo>
                    <a:cubicBezTo>
                      <a:pt x="960" y="5220"/>
                      <a:pt x="960" y="5220"/>
                      <a:pt x="1283" y="4848"/>
                    </a:cubicBezTo>
                    <a:cubicBezTo>
                      <a:pt x="1717" y="4005"/>
                      <a:pt x="1538" y="3013"/>
                      <a:pt x="1438" y="2098"/>
                    </a:cubicBezTo>
                    <a:cubicBezTo>
                      <a:pt x="1180" y="1513"/>
                      <a:pt x="815" y="1440"/>
                      <a:pt x="250" y="1175"/>
                    </a:cubicBezTo>
                    <a:cubicBezTo>
                      <a:pt x="62" y="768"/>
                      <a:pt x="62" y="768"/>
                      <a:pt x="0" y="425"/>
                    </a:cubicBezTo>
                    <a:cubicBezTo>
                      <a:pt x="852" y="0"/>
                      <a:pt x="1798" y="128"/>
                      <a:pt x="2735" y="128"/>
                    </a:cubicBezTo>
                    <a:close/>
                    <a:moveTo>
                      <a:pt x="1250" y="675"/>
                    </a:moveTo>
                    <a:cubicBezTo>
                      <a:pt x="1250" y="1425"/>
                      <a:pt x="1250" y="1425"/>
                      <a:pt x="1640" y="1955"/>
                    </a:cubicBezTo>
                    <a:cubicBezTo>
                      <a:pt x="2158" y="2750"/>
                      <a:pt x="1977" y="3480"/>
                      <a:pt x="1832" y="4378"/>
                    </a:cubicBezTo>
                    <a:cubicBezTo>
                      <a:pt x="1755" y="4903"/>
                      <a:pt x="1738" y="5395"/>
                      <a:pt x="1750" y="5925"/>
                    </a:cubicBezTo>
                    <a:cubicBezTo>
                      <a:pt x="2283" y="5938"/>
                      <a:pt x="2812" y="5948"/>
                      <a:pt x="3345" y="5955"/>
                    </a:cubicBezTo>
                    <a:cubicBezTo>
                      <a:pt x="3495" y="5960"/>
                      <a:pt x="3645" y="5965"/>
                      <a:pt x="3803" y="5968"/>
                    </a:cubicBezTo>
                    <a:cubicBezTo>
                      <a:pt x="3947" y="5970"/>
                      <a:pt x="4092" y="5973"/>
                      <a:pt x="4240" y="5973"/>
                    </a:cubicBezTo>
                    <a:cubicBezTo>
                      <a:pt x="4308" y="5975"/>
                      <a:pt x="4308" y="5975"/>
                      <a:pt x="4645" y="5980"/>
                    </a:cubicBezTo>
                    <a:cubicBezTo>
                      <a:pt x="5000" y="5925"/>
                      <a:pt x="5000" y="5925"/>
                      <a:pt x="5500" y="5425"/>
                    </a:cubicBezTo>
                    <a:cubicBezTo>
                      <a:pt x="5565" y="5013"/>
                      <a:pt x="5565" y="5013"/>
                      <a:pt x="5567" y="4528"/>
                    </a:cubicBezTo>
                    <a:cubicBezTo>
                      <a:pt x="5567" y="4353"/>
                      <a:pt x="5567" y="4175"/>
                      <a:pt x="5570" y="3995"/>
                    </a:cubicBezTo>
                    <a:cubicBezTo>
                      <a:pt x="5567" y="3812"/>
                      <a:pt x="5565" y="3630"/>
                      <a:pt x="5562" y="3440"/>
                    </a:cubicBezTo>
                    <a:cubicBezTo>
                      <a:pt x="5565" y="3258"/>
                      <a:pt x="5567" y="3075"/>
                      <a:pt x="5570" y="2888"/>
                    </a:cubicBezTo>
                    <a:cubicBezTo>
                      <a:pt x="5567" y="2800"/>
                      <a:pt x="5567" y="2800"/>
                      <a:pt x="5567" y="2355"/>
                    </a:cubicBezTo>
                    <a:cubicBezTo>
                      <a:pt x="5567" y="2195"/>
                      <a:pt x="5565" y="2035"/>
                      <a:pt x="5565" y="1870"/>
                    </a:cubicBezTo>
                    <a:cubicBezTo>
                      <a:pt x="5488" y="1335"/>
                      <a:pt x="5368" y="1068"/>
                      <a:pt x="5000" y="675"/>
                    </a:cubicBezTo>
                    <a:cubicBezTo>
                      <a:pt x="4600" y="590"/>
                      <a:pt x="4600" y="590"/>
                      <a:pt x="4133" y="600"/>
                    </a:cubicBezTo>
                    <a:cubicBezTo>
                      <a:pt x="3965" y="603"/>
                      <a:pt x="3798" y="605"/>
                      <a:pt x="3623" y="608"/>
                    </a:cubicBezTo>
                    <a:cubicBezTo>
                      <a:pt x="3538" y="613"/>
                      <a:pt x="3538" y="613"/>
                      <a:pt x="3095" y="628"/>
                    </a:cubicBezTo>
                    <a:cubicBezTo>
                      <a:pt x="2918" y="630"/>
                      <a:pt x="2740" y="635"/>
                      <a:pt x="2560" y="638"/>
                    </a:cubicBezTo>
                    <a:cubicBezTo>
                      <a:pt x="2123" y="648"/>
                      <a:pt x="1688" y="660"/>
                      <a:pt x="1250" y="675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09" name="robot vector"/>
              <p:cNvSpPr/>
              <p:nvPr/>
            </p:nvSpPr>
            <p:spPr>
              <a:xfrm>
                <a:off x="6643122" y="8058007"/>
                <a:ext cx="29718" cy="42040"/>
              </a:xfrm>
              <a:custGeom>
                <a:avLst/>
                <a:gdLst/>
                <a:ahLst/>
                <a:cxnLst/>
                <a:rect l="0" t="0" r="r" b="b"/>
                <a:pathLst>
                  <a:path w="3250" h="4597" fill="norm" stroke="0">
                    <a:moveTo>
                      <a:pt x="890" y="0"/>
                    </a:moveTo>
                    <a:cubicBezTo>
                      <a:pt x="990" y="3"/>
                      <a:pt x="990" y="3"/>
                      <a:pt x="1500" y="15"/>
                    </a:cubicBezTo>
                    <a:cubicBezTo>
                      <a:pt x="1585" y="173"/>
                      <a:pt x="1668" y="330"/>
                      <a:pt x="1755" y="490"/>
                    </a:cubicBezTo>
                    <a:cubicBezTo>
                      <a:pt x="1867" y="695"/>
                      <a:pt x="1977" y="900"/>
                      <a:pt x="2092" y="1110"/>
                    </a:cubicBezTo>
                    <a:cubicBezTo>
                      <a:pt x="2202" y="1312"/>
                      <a:pt x="2312" y="1515"/>
                      <a:pt x="2428" y="1725"/>
                    </a:cubicBezTo>
                    <a:cubicBezTo>
                      <a:pt x="2750" y="2265"/>
                      <a:pt x="2750" y="2265"/>
                      <a:pt x="3250" y="2765"/>
                    </a:cubicBezTo>
                    <a:cubicBezTo>
                      <a:pt x="3200" y="3428"/>
                      <a:pt x="3153" y="3855"/>
                      <a:pt x="2688" y="4345"/>
                    </a:cubicBezTo>
                    <a:cubicBezTo>
                      <a:pt x="2085" y="4580"/>
                      <a:pt x="1640" y="4597"/>
                      <a:pt x="1000" y="4515"/>
                    </a:cubicBezTo>
                    <a:cubicBezTo>
                      <a:pt x="575" y="4013"/>
                      <a:pt x="423" y="3580"/>
                      <a:pt x="332" y="2935"/>
                    </a:cubicBezTo>
                    <a:cubicBezTo>
                      <a:pt x="310" y="2780"/>
                      <a:pt x="288" y="2628"/>
                      <a:pt x="265" y="2467"/>
                    </a:cubicBezTo>
                    <a:cubicBezTo>
                      <a:pt x="245" y="2308"/>
                      <a:pt x="225" y="2148"/>
                      <a:pt x="202" y="1985"/>
                    </a:cubicBezTo>
                    <a:cubicBezTo>
                      <a:pt x="180" y="1822"/>
                      <a:pt x="155" y="1663"/>
                      <a:pt x="130" y="1495"/>
                    </a:cubicBezTo>
                    <a:cubicBezTo>
                      <a:pt x="10" y="610"/>
                      <a:pt x="10" y="610"/>
                      <a:pt x="0" y="265"/>
                    </a:cubicBezTo>
                    <a:cubicBezTo>
                      <a:pt x="250" y="15"/>
                      <a:pt x="250" y="15"/>
                      <a:pt x="8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10" name="robot vector"/>
              <p:cNvSpPr/>
              <p:nvPr/>
            </p:nvSpPr>
            <p:spPr>
              <a:xfrm>
                <a:off x="6471643" y="8216226"/>
                <a:ext cx="69380" cy="34884"/>
              </a:xfrm>
              <a:custGeom>
                <a:avLst/>
                <a:gdLst/>
                <a:ahLst/>
                <a:cxnLst/>
                <a:rect l="0" t="0" r="r" b="b"/>
                <a:pathLst>
                  <a:path w="7587" h="3815" fill="norm" stroke="0">
                    <a:moveTo>
                      <a:pt x="3312" y="153"/>
                    </a:moveTo>
                    <a:cubicBezTo>
                      <a:pt x="3735" y="150"/>
                      <a:pt x="4155" y="143"/>
                      <a:pt x="4577" y="135"/>
                    </a:cubicBezTo>
                    <a:cubicBezTo>
                      <a:pt x="4847" y="133"/>
                      <a:pt x="5115" y="133"/>
                      <a:pt x="5385" y="130"/>
                    </a:cubicBezTo>
                    <a:cubicBezTo>
                      <a:pt x="5628" y="128"/>
                      <a:pt x="5872" y="125"/>
                      <a:pt x="6125" y="123"/>
                    </a:cubicBezTo>
                    <a:cubicBezTo>
                      <a:pt x="6753" y="212"/>
                      <a:pt x="6753" y="212"/>
                      <a:pt x="7210" y="562"/>
                    </a:cubicBezTo>
                    <a:cubicBezTo>
                      <a:pt x="7587" y="1080"/>
                      <a:pt x="7572" y="1332"/>
                      <a:pt x="7487" y="1962"/>
                    </a:cubicBezTo>
                    <a:cubicBezTo>
                      <a:pt x="7467" y="2133"/>
                      <a:pt x="7450" y="2303"/>
                      <a:pt x="7430" y="2478"/>
                    </a:cubicBezTo>
                    <a:cubicBezTo>
                      <a:pt x="7168" y="3192"/>
                      <a:pt x="6940" y="3368"/>
                      <a:pt x="6253" y="3712"/>
                    </a:cubicBezTo>
                    <a:cubicBezTo>
                      <a:pt x="5460" y="3815"/>
                      <a:pt x="4678" y="3805"/>
                      <a:pt x="3878" y="3790"/>
                    </a:cubicBezTo>
                    <a:cubicBezTo>
                      <a:pt x="3665" y="3793"/>
                      <a:pt x="3450" y="3793"/>
                      <a:pt x="3230" y="3793"/>
                    </a:cubicBezTo>
                    <a:cubicBezTo>
                      <a:pt x="2180" y="3785"/>
                      <a:pt x="1418" y="3778"/>
                      <a:pt x="503" y="3212"/>
                    </a:cubicBezTo>
                    <a:cubicBezTo>
                      <a:pt x="288" y="2753"/>
                      <a:pt x="288" y="2753"/>
                      <a:pt x="175" y="2228"/>
                    </a:cubicBezTo>
                    <a:cubicBezTo>
                      <a:pt x="135" y="2055"/>
                      <a:pt x="95" y="1883"/>
                      <a:pt x="53" y="1705"/>
                    </a:cubicBezTo>
                    <a:cubicBezTo>
                      <a:pt x="0" y="1195"/>
                      <a:pt x="20" y="918"/>
                      <a:pt x="253" y="462"/>
                    </a:cubicBezTo>
                    <a:cubicBezTo>
                      <a:pt x="1175" y="0"/>
                      <a:pt x="2293" y="155"/>
                      <a:pt x="3312" y="153"/>
                    </a:cubicBezTo>
                    <a:close/>
                    <a:moveTo>
                      <a:pt x="1003" y="712"/>
                    </a:moveTo>
                    <a:cubicBezTo>
                      <a:pt x="740" y="1170"/>
                      <a:pt x="740" y="1170"/>
                      <a:pt x="503" y="1712"/>
                    </a:cubicBezTo>
                    <a:cubicBezTo>
                      <a:pt x="827" y="2788"/>
                      <a:pt x="827" y="2788"/>
                      <a:pt x="1253" y="3212"/>
                    </a:cubicBezTo>
                    <a:cubicBezTo>
                      <a:pt x="1643" y="3235"/>
                      <a:pt x="2035" y="3240"/>
                      <a:pt x="2425" y="3238"/>
                    </a:cubicBezTo>
                    <a:cubicBezTo>
                      <a:pt x="2663" y="3235"/>
                      <a:pt x="2898" y="3235"/>
                      <a:pt x="3140" y="3235"/>
                    </a:cubicBezTo>
                    <a:cubicBezTo>
                      <a:pt x="3393" y="3233"/>
                      <a:pt x="3643" y="3230"/>
                      <a:pt x="3893" y="3228"/>
                    </a:cubicBezTo>
                    <a:cubicBezTo>
                      <a:pt x="4145" y="3228"/>
                      <a:pt x="4398" y="3225"/>
                      <a:pt x="4648" y="3225"/>
                    </a:cubicBezTo>
                    <a:cubicBezTo>
                      <a:pt x="5268" y="3223"/>
                      <a:pt x="5885" y="3218"/>
                      <a:pt x="6503" y="3212"/>
                    </a:cubicBezTo>
                    <a:cubicBezTo>
                      <a:pt x="6600" y="2938"/>
                      <a:pt x="6692" y="2663"/>
                      <a:pt x="6785" y="2385"/>
                    </a:cubicBezTo>
                    <a:cubicBezTo>
                      <a:pt x="6835" y="2230"/>
                      <a:pt x="6888" y="2077"/>
                      <a:pt x="6942" y="1918"/>
                    </a:cubicBezTo>
                    <a:cubicBezTo>
                      <a:pt x="7003" y="1462"/>
                      <a:pt x="7003" y="1462"/>
                      <a:pt x="6845" y="1035"/>
                    </a:cubicBezTo>
                    <a:cubicBezTo>
                      <a:pt x="6332" y="553"/>
                      <a:pt x="5942" y="628"/>
                      <a:pt x="5250" y="640"/>
                    </a:cubicBezTo>
                    <a:cubicBezTo>
                      <a:pt x="5005" y="643"/>
                      <a:pt x="4758" y="645"/>
                      <a:pt x="4503" y="648"/>
                    </a:cubicBezTo>
                    <a:cubicBezTo>
                      <a:pt x="4242" y="653"/>
                      <a:pt x="3982" y="660"/>
                      <a:pt x="3722" y="665"/>
                    </a:cubicBezTo>
                    <a:cubicBezTo>
                      <a:pt x="3457" y="670"/>
                      <a:pt x="3195" y="673"/>
                      <a:pt x="2933" y="675"/>
                    </a:cubicBezTo>
                    <a:cubicBezTo>
                      <a:pt x="2290" y="685"/>
                      <a:pt x="1645" y="697"/>
                      <a:pt x="1003" y="71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11" name="robot vector"/>
              <p:cNvSpPr/>
              <p:nvPr/>
            </p:nvSpPr>
            <p:spPr>
              <a:xfrm>
                <a:off x="6573827" y="7680960"/>
                <a:ext cx="30427" cy="80010"/>
              </a:xfrm>
              <a:custGeom>
                <a:avLst/>
                <a:gdLst/>
                <a:ahLst/>
                <a:cxnLst/>
                <a:rect l="0" t="0" r="r" b="b"/>
                <a:pathLst>
                  <a:path w="3327" h="8750" fill="norm" stroke="0">
                    <a:moveTo>
                      <a:pt x="827" y="0"/>
                    </a:moveTo>
                    <a:cubicBezTo>
                      <a:pt x="992" y="0"/>
                      <a:pt x="1158" y="0"/>
                      <a:pt x="1327" y="0"/>
                    </a:cubicBezTo>
                    <a:cubicBezTo>
                      <a:pt x="1327" y="330"/>
                      <a:pt x="1327" y="660"/>
                      <a:pt x="1327" y="1000"/>
                    </a:cubicBezTo>
                    <a:cubicBezTo>
                      <a:pt x="1445" y="975"/>
                      <a:pt x="1445" y="975"/>
                      <a:pt x="2048" y="845"/>
                    </a:cubicBezTo>
                    <a:cubicBezTo>
                      <a:pt x="2450" y="755"/>
                      <a:pt x="2450" y="755"/>
                      <a:pt x="2827" y="750"/>
                    </a:cubicBezTo>
                    <a:cubicBezTo>
                      <a:pt x="2992" y="915"/>
                      <a:pt x="3158" y="1080"/>
                      <a:pt x="3327" y="1250"/>
                    </a:cubicBezTo>
                    <a:cubicBezTo>
                      <a:pt x="3232" y="1905"/>
                      <a:pt x="3232" y="1905"/>
                      <a:pt x="3077" y="2500"/>
                    </a:cubicBezTo>
                    <a:cubicBezTo>
                      <a:pt x="2617" y="2697"/>
                      <a:pt x="2398" y="2768"/>
                      <a:pt x="1905" y="2640"/>
                    </a:cubicBezTo>
                    <a:cubicBezTo>
                      <a:pt x="1798" y="2595"/>
                      <a:pt x="1690" y="2548"/>
                      <a:pt x="1577" y="2500"/>
                    </a:cubicBezTo>
                    <a:cubicBezTo>
                      <a:pt x="1645" y="2670"/>
                      <a:pt x="1712" y="2840"/>
                      <a:pt x="1780" y="3015"/>
                    </a:cubicBezTo>
                    <a:cubicBezTo>
                      <a:pt x="1825" y="3133"/>
                      <a:pt x="1870" y="3247"/>
                      <a:pt x="1918" y="3367"/>
                    </a:cubicBezTo>
                    <a:cubicBezTo>
                      <a:pt x="2077" y="3750"/>
                      <a:pt x="2077" y="3750"/>
                      <a:pt x="2270" y="4107"/>
                    </a:cubicBezTo>
                    <a:cubicBezTo>
                      <a:pt x="3015" y="5575"/>
                      <a:pt x="3007" y="7138"/>
                      <a:pt x="3077" y="8750"/>
                    </a:cubicBezTo>
                    <a:cubicBezTo>
                      <a:pt x="2995" y="8750"/>
                      <a:pt x="2913" y="8750"/>
                      <a:pt x="2827" y="8750"/>
                    </a:cubicBezTo>
                    <a:cubicBezTo>
                      <a:pt x="2815" y="8690"/>
                      <a:pt x="2815" y="8690"/>
                      <a:pt x="2755" y="8383"/>
                    </a:cubicBezTo>
                    <a:cubicBezTo>
                      <a:pt x="2643" y="7827"/>
                      <a:pt x="2525" y="7273"/>
                      <a:pt x="2405" y="6720"/>
                    </a:cubicBezTo>
                    <a:cubicBezTo>
                      <a:pt x="2367" y="6528"/>
                      <a:pt x="2330" y="6337"/>
                      <a:pt x="2293" y="6143"/>
                    </a:cubicBezTo>
                    <a:cubicBezTo>
                      <a:pt x="2035" y="4972"/>
                      <a:pt x="1710" y="4195"/>
                      <a:pt x="880" y="3322"/>
                    </a:cubicBezTo>
                    <a:cubicBezTo>
                      <a:pt x="365" y="2773"/>
                      <a:pt x="97" y="2400"/>
                      <a:pt x="0" y="1640"/>
                    </a:cubicBezTo>
                    <a:cubicBezTo>
                      <a:pt x="92" y="880"/>
                      <a:pt x="300" y="548"/>
                      <a:pt x="827" y="0"/>
                    </a:cubicBezTo>
                    <a:close/>
                  </a:path>
                </a:pathLst>
              </a:custGeom>
              <a:solidFill>
                <a:srgbClr val="C1B493"/>
              </a:solidFill>
              <a:ln w="0">
                <a:noFill/>
              </a:ln>
            </p:spPr>
          </p:sp>
          <p:sp>
            <p:nvSpPr>
              <p:cNvPr id="812" name="robot vector"/>
              <p:cNvSpPr/>
              <p:nvPr/>
            </p:nvSpPr>
            <p:spPr>
              <a:xfrm>
                <a:off x="6708381" y="8234172"/>
                <a:ext cx="17351" cy="43525"/>
              </a:xfrm>
              <a:custGeom>
                <a:avLst/>
                <a:gdLst/>
                <a:ahLst/>
                <a:cxnLst/>
                <a:rect l="0" t="0" r="r" b="b"/>
                <a:pathLst>
                  <a:path w="1897" h="4760" fill="norm" stroke="0">
                    <a:moveTo>
                      <a:pt x="362" y="0"/>
                    </a:moveTo>
                    <a:cubicBezTo>
                      <a:pt x="1582" y="220"/>
                      <a:pt x="1582" y="220"/>
                      <a:pt x="1862" y="500"/>
                    </a:cubicBezTo>
                    <a:cubicBezTo>
                      <a:pt x="1887" y="1030"/>
                      <a:pt x="1897" y="1550"/>
                      <a:pt x="1892" y="2077"/>
                    </a:cubicBezTo>
                    <a:cubicBezTo>
                      <a:pt x="1895" y="2222"/>
                      <a:pt x="1895" y="2370"/>
                      <a:pt x="1897" y="2520"/>
                    </a:cubicBezTo>
                    <a:cubicBezTo>
                      <a:pt x="1895" y="3303"/>
                      <a:pt x="1847" y="3995"/>
                      <a:pt x="1612" y="4750"/>
                    </a:cubicBezTo>
                    <a:cubicBezTo>
                      <a:pt x="1195" y="4760"/>
                      <a:pt x="780" y="4760"/>
                      <a:pt x="362" y="4750"/>
                    </a:cubicBezTo>
                    <a:cubicBezTo>
                      <a:pt x="0" y="4388"/>
                      <a:pt x="80" y="4122"/>
                      <a:pt x="80" y="3618"/>
                    </a:cubicBezTo>
                    <a:cubicBezTo>
                      <a:pt x="80" y="3440"/>
                      <a:pt x="77" y="3263"/>
                      <a:pt x="77" y="3080"/>
                    </a:cubicBezTo>
                    <a:cubicBezTo>
                      <a:pt x="80" y="2895"/>
                      <a:pt x="80" y="2707"/>
                      <a:pt x="82" y="2515"/>
                    </a:cubicBezTo>
                    <a:cubicBezTo>
                      <a:pt x="80" y="2330"/>
                      <a:pt x="80" y="2145"/>
                      <a:pt x="77" y="1952"/>
                    </a:cubicBezTo>
                    <a:cubicBezTo>
                      <a:pt x="77" y="1775"/>
                      <a:pt x="80" y="1597"/>
                      <a:pt x="80" y="1415"/>
                    </a:cubicBezTo>
                    <a:cubicBezTo>
                      <a:pt x="80" y="1253"/>
                      <a:pt x="80" y="1087"/>
                      <a:pt x="80" y="920"/>
                    </a:cubicBezTo>
                    <a:cubicBezTo>
                      <a:pt x="112" y="500"/>
                      <a:pt x="112" y="500"/>
                      <a:pt x="362" y="0"/>
                    </a:cubicBezTo>
                    <a:close/>
                  </a:path>
                </a:pathLst>
              </a:custGeom>
              <a:solidFill>
                <a:srgbClr val="736C5A"/>
              </a:solidFill>
              <a:ln w="0">
                <a:noFill/>
              </a:ln>
            </p:spPr>
          </p:sp>
          <p:sp>
            <p:nvSpPr>
              <p:cNvPr id="813" name="robot vector"/>
              <p:cNvSpPr/>
              <p:nvPr/>
            </p:nvSpPr>
            <p:spPr>
              <a:xfrm>
                <a:off x="6279642" y="8058150"/>
                <a:ext cx="61973" cy="38565"/>
              </a:xfrm>
              <a:custGeom>
                <a:avLst/>
                <a:gdLst/>
                <a:ahLst/>
                <a:cxnLst/>
                <a:rect l="0" t="0" r="r" b="b"/>
                <a:pathLst>
                  <a:path w="6778" h="4217" fill="norm" stroke="0">
                    <a:moveTo>
                      <a:pt x="1750" y="0"/>
                    </a:moveTo>
                    <a:cubicBezTo>
                      <a:pt x="2832" y="173"/>
                      <a:pt x="3800" y="523"/>
                      <a:pt x="4812" y="938"/>
                    </a:cubicBezTo>
                    <a:cubicBezTo>
                      <a:pt x="4972" y="997"/>
                      <a:pt x="5130" y="1058"/>
                      <a:pt x="5295" y="1120"/>
                    </a:cubicBezTo>
                    <a:cubicBezTo>
                      <a:pt x="6425" y="1585"/>
                      <a:pt x="6425" y="1585"/>
                      <a:pt x="6778" y="2362"/>
                    </a:cubicBezTo>
                    <a:cubicBezTo>
                      <a:pt x="6750" y="3000"/>
                      <a:pt x="6750" y="3000"/>
                      <a:pt x="6510" y="3570"/>
                    </a:cubicBezTo>
                    <a:cubicBezTo>
                      <a:pt x="5742" y="4217"/>
                      <a:pt x="5053" y="4150"/>
                      <a:pt x="4077" y="4125"/>
                    </a:cubicBezTo>
                    <a:cubicBezTo>
                      <a:pt x="3900" y="4122"/>
                      <a:pt x="3720" y="4120"/>
                      <a:pt x="3535" y="4120"/>
                    </a:cubicBezTo>
                    <a:cubicBezTo>
                      <a:pt x="2180" y="4075"/>
                      <a:pt x="1110" y="3817"/>
                      <a:pt x="0" y="3000"/>
                    </a:cubicBezTo>
                    <a:cubicBezTo>
                      <a:pt x="80" y="1670"/>
                      <a:pt x="862" y="940"/>
                      <a:pt x="1750" y="0"/>
                    </a:cubicBezTo>
                    <a:close/>
                    <a:moveTo>
                      <a:pt x="2000" y="500"/>
                    </a:moveTo>
                    <a:cubicBezTo>
                      <a:pt x="1795" y="695"/>
                      <a:pt x="1590" y="893"/>
                      <a:pt x="1388" y="1090"/>
                    </a:cubicBezTo>
                    <a:cubicBezTo>
                      <a:pt x="1330" y="1143"/>
                      <a:pt x="1330" y="1143"/>
                      <a:pt x="1043" y="1420"/>
                    </a:cubicBezTo>
                    <a:cubicBezTo>
                      <a:pt x="673" y="1837"/>
                      <a:pt x="560" y="2200"/>
                      <a:pt x="500" y="2750"/>
                    </a:cubicBezTo>
                    <a:cubicBezTo>
                      <a:pt x="1690" y="3450"/>
                      <a:pt x="2567" y="3612"/>
                      <a:pt x="3938" y="3577"/>
                    </a:cubicBezTo>
                    <a:cubicBezTo>
                      <a:pt x="4105" y="3580"/>
                      <a:pt x="4273" y="3580"/>
                      <a:pt x="4447" y="3580"/>
                    </a:cubicBezTo>
                    <a:cubicBezTo>
                      <a:pt x="5683" y="3567"/>
                      <a:pt x="5683" y="3567"/>
                      <a:pt x="6250" y="3000"/>
                    </a:cubicBezTo>
                    <a:cubicBezTo>
                      <a:pt x="6212" y="2495"/>
                      <a:pt x="6212" y="2495"/>
                      <a:pt x="6000" y="2000"/>
                    </a:cubicBezTo>
                    <a:cubicBezTo>
                      <a:pt x="5605" y="1750"/>
                      <a:pt x="5605" y="1750"/>
                      <a:pt x="5100" y="1575"/>
                    </a:cubicBezTo>
                    <a:cubicBezTo>
                      <a:pt x="4920" y="1510"/>
                      <a:pt x="4742" y="1445"/>
                      <a:pt x="4555" y="1380"/>
                    </a:cubicBezTo>
                    <a:cubicBezTo>
                      <a:pt x="4367" y="1315"/>
                      <a:pt x="4180" y="1253"/>
                      <a:pt x="3985" y="1188"/>
                    </a:cubicBezTo>
                    <a:cubicBezTo>
                      <a:pt x="3890" y="1155"/>
                      <a:pt x="3890" y="1155"/>
                      <a:pt x="3410" y="985"/>
                    </a:cubicBezTo>
                    <a:cubicBezTo>
                      <a:pt x="2940" y="820"/>
                      <a:pt x="2470" y="658"/>
                      <a:pt x="2000" y="50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14" name="robot vector"/>
              <p:cNvSpPr/>
              <p:nvPr/>
            </p:nvSpPr>
            <p:spPr>
              <a:xfrm>
                <a:off x="6601968" y="7991262"/>
                <a:ext cx="57150" cy="49698"/>
              </a:xfrm>
              <a:custGeom>
                <a:avLst/>
                <a:gdLst/>
                <a:ahLst/>
                <a:cxnLst/>
                <a:rect l="0" t="0" r="r" b="b"/>
                <a:pathLst>
                  <a:path w="6250" h="5435" fill="norm" stroke="0">
                    <a:moveTo>
                      <a:pt x="6250" y="65"/>
                    </a:moveTo>
                    <a:cubicBezTo>
                      <a:pt x="6180" y="800"/>
                      <a:pt x="6107" y="1535"/>
                      <a:pt x="6030" y="2268"/>
                    </a:cubicBezTo>
                    <a:cubicBezTo>
                      <a:pt x="6023" y="2373"/>
                      <a:pt x="6023" y="2373"/>
                      <a:pt x="5972" y="2900"/>
                    </a:cubicBezTo>
                    <a:cubicBezTo>
                      <a:pt x="5950" y="3100"/>
                      <a:pt x="5930" y="3300"/>
                      <a:pt x="5908" y="3508"/>
                    </a:cubicBezTo>
                    <a:cubicBezTo>
                      <a:pt x="5900" y="3600"/>
                      <a:pt x="5900" y="3600"/>
                      <a:pt x="5852" y="4068"/>
                    </a:cubicBezTo>
                    <a:cubicBezTo>
                      <a:pt x="5742" y="4603"/>
                      <a:pt x="5610" y="4905"/>
                      <a:pt x="5250" y="5315"/>
                    </a:cubicBezTo>
                    <a:cubicBezTo>
                      <a:pt x="4663" y="5435"/>
                      <a:pt x="4663" y="5435"/>
                      <a:pt x="4000" y="5315"/>
                    </a:cubicBezTo>
                    <a:cubicBezTo>
                      <a:pt x="3565" y="4975"/>
                      <a:pt x="3245" y="4562"/>
                      <a:pt x="2905" y="4128"/>
                    </a:cubicBezTo>
                    <a:cubicBezTo>
                      <a:pt x="2050" y="3098"/>
                      <a:pt x="1253" y="2355"/>
                      <a:pt x="0" y="1815"/>
                    </a:cubicBezTo>
                    <a:cubicBezTo>
                      <a:pt x="0" y="1650"/>
                      <a:pt x="0" y="1485"/>
                      <a:pt x="0" y="1315"/>
                    </a:cubicBezTo>
                    <a:cubicBezTo>
                      <a:pt x="107" y="1305"/>
                      <a:pt x="215" y="1293"/>
                      <a:pt x="325" y="1280"/>
                    </a:cubicBezTo>
                    <a:cubicBezTo>
                      <a:pt x="815" y="1228"/>
                      <a:pt x="1305" y="1170"/>
                      <a:pt x="1798" y="1113"/>
                    </a:cubicBezTo>
                    <a:cubicBezTo>
                      <a:pt x="1965" y="1095"/>
                      <a:pt x="2133" y="1078"/>
                      <a:pt x="2308" y="1058"/>
                    </a:cubicBezTo>
                    <a:cubicBezTo>
                      <a:pt x="3105" y="963"/>
                      <a:pt x="3742" y="873"/>
                      <a:pt x="4420" y="423"/>
                    </a:cubicBezTo>
                    <a:cubicBezTo>
                      <a:pt x="5090" y="10"/>
                      <a:pt x="5477" y="0"/>
                      <a:pt x="6250" y="65"/>
                    </a:cubicBezTo>
                    <a:close/>
                    <a:moveTo>
                      <a:pt x="4683" y="798"/>
                    </a:moveTo>
                    <a:cubicBezTo>
                      <a:pt x="4097" y="1160"/>
                      <a:pt x="3497" y="1240"/>
                      <a:pt x="2827" y="1345"/>
                    </a:cubicBezTo>
                    <a:cubicBezTo>
                      <a:pt x="2765" y="1358"/>
                      <a:pt x="2765" y="1358"/>
                      <a:pt x="2440" y="1413"/>
                    </a:cubicBezTo>
                    <a:cubicBezTo>
                      <a:pt x="2128" y="1465"/>
                      <a:pt x="1815" y="1515"/>
                      <a:pt x="1500" y="1565"/>
                    </a:cubicBezTo>
                    <a:cubicBezTo>
                      <a:pt x="1800" y="2218"/>
                      <a:pt x="2082" y="2703"/>
                      <a:pt x="2610" y="3190"/>
                    </a:cubicBezTo>
                    <a:cubicBezTo>
                      <a:pt x="3138" y="3695"/>
                      <a:pt x="3580" y="4218"/>
                      <a:pt x="4000" y="4815"/>
                    </a:cubicBezTo>
                    <a:cubicBezTo>
                      <a:pt x="4413" y="4733"/>
                      <a:pt x="4825" y="4650"/>
                      <a:pt x="5250" y="4565"/>
                    </a:cubicBezTo>
                    <a:cubicBezTo>
                      <a:pt x="5480" y="3220"/>
                      <a:pt x="5528" y="1930"/>
                      <a:pt x="5500" y="565"/>
                    </a:cubicBezTo>
                    <a:cubicBezTo>
                      <a:pt x="5000" y="565"/>
                      <a:pt x="5000" y="565"/>
                      <a:pt x="4683" y="79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15" name="robot vector"/>
              <p:cNvSpPr/>
              <p:nvPr/>
            </p:nvSpPr>
            <p:spPr>
              <a:xfrm>
                <a:off x="6249055" y="8105264"/>
                <a:ext cx="30587" cy="37468"/>
              </a:xfrm>
              <a:custGeom>
                <a:avLst/>
                <a:gdLst/>
                <a:ahLst/>
                <a:cxnLst/>
                <a:rect l="0" t="0" r="r" b="b"/>
                <a:pathLst>
                  <a:path w="3345" h="4097" fill="norm" stroke="0">
                    <a:moveTo>
                      <a:pt x="3095" y="97"/>
                    </a:moveTo>
                    <a:cubicBezTo>
                      <a:pt x="3245" y="423"/>
                      <a:pt x="3245" y="423"/>
                      <a:pt x="3345" y="847"/>
                    </a:cubicBezTo>
                    <a:cubicBezTo>
                      <a:pt x="3190" y="1230"/>
                      <a:pt x="3190" y="1230"/>
                      <a:pt x="2933" y="1632"/>
                    </a:cubicBezTo>
                    <a:cubicBezTo>
                      <a:pt x="2840" y="1775"/>
                      <a:pt x="2750" y="1920"/>
                      <a:pt x="2655" y="2067"/>
                    </a:cubicBezTo>
                    <a:cubicBezTo>
                      <a:pt x="2558" y="2217"/>
                      <a:pt x="2460" y="2365"/>
                      <a:pt x="2360" y="2520"/>
                    </a:cubicBezTo>
                    <a:cubicBezTo>
                      <a:pt x="2265" y="2670"/>
                      <a:pt x="2168" y="2822"/>
                      <a:pt x="2067" y="2980"/>
                    </a:cubicBezTo>
                    <a:cubicBezTo>
                      <a:pt x="1830" y="3352"/>
                      <a:pt x="1587" y="3725"/>
                      <a:pt x="1345" y="4097"/>
                    </a:cubicBezTo>
                    <a:cubicBezTo>
                      <a:pt x="1015" y="4015"/>
                      <a:pt x="685" y="3933"/>
                      <a:pt x="345" y="3847"/>
                    </a:cubicBezTo>
                    <a:cubicBezTo>
                      <a:pt x="0" y="2812"/>
                      <a:pt x="153" y="2190"/>
                      <a:pt x="608" y="1242"/>
                    </a:cubicBezTo>
                    <a:cubicBezTo>
                      <a:pt x="1238" y="192"/>
                      <a:pt x="1915" y="0"/>
                      <a:pt x="3095" y="97"/>
                    </a:cubicBezTo>
                    <a:close/>
                  </a:path>
                </a:pathLst>
              </a:custGeom>
              <a:solidFill>
                <a:srgbClr val="D5CBB5"/>
              </a:solidFill>
              <a:ln w="0">
                <a:noFill/>
              </a:ln>
            </p:spPr>
          </p:sp>
          <p:sp>
            <p:nvSpPr>
              <p:cNvPr id="816" name="robot vector"/>
              <p:cNvSpPr/>
              <p:nvPr/>
            </p:nvSpPr>
            <p:spPr>
              <a:xfrm>
                <a:off x="6311646" y="8033576"/>
                <a:ext cx="36576" cy="24574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688" fill="norm" stroke="0">
                    <a:moveTo>
                      <a:pt x="500" y="188"/>
                    </a:moveTo>
                    <a:cubicBezTo>
                      <a:pt x="2403" y="0"/>
                      <a:pt x="2403" y="0"/>
                      <a:pt x="3188" y="423"/>
                    </a:cubicBezTo>
                    <a:cubicBezTo>
                      <a:pt x="3543" y="745"/>
                      <a:pt x="3783" y="1008"/>
                      <a:pt x="4000" y="1438"/>
                    </a:cubicBezTo>
                    <a:cubicBezTo>
                      <a:pt x="3952" y="2140"/>
                      <a:pt x="3952" y="2140"/>
                      <a:pt x="3750" y="2688"/>
                    </a:cubicBezTo>
                    <a:cubicBezTo>
                      <a:pt x="2230" y="2635"/>
                      <a:pt x="1227" y="2053"/>
                      <a:pt x="0" y="1188"/>
                    </a:cubicBezTo>
                    <a:cubicBezTo>
                      <a:pt x="165" y="857"/>
                      <a:pt x="330" y="528"/>
                      <a:pt x="500" y="188"/>
                    </a:cubicBezTo>
                    <a:close/>
                  </a:path>
                </a:pathLst>
              </a:custGeom>
              <a:solidFill>
                <a:srgbClr val="D8D0BB"/>
              </a:solidFill>
              <a:ln w="0">
                <a:noFill/>
              </a:ln>
            </p:spPr>
          </p:sp>
          <p:sp>
            <p:nvSpPr>
              <p:cNvPr id="817" name="robot vector"/>
              <p:cNvSpPr/>
              <p:nvPr/>
            </p:nvSpPr>
            <p:spPr>
              <a:xfrm>
                <a:off x="6313932" y="8110728"/>
                <a:ext cx="43434" cy="34290"/>
              </a:xfrm>
              <a:custGeom>
                <a:avLst/>
                <a:gdLst/>
                <a:ahLst/>
                <a:cxnLst/>
                <a:rect l="0" t="0" r="r" b="b"/>
                <a:pathLst>
                  <a:path w="4750" h="3750" fill="norm" stroke="0">
                    <a:moveTo>
                      <a:pt x="250" y="0"/>
                    </a:moveTo>
                    <a:cubicBezTo>
                      <a:pt x="1840" y="40"/>
                      <a:pt x="2650" y="928"/>
                      <a:pt x="3750" y="2000"/>
                    </a:cubicBezTo>
                    <a:cubicBezTo>
                      <a:pt x="3808" y="2055"/>
                      <a:pt x="3808" y="2055"/>
                      <a:pt x="4100" y="2337"/>
                    </a:cubicBezTo>
                    <a:cubicBezTo>
                      <a:pt x="4320" y="2555"/>
                      <a:pt x="4535" y="2778"/>
                      <a:pt x="4750" y="3000"/>
                    </a:cubicBezTo>
                    <a:cubicBezTo>
                      <a:pt x="4668" y="3247"/>
                      <a:pt x="4585" y="3495"/>
                      <a:pt x="4500" y="3750"/>
                    </a:cubicBezTo>
                    <a:cubicBezTo>
                      <a:pt x="3308" y="3628"/>
                      <a:pt x="2695" y="3138"/>
                      <a:pt x="1827" y="2375"/>
                    </a:cubicBezTo>
                    <a:cubicBezTo>
                      <a:pt x="1587" y="2170"/>
                      <a:pt x="1347" y="1962"/>
                      <a:pt x="1107" y="1758"/>
                    </a:cubicBezTo>
                    <a:cubicBezTo>
                      <a:pt x="1003" y="1668"/>
                      <a:pt x="898" y="1575"/>
                      <a:pt x="790" y="1480"/>
                    </a:cubicBezTo>
                    <a:cubicBezTo>
                      <a:pt x="500" y="1250"/>
                      <a:pt x="500" y="1250"/>
                      <a:pt x="0" y="1000"/>
                    </a:cubicBezTo>
                    <a:cubicBezTo>
                      <a:pt x="82" y="670"/>
                      <a:pt x="165" y="340"/>
                      <a:pt x="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18" name="robot vector"/>
              <p:cNvSpPr/>
              <p:nvPr/>
            </p:nvSpPr>
            <p:spPr>
              <a:xfrm>
                <a:off x="6726944" y="8113014"/>
                <a:ext cx="19477" cy="34724"/>
              </a:xfrm>
              <a:custGeom>
                <a:avLst/>
                <a:gdLst/>
                <a:ahLst/>
                <a:cxnLst/>
                <a:rect l="0" t="0" r="r" b="b"/>
                <a:pathLst>
                  <a:path w="2130" h="3798" fill="norm" stroke="0">
                    <a:moveTo>
                      <a:pt x="832" y="0"/>
                    </a:moveTo>
                    <a:cubicBezTo>
                      <a:pt x="1038" y="82"/>
                      <a:pt x="1038" y="82"/>
                      <a:pt x="2082" y="500"/>
                    </a:cubicBezTo>
                    <a:cubicBezTo>
                      <a:pt x="2095" y="947"/>
                      <a:pt x="2105" y="1395"/>
                      <a:pt x="2112" y="1845"/>
                    </a:cubicBezTo>
                    <a:cubicBezTo>
                      <a:pt x="2115" y="1908"/>
                      <a:pt x="2115" y="1908"/>
                      <a:pt x="2127" y="2227"/>
                    </a:cubicBezTo>
                    <a:cubicBezTo>
                      <a:pt x="2130" y="2570"/>
                      <a:pt x="2107" y="2910"/>
                      <a:pt x="2082" y="3250"/>
                    </a:cubicBezTo>
                    <a:cubicBezTo>
                      <a:pt x="1582" y="3750"/>
                      <a:pt x="1582" y="3750"/>
                      <a:pt x="942" y="3798"/>
                    </a:cubicBezTo>
                    <a:cubicBezTo>
                      <a:pt x="332" y="3750"/>
                      <a:pt x="332" y="3750"/>
                      <a:pt x="82" y="3500"/>
                    </a:cubicBezTo>
                    <a:cubicBezTo>
                      <a:pt x="45" y="3053"/>
                      <a:pt x="27" y="2605"/>
                      <a:pt x="20" y="2155"/>
                    </a:cubicBezTo>
                    <a:cubicBezTo>
                      <a:pt x="17" y="2035"/>
                      <a:pt x="17" y="2035"/>
                      <a:pt x="0" y="1415"/>
                    </a:cubicBezTo>
                    <a:cubicBezTo>
                      <a:pt x="82" y="750"/>
                      <a:pt x="82" y="750"/>
                      <a:pt x="462" y="288"/>
                    </a:cubicBezTo>
                    <a:cubicBezTo>
                      <a:pt x="585" y="192"/>
                      <a:pt x="707" y="97"/>
                      <a:pt x="832" y="0"/>
                    </a:cubicBezTo>
                    <a:close/>
                  </a:path>
                </a:pathLst>
              </a:custGeom>
              <a:solidFill>
                <a:srgbClr val="575349"/>
              </a:solidFill>
              <a:ln w="0">
                <a:noFill/>
              </a:ln>
            </p:spPr>
          </p:sp>
          <p:sp>
            <p:nvSpPr>
              <p:cNvPr id="819" name="robot vector"/>
              <p:cNvSpPr/>
              <p:nvPr/>
            </p:nvSpPr>
            <p:spPr>
              <a:xfrm>
                <a:off x="6307074" y="8028798"/>
                <a:ext cx="48920" cy="35502"/>
              </a:xfrm>
              <a:custGeom>
                <a:avLst/>
                <a:gdLst/>
                <a:ahLst/>
                <a:cxnLst/>
                <a:rect l="0" t="0" r="r" b="b"/>
                <a:pathLst>
                  <a:path w="5350" h="3883" fill="norm" stroke="0">
                    <a:moveTo>
                      <a:pt x="3500" y="210"/>
                    </a:moveTo>
                    <a:cubicBezTo>
                      <a:pt x="4072" y="480"/>
                      <a:pt x="4310" y="730"/>
                      <a:pt x="4750" y="1210"/>
                    </a:cubicBezTo>
                    <a:cubicBezTo>
                      <a:pt x="4862" y="1322"/>
                      <a:pt x="4977" y="1438"/>
                      <a:pt x="5095" y="1555"/>
                    </a:cubicBezTo>
                    <a:cubicBezTo>
                      <a:pt x="5350" y="2218"/>
                      <a:pt x="5153" y="2775"/>
                      <a:pt x="5000" y="3460"/>
                    </a:cubicBezTo>
                    <a:cubicBezTo>
                      <a:pt x="3675" y="3883"/>
                      <a:pt x="2867" y="3640"/>
                      <a:pt x="1655" y="3055"/>
                    </a:cubicBezTo>
                    <a:cubicBezTo>
                      <a:pt x="1523" y="2993"/>
                      <a:pt x="1388" y="2930"/>
                      <a:pt x="1250" y="2865"/>
                    </a:cubicBezTo>
                    <a:cubicBezTo>
                      <a:pt x="875" y="2673"/>
                      <a:pt x="562" y="2493"/>
                      <a:pt x="250" y="2210"/>
                    </a:cubicBezTo>
                    <a:cubicBezTo>
                      <a:pt x="38" y="1533"/>
                      <a:pt x="38" y="1533"/>
                      <a:pt x="0" y="960"/>
                    </a:cubicBezTo>
                    <a:cubicBezTo>
                      <a:pt x="1097" y="3"/>
                      <a:pt x="2095" y="0"/>
                      <a:pt x="3500" y="210"/>
                    </a:cubicBezTo>
                    <a:close/>
                    <a:moveTo>
                      <a:pt x="1000" y="710"/>
                    </a:moveTo>
                    <a:cubicBezTo>
                      <a:pt x="835" y="1040"/>
                      <a:pt x="670" y="1370"/>
                      <a:pt x="500" y="1710"/>
                    </a:cubicBezTo>
                    <a:cubicBezTo>
                      <a:pt x="1727" y="2575"/>
                      <a:pt x="2730" y="3158"/>
                      <a:pt x="4250" y="3210"/>
                    </a:cubicBezTo>
                    <a:cubicBezTo>
                      <a:pt x="4452" y="2663"/>
                      <a:pt x="4452" y="2663"/>
                      <a:pt x="4500" y="1960"/>
                    </a:cubicBezTo>
                    <a:cubicBezTo>
                      <a:pt x="4200" y="1368"/>
                      <a:pt x="3832" y="1023"/>
                      <a:pt x="3250" y="710"/>
                    </a:cubicBezTo>
                    <a:cubicBezTo>
                      <a:pt x="2487" y="608"/>
                      <a:pt x="1765" y="635"/>
                      <a:pt x="1000" y="71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820" name="robot vector"/>
              <p:cNvSpPr/>
              <p:nvPr/>
            </p:nvSpPr>
            <p:spPr>
              <a:xfrm>
                <a:off x="6637630" y="8053212"/>
                <a:ext cx="39776" cy="51481"/>
              </a:xfrm>
              <a:custGeom>
                <a:avLst/>
                <a:gdLst/>
                <a:ahLst/>
                <a:cxnLst/>
                <a:rect l="0" t="0" r="r" b="b"/>
                <a:pathLst>
                  <a:path w="4350" h="5630" fill="norm" stroke="0">
                    <a:moveTo>
                      <a:pt x="850" y="40"/>
                    </a:moveTo>
                    <a:cubicBezTo>
                      <a:pt x="1503" y="10"/>
                      <a:pt x="1780" y="0"/>
                      <a:pt x="2350" y="290"/>
                    </a:cubicBezTo>
                    <a:cubicBezTo>
                      <a:pt x="2808" y="902"/>
                      <a:pt x="3168" y="1530"/>
                      <a:pt x="3525" y="2202"/>
                    </a:cubicBezTo>
                    <a:cubicBezTo>
                      <a:pt x="3850" y="2790"/>
                      <a:pt x="3850" y="2790"/>
                      <a:pt x="4350" y="3290"/>
                    </a:cubicBezTo>
                    <a:cubicBezTo>
                      <a:pt x="4350" y="3955"/>
                      <a:pt x="4268" y="4365"/>
                      <a:pt x="3800" y="4852"/>
                    </a:cubicBezTo>
                    <a:cubicBezTo>
                      <a:pt x="3165" y="5332"/>
                      <a:pt x="2613" y="5630"/>
                      <a:pt x="1803" y="5587"/>
                    </a:cubicBezTo>
                    <a:cubicBezTo>
                      <a:pt x="1335" y="5462"/>
                      <a:pt x="1148" y="5350"/>
                      <a:pt x="847" y="4967"/>
                    </a:cubicBezTo>
                    <a:cubicBezTo>
                      <a:pt x="273" y="3790"/>
                      <a:pt x="0" y="2342"/>
                      <a:pt x="100" y="1040"/>
                    </a:cubicBezTo>
                    <a:cubicBezTo>
                      <a:pt x="472" y="465"/>
                      <a:pt x="472" y="465"/>
                      <a:pt x="850" y="40"/>
                    </a:cubicBezTo>
                    <a:close/>
                    <a:moveTo>
                      <a:pt x="850" y="540"/>
                    </a:moveTo>
                    <a:cubicBezTo>
                      <a:pt x="483" y="1290"/>
                      <a:pt x="663" y="2002"/>
                      <a:pt x="803" y="2790"/>
                    </a:cubicBezTo>
                    <a:cubicBezTo>
                      <a:pt x="825" y="2923"/>
                      <a:pt x="845" y="3058"/>
                      <a:pt x="865" y="3195"/>
                    </a:cubicBezTo>
                    <a:cubicBezTo>
                      <a:pt x="988" y="3907"/>
                      <a:pt x="1097" y="4502"/>
                      <a:pt x="1600" y="5040"/>
                    </a:cubicBezTo>
                    <a:cubicBezTo>
                      <a:pt x="2400" y="5168"/>
                      <a:pt x="2745" y="5107"/>
                      <a:pt x="3428" y="4665"/>
                    </a:cubicBezTo>
                    <a:cubicBezTo>
                      <a:pt x="3567" y="4540"/>
                      <a:pt x="3707" y="4418"/>
                      <a:pt x="3850" y="4290"/>
                    </a:cubicBezTo>
                    <a:cubicBezTo>
                      <a:pt x="3745" y="3168"/>
                      <a:pt x="3253" y="2415"/>
                      <a:pt x="2640" y="1482"/>
                    </a:cubicBezTo>
                    <a:cubicBezTo>
                      <a:pt x="2350" y="1040"/>
                      <a:pt x="2350" y="1040"/>
                      <a:pt x="2100" y="540"/>
                    </a:cubicBezTo>
                    <a:cubicBezTo>
                      <a:pt x="1688" y="540"/>
                      <a:pt x="1275" y="540"/>
                      <a:pt x="850" y="54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21" name="robot vector"/>
              <p:cNvSpPr/>
              <p:nvPr/>
            </p:nvSpPr>
            <p:spPr>
              <a:xfrm>
                <a:off x="6663690" y="8107162"/>
                <a:ext cx="45720" cy="30998"/>
              </a:xfrm>
              <a:custGeom>
                <a:avLst/>
                <a:gdLst/>
                <a:ahLst/>
                <a:cxnLst/>
                <a:rect l="0" t="0" r="r" b="b"/>
                <a:pathLst>
                  <a:path w="5000" h="3390" fill="norm" stroke="0">
                    <a:moveTo>
                      <a:pt x="5000" y="640"/>
                    </a:moveTo>
                    <a:cubicBezTo>
                      <a:pt x="5000" y="805"/>
                      <a:pt x="5000" y="970"/>
                      <a:pt x="5000" y="1140"/>
                    </a:cubicBezTo>
                    <a:cubicBezTo>
                      <a:pt x="4918" y="1160"/>
                      <a:pt x="4918" y="1160"/>
                      <a:pt x="4497" y="1260"/>
                    </a:cubicBezTo>
                    <a:cubicBezTo>
                      <a:pt x="3230" y="1595"/>
                      <a:pt x="2360" y="1860"/>
                      <a:pt x="1508" y="2872"/>
                    </a:cubicBezTo>
                    <a:cubicBezTo>
                      <a:pt x="1140" y="3255"/>
                      <a:pt x="768" y="3332"/>
                      <a:pt x="250" y="3390"/>
                    </a:cubicBezTo>
                    <a:cubicBezTo>
                      <a:pt x="168" y="3060"/>
                      <a:pt x="85" y="2730"/>
                      <a:pt x="0" y="2390"/>
                    </a:cubicBezTo>
                    <a:cubicBezTo>
                      <a:pt x="347" y="2107"/>
                      <a:pt x="697" y="1825"/>
                      <a:pt x="1048" y="1545"/>
                    </a:cubicBezTo>
                    <a:cubicBezTo>
                      <a:pt x="1143" y="1467"/>
                      <a:pt x="1240" y="1387"/>
                      <a:pt x="1340" y="1305"/>
                    </a:cubicBezTo>
                    <a:cubicBezTo>
                      <a:pt x="2633" y="280"/>
                      <a:pt x="3470" y="0"/>
                      <a:pt x="5000" y="6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823" name="Fact-R1"/>
            <p:cNvSpPr txBox="1"/>
            <p:nvPr/>
          </p:nvSpPr>
          <p:spPr>
            <a:xfrm>
              <a:off x="6089904" y="8499348"/>
              <a:ext cx="996696" cy="36576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000000"/>
                  </a:solidFill>
                  <a:latin typeface="Times New Roman"/>
                </a:rPr>
                <a:t>Fact-R1</a:t>
              </a:r>
            </a:p>
          </p:txBody>
        </p:sp>
        <p:sp>
          <p:nvSpPr>
            <p:cNvPr id="824" name="Preference pair brace"/>
            <p:cNvSpPr/>
            <p:nvPr/>
          </p:nvSpPr>
          <p:spPr>
            <a:xfrm>
              <a:off x="7022592" y="7507224"/>
              <a:ext cx="201168" cy="1508760"/>
            </a:xfrm>
            <a:custGeom>
              <a:avLst/>
              <a:gdLst/>
              <a:ahLst/>
              <a:cxnLst/>
              <a:rect l="0" t="0" r="r" b="b"/>
              <a:pathLst>
                <a:path w="22000" h="165000" fill="none" stroke="1">
                  <a:moveTo>
                    <a:pt x="22000" y="0"/>
                  </a:moveTo>
                  <a:cubicBezTo>
                    <a:pt x="0" y="0"/>
                    <a:pt x="16000" y="36000"/>
                    <a:pt x="15000" y="46000"/>
                  </a:cubicBezTo>
                  <a:cubicBezTo>
                    <a:pt x="14000" y="66000"/>
                    <a:pt x="7000" y="72000"/>
                    <a:pt x="5000" y="82000"/>
                  </a:cubicBezTo>
                  <a:cubicBezTo>
                    <a:pt x="7000" y="92000"/>
                    <a:pt x="16000" y="97000"/>
                    <a:pt x="17000" y="115000"/>
                  </a:cubicBezTo>
                  <a:cubicBezTo>
                    <a:pt x="18000" y="129000"/>
                    <a:pt x="2000" y="160000"/>
                    <a:pt x="21000" y="165000"/>
                  </a:cubicBezTo>
                </a:path>
              </a:pathLst>
            </a:custGeom>
            <a:noFill/>
            <a:ln w="64008">
              <a:solidFill>
                <a:srgbClr val="303030"/>
              </a:solidFill>
              <a:round/>
            </a:ln>
          </p:spPr>
        </p:sp>
        <p:sp>
          <p:nvSpPr>
            <p:cNvPr id="825" name="Rectangle"/>
            <p:cNvSpPr/>
            <p:nvPr/>
          </p:nvSpPr>
          <p:spPr>
            <a:xfrm>
              <a:off x="7452360" y="7269480"/>
              <a:ext cx="3200400" cy="841248"/>
            </a:xfrm>
            <a:prstGeom prst="roundRect">
              <a:avLst>
                <a:gd name="adj" fmla="val 19565"/>
              </a:avLst>
            </a:prstGeom>
            <a:solidFill>
              <a:srgbClr val="EDF0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6" name="Ellipse"/>
            <p:cNvSpPr/>
            <p:nvPr/>
          </p:nvSpPr>
          <p:spPr>
            <a:xfrm>
              <a:off x="7296912" y="7242048"/>
              <a:ext cx="384048" cy="374904"/>
            </a:xfrm>
            <a:prstGeom prst="ellipse">
              <a:avLst/>
            </a:prstGeom>
            <a:solidFill>
              <a:srgbClr val="8494A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7" name="Y"/>
            <p:cNvSpPr txBox="1"/>
            <p:nvPr/>
          </p:nvSpPr>
          <p:spPr>
            <a:xfrm>
              <a:off x="7351776" y="7255764"/>
              <a:ext cx="246888" cy="347472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1">
                  <a:solidFill>
                    <a:srgbClr val="FFFFFF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828" name="0"/>
            <p:cNvSpPr txBox="1"/>
            <p:nvPr/>
          </p:nvSpPr>
          <p:spPr>
            <a:xfrm>
              <a:off x="7534656" y="7456932"/>
              <a:ext cx="155448" cy="19431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FFFFFF"/>
                  </a:solidFill>
                  <a:latin typeface="Times New Roman"/>
                </a:rPr>
                <a:t>0</a:t>
              </a:r>
            </a:p>
          </p:txBody>
        </p:sp>
        <p:sp>
          <p:nvSpPr>
            <p:cNvPr id="829" name="&lt;think&gt; The video shows Trump supporters"/>
            <p:cNvSpPr txBox="1"/>
            <p:nvPr/>
          </p:nvSpPr>
          <p:spPr>
            <a:xfrm>
              <a:off x="7699248" y="7301484"/>
              <a:ext cx="2962656" cy="2057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33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Times New Roman"/>
                </a:rPr>
                <a:t>&lt;think&gt; The video shows Trump supporters</a:t>
              </a:r>
            </a:p>
          </p:txBody>
        </p:sp>
        <p:grpSp>
          <p:nvGrpSpPr>
            <p:cNvPr id="832" name="Raw prediction entity"/>
            <p:cNvGrpSpPr/>
            <p:nvPr/>
          </p:nvGrpSpPr>
          <p:grpSpPr>
            <a:xfrm>
              <a:off x="7699248" y="7502652"/>
              <a:ext cx="2916351" cy="213970"/>
              <a:chOff x="7699248" y="7502652"/>
              <a:chExt cx="2916351" cy="213970"/>
            </a:xfrm>
          </p:grpSpPr>
          <p:sp>
            <p:nvSpPr>
              <p:cNvPr id="830" name="storming..., The entity in question is "/>
              <p:cNvSpPr txBox="1"/>
              <p:nvPr/>
            </p:nvSpPr>
            <p:spPr>
              <a:xfrm>
                <a:off x="7699248" y="7502652"/>
                <a:ext cx="2425546" cy="213970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33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96" b="0" i="0">
                    <a:solidFill>
                      <a:srgbClr val="000000"/>
                    </a:solidFill>
                    <a:latin typeface="Times New Roman"/>
                  </a:rPr>
                  <a:t>storming..., The entity in question is </a:t>
                </a:r>
              </a:p>
            </p:txBody>
          </p:sp>
          <p:sp>
            <p:nvSpPr>
              <p:cNvPr id="831" name="Trump"/>
              <p:cNvSpPr txBox="1"/>
              <p:nvPr/>
            </p:nvSpPr>
            <p:spPr>
              <a:xfrm>
                <a:off x="10119308" y="7502652"/>
                <a:ext cx="496291" cy="213970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33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96" b="1" i="0">
                    <a:solidFill>
                      <a:srgbClr val="E60000"/>
                    </a:solidFill>
                    <a:latin typeface="Times New Roman"/>
                  </a:rPr>
                  <a:t>Trump</a:t>
                </a:r>
              </a:p>
            </p:txBody>
          </p:sp>
        </p:grpSp>
        <p:sp>
          <p:nvSpPr>
            <p:cNvPr id="833" name="the event is directly linked to his supporters,"/>
            <p:cNvSpPr txBox="1"/>
            <p:nvPr/>
          </p:nvSpPr>
          <p:spPr>
            <a:xfrm>
              <a:off x="7699248" y="7703820"/>
              <a:ext cx="2944368" cy="2057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33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Times New Roman"/>
                </a:rPr>
                <a:t>the event is directly linked to his supporters,</a:t>
              </a:r>
            </a:p>
          </p:txBody>
        </p:sp>
        <p:sp>
          <p:nvSpPr>
            <p:cNvPr id="834" name="&lt;/think&gt;&lt;answer&gt; Yes. &lt;/answer&gt;"/>
            <p:cNvSpPr txBox="1"/>
            <p:nvPr/>
          </p:nvSpPr>
          <p:spPr>
            <a:xfrm>
              <a:off x="7699248" y="7904988"/>
              <a:ext cx="2944368" cy="2057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33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Times New Roman"/>
                </a:rPr>
                <a:t>&lt;/think&gt;&lt;answer&gt; Yes. &lt;/answer&gt;</a:t>
              </a:r>
            </a:p>
          </p:txBody>
        </p:sp>
        <p:sp>
          <p:nvSpPr>
            <p:cNvPr id="835" name="0.3"/>
            <p:cNvSpPr txBox="1"/>
            <p:nvPr/>
          </p:nvSpPr>
          <p:spPr>
            <a:xfrm>
              <a:off x="10698480" y="7594092"/>
              <a:ext cx="320040" cy="31089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F00000"/>
                  </a:solidFill>
                  <a:latin typeface="Times New Roman"/>
                </a:rPr>
                <a:t>0.3</a:t>
              </a:r>
            </a:p>
          </p:txBody>
        </p:sp>
        <p:sp>
          <p:nvSpPr>
            <p:cNvPr id="836" name="Rectangle"/>
            <p:cNvSpPr/>
            <p:nvPr/>
          </p:nvSpPr>
          <p:spPr>
            <a:xfrm>
              <a:off x="7424928" y="8412480"/>
              <a:ext cx="3218688" cy="850392"/>
            </a:xfrm>
            <a:prstGeom prst="roundRect">
              <a:avLst>
                <a:gd name="adj" fmla="val 18279"/>
              </a:avLst>
            </a:prstGeom>
            <a:solidFill>
              <a:srgbClr val="EDF0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7" name="Ellipse"/>
            <p:cNvSpPr/>
            <p:nvPr/>
          </p:nvSpPr>
          <p:spPr>
            <a:xfrm>
              <a:off x="7242048" y="8375904"/>
              <a:ext cx="393192" cy="384048"/>
            </a:xfrm>
            <a:prstGeom prst="ellipse">
              <a:avLst/>
            </a:prstGeom>
            <a:solidFill>
              <a:srgbClr val="8494A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Y"/>
            <p:cNvSpPr txBox="1"/>
            <p:nvPr/>
          </p:nvSpPr>
          <p:spPr>
            <a:xfrm>
              <a:off x="7296912" y="8389620"/>
              <a:ext cx="256032" cy="347472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60" b="0" i="1">
                  <a:solidFill>
                    <a:srgbClr val="FFFFFF"/>
                  </a:solidFill>
                  <a:latin typeface="Times New Roman"/>
                </a:rPr>
                <a:t>Y</a:t>
              </a:r>
            </a:p>
          </p:txBody>
        </p:sp>
        <p:sp>
          <p:nvSpPr>
            <p:cNvPr id="839" name="1"/>
            <p:cNvSpPr txBox="1"/>
            <p:nvPr/>
          </p:nvSpPr>
          <p:spPr>
            <a:xfrm>
              <a:off x="7498080" y="8599932"/>
              <a:ext cx="128016" cy="19431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0" i="0">
                  <a:solidFill>
                    <a:srgbClr val="FFFFFF"/>
                  </a:solidFill>
                  <a:latin typeface="Times New Roman"/>
                </a:rPr>
                <a:t>1</a:t>
              </a:r>
            </a:p>
          </p:txBody>
        </p:sp>
        <p:sp>
          <p:nvSpPr>
            <p:cNvPr id="840" name="&lt;think&gt; The video depicts the well-"/>
            <p:cNvSpPr txBox="1"/>
            <p:nvPr/>
          </p:nvSpPr>
          <p:spPr>
            <a:xfrm>
              <a:off x="7708392" y="8453628"/>
              <a:ext cx="2907792" cy="2057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33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Times New Roman"/>
                </a:rPr>
                <a:t>&lt;think&gt; The video depicts the well-</a:t>
              </a:r>
            </a:p>
          </p:txBody>
        </p:sp>
        <p:sp>
          <p:nvSpPr>
            <p:cNvPr id="841" name="documented event of Trump supporters"/>
            <p:cNvSpPr txBox="1"/>
            <p:nvPr/>
          </p:nvSpPr>
          <p:spPr>
            <a:xfrm>
              <a:off x="7708392" y="8654796"/>
              <a:ext cx="2907792" cy="2057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33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Times New Roman"/>
                </a:rPr>
                <a:t>documented event of Trump supporters</a:t>
              </a:r>
            </a:p>
          </p:txBody>
        </p:sp>
        <p:grpSp>
          <p:nvGrpSpPr>
            <p:cNvPr id="844" name="Correct prediction entity"/>
            <p:cNvGrpSpPr/>
            <p:nvPr/>
          </p:nvGrpSpPr>
          <p:grpSpPr>
            <a:xfrm>
              <a:off x="7708392" y="8855964"/>
              <a:ext cx="2451821" cy="213970"/>
              <a:chOff x="7708392" y="8855964"/>
              <a:chExt cx="2451821" cy="213970"/>
            </a:xfrm>
          </p:grpSpPr>
          <p:sp>
            <p:nvSpPr>
              <p:cNvPr id="842" name="storming the Capitol in "/>
              <p:cNvSpPr txBox="1"/>
              <p:nvPr/>
            </p:nvSpPr>
            <p:spPr>
              <a:xfrm>
                <a:off x="7708392" y="8855964"/>
                <a:ext cx="1569068" cy="213970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33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96" b="0" i="0">
                    <a:solidFill>
                      <a:srgbClr val="000000"/>
                    </a:solidFill>
                    <a:latin typeface="Times New Roman"/>
                  </a:rPr>
                  <a:t>storming the Capitol in </a:t>
                </a:r>
              </a:p>
            </p:txBody>
          </p:sp>
          <p:sp>
            <p:nvSpPr>
              <p:cNvPr id="843" name="Washington,"/>
              <p:cNvSpPr txBox="1"/>
              <p:nvPr/>
            </p:nvSpPr>
            <p:spPr>
              <a:xfrm>
                <a:off x="9271973" y="8855964"/>
                <a:ext cx="888240" cy="213970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33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96" b="1" i="0">
                    <a:solidFill>
                      <a:srgbClr val="387D26"/>
                    </a:solidFill>
                    <a:latin typeface="Times New Roman"/>
                  </a:rPr>
                  <a:t>Washington,</a:t>
                </a:r>
              </a:p>
            </p:txBody>
          </p:sp>
        </p:grpSp>
        <p:sp>
          <p:nvSpPr>
            <p:cNvPr id="845" name="D.C., …&lt;/think&gt; &lt;answer&gt; Yes&lt;/answer&gt;"/>
            <p:cNvSpPr txBox="1"/>
            <p:nvPr/>
          </p:nvSpPr>
          <p:spPr>
            <a:xfrm>
              <a:off x="7708392" y="9057132"/>
              <a:ext cx="2907792" cy="2057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33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>
                  <a:solidFill>
                    <a:srgbClr val="000000"/>
                  </a:solidFill>
                  <a:latin typeface="Times New Roman"/>
                </a:rPr>
                <a:t>D.C., …&lt;/think&gt; &lt;answer&gt; Yes&lt;/answer&gt;</a:t>
              </a:r>
            </a:p>
          </p:txBody>
        </p:sp>
        <p:grpSp>
          <p:nvGrpSpPr>
            <p:cNvPr id="869" name="Vector icon - trophy"/>
            <p:cNvGrpSpPr/>
            <p:nvPr/>
          </p:nvGrpSpPr>
          <p:grpSpPr>
            <a:xfrm>
              <a:off x="10533888" y="8266176"/>
              <a:ext cx="358010" cy="366034"/>
              <a:chOff x="10533888" y="8266176"/>
              <a:chExt cx="358010" cy="366034"/>
            </a:xfrm>
          </p:grpSpPr>
          <p:sp>
            <p:nvSpPr>
              <p:cNvPr id="846" name="trophy vector"/>
              <p:cNvSpPr/>
              <p:nvPr/>
            </p:nvSpPr>
            <p:spPr>
              <a:xfrm>
                <a:off x="10533888" y="8266176"/>
                <a:ext cx="356616" cy="365760"/>
              </a:xfrm>
              <a:custGeom>
                <a:avLst/>
                <a:gdLst/>
                <a:ahLst/>
                <a:cxnLst/>
                <a:rect l="0" t="0" r="r" b="b"/>
                <a:pathLst>
                  <a:path w="39000" h="40000" fill="norm" stroke="0">
                    <a:moveTo>
                      <a:pt x="0" y="0"/>
                    </a:moveTo>
                    <a:cubicBezTo>
                      <a:pt x="12870" y="0"/>
                      <a:pt x="25740" y="0"/>
                      <a:pt x="39000" y="0"/>
                    </a:cubicBezTo>
                    <a:cubicBezTo>
                      <a:pt x="39000" y="13200"/>
                      <a:pt x="39000" y="26400"/>
                      <a:pt x="39000" y="40000"/>
                    </a:cubicBezTo>
                    <a:cubicBezTo>
                      <a:pt x="26130" y="40000"/>
                      <a:pt x="13260" y="40000"/>
                      <a:pt x="0" y="40000"/>
                    </a:cubicBezTo>
                    <a:cubicBezTo>
                      <a:pt x="0" y="26800"/>
                      <a:pt x="0" y="13600"/>
                      <a:pt x="0" y="0"/>
                    </a:cubicBezTo>
                    <a:close/>
                  </a:path>
                </a:pathLst>
              </a:custGeom>
              <a:solidFill>
                <a:srgbClr val="FDCE6E"/>
              </a:solidFill>
              <a:ln w="0">
                <a:noFill/>
              </a:ln>
            </p:spPr>
          </p:sp>
          <p:sp>
            <p:nvSpPr>
              <p:cNvPr id="847" name="trophy vector"/>
              <p:cNvSpPr/>
              <p:nvPr/>
            </p:nvSpPr>
            <p:spPr>
              <a:xfrm>
                <a:off x="10533888" y="8266176"/>
                <a:ext cx="356616" cy="365760"/>
              </a:xfrm>
              <a:custGeom>
                <a:avLst/>
                <a:gdLst/>
                <a:ahLst/>
                <a:cxnLst/>
                <a:rect l="0" t="0" r="r" b="b"/>
                <a:pathLst>
                  <a:path w="39000" h="40000" fill="norm" stroke="0">
                    <a:moveTo>
                      <a:pt x="0" y="0"/>
                    </a:moveTo>
                    <a:cubicBezTo>
                      <a:pt x="12870" y="0"/>
                      <a:pt x="25740" y="0"/>
                      <a:pt x="39000" y="0"/>
                    </a:cubicBezTo>
                    <a:cubicBezTo>
                      <a:pt x="39000" y="2558"/>
                      <a:pt x="39000" y="5115"/>
                      <a:pt x="39000" y="7750"/>
                    </a:cubicBezTo>
                    <a:cubicBezTo>
                      <a:pt x="38180" y="6655"/>
                      <a:pt x="38180" y="6655"/>
                      <a:pt x="37905" y="5875"/>
                    </a:cubicBezTo>
                    <a:cubicBezTo>
                      <a:pt x="37530" y="4965"/>
                      <a:pt x="37092" y="4497"/>
                      <a:pt x="36250" y="4000"/>
                    </a:cubicBezTo>
                    <a:cubicBezTo>
                      <a:pt x="36120" y="3923"/>
                      <a:pt x="35993" y="3845"/>
                      <a:pt x="35860" y="3765"/>
                    </a:cubicBezTo>
                    <a:cubicBezTo>
                      <a:pt x="34650" y="3140"/>
                      <a:pt x="33557" y="3178"/>
                      <a:pt x="32250" y="3500"/>
                    </a:cubicBezTo>
                    <a:cubicBezTo>
                      <a:pt x="32168" y="3545"/>
                      <a:pt x="32168" y="3545"/>
                      <a:pt x="31745" y="3778"/>
                    </a:cubicBezTo>
                    <a:cubicBezTo>
                      <a:pt x="31138" y="4050"/>
                      <a:pt x="30865" y="3970"/>
                      <a:pt x="30250" y="3750"/>
                    </a:cubicBezTo>
                    <a:cubicBezTo>
                      <a:pt x="30235" y="3590"/>
                      <a:pt x="30220" y="3430"/>
                      <a:pt x="30205" y="3268"/>
                    </a:cubicBezTo>
                    <a:cubicBezTo>
                      <a:pt x="30182" y="3060"/>
                      <a:pt x="30162" y="2852"/>
                      <a:pt x="30140" y="2640"/>
                    </a:cubicBezTo>
                    <a:cubicBezTo>
                      <a:pt x="30120" y="2435"/>
                      <a:pt x="30100" y="2230"/>
                      <a:pt x="30080" y="2018"/>
                    </a:cubicBezTo>
                    <a:cubicBezTo>
                      <a:pt x="30000" y="1500"/>
                      <a:pt x="30000" y="1500"/>
                      <a:pt x="29750" y="1250"/>
                    </a:cubicBezTo>
                    <a:cubicBezTo>
                      <a:pt x="29415" y="1220"/>
                      <a:pt x="29415" y="1220"/>
                      <a:pt x="28980" y="1220"/>
                    </a:cubicBezTo>
                    <a:cubicBezTo>
                      <a:pt x="28815" y="1220"/>
                      <a:pt x="28650" y="1220"/>
                      <a:pt x="28483" y="1220"/>
                    </a:cubicBezTo>
                    <a:cubicBezTo>
                      <a:pt x="28390" y="1220"/>
                      <a:pt x="28390" y="1220"/>
                      <a:pt x="27932" y="1222"/>
                    </a:cubicBezTo>
                    <a:cubicBezTo>
                      <a:pt x="27743" y="1222"/>
                      <a:pt x="27550" y="1222"/>
                      <a:pt x="27355" y="1222"/>
                    </a:cubicBezTo>
                    <a:cubicBezTo>
                      <a:pt x="26723" y="1222"/>
                      <a:pt x="26092" y="1222"/>
                      <a:pt x="25460" y="1225"/>
                    </a:cubicBezTo>
                    <a:cubicBezTo>
                      <a:pt x="25023" y="1225"/>
                      <a:pt x="24588" y="1227"/>
                      <a:pt x="24150" y="1227"/>
                    </a:cubicBezTo>
                    <a:cubicBezTo>
                      <a:pt x="22997" y="1227"/>
                      <a:pt x="21845" y="1230"/>
                      <a:pt x="20693" y="1232"/>
                    </a:cubicBezTo>
                    <a:cubicBezTo>
                      <a:pt x="19517" y="1235"/>
                      <a:pt x="18345" y="1237"/>
                      <a:pt x="17170" y="1237"/>
                    </a:cubicBezTo>
                    <a:cubicBezTo>
                      <a:pt x="14862" y="1240"/>
                      <a:pt x="12557" y="1245"/>
                      <a:pt x="10250" y="1250"/>
                    </a:cubicBezTo>
                    <a:cubicBezTo>
                      <a:pt x="9922" y="1893"/>
                      <a:pt x="9658" y="2490"/>
                      <a:pt x="9470" y="3188"/>
                    </a:cubicBezTo>
                    <a:cubicBezTo>
                      <a:pt x="9428" y="3340"/>
                      <a:pt x="9385" y="3495"/>
                      <a:pt x="9342" y="3653"/>
                    </a:cubicBezTo>
                    <a:cubicBezTo>
                      <a:pt x="9328" y="3710"/>
                      <a:pt x="9328" y="3710"/>
                      <a:pt x="9250" y="4000"/>
                    </a:cubicBezTo>
                    <a:cubicBezTo>
                      <a:pt x="9118" y="3942"/>
                      <a:pt x="8983" y="3885"/>
                      <a:pt x="8845" y="3827"/>
                    </a:cubicBezTo>
                    <a:cubicBezTo>
                      <a:pt x="7348" y="3250"/>
                      <a:pt x="6065" y="3048"/>
                      <a:pt x="4500" y="3500"/>
                    </a:cubicBezTo>
                    <a:cubicBezTo>
                      <a:pt x="3360" y="4095"/>
                      <a:pt x="2350" y="4875"/>
                      <a:pt x="1865" y="6097"/>
                    </a:cubicBezTo>
                    <a:cubicBezTo>
                      <a:pt x="1257" y="8205"/>
                      <a:pt x="1600" y="10237"/>
                      <a:pt x="2572" y="12188"/>
                    </a:cubicBezTo>
                    <a:cubicBezTo>
                      <a:pt x="4378" y="15362"/>
                      <a:pt x="7360" y="17508"/>
                      <a:pt x="10750" y="18750"/>
                    </a:cubicBezTo>
                    <a:cubicBezTo>
                      <a:pt x="11128" y="18832"/>
                      <a:pt x="11510" y="18905"/>
                      <a:pt x="11890" y="18970"/>
                    </a:cubicBezTo>
                    <a:cubicBezTo>
                      <a:pt x="13332" y="19240"/>
                      <a:pt x="14365" y="20130"/>
                      <a:pt x="15500" y="21000"/>
                    </a:cubicBezTo>
                    <a:cubicBezTo>
                      <a:pt x="15842" y="21245"/>
                      <a:pt x="16188" y="21490"/>
                      <a:pt x="16530" y="21735"/>
                    </a:cubicBezTo>
                    <a:cubicBezTo>
                      <a:pt x="16770" y="21905"/>
                      <a:pt x="17010" y="22077"/>
                      <a:pt x="17250" y="22250"/>
                    </a:cubicBezTo>
                    <a:cubicBezTo>
                      <a:pt x="17125" y="22765"/>
                      <a:pt x="16997" y="23255"/>
                      <a:pt x="16812" y="23750"/>
                    </a:cubicBezTo>
                    <a:cubicBezTo>
                      <a:pt x="16750" y="24250"/>
                      <a:pt x="16750" y="24250"/>
                      <a:pt x="17125" y="24750"/>
                    </a:cubicBezTo>
                    <a:cubicBezTo>
                      <a:pt x="17500" y="25250"/>
                      <a:pt x="17500" y="25250"/>
                      <a:pt x="17470" y="25765"/>
                    </a:cubicBezTo>
                    <a:cubicBezTo>
                      <a:pt x="17207" y="26345"/>
                      <a:pt x="17017" y="26625"/>
                      <a:pt x="16500" y="27000"/>
                    </a:cubicBezTo>
                    <a:cubicBezTo>
                      <a:pt x="16135" y="27067"/>
                      <a:pt x="16135" y="27067"/>
                      <a:pt x="15735" y="27110"/>
                    </a:cubicBezTo>
                    <a:cubicBezTo>
                      <a:pt x="15493" y="27155"/>
                      <a:pt x="15250" y="27202"/>
                      <a:pt x="15000" y="27250"/>
                    </a:cubicBezTo>
                    <a:cubicBezTo>
                      <a:pt x="14825" y="27580"/>
                      <a:pt x="14658" y="27913"/>
                      <a:pt x="14500" y="28250"/>
                    </a:cubicBezTo>
                    <a:cubicBezTo>
                      <a:pt x="13757" y="28783"/>
                      <a:pt x="12945" y="29020"/>
                      <a:pt x="12062" y="29220"/>
                    </a:cubicBezTo>
                    <a:cubicBezTo>
                      <a:pt x="11612" y="29335"/>
                      <a:pt x="11612" y="29335"/>
                      <a:pt x="11250" y="29500"/>
                    </a:cubicBezTo>
                    <a:cubicBezTo>
                      <a:pt x="11172" y="29707"/>
                      <a:pt x="11095" y="29913"/>
                      <a:pt x="11015" y="30125"/>
                    </a:cubicBezTo>
                    <a:cubicBezTo>
                      <a:pt x="10750" y="30750"/>
                      <a:pt x="10750" y="30750"/>
                      <a:pt x="10277" y="30942"/>
                    </a:cubicBezTo>
                    <a:cubicBezTo>
                      <a:pt x="9770" y="31065"/>
                      <a:pt x="9267" y="31170"/>
                      <a:pt x="8750" y="31250"/>
                    </a:cubicBezTo>
                    <a:cubicBezTo>
                      <a:pt x="8428" y="32383"/>
                      <a:pt x="8455" y="33472"/>
                      <a:pt x="8453" y="34640"/>
                    </a:cubicBezTo>
                    <a:cubicBezTo>
                      <a:pt x="8453" y="34747"/>
                      <a:pt x="8453" y="34747"/>
                      <a:pt x="8445" y="35295"/>
                    </a:cubicBezTo>
                    <a:cubicBezTo>
                      <a:pt x="8443" y="35503"/>
                      <a:pt x="8443" y="35710"/>
                      <a:pt x="8443" y="35923"/>
                    </a:cubicBezTo>
                    <a:cubicBezTo>
                      <a:pt x="8443" y="36112"/>
                      <a:pt x="8440" y="36300"/>
                      <a:pt x="8440" y="36495"/>
                    </a:cubicBezTo>
                    <a:cubicBezTo>
                      <a:pt x="8507" y="37072"/>
                      <a:pt x="8620" y="37312"/>
                      <a:pt x="9000" y="37750"/>
                    </a:cubicBezTo>
                    <a:cubicBezTo>
                      <a:pt x="9410" y="37842"/>
                      <a:pt x="9410" y="37842"/>
                      <a:pt x="9905" y="37840"/>
                    </a:cubicBezTo>
                    <a:cubicBezTo>
                      <a:pt x="10092" y="37840"/>
                      <a:pt x="10280" y="37842"/>
                      <a:pt x="10475" y="37842"/>
                    </a:cubicBezTo>
                    <a:cubicBezTo>
                      <a:pt x="10680" y="37840"/>
                      <a:pt x="10888" y="37837"/>
                      <a:pt x="11100" y="37835"/>
                    </a:cubicBezTo>
                    <a:cubicBezTo>
                      <a:pt x="11318" y="37835"/>
                      <a:pt x="11533" y="37835"/>
                      <a:pt x="11757" y="37835"/>
                    </a:cubicBezTo>
                    <a:cubicBezTo>
                      <a:pt x="12477" y="37835"/>
                      <a:pt x="13197" y="37830"/>
                      <a:pt x="13915" y="37822"/>
                    </a:cubicBezTo>
                    <a:cubicBezTo>
                      <a:pt x="14415" y="37822"/>
                      <a:pt x="14912" y="37820"/>
                      <a:pt x="15410" y="37820"/>
                    </a:cubicBezTo>
                    <a:cubicBezTo>
                      <a:pt x="16590" y="37817"/>
                      <a:pt x="17767" y="37812"/>
                      <a:pt x="18945" y="37805"/>
                    </a:cubicBezTo>
                    <a:cubicBezTo>
                      <a:pt x="20287" y="37795"/>
                      <a:pt x="21630" y="37793"/>
                      <a:pt x="22970" y="37788"/>
                    </a:cubicBezTo>
                    <a:cubicBezTo>
                      <a:pt x="25730" y="37780"/>
                      <a:pt x="28490" y="37768"/>
                      <a:pt x="31250" y="37750"/>
                    </a:cubicBezTo>
                    <a:cubicBezTo>
                      <a:pt x="31295" y="37197"/>
                      <a:pt x="31338" y="36643"/>
                      <a:pt x="31380" y="36090"/>
                    </a:cubicBezTo>
                    <a:cubicBezTo>
                      <a:pt x="31392" y="35935"/>
                      <a:pt x="31405" y="35780"/>
                      <a:pt x="31418" y="35620"/>
                    </a:cubicBezTo>
                    <a:cubicBezTo>
                      <a:pt x="31515" y="34327"/>
                      <a:pt x="31553" y="33023"/>
                      <a:pt x="31250" y="31750"/>
                    </a:cubicBezTo>
                    <a:cubicBezTo>
                      <a:pt x="30757" y="31258"/>
                      <a:pt x="30537" y="31145"/>
                      <a:pt x="29905" y="30923"/>
                    </a:cubicBezTo>
                    <a:cubicBezTo>
                      <a:pt x="29257" y="30660"/>
                      <a:pt x="28912" y="30462"/>
                      <a:pt x="28530" y="29875"/>
                    </a:cubicBezTo>
                    <a:cubicBezTo>
                      <a:pt x="27975" y="29065"/>
                      <a:pt x="27203" y="28965"/>
                      <a:pt x="26295" y="28705"/>
                    </a:cubicBezTo>
                    <a:cubicBezTo>
                      <a:pt x="25600" y="28442"/>
                      <a:pt x="25255" y="28082"/>
                      <a:pt x="24780" y="27533"/>
                    </a:cubicBezTo>
                    <a:cubicBezTo>
                      <a:pt x="24350" y="27097"/>
                      <a:pt x="23815" y="26957"/>
                      <a:pt x="23250" y="26750"/>
                    </a:cubicBezTo>
                    <a:cubicBezTo>
                      <a:pt x="22783" y="26408"/>
                      <a:pt x="22783" y="26408"/>
                      <a:pt x="22500" y="26000"/>
                    </a:cubicBezTo>
                    <a:cubicBezTo>
                      <a:pt x="22562" y="25380"/>
                      <a:pt x="22785" y="24928"/>
                      <a:pt x="23047" y="24360"/>
                    </a:cubicBezTo>
                    <a:cubicBezTo>
                      <a:pt x="23080" y="24260"/>
                      <a:pt x="23080" y="24260"/>
                      <a:pt x="23250" y="23750"/>
                    </a:cubicBezTo>
                    <a:cubicBezTo>
                      <a:pt x="23015" y="23360"/>
                      <a:pt x="23015" y="23360"/>
                      <a:pt x="22750" y="23000"/>
                    </a:cubicBezTo>
                    <a:cubicBezTo>
                      <a:pt x="22763" y="22550"/>
                      <a:pt x="22763" y="22550"/>
                      <a:pt x="23000" y="22000"/>
                    </a:cubicBezTo>
                    <a:cubicBezTo>
                      <a:pt x="23475" y="21560"/>
                      <a:pt x="24005" y="21212"/>
                      <a:pt x="24547" y="20860"/>
                    </a:cubicBezTo>
                    <a:cubicBezTo>
                      <a:pt x="24688" y="20763"/>
                      <a:pt x="24830" y="20668"/>
                      <a:pt x="24975" y="20567"/>
                    </a:cubicBezTo>
                    <a:cubicBezTo>
                      <a:pt x="26195" y="19745"/>
                      <a:pt x="27375" y="19008"/>
                      <a:pt x="28845" y="18765"/>
                    </a:cubicBezTo>
                    <a:cubicBezTo>
                      <a:pt x="32233" y="18060"/>
                      <a:pt x="35095" y="15540"/>
                      <a:pt x="37078" y="12798"/>
                    </a:cubicBezTo>
                    <a:cubicBezTo>
                      <a:pt x="37693" y="11820"/>
                      <a:pt x="37928" y="10867"/>
                      <a:pt x="38102" y="9730"/>
                    </a:cubicBezTo>
                    <a:cubicBezTo>
                      <a:pt x="38250" y="9250"/>
                      <a:pt x="38250" y="9250"/>
                      <a:pt x="39000" y="8750"/>
                    </a:cubicBezTo>
                    <a:cubicBezTo>
                      <a:pt x="39000" y="19062"/>
                      <a:pt x="39000" y="29375"/>
                      <a:pt x="39000" y="40000"/>
                    </a:cubicBezTo>
                    <a:cubicBezTo>
                      <a:pt x="26130" y="40000"/>
                      <a:pt x="13260" y="40000"/>
                      <a:pt x="0" y="40000"/>
                    </a:cubicBezTo>
                    <a:cubicBezTo>
                      <a:pt x="0" y="26800"/>
                      <a:pt x="0" y="13600"/>
                      <a:pt x="0" y="0"/>
                    </a:cubicBezTo>
                    <a:close/>
                  </a:path>
                </a:pathLst>
              </a:custGeom>
              <a:solidFill>
                <a:srgbClr val="EBF1F0"/>
              </a:solidFill>
              <a:ln w="0">
                <a:noFill/>
              </a:ln>
            </p:spPr>
          </p:sp>
          <p:sp>
            <p:nvSpPr>
              <p:cNvPr id="848" name="trophy vector"/>
              <p:cNvSpPr/>
              <p:nvPr/>
            </p:nvSpPr>
            <p:spPr>
              <a:xfrm>
                <a:off x="10607040" y="8346186"/>
                <a:ext cx="283464" cy="286024"/>
              </a:xfrm>
              <a:custGeom>
                <a:avLst/>
                <a:gdLst/>
                <a:ahLst/>
                <a:cxnLst/>
                <a:rect l="0" t="0" r="r" b="b"/>
                <a:pathLst>
                  <a:path w="31000" h="31280" fill="norm" stroke="0">
                    <a:moveTo>
                      <a:pt x="30750" y="0"/>
                    </a:moveTo>
                    <a:cubicBezTo>
                      <a:pt x="30832" y="0"/>
                      <a:pt x="30915" y="0"/>
                      <a:pt x="31000" y="0"/>
                    </a:cubicBezTo>
                    <a:cubicBezTo>
                      <a:pt x="31000" y="10312"/>
                      <a:pt x="31000" y="20625"/>
                      <a:pt x="31000" y="31250"/>
                    </a:cubicBezTo>
                    <a:cubicBezTo>
                      <a:pt x="26510" y="31255"/>
                      <a:pt x="22017" y="31260"/>
                      <a:pt x="17390" y="31265"/>
                    </a:cubicBezTo>
                    <a:cubicBezTo>
                      <a:pt x="15970" y="31268"/>
                      <a:pt x="14550" y="31270"/>
                      <a:pt x="13088" y="31273"/>
                    </a:cubicBezTo>
                    <a:cubicBezTo>
                      <a:pt x="11358" y="31273"/>
                      <a:pt x="11358" y="31273"/>
                      <a:pt x="10550" y="31275"/>
                    </a:cubicBezTo>
                    <a:cubicBezTo>
                      <a:pt x="9983" y="31275"/>
                      <a:pt x="9415" y="31275"/>
                      <a:pt x="8850" y="31278"/>
                    </a:cubicBezTo>
                    <a:cubicBezTo>
                      <a:pt x="8128" y="31278"/>
                      <a:pt x="7405" y="31278"/>
                      <a:pt x="6682" y="31278"/>
                    </a:cubicBezTo>
                    <a:cubicBezTo>
                      <a:pt x="6418" y="31278"/>
                      <a:pt x="6152" y="31280"/>
                      <a:pt x="5888" y="31280"/>
                    </a:cubicBezTo>
                    <a:cubicBezTo>
                      <a:pt x="5530" y="31280"/>
                      <a:pt x="5172" y="31280"/>
                      <a:pt x="4815" y="31280"/>
                    </a:cubicBezTo>
                    <a:cubicBezTo>
                      <a:pt x="4615" y="31280"/>
                      <a:pt x="4412" y="31280"/>
                      <a:pt x="4207" y="31280"/>
                    </a:cubicBezTo>
                    <a:cubicBezTo>
                      <a:pt x="3750" y="31250"/>
                      <a:pt x="3750" y="31250"/>
                      <a:pt x="3500" y="31000"/>
                    </a:cubicBezTo>
                    <a:cubicBezTo>
                      <a:pt x="3005" y="30947"/>
                      <a:pt x="2513" y="30905"/>
                      <a:pt x="2015" y="30875"/>
                    </a:cubicBezTo>
                    <a:cubicBezTo>
                      <a:pt x="568" y="30783"/>
                      <a:pt x="568" y="30783"/>
                      <a:pt x="0" y="30500"/>
                    </a:cubicBezTo>
                    <a:cubicBezTo>
                      <a:pt x="0" y="30253"/>
                      <a:pt x="0" y="30005"/>
                      <a:pt x="0" y="29750"/>
                    </a:cubicBezTo>
                    <a:cubicBezTo>
                      <a:pt x="2760" y="29567"/>
                      <a:pt x="5505" y="29467"/>
                      <a:pt x="8270" y="29490"/>
                    </a:cubicBezTo>
                    <a:cubicBezTo>
                      <a:pt x="8852" y="29492"/>
                      <a:pt x="9435" y="29495"/>
                      <a:pt x="10015" y="29497"/>
                    </a:cubicBezTo>
                    <a:cubicBezTo>
                      <a:pt x="11665" y="29505"/>
                      <a:pt x="13312" y="29513"/>
                      <a:pt x="14963" y="29525"/>
                    </a:cubicBezTo>
                    <a:cubicBezTo>
                      <a:pt x="15980" y="29530"/>
                      <a:pt x="17000" y="29535"/>
                      <a:pt x="18017" y="29538"/>
                    </a:cubicBezTo>
                    <a:cubicBezTo>
                      <a:pt x="18402" y="29540"/>
                      <a:pt x="18787" y="29543"/>
                      <a:pt x="19172" y="29545"/>
                    </a:cubicBezTo>
                    <a:cubicBezTo>
                      <a:pt x="19707" y="29550"/>
                      <a:pt x="20243" y="29553"/>
                      <a:pt x="20777" y="29553"/>
                    </a:cubicBezTo>
                    <a:cubicBezTo>
                      <a:pt x="20855" y="29555"/>
                      <a:pt x="20855" y="29555"/>
                      <a:pt x="21253" y="29560"/>
                    </a:cubicBezTo>
                    <a:cubicBezTo>
                      <a:pt x="22203" y="29558"/>
                      <a:pt x="22900" y="29442"/>
                      <a:pt x="23750" y="29000"/>
                    </a:cubicBezTo>
                    <a:cubicBezTo>
                      <a:pt x="24188" y="28122"/>
                      <a:pt x="24047" y="27120"/>
                      <a:pt x="24047" y="26153"/>
                    </a:cubicBezTo>
                    <a:cubicBezTo>
                      <a:pt x="24047" y="25768"/>
                      <a:pt x="24053" y="25383"/>
                      <a:pt x="24055" y="24997"/>
                    </a:cubicBezTo>
                    <a:cubicBezTo>
                      <a:pt x="24057" y="24753"/>
                      <a:pt x="24057" y="24510"/>
                      <a:pt x="24057" y="24260"/>
                    </a:cubicBezTo>
                    <a:cubicBezTo>
                      <a:pt x="24057" y="24035"/>
                      <a:pt x="24060" y="23812"/>
                      <a:pt x="24060" y="23582"/>
                    </a:cubicBezTo>
                    <a:cubicBezTo>
                      <a:pt x="23997" y="22975"/>
                      <a:pt x="23910" y="22695"/>
                      <a:pt x="23500" y="22250"/>
                    </a:cubicBezTo>
                    <a:cubicBezTo>
                      <a:pt x="23003" y="22175"/>
                      <a:pt x="23003" y="22175"/>
                      <a:pt x="22422" y="22173"/>
                    </a:cubicBezTo>
                    <a:cubicBezTo>
                      <a:pt x="21350" y="22092"/>
                      <a:pt x="21350" y="22092"/>
                      <a:pt x="20902" y="21678"/>
                    </a:cubicBezTo>
                    <a:cubicBezTo>
                      <a:pt x="20715" y="21410"/>
                      <a:pt x="20530" y="21140"/>
                      <a:pt x="20345" y="20870"/>
                    </a:cubicBezTo>
                    <a:cubicBezTo>
                      <a:pt x="19780" y="20263"/>
                      <a:pt x="19065" y="20163"/>
                      <a:pt x="18285" y="19945"/>
                    </a:cubicBezTo>
                    <a:cubicBezTo>
                      <a:pt x="17592" y="19692"/>
                      <a:pt x="17253" y="19330"/>
                      <a:pt x="16780" y="18783"/>
                    </a:cubicBezTo>
                    <a:cubicBezTo>
                      <a:pt x="16350" y="18347"/>
                      <a:pt x="15815" y="18207"/>
                      <a:pt x="15250" y="18000"/>
                    </a:cubicBezTo>
                    <a:cubicBezTo>
                      <a:pt x="14780" y="17655"/>
                      <a:pt x="14780" y="17655"/>
                      <a:pt x="14500" y="17250"/>
                    </a:cubicBezTo>
                    <a:cubicBezTo>
                      <a:pt x="14562" y="16630"/>
                      <a:pt x="14785" y="16178"/>
                      <a:pt x="15047" y="15610"/>
                    </a:cubicBezTo>
                    <a:cubicBezTo>
                      <a:pt x="15115" y="15408"/>
                      <a:pt x="15180" y="15207"/>
                      <a:pt x="15250" y="15000"/>
                    </a:cubicBezTo>
                    <a:cubicBezTo>
                      <a:pt x="15015" y="14610"/>
                      <a:pt x="15015" y="14610"/>
                      <a:pt x="14750" y="14250"/>
                    </a:cubicBezTo>
                    <a:cubicBezTo>
                      <a:pt x="14763" y="13800"/>
                      <a:pt x="14763" y="13800"/>
                      <a:pt x="15000" y="13250"/>
                    </a:cubicBezTo>
                    <a:cubicBezTo>
                      <a:pt x="15475" y="12810"/>
                      <a:pt x="16005" y="12462"/>
                      <a:pt x="16547" y="12110"/>
                    </a:cubicBezTo>
                    <a:cubicBezTo>
                      <a:pt x="16688" y="12013"/>
                      <a:pt x="16830" y="11918"/>
                      <a:pt x="16975" y="11817"/>
                    </a:cubicBezTo>
                    <a:cubicBezTo>
                      <a:pt x="18195" y="10995"/>
                      <a:pt x="19375" y="10258"/>
                      <a:pt x="20845" y="10015"/>
                    </a:cubicBezTo>
                    <a:cubicBezTo>
                      <a:pt x="24233" y="9310"/>
                      <a:pt x="27095" y="6790"/>
                      <a:pt x="29078" y="4048"/>
                    </a:cubicBezTo>
                    <a:cubicBezTo>
                      <a:pt x="29693" y="3072"/>
                      <a:pt x="29935" y="2112"/>
                      <a:pt x="30128" y="980"/>
                    </a:cubicBezTo>
                    <a:cubicBezTo>
                      <a:pt x="30250" y="500"/>
                      <a:pt x="30250" y="500"/>
                      <a:pt x="30750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 w="0">
                <a:noFill/>
              </a:ln>
            </p:spPr>
          </p:sp>
          <p:sp>
            <p:nvSpPr>
              <p:cNvPr id="849" name="trophy vector"/>
              <p:cNvSpPr/>
              <p:nvPr/>
            </p:nvSpPr>
            <p:spPr>
              <a:xfrm>
                <a:off x="10608478" y="8543627"/>
                <a:ext cx="216896" cy="71963"/>
              </a:xfrm>
              <a:custGeom>
                <a:avLst/>
                <a:gdLst/>
                <a:ahLst/>
                <a:cxnLst/>
                <a:rect l="0" t="0" r="r" b="b"/>
                <a:pathLst>
                  <a:path w="23720" h="7870" fill="norm" stroke="0">
                    <a:moveTo>
                      <a:pt x="6875" y="350"/>
                    </a:moveTo>
                    <a:cubicBezTo>
                      <a:pt x="7265" y="350"/>
                      <a:pt x="7655" y="350"/>
                      <a:pt x="8045" y="350"/>
                    </a:cubicBezTo>
                    <a:cubicBezTo>
                      <a:pt x="8858" y="350"/>
                      <a:pt x="9672" y="353"/>
                      <a:pt x="10487" y="355"/>
                    </a:cubicBezTo>
                    <a:cubicBezTo>
                      <a:pt x="11525" y="360"/>
                      <a:pt x="12562" y="363"/>
                      <a:pt x="13602" y="360"/>
                    </a:cubicBezTo>
                    <a:cubicBezTo>
                      <a:pt x="14405" y="360"/>
                      <a:pt x="15210" y="363"/>
                      <a:pt x="16015" y="365"/>
                    </a:cubicBezTo>
                    <a:cubicBezTo>
                      <a:pt x="16398" y="365"/>
                      <a:pt x="16780" y="365"/>
                      <a:pt x="17162" y="365"/>
                    </a:cubicBezTo>
                    <a:cubicBezTo>
                      <a:pt x="22132" y="370"/>
                      <a:pt x="22132" y="370"/>
                      <a:pt x="23080" y="962"/>
                    </a:cubicBezTo>
                    <a:cubicBezTo>
                      <a:pt x="23432" y="1560"/>
                      <a:pt x="23495" y="2118"/>
                      <a:pt x="23530" y="2798"/>
                    </a:cubicBezTo>
                    <a:cubicBezTo>
                      <a:pt x="23537" y="2930"/>
                      <a:pt x="23547" y="3062"/>
                      <a:pt x="23555" y="3197"/>
                    </a:cubicBezTo>
                    <a:cubicBezTo>
                      <a:pt x="23720" y="6315"/>
                      <a:pt x="23720" y="6315"/>
                      <a:pt x="23088" y="7308"/>
                    </a:cubicBezTo>
                    <a:cubicBezTo>
                      <a:pt x="22293" y="7870"/>
                      <a:pt x="21475" y="7765"/>
                      <a:pt x="20523" y="7758"/>
                    </a:cubicBezTo>
                    <a:cubicBezTo>
                      <a:pt x="20418" y="7760"/>
                      <a:pt x="20418" y="7760"/>
                      <a:pt x="19882" y="7765"/>
                    </a:cubicBezTo>
                    <a:cubicBezTo>
                      <a:pt x="19185" y="7768"/>
                      <a:pt x="18487" y="7768"/>
                      <a:pt x="17787" y="7765"/>
                    </a:cubicBezTo>
                    <a:cubicBezTo>
                      <a:pt x="17303" y="7768"/>
                      <a:pt x="16818" y="7768"/>
                      <a:pt x="16335" y="7770"/>
                    </a:cubicBezTo>
                    <a:cubicBezTo>
                      <a:pt x="15318" y="7773"/>
                      <a:pt x="14300" y="7773"/>
                      <a:pt x="13285" y="7770"/>
                    </a:cubicBezTo>
                    <a:cubicBezTo>
                      <a:pt x="12110" y="7768"/>
                      <a:pt x="10935" y="7770"/>
                      <a:pt x="9760" y="7778"/>
                    </a:cubicBezTo>
                    <a:cubicBezTo>
                      <a:pt x="8630" y="7783"/>
                      <a:pt x="7500" y="7783"/>
                      <a:pt x="6370" y="7783"/>
                    </a:cubicBezTo>
                    <a:cubicBezTo>
                      <a:pt x="5890" y="7783"/>
                      <a:pt x="5408" y="7783"/>
                      <a:pt x="4928" y="7788"/>
                    </a:cubicBezTo>
                    <a:cubicBezTo>
                      <a:pt x="4255" y="7790"/>
                      <a:pt x="3585" y="7788"/>
                      <a:pt x="2912" y="7783"/>
                    </a:cubicBezTo>
                    <a:cubicBezTo>
                      <a:pt x="2713" y="7785"/>
                      <a:pt x="2513" y="7788"/>
                      <a:pt x="2307" y="7790"/>
                    </a:cubicBezTo>
                    <a:cubicBezTo>
                      <a:pt x="963" y="7773"/>
                      <a:pt x="963" y="7773"/>
                      <a:pt x="345" y="7183"/>
                    </a:cubicBezTo>
                    <a:cubicBezTo>
                      <a:pt x="62" y="6595"/>
                      <a:pt x="0" y="6207"/>
                      <a:pt x="3" y="5555"/>
                    </a:cubicBezTo>
                    <a:cubicBezTo>
                      <a:pt x="3" y="5350"/>
                      <a:pt x="3" y="5143"/>
                      <a:pt x="3" y="4930"/>
                    </a:cubicBezTo>
                    <a:cubicBezTo>
                      <a:pt x="7" y="4717"/>
                      <a:pt x="10" y="4503"/>
                      <a:pt x="15" y="4283"/>
                    </a:cubicBezTo>
                    <a:cubicBezTo>
                      <a:pt x="15" y="4070"/>
                      <a:pt x="13" y="3855"/>
                      <a:pt x="13" y="3635"/>
                    </a:cubicBezTo>
                    <a:cubicBezTo>
                      <a:pt x="27" y="1815"/>
                      <a:pt x="27" y="1815"/>
                      <a:pt x="592" y="908"/>
                    </a:cubicBezTo>
                    <a:cubicBezTo>
                      <a:pt x="2358" y="0"/>
                      <a:pt x="4943" y="340"/>
                      <a:pt x="6875" y="350"/>
                    </a:cubicBezTo>
                    <a:close/>
                  </a:path>
                </a:pathLst>
              </a:custGeom>
              <a:solidFill>
                <a:srgbClr val="897E69"/>
              </a:solidFill>
              <a:ln w="0">
                <a:noFill/>
              </a:ln>
            </p:spPr>
          </p:sp>
          <p:sp>
            <p:nvSpPr>
              <p:cNvPr id="850" name="trophy vector"/>
              <p:cNvSpPr/>
              <p:nvPr/>
            </p:nvSpPr>
            <p:spPr>
              <a:xfrm>
                <a:off x="10533888" y="8266176"/>
                <a:ext cx="356616" cy="263004"/>
              </a:xfrm>
              <a:custGeom>
                <a:avLst/>
                <a:gdLst/>
                <a:ahLst/>
                <a:cxnLst/>
                <a:rect l="0" t="0" r="r" b="b"/>
                <a:pathLst>
                  <a:path w="39000" h="28763" fill="norm" stroke="0">
                    <a:moveTo>
                      <a:pt x="0" y="0"/>
                    </a:moveTo>
                    <a:cubicBezTo>
                      <a:pt x="12870" y="0"/>
                      <a:pt x="25740" y="0"/>
                      <a:pt x="39000" y="0"/>
                    </a:cubicBezTo>
                    <a:cubicBezTo>
                      <a:pt x="39000" y="2062"/>
                      <a:pt x="39000" y="4125"/>
                      <a:pt x="39000" y="6250"/>
                    </a:cubicBezTo>
                    <a:cubicBezTo>
                      <a:pt x="38443" y="5692"/>
                      <a:pt x="38170" y="5403"/>
                      <a:pt x="37812" y="4765"/>
                    </a:cubicBezTo>
                    <a:cubicBezTo>
                      <a:pt x="37200" y="3852"/>
                      <a:pt x="36560" y="3322"/>
                      <a:pt x="35500" y="3000"/>
                    </a:cubicBezTo>
                    <a:cubicBezTo>
                      <a:pt x="33928" y="2798"/>
                      <a:pt x="32447" y="2827"/>
                      <a:pt x="31000" y="3500"/>
                    </a:cubicBezTo>
                    <a:cubicBezTo>
                      <a:pt x="30828" y="3035"/>
                      <a:pt x="30730" y="2620"/>
                      <a:pt x="30655" y="2125"/>
                    </a:cubicBezTo>
                    <a:cubicBezTo>
                      <a:pt x="30475" y="1398"/>
                      <a:pt x="30345" y="1195"/>
                      <a:pt x="29750" y="750"/>
                    </a:cubicBezTo>
                    <a:cubicBezTo>
                      <a:pt x="29210" y="650"/>
                      <a:pt x="28737" y="600"/>
                      <a:pt x="28193" y="580"/>
                    </a:cubicBezTo>
                    <a:cubicBezTo>
                      <a:pt x="28030" y="572"/>
                      <a:pt x="27868" y="562"/>
                      <a:pt x="27703" y="555"/>
                    </a:cubicBezTo>
                    <a:cubicBezTo>
                      <a:pt x="25322" y="450"/>
                      <a:pt x="22940" y="462"/>
                      <a:pt x="20557" y="467"/>
                    </a:cubicBezTo>
                    <a:cubicBezTo>
                      <a:pt x="20045" y="470"/>
                      <a:pt x="19533" y="467"/>
                      <a:pt x="19020" y="467"/>
                    </a:cubicBezTo>
                    <a:cubicBezTo>
                      <a:pt x="15922" y="460"/>
                      <a:pt x="12840" y="533"/>
                      <a:pt x="9750" y="750"/>
                    </a:cubicBezTo>
                    <a:cubicBezTo>
                      <a:pt x="9723" y="845"/>
                      <a:pt x="9723" y="845"/>
                      <a:pt x="9590" y="1325"/>
                    </a:cubicBezTo>
                    <a:cubicBezTo>
                      <a:pt x="9213" y="2678"/>
                      <a:pt x="9213" y="2678"/>
                      <a:pt x="9000" y="3250"/>
                    </a:cubicBezTo>
                    <a:cubicBezTo>
                      <a:pt x="8835" y="3332"/>
                      <a:pt x="8670" y="3415"/>
                      <a:pt x="8500" y="3500"/>
                    </a:cubicBezTo>
                    <a:cubicBezTo>
                      <a:pt x="8355" y="3425"/>
                      <a:pt x="8207" y="3350"/>
                      <a:pt x="8057" y="3273"/>
                    </a:cubicBezTo>
                    <a:cubicBezTo>
                      <a:pt x="6987" y="2750"/>
                      <a:pt x="5662" y="2778"/>
                      <a:pt x="4500" y="3000"/>
                    </a:cubicBezTo>
                    <a:cubicBezTo>
                      <a:pt x="3190" y="3582"/>
                      <a:pt x="2162" y="4660"/>
                      <a:pt x="1463" y="5903"/>
                    </a:cubicBezTo>
                    <a:cubicBezTo>
                      <a:pt x="783" y="7820"/>
                      <a:pt x="1112" y="9872"/>
                      <a:pt x="1953" y="11683"/>
                    </a:cubicBezTo>
                    <a:cubicBezTo>
                      <a:pt x="2050" y="11870"/>
                      <a:pt x="2148" y="12058"/>
                      <a:pt x="2250" y="12250"/>
                    </a:cubicBezTo>
                    <a:cubicBezTo>
                      <a:pt x="2340" y="12425"/>
                      <a:pt x="2430" y="12597"/>
                      <a:pt x="2525" y="12778"/>
                    </a:cubicBezTo>
                    <a:cubicBezTo>
                      <a:pt x="3305" y="14143"/>
                      <a:pt x="4350" y="15192"/>
                      <a:pt x="5500" y="16250"/>
                    </a:cubicBezTo>
                    <a:cubicBezTo>
                      <a:pt x="5602" y="16347"/>
                      <a:pt x="5705" y="16445"/>
                      <a:pt x="5810" y="16545"/>
                    </a:cubicBezTo>
                    <a:cubicBezTo>
                      <a:pt x="7247" y="17810"/>
                      <a:pt x="9055" y="18705"/>
                      <a:pt x="10922" y="19062"/>
                    </a:cubicBezTo>
                    <a:cubicBezTo>
                      <a:pt x="12330" y="19340"/>
                      <a:pt x="13457" y="19982"/>
                      <a:pt x="14672" y="20735"/>
                    </a:cubicBezTo>
                    <a:cubicBezTo>
                      <a:pt x="14850" y="20842"/>
                      <a:pt x="15025" y="20950"/>
                      <a:pt x="15207" y="21062"/>
                    </a:cubicBezTo>
                    <a:cubicBezTo>
                      <a:pt x="15372" y="21168"/>
                      <a:pt x="15537" y="21273"/>
                      <a:pt x="15705" y="21383"/>
                    </a:cubicBezTo>
                    <a:cubicBezTo>
                      <a:pt x="15852" y="21477"/>
                      <a:pt x="16000" y="21572"/>
                      <a:pt x="16152" y="21670"/>
                    </a:cubicBezTo>
                    <a:cubicBezTo>
                      <a:pt x="16598" y="22092"/>
                      <a:pt x="16680" y="22395"/>
                      <a:pt x="16750" y="23000"/>
                    </a:cubicBezTo>
                    <a:cubicBezTo>
                      <a:pt x="16658" y="23200"/>
                      <a:pt x="16565" y="23403"/>
                      <a:pt x="16470" y="23610"/>
                    </a:cubicBezTo>
                    <a:cubicBezTo>
                      <a:pt x="16398" y="23820"/>
                      <a:pt x="16325" y="24033"/>
                      <a:pt x="16250" y="24250"/>
                    </a:cubicBezTo>
                    <a:cubicBezTo>
                      <a:pt x="16495" y="24670"/>
                      <a:pt x="16745" y="25085"/>
                      <a:pt x="17000" y="25500"/>
                    </a:cubicBezTo>
                    <a:cubicBezTo>
                      <a:pt x="16890" y="26048"/>
                      <a:pt x="16890" y="26048"/>
                      <a:pt x="16500" y="26500"/>
                    </a:cubicBezTo>
                    <a:cubicBezTo>
                      <a:pt x="15848" y="26820"/>
                      <a:pt x="15227" y="27000"/>
                      <a:pt x="14500" y="27000"/>
                    </a:cubicBezTo>
                    <a:cubicBezTo>
                      <a:pt x="14428" y="27155"/>
                      <a:pt x="14355" y="27310"/>
                      <a:pt x="14280" y="27470"/>
                    </a:cubicBezTo>
                    <a:cubicBezTo>
                      <a:pt x="14000" y="28000"/>
                      <a:pt x="14000" y="28000"/>
                      <a:pt x="13500" y="28500"/>
                    </a:cubicBezTo>
                    <a:cubicBezTo>
                      <a:pt x="12995" y="28620"/>
                      <a:pt x="12995" y="28620"/>
                      <a:pt x="12405" y="28688"/>
                    </a:cubicBezTo>
                    <a:cubicBezTo>
                      <a:pt x="12213" y="28712"/>
                      <a:pt x="12020" y="28737"/>
                      <a:pt x="11822" y="28763"/>
                    </a:cubicBezTo>
                    <a:cubicBezTo>
                      <a:pt x="11165" y="28747"/>
                      <a:pt x="10822" y="28558"/>
                      <a:pt x="10250" y="28250"/>
                    </a:cubicBezTo>
                    <a:cubicBezTo>
                      <a:pt x="10003" y="28250"/>
                      <a:pt x="9755" y="28250"/>
                      <a:pt x="9500" y="28250"/>
                    </a:cubicBezTo>
                    <a:cubicBezTo>
                      <a:pt x="9500" y="27920"/>
                      <a:pt x="9500" y="27590"/>
                      <a:pt x="9500" y="27250"/>
                    </a:cubicBezTo>
                    <a:cubicBezTo>
                      <a:pt x="9995" y="27250"/>
                      <a:pt x="10490" y="27250"/>
                      <a:pt x="11000" y="27250"/>
                    </a:cubicBezTo>
                    <a:cubicBezTo>
                      <a:pt x="10965" y="27117"/>
                      <a:pt x="10928" y="26985"/>
                      <a:pt x="10890" y="26847"/>
                    </a:cubicBezTo>
                    <a:cubicBezTo>
                      <a:pt x="10845" y="26670"/>
                      <a:pt x="10797" y="26495"/>
                      <a:pt x="10750" y="26312"/>
                    </a:cubicBezTo>
                    <a:cubicBezTo>
                      <a:pt x="10703" y="26138"/>
                      <a:pt x="10658" y="25965"/>
                      <a:pt x="10610" y="25785"/>
                    </a:cubicBezTo>
                    <a:cubicBezTo>
                      <a:pt x="10500" y="25250"/>
                      <a:pt x="10500" y="25250"/>
                      <a:pt x="10507" y="24697"/>
                    </a:cubicBezTo>
                    <a:cubicBezTo>
                      <a:pt x="10505" y="24550"/>
                      <a:pt x="10503" y="24403"/>
                      <a:pt x="10500" y="24250"/>
                    </a:cubicBezTo>
                    <a:cubicBezTo>
                      <a:pt x="10382" y="24183"/>
                      <a:pt x="10263" y="24115"/>
                      <a:pt x="10140" y="24048"/>
                    </a:cubicBezTo>
                    <a:cubicBezTo>
                      <a:pt x="9750" y="23750"/>
                      <a:pt x="9750" y="23750"/>
                      <a:pt x="9645" y="23330"/>
                    </a:cubicBezTo>
                    <a:cubicBezTo>
                      <a:pt x="9585" y="22888"/>
                      <a:pt x="9535" y="22445"/>
                      <a:pt x="9500" y="22000"/>
                    </a:cubicBezTo>
                    <a:cubicBezTo>
                      <a:pt x="9170" y="21918"/>
                      <a:pt x="8840" y="21835"/>
                      <a:pt x="8500" y="21750"/>
                    </a:cubicBezTo>
                    <a:cubicBezTo>
                      <a:pt x="8582" y="21337"/>
                      <a:pt x="8665" y="20925"/>
                      <a:pt x="8750" y="20500"/>
                    </a:cubicBezTo>
                    <a:cubicBezTo>
                      <a:pt x="8503" y="20500"/>
                      <a:pt x="8255" y="20500"/>
                      <a:pt x="8000" y="20500"/>
                    </a:cubicBezTo>
                    <a:cubicBezTo>
                      <a:pt x="8000" y="20665"/>
                      <a:pt x="8000" y="20830"/>
                      <a:pt x="8000" y="21000"/>
                    </a:cubicBezTo>
                    <a:cubicBezTo>
                      <a:pt x="7348" y="21232"/>
                      <a:pt x="7090" y="21288"/>
                      <a:pt x="6438" y="21015"/>
                    </a:cubicBezTo>
                    <a:cubicBezTo>
                      <a:pt x="6293" y="20928"/>
                      <a:pt x="6148" y="20840"/>
                      <a:pt x="6000" y="20750"/>
                    </a:cubicBezTo>
                    <a:cubicBezTo>
                      <a:pt x="6000" y="20503"/>
                      <a:pt x="6000" y="20255"/>
                      <a:pt x="6000" y="20000"/>
                    </a:cubicBezTo>
                    <a:cubicBezTo>
                      <a:pt x="6247" y="19960"/>
                      <a:pt x="6247" y="19960"/>
                      <a:pt x="7500" y="19750"/>
                    </a:cubicBezTo>
                    <a:cubicBezTo>
                      <a:pt x="7213" y="19175"/>
                      <a:pt x="7070" y="19117"/>
                      <a:pt x="6515" y="18827"/>
                    </a:cubicBezTo>
                    <a:cubicBezTo>
                      <a:pt x="5828" y="18455"/>
                      <a:pt x="5207" y="18040"/>
                      <a:pt x="4585" y="17567"/>
                    </a:cubicBezTo>
                    <a:cubicBezTo>
                      <a:pt x="3570" y="16808"/>
                      <a:pt x="2753" y="16305"/>
                      <a:pt x="1447" y="16293"/>
                    </a:cubicBezTo>
                    <a:cubicBezTo>
                      <a:pt x="1000" y="16250"/>
                      <a:pt x="1000" y="16250"/>
                      <a:pt x="0" y="15750"/>
                    </a:cubicBezTo>
                    <a:cubicBezTo>
                      <a:pt x="0" y="10553"/>
                      <a:pt x="0" y="535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51" name="trophy vector"/>
              <p:cNvSpPr/>
              <p:nvPr/>
            </p:nvSpPr>
            <p:spPr>
              <a:xfrm>
                <a:off x="10678758" y="8300386"/>
                <a:ext cx="74592" cy="108014"/>
              </a:xfrm>
              <a:custGeom>
                <a:avLst/>
                <a:gdLst/>
                <a:ahLst/>
                <a:cxnLst/>
                <a:rect l="0" t="0" r="r" b="b"/>
                <a:pathLst>
                  <a:path w="8157" h="11812" fill="norm" stroke="0">
                    <a:moveTo>
                      <a:pt x="4610" y="40"/>
                    </a:moveTo>
                    <a:cubicBezTo>
                      <a:pt x="5157" y="257"/>
                      <a:pt x="5157" y="257"/>
                      <a:pt x="5407" y="510"/>
                    </a:cubicBezTo>
                    <a:cubicBezTo>
                      <a:pt x="5697" y="1995"/>
                      <a:pt x="5678" y="3452"/>
                      <a:pt x="5657" y="4962"/>
                    </a:cubicBezTo>
                    <a:cubicBezTo>
                      <a:pt x="5650" y="5433"/>
                      <a:pt x="5645" y="5902"/>
                      <a:pt x="5640" y="6372"/>
                    </a:cubicBezTo>
                    <a:cubicBezTo>
                      <a:pt x="5637" y="6580"/>
                      <a:pt x="5635" y="6785"/>
                      <a:pt x="5632" y="6997"/>
                    </a:cubicBezTo>
                    <a:cubicBezTo>
                      <a:pt x="5657" y="7510"/>
                      <a:pt x="5657" y="7510"/>
                      <a:pt x="5907" y="8010"/>
                    </a:cubicBezTo>
                    <a:cubicBezTo>
                      <a:pt x="6097" y="8080"/>
                      <a:pt x="6287" y="8152"/>
                      <a:pt x="6485" y="8227"/>
                    </a:cubicBezTo>
                    <a:cubicBezTo>
                      <a:pt x="7290" y="8565"/>
                      <a:pt x="7630" y="8820"/>
                      <a:pt x="8157" y="9510"/>
                    </a:cubicBezTo>
                    <a:cubicBezTo>
                      <a:pt x="8157" y="10173"/>
                      <a:pt x="7925" y="10480"/>
                      <a:pt x="7562" y="11030"/>
                    </a:cubicBezTo>
                    <a:cubicBezTo>
                      <a:pt x="6757" y="11812"/>
                      <a:pt x="5602" y="11668"/>
                      <a:pt x="4550" y="11652"/>
                    </a:cubicBezTo>
                    <a:cubicBezTo>
                      <a:pt x="4175" y="11650"/>
                      <a:pt x="3797" y="11657"/>
                      <a:pt x="3422" y="11668"/>
                    </a:cubicBezTo>
                    <a:cubicBezTo>
                      <a:pt x="1400" y="11662"/>
                      <a:pt x="1400" y="11662"/>
                      <a:pt x="620" y="10907"/>
                    </a:cubicBezTo>
                    <a:cubicBezTo>
                      <a:pt x="287" y="10502"/>
                      <a:pt x="155" y="10250"/>
                      <a:pt x="0" y="9742"/>
                    </a:cubicBezTo>
                    <a:cubicBezTo>
                      <a:pt x="240" y="9002"/>
                      <a:pt x="757" y="8660"/>
                      <a:pt x="1407" y="8260"/>
                    </a:cubicBezTo>
                    <a:cubicBezTo>
                      <a:pt x="1592" y="8197"/>
                      <a:pt x="1777" y="8135"/>
                      <a:pt x="1970" y="8070"/>
                    </a:cubicBezTo>
                    <a:cubicBezTo>
                      <a:pt x="2407" y="7760"/>
                      <a:pt x="2407" y="7760"/>
                      <a:pt x="2525" y="7285"/>
                    </a:cubicBezTo>
                    <a:cubicBezTo>
                      <a:pt x="2587" y="6775"/>
                      <a:pt x="2632" y="6272"/>
                      <a:pt x="2657" y="5760"/>
                    </a:cubicBezTo>
                    <a:cubicBezTo>
                      <a:pt x="2597" y="5745"/>
                      <a:pt x="2597" y="5745"/>
                      <a:pt x="2292" y="5675"/>
                    </a:cubicBezTo>
                    <a:cubicBezTo>
                      <a:pt x="2212" y="5655"/>
                      <a:pt x="2212" y="5655"/>
                      <a:pt x="1812" y="5555"/>
                    </a:cubicBezTo>
                    <a:cubicBezTo>
                      <a:pt x="1657" y="5517"/>
                      <a:pt x="1500" y="5480"/>
                      <a:pt x="1337" y="5442"/>
                    </a:cubicBezTo>
                    <a:cubicBezTo>
                      <a:pt x="795" y="5210"/>
                      <a:pt x="630" y="5058"/>
                      <a:pt x="407" y="4510"/>
                    </a:cubicBezTo>
                    <a:cubicBezTo>
                      <a:pt x="512" y="3045"/>
                      <a:pt x="1425" y="2260"/>
                      <a:pt x="2407" y="1260"/>
                    </a:cubicBezTo>
                    <a:cubicBezTo>
                      <a:pt x="2540" y="1122"/>
                      <a:pt x="2675" y="985"/>
                      <a:pt x="2812" y="842"/>
                    </a:cubicBezTo>
                    <a:cubicBezTo>
                      <a:pt x="3717" y="0"/>
                      <a:pt x="3717" y="0"/>
                      <a:pt x="4610" y="40"/>
                    </a:cubicBezTo>
                    <a:close/>
                  </a:path>
                </a:pathLst>
              </a:custGeom>
              <a:solidFill>
                <a:srgbClr val="E9BE67"/>
              </a:solidFill>
              <a:ln w="0">
                <a:noFill/>
              </a:ln>
            </p:spPr>
          </p:sp>
          <p:sp>
            <p:nvSpPr>
              <p:cNvPr id="852" name="trophy vector"/>
              <p:cNvSpPr/>
              <p:nvPr/>
            </p:nvSpPr>
            <p:spPr>
              <a:xfrm>
                <a:off x="10566749" y="8314567"/>
                <a:ext cx="70660" cy="100195"/>
              </a:xfrm>
              <a:custGeom>
                <a:avLst/>
                <a:gdLst/>
                <a:ahLst/>
                <a:cxnLst/>
                <a:rect l="0" t="0" r="r" b="b"/>
                <a:pathLst>
                  <a:path w="7727" h="10957" fill="norm" stroke="0">
                    <a:moveTo>
                      <a:pt x="4062" y="620"/>
                    </a:moveTo>
                    <a:cubicBezTo>
                      <a:pt x="4690" y="1237"/>
                      <a:pt x="4690" y="2168"/>
                      <a:pt x="4818" y="3010"/>
                    </a:cubicBezTo>
                    <a:cubicBezTo>
                      <a:pt x="4895" y="3440"/>
                      <a:pt x="4975" y="3810"/>
                      <a:pt x="5158" y="4207"/>
                    </a:cubicBezTo>
                    <a:cubicBezTo>
                      <a:pt x="5467" y="4373"/>
                      <a:pt x="5780" y="4540"/>
                      <a:pt x="6098" y="4692"/>
                    </a:cubicBezTo>
                    <a:cubicBezTo>
                      <a:pt x="6840" y="5327"/>
                      <a:pt x="6925" y="6530"/>
                      <a:pt x="7125" y="7442"/>
                    </a:cubicBezTo>
                    <a:cubicBezTo>
                      <a:pt x="7180" y="7670"/>
                      <a:pt x="7237" y="7895"/>
                      <a:pt x="7295" y="8130"/>
                    </a:cubicBezTo>
                    <a:cubicBezTo>
                      <a:pt x="7727" y="9965"/>
                      <a:pt x="7727" y="9965"/>
                      <a:pt x="7408" y="10957"/>
                    </a:cubicBezTo>
                    <a:cubicBezTo>
                      <a:pt x="4818" y="10475"/>
                      <a:pt x="2943" y="8745"/>
                      <a:pt x="1408" y="6707"/>
                    </a:cubicBezTo>
                    <a:cubicBezTo>
                      <a:pt x="455" y="5273"/>
                      <a:pt x="0" y="3737"/>
                      <a:pt x="210" y="2008"/>
                    </a:cubicBezTo>
                    <a:cubicBezTo>
                      <a:pt x="392" y="1305"/>
                      <a:pt x="662" y="952"/>
                      <a:pt x="1203" y="472"/>
                    </a:cubicBezTo>
                    <a:cubicBezTo>
                      <a:pt x="2145" y="0"/>
                      <a:pt x="3125" y="245"/>
                      <a:pt x="4062" y="6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53" name="trophy vector"/>
              <p:cNvSpPr/>
              <p:nvPr/>
            </p:nvSpPr>
            <p:spPr>
              <a:xfrm>
                <a:off x="10796784" y="8314668"/>
                <a:ext cx="68694" cy="100104"/>
              </a:xfrm>
              <a:custGeom>
                <a:avLst/>
                <a:gdLst/>
                <a:ahLst/>
                <a:cxnLst/>
                <a:rect l="0" t="0" r="r" b="b"/>
                <a:pathLst>
                  <a:path w="7513" h="10947" fill="norm" stroke="0">
                    <a:moveTo>
                      <a:pt x="6828" y="712"/>
                    </a:moveTo>
                    <a:cubicBezTo>
                      <a:pt x="7488" y="1472"/>
                      <a:pt x="7513" y="2212"/>
                      <a:pt x="7500" y="3197"/>
                    </a:cubicBezTo>
                    <a:cubicBezTo>
                      <a:pt x="7303" y="5558"/>
                      <a:pt x="5955" y="7425"/>
                      <a:pt x="4285" y="9038"/>
                    </a:cubicBezTo>
                    <a:cubicBezTo>
                      <a:pt x="3213" y="9857"/>
                      <a:pt x="1978" y="10397"/>
                      <a:pt x="750" y="10947"/>
                    </a:cubicBezTo>
                    <a:cubicBezTo>
                      <a:pt x="365" y="10622"/>
                      <a:pt x="365" y="10622"/>
                      <a:pt x="0" y="10197"/>
                    </a:cubicBezTo>
                    <a:cubicBezTo>
                      <a:pt x="0" y="9810"/>
                      <a:pt x="0" y="9810"/>
                      <a:pt x="140" y="9367"/>
                    </a:cubicBezTo>
                    <a:cubicBezTo>
                      <a:pt x="190" y="9197"/>
                      <a:pt x="243" y="9025"/>
                      <a:pt x="295" y="8847"/>
                    </a:cubicBezTo>
                    <a:cubicBezTo>
                      <a:pt x="363" y="8632"/>
                      <a:pt x="430" y="8418"/>
                      <a:pt x="500" y="8197"/>
                    </a:cubicBezTo>
                    <a:cubicBezTo>
                      <a:pt x="633" y="7735"/>
                      <a:pt x="763" y="7270"/>
                      <a:pt x="895" y="6805"/>
                    </a:cubicBezTo>
                    <a:cubicBezTo>
                      <a:pt x="1093" y="6102"/>
                      <a:pt x="1295" y="5400"/>
                      <a:pt x="1500" y="4697"/>
                    </a:cubicBezTo>
                    <a:cubicBezTo>
                      <a:pt x="1913" y="4615"/>
                      <a:pt x="2325" y="4533"/>
                      <a:pt x="2750" y="4447"/>
                    </a:cubicBezTo>
                    <a:cubicBezTo>
                      <a:pt x="2755" y="4352"/>
                      <a:pt x="2755" y="4352"/>
                      <a:pt x="2788" y="3880"/>
                    </a:cubicBezTo>
                    <a:cubicBezTo>
                      <a:pt x="2805" y="3635"/>
                      <a:pt x="2825" y="3387"/>
                      <a:pt x="2843" y="3135"/>
                    </a:cubicBezTo>
                    <a:cubicBezTo>
                      <a:pt x="2860" y="2890"/>
                      <a:pt x="2878" y="2647"/>
                      <a:pt x="2895" y="2395"/>
                    </a:cubicBezTo>
                    <a:cubicBezTo>
                      <a:pt x="2998" y="1712"/>
                      <a:pt x="3130" y="1275"/>
                      <a:pt x="3500" y="697"/>
                    </a:cubicBezTo>
                    <a:cubicBezTo>
                      <a:pt x="4693" y="0"/>
                      <a:pt x="5628" y="163"/>
                      <a:pt x="6828" y="7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54" name="trophy vector"/>
              <p:cNvSpPr/>
              <p:nvPr/>
            </p:nvSpPr>
            <p:spPr>
              <a:xfrm>
                <a:off x="10547705" y="8295058"/>
                <a:ext cx="105065" cy="143469"/>
              </a:xfrm>
              <a:custGeom>
                <a:avLst/>
                <a:gdLst/>
                <a:ahLst/>
                <a:cxnLst/>
                <a:rect l="0" t="0" r="r" b="b"/>
                <a:pathLst>
                  <a:path w="11490" h="15690" fill="norm" stroke="0">
                    <a:moveTo>
                      <a:pt x="7235" y="1025"/>
                    </a:moveTo>
                    <a:cubicBezTo>
                      <a:pt x="7865" y="1420"/>
                      <a:pt x="8137" y="1680"/>
                      <a:pt x="8490" y="2342"/>
                    </a:cubicBezTo>
                    <a:cubicBezTo>
                      <a:pt x="8612" y="3070"/>
                      <a:pt x="8640" y="3793"/>
                      <a:pt x="8660" y="4530"/>
                    </a:cubicBezTo>
                    <a:cubicBezTo>
                      <a:pt x="8670" y="4727"/>
                      <a:pt x="8678" y="4925"/>
                      <a:pt x="8688" y="5130"/>
                    </a:cubicBezTo>
                    <a:cubicBezTo>
                      <a:pt x="8707" y="5617"/>
                      <a:pt x="8725" y="6105"/>
                      <a:pt x="8740" y="6592"/>
                    </a:cubicBezTo>
                    <a:cubicBezTo>
                      <a:pt x="8327" y="6510"/>
                      <a:pt x="7915" y="6428"/>
                      <a:pt x="7490" y="6342"/>
                    </a:cubicBezTo>
                    <a:cubicBezTo>
                      <a:pt x="7442" y="6132"/>
                      <a:pt x="7397" y="5925"/>
                      <a:pt x="7350" y="5712"/>
                    </a:cubicBezTo>
                    <a:cubicBezTo>
                      <a:pt x="7287" y="5438"/>
                      <a:pt x="7225" y="5163"/>
                      <a:pt x="7160" y="4887"/>
                    </a:cubicBezTo>
                    <a:cubicBezTo>
                      <a:pt x="7132" y="4752"/>
                      <a:pt x="7102" y="4615"/>
                      <a:pt x="7072" y="4472"/>
                    </a:cubicBezTo>
                    <a:cubicBezTo>
                      <a:pt x="6820" y="3405"/>
                      <a:pt x="6450" y="2910"/>
                      <a:pt x="5535" y="2280"/>
                    </a:cubicBezTo>
                    <a:cubicBezTo>
                      <a:pt x="4787" y="2022"/>
                      <a:pt x="4232" y="2095"/>
                      <a:pt x="3490" y="2342"/>
                    </a:cubicBezTo>
                    <a:cubicBezTo>
                      <a:pt x="2582" y="2880"/>
                      <a:pt x="2582" y="2880"/>
                      <a:pt x="2340" y="3425"/>
                    </a:cubicBezTo>
                    <a:cubicBezTo>
                      <a:pt x="2127" y="4298"/>
                      <a:pt x="2210" y="5200"/>
                      <a:pt x="2240" y="6092"/>
                    </a:cubicBezTo>
                    <a:cubicBezTo>
                      <a:pt x="2237" y="6242"/>
                      <a:pt x="2235" y="6392"/>
                      <a:pt x="2235" y="6548"/>
                    </a:cubicBezTo>
                    <a:cubicBezTo>
                      <a:pt x="2307" y="8038"/>
                      <a:pt x="3297" y="9022"/>
                      <a:pt x="4240" y="10092"/>
                    </a:cubicBezTo>
                    <a:cubicBezTo>
                      <a:pt x="4362" y="10245"/>
                      <a:pt x="4485" y="10397"/>
                      <a:pt x="4612" y="10553"/>
                    </a:cubicBezTo>
                    <a:cubicBezTo>
                      <a:pt x="6090" y="12235"/>
                      <a:pt x="8375" y="13347"/>
                      <a:pt x="10457" y="14115"/>
                    </a:cubicBezTo>
                    <a:cubicBezTo>
                      <a:pt x="10990" y="14342"/>
                      <a:pt x="10990" y="14342"/>
                      <a:pt x="11317" y="14872"/>
                    </a:cubicBezTo>
                    <a:cubicBezTo>
                      <a:pt x="11372" y="15028"/>
                      <a:pt x="11430" y="15183"/>
                      <a:pt x="11490" y="15342"/>
                    </a:cubicBezTo>
                    <a:cubicBezTo>
                      <a:pt x="11140" y="15690"/>
                      <a:pt x="10912" y="15640"/>
                      <a:pt x="10428" y="15655"/>
                    </a:cubicBezTo>
                    <a:cubicBezTo>
                      <a:pt x="9510" y="15642"/>
                      <a:pt x="9000" y="15362"/>
                      <a:pt x="8240" y="14842"/>
                    </a:cubicBezTo>
                    <a:cubicBezTo>
                      <a:pt x="8042" y="14765"/>
                      <a:pt x="7847" y="14688"/>
                      <a:pt x="7645" y="14607"/>
                    </a:cubicBezTo>
                    <a:cubicBezTo>
                      <a:pt x="6795" y="14262"/>
                      <a:pt x="6027" y="13810"/>
                      <a:pt x="5240" y="13342"/>
                    </a:cubicBezTo>
                    <a:cubicBezTo>
                      <a:pt x="5240" y="13178"/>
                      <a:pt x="5240" y="13012"/>
                      <a:pt x="5240" y="12842"/>
                    </a:cubicBezTo>
                    <a:cubicBezTo>
                      <a:pt x="5037" y="12775"/>
                      <a:pt x="4837" y="12707"/>
                      <a:pt x="4630" y="12637"/>
                    </a:cubicBezTo>
                    <a:cubicBezTo>
                      <a:pt x="3990" y="12342"/>
                      <a:pt x="3990" y="12342"/>
                      <a:pt x="3847" y="11967"/>
                    </a:cubicBezTo>
                    <a:cubicBezTo>
                      <a:pt x="3812" y="11842"/>
                      <a:pt x="3775" y="11720"/>
                      <a:pt x="3740" y="11592"/>
                    </a:cubicBezTo>
                    <a:cubicBezTo>
                      <a:pt x="3665" y="11555"/>
                      <a:pt x="3665" y="11555"/>
                      <a:pt x="3285" y="11372"/>
                    </a:cubicBezTo>
                    <a:cubicBezTo>
                      <a:pt x="2567" y="11002"/>
                      <a:pt x="2185" y="10492"/>
                      <a:pt x="1740" y="9842"/>
                    </a:cubicBezTo>
                    <a:cubicBezTo>
                      <a:pt x="1650" y="9717"/>
                      <a:pt x="1562" y="9595"/>
                      <a:pt x="1472" y="9467"/>
                    </a:cubicBezTo>
                    <a:cubicBezTo>
                      <a:pt x="445" y="7885"/>
                      <a:pt x="0" y="5840"/>
                      <a:pt x="387" y="3980"/>
                    </a:cubicBezTo>
                    <a:cubicBezTo>
                      <a:pt x="420" y="3852"/>
                      <a:pt x="455" y="3722"/>
                      <a:pt x="490" y="3592"/>
                    </a:cubicBezTo>
                    <a:cubicBezTo>
                      <a:pt x="520" y="3457"/>
                      <a:pt x="553" y="3325"/>
                      <a:pt x="582" y="3188"/>
                    </a:cubicBezTo>
                    <a:cubicBezTo>
                      <a:pt x="882" y="2107"/>
                      <a:pt x="1390" y="1438"/>
                      <a:pt x="2382" y="865"/>
                    </a:cubicBezTo>
                    <a:cubicBezTo>
                      <a:pt x="4172" y="0"/>
                      <a:pt x="5452" y="240"/>
                      <a:pt x="7235" y="1025"/>
                    </a:cubicBezTo>
                    <a:close/>
                  </a:path>
                </a:pathLst>
              </a:custGeom>
              <a:solidFill>
                <a:srgbClr val="E9BE67"/>
              </a:solidFill>
              <a:ln w="0">
                <a:noFill/>
              </a:ln>
            </p:spPr>
          </p:sp>
          <p:sp>
            <p:nvSpPr>
              <p:cNvPr id="855" name="trophy vector"/>
              <p:cNvSpPr/>
              <p:nvPr/>
            </p:nvSpPr>
            <p:spPr>
              <a:xfrm>
                <a:off x="10780766" y="8292201"/>
                <a:ext cx="101384" cy="145618"/>
              </a:xfrm>
              <a:custGeom>
                <a:avLst/>
                <a:gdLst/>
                <a:ahLst/>
                <a:cxnLst/>
                <a:rect l="0" t="0" r="r" b="b"/>
                <a:pathLst>
                  <a:path w="11087" h="15925" fill="norm" stroke="0">
                    <a:moveTo>
                      <a:pt x="9277" y="1337"/>
                    </a:moveTo>
                    <a:cubicBezTo>
                      <a:pt x="10132" y="1908"/>
                      <a:pt x="10672" y="2332"/>
                      <a:pt x="10920" y="3357"/>
                    </a:cubicBezTo>
                    <a:cubicBezTo>
                      <a:pt x="10942" y="3622"/>
                      <a:pt x="10960" y="3887"/>
                      <a:pt x="10970" y="4155"/>
                    </a:cubicBezTo>
                    <a:cubicBezTo>
                      <a:pt x="10977" y="4298"/>
                      <a:pt x="10985" y="4438"/>
                      <a:pt x="10992" y="4585"/>
                    </a:cubicBezTo>
                    <a:cubicBezTo>
                      <a:pt x="11087" y="7497"/>
                      <a:pt x="10497" y="9482"/>
                      <a:pt x="8500" y="11655"/>
                    </a:cubicBezTo>
                    <a:cubicBezTo>
                      <a:pt x="7952" y="12205"/>
                      <a:pt x="7408" y="12732"/>
                      <a:pt x="6750" y="13155"/>
                    </a:cubicBezTo>
                    <a:cubicBezTo>
                      <a:pt x="6585" y="13155"/>
                      <a:pt x="6420" y="13155"/>
                      <a:pt x="6250" y="13155"/>
                    </a:cubicBezTo>
                    <a:cubicBezTo>
                      <a:pt x="6225" y="13267"/>
                      <a:pt x="6200" y="13380"/>
                      <a:pt x="6175" y="13497"/>
                    </a:cubicBezTo>
                    <a:cubicBezTo>
                      <a:pt x="5950" y="14022"/>
                      <a:pt x="5720" y="14135"/>
                      <a:pt x="5220" y="14405"/>
                    </a:cubicBezTo>
                    <a:cubicBezTo>
                      <a:pt x="5062" y="14487"/>
                      <a:pt x="4908" y="14572"/>
                      <a:pt x="4747" y="14660"/>
                    </a:cubicBezTo>
                    <a:cubicBezTo>
                      <a:pt x="4130" y="14962"/>
                      <a:pt x="3507" y="15240"/>
                      <a:pt x="2872" y="15500"/>
                    </a:cubicBezTo>
                    <a:cubicBezTo>
                      <a:pt x="2575" y="15622"/>
                      <a:pt x="2287" y="15760"/>
                      <a:pt x="2000" y="15905"/>
                    </a:cubicBezTo>
                    <a:cubicBezTo>
                      <a:pt x="1658" y="15920"/>
                      <a:pt x="1312" y="15925"/>
                      <a:pt x="970" y="15920"/>
                    </a:cubicBezTo>
                    <a:cubicBezTo>
                      <a:pt x="880" y="15918"/>
                      <a:pt x="880" y="15918"/>
                      <a:pt x="420" y="15913"/>
                    </a:cubicBezTo>
                    <a:cubicBezTo>
                      <a:pt x="283" y="15910"/>
                      <a:pt x="145" y="15908"/>
                      <a:pt x="0" y="15905"/>
                    </a:cubicBezTo>
                    <a:cubicBezTo>
                      <a:pt x="145" y="15188"/>
                      <a:pt x="217" y="14938"/>
                      <a:pt x="750" y="14405"/>
                    </a:cubicBezTo>
                    <a:cubicBezTo>
                      <a:pt x="1112" y="14225"/>
                      <a:pt x="1112" y="14225"/>
                      <a:pt x="1533" y="14060"/>
                    </a:cubicBezTo>
                    <a:cubicBezTo>
                      <a:pt x="4410" y="12870"/>
                      <a:pt x="7642" y="11140"/>
                      <a:pt x="9000" y="8155"/>
                    </a:cubicBezTo>
                    <a:cubicBezTo>
                      <a:pt x="9168" y="7570"/>
                      <a:pt x="9222" y="7010"/>
                      <a:pt x="9250" y="6405"/>
                    </a:cubicBezTo>
                    <a:cubicBezTo>
                      <a:pt x="9260" y="6215"/>
                      <a:pt x="9270" y="6022"/>
                      <a:pt x="9283" y="5827"/>
                    </a:cubicBezTo>
                    <a:cubicBezTo>
                      <a:pt x="9310" y="4785"/>
                      <a:pt x="9312" y="4065"/>
                      <a:pt x="8750" y="3155"/>
                    </a:cubicBezTo>
                    <a:cubicBezTo>
                      <a:pt x="8117" y="2675"/>
                      <a:pt x="7662" y="2428"/>
                      <a:pt x="6875" y="2310"/>
                    </a:cubicBezTo>
                    <a:cubicBezTo>
                      <a:pt x="6090" y="2428"/>
                      <a:pt x="5635" y="2675"/>
                      <a:pt x="5000" y="3155"/>
                    </a:cubicBezTo>
                    <a:cubicBezTo>
                      <a:pt x="4553" y="3900"/>
                      <a:pt x="4377" y="4615"/>
                      <a:pt x="4220" y="5467"/>
                    </a:cubicBezTo>
                    <a:cubicBezTo>
                      <a:pt x="4178" y="5690"/>
                      <a:pt x="4135" y="5913"/>
                      <a:pt x="4092" y="6142"/>
                    </a:cubicBezTo>
                    <a:cubicBezTo>
                      <a:pt x="4062" y="6310"/>
                      <a:pt x="4033" y="6480"/>
                      <a:pt x="4000" y="6655"/>
                    </a:cubicBezTo>
                    <a:cubicBezTo>
                      <a:pt x="3587" y="6737"/>
                      <a:pt x="3175" y="6820"/>
                      <a:pt x="2750" y="6905"/>
                    </a:cubicBezTo>
                    <a:cubicBezTo>
                      <a:pt x="2832" y="5502"/>
                      <a:pt x="2915" y="4100"/>
                      <a:pt x="3000" y="2655"/>
                    </a:cubicBezTo>
                    <a:cubicBezTo>
                      <a:pt x="3247" y="2572"/>
                      <a:pt x="3495" y="2490"/>
                      <a:pt x="3750" y="2405"/>
                    </a:cubicBezTo>
                    <a:cubicBezTo>
                      <a:pt x="3783" y="2327"/>
                      <a:pt x="3783" y="2327"/>
                      <a:pt x="3938" y="1935"/>
                    </a:cubicBezTo>
                    <a:cubicBezTo>
                      <a:pt x="5077" y="0"/>
                      <a:pt x="7625" y="490"/>
                      <a:pt x="9277" y="1337"/>
                    </a:cubicBezTo>
                    <a:close/>
                  </a:path>
                </a:pathLst>
              </a:custGeom>
              <a:solidFill>
                <a:srgbClr val="E9BE67"/>
              </a:solidFill>
              <a:ln w="0">
                <a:noFill/>
              </a:ln>
            </p:spPr>
          </p:sp>
          <p:sp>
            <p:nvSpPr>
              <p:cNvPr id="856" name="trophy vector"/>
              <p:cNvSpPr/>
              <p:nvPr/>
            </p:nvSpPr>
            <p:spPr>
              <a:xfrm>
                <a:off x="10539922" y="8268133"/>
                <a:ext cx="351564" cy="279212"/>
              </a:xfrm>
              <a:custGeom>
                <a:avLst/>
                <a:gdLst/>
                <a:ahLst/>
                <a:cxnLst/>
                <a:rect l="0" t="0" r="r" b="b"/>
                <a:pathLst>
                  <a:path w="38447" h="30535" fill="norm" stroke="0">
                    <a:moveTo>
                      <a:pt x="14295" y="25"/>
                    </a:moveTo>
                    <a:cubicBezTo>
                      <a:pt x="16025" y="2"/>
                      <a:pt x="17755" y="0"/>
                      <a:pt x="19485" y="5"/>
                    </a:cubicBezTo>
                    <a:cubicBezTo>
                      <a:pt x="20043" y="5"/>
                      <a:pt x="20602" y="2"/>
                      <a:pt x="21163" y="2"/>
                    </a:cubicBezTo>
                    <a:cubicBezTo>
                      <a:pt x="21710" y="2"/>
                      <a:pt x="22260" y="2"/>
                      <a:pt x="22810" y="2"/>
                    </a:cubicBezTo>
                    <a:cubicBezTo>
                      <a:pt x="23188" y="2"/>
                      <a:pt x="23568" y="2"/>
                      <a:pt x="23947" y="2"/>
                    </a:cubicBezTo>
                    <a:cubicBezTo>
                      <a:pt x="24663" y="2"/>
                      <a:pt x="25375" y="15"/>
                      <a:pt x="26090" y="35"/>
                    </a:cubicBezTo>
                    <a:cubicBezTo>
                      <a:pt x="26223" y="40"/>
                      <a:pt x="26355" y="43"/>
                      <a:pt x="26490" y="45"/>
                    </a:cubicBezTo>
                    <a:cubicBezTo>
                      <a:pt x="26898" y="58"/>
                      <a:pt x="27303" y="77"/>
                      <a:pt x="27707" y="100"/>
                    </a:cubicBezTo>
                    <a:cubicBezTo>
                      <a:pt x="27828" y="105"/>
                      <a:pt x="27828" y="105"/>
                      <a:pt x="28438" y="135"/>
                    </a:cubicBezTo>
                    <a:cubicBezTo>
                      <a:pt x="29295" y="332"/>
                      <a:pt x="29540" y="612"/>
                      <a:pt x="30090" y="1285"/>
                    </a:cubicBezTo>
                    <a:cubicBezTo>
                      <a:pt x="30243" y="1767"/>
                      <a:pt x="30243" y="1767"/>
                      <a:pt x="30278" y="2222"/>
                    </a:cubicBezTo>
                    <a:cubicBezTo>
                      <a:pt x="30293" y="2377"/>
                      <a:pt x="30305" y="2530"/>
                      <a:pt x="30320" y="2688"/>
                    </a:cubicBezTo>
                    <a:cubicBezTo>
                      <a:pt x="30328" y="2803"/>
                      <a:pt x="30332" y="2918"/>
                      <a:pt x="30340" y="3035"/>
                    </a:cubicBezTo>
                    <a:cubicBezTo>
                      <a:pt x="30515" y="2955"/>
                      <a:pt x="30688" y="2875"/>
                      <a:pt x="30868" y="2793"/>
                    </a:cubicBezTo>
                    <a:cubicBezTo>
                      <a:pt x="32260" y="2240"/>
                      <a:pt x="34033" y="2267"/>
                      <a:pt x="35443" y="2737"/>
                    </a:cubicBezTo>
                    <a:cubicBezTo>
                      <a:pt x="36783" y="3487"/>
                      <a:pt x="37688" y="4660"/>
                      <a:pt x="38340" y="6035"/>
                    </a:cubicBezTo>
                    <a:cubicBezTo>
                      <a:pt x="38447" y="6602"/>
                      <a:pt x="38428" y="6960"/>
                      <a:pt x="38340" y="7535"/>
                    </a:cubicBezTo>
                    <a:cubicBezTo>
                      <a:pt x="37838" y="6938"/>
                      <a:pt x="37518" y="6385"/>
                      <a:pt x="37248" y="5660"/>
                    </a:cubicBezTo>
                    <a:cubicBezTo>
                      <a:pt x="36870" y="4752"/>
                      <a:pt x="36433" y="4283"/>
                      <a:pt x="35590" y="3785"/>
                    </a:cubicBezTo>
                    <a:cubicBezTo>
                      <a:pt x="35460" y="3707"/>
                      <a:pt x="35332" y="3630"/>
                      <a:pt x="35200" y="3550"/>
                    </a:cubicBezTo>
                    <a:cubicBezTo>
                      <a:pt x="33990" y="2925"/>
                      <a:pt x="32898" y="2965"/>
                      <a:pt x="31590" y="3285"/>
                    </a:cubicBezTo>
                    <a:cubicBezTo>
                      <a:pt x="31508" y="3332"/>
                      <a:pt x="31508" y="3332"/>
                      <a:pt x="31085" y="3565"/>
                    </a:cubicBezTo>
                    <a:cubicBezTo>
                      <a:pt x="30477" y="3835"/>
                      <a:pt x="30205" y="3755"/>
                      <a:pt x="29590" y="3535"/>
                    </a:cubicBezTo>
                    <a:cubicBezTo>
                      <a:pt x="29575" y="3377"/>
                      <a:pt x="29560" y="3217"/>
                      <a:pt x="29545" y="3053"/>
                    </a:cubicBezTo>
                    <a:cubicBezTo>
                      <a:pt x="29523" y="2845"/>
                      <a:pt x="29503" y="2640"/>
                      <a:pt x="29480" y="2428"/>
                    </a:cubicBezTo>
                    <a:cubicBezTo>
                      <a:pt x="29460" y="2220"/>
                      <a:pt x="29440" y="2015"/>
                      <a:pt x="29420" y="1803"/>
                    </a:cubicBezTo>
                    <a:cubicBezTo>
                      <a:pt x="29340" y="1285"/>
                      <a:pt x="29340" y="1285"/>
                      <a:pt x="29090" y="1035"/>
                    </a:cubicBezTo>
                    <a:cubicBezTo>
                      <a:pt x="28755" y="1005"/>
                      <a:pt x="28755" y="1005"/>
                      <a:pt x="28320" y="1005"/>
                    </a:cubicBezTo>
                    <a:cubicBezTo>
                      <a:pt x="28155" y="1005"/>
                      <a:pt x="27990" y="1005"/>
                      <a:pt x="27822" y="1005"/>
                    </a:cubicBezTo>
                    <a:cubicBezTo>
                      <a:pt x="27730" y="1005"/>
                      <a:pt x="27730" y="1005"/>
                      <a:pt x="27273" y="1007"/>
                    </a:cubicBezTo>
                    <a:cubicBezTo>
                      <a:pt x="27082" y="1007"/>
                      <a:pt x="26890" y="1007"/>
                      <a:pt x="26695" y="1007"/>
                    </a:cubicBezTo>
                    <a:cubicBezTo>
                      <a:pt x="26062" y="1007"/>
                      <a:pt x="25433" y="1010"/>
                      <a:pt x="24800" y="1012"/>
                    </a:cubicBezTo>
                    <a:cubicBezTo>
                      <a:pt x="24363" y="1012"/>
                      <a:pt x="23928" y="1012"/>
                      <a:pt x="23490" y="1012"/>
                    </a:cubicBezTo>
                    <a:cubicBezTo>
                      <a:pt x="22338" y="1012"/>
                      <a:pt x="21185" y="1015"/>
                      <a:pt x="20033" y="1020"/>
                    </a:cubicBezTo>
                    <a:cubicBezTo>
                      <a:pt x="18860" y="1022"/>
                      <a:pt x="17685" y="1022"/>
                      <a:pt x="16510" y="1025"/>
                    </a:cubicBezTo>
                    <a:cubicBezTo>
                      <a:pt x="14203" y="1028"/>
                      <a:pt x="11898" y="1030"/>
                      <a:pt x="9590" y="1035"/>
                    </a:cubicBezTo>
                    <a:cubicBezTo>
                      <a:pt x="9263" y="1678"/>
                      <a:pt x="8998" y="2278"/>
                      <a:pt x="8810" y="2972"/>
                    </a:cubicBezTo>
                    <a:cubicBezTo>
                      <a:pt x="8768" y="3127"/>
                      <a:pt x="8725" y="3280"/>
                      <a:pt x="8683" y="3438"/>
                    </a:cubicBezTo>
                    <a:cubicBezTo>
                      <a:pt x="8668" y="3495"/>
                      <a:pt x="8668" y="3495"/>
                      <a:pt x="8590" y="3785"/>
                    </a:cubicBezTo>
                    <a:cubicBezTo>
                      <a:pt x="8457" y="3730"/>
                      <a:pt x="8322" y="3673"/>
                      <a:pt x="8185" y="3612"/>
                    </a:cubicBezTo>
                    <a:cubicBezTo>
                      <a:pt x="6688" y="3035"/>
                      <a:pt x="5405" y="2832"/>
                      <a:pt x="3840" y="3285"/>
                    </a:cubicBezTo>
                    <a:cubicBezTo>
                      <a:pt x="2700" y="3882"/>
                      <a:pt x="1690" y="4660"/>
                      <a:pt x="1207" y="5882"/>
                    </a:cubicBezTo>
                    <a:cubicBezTo>
                      <a:pt x="598" y="7990"/>
                      <a:pt x="940" y="10022"/>
                      <a:pt x="1913" y="11972"/>
                    </a:cubicBezTo>
                    <a:cubicBezTo>
                      <a:pt x="3717" y="15150"/>
                      <a:pt x="6700" y="17295"/>
                      <a:pt x="10090" y="18535"/>
                    </a:cubicBezTo>
                    <a:cubicBezTo>
                      <a:pt x="10467" y="18617"/>
                      <a:pt x="10850" y="18690"/>
                      <a:pt x="11230" y="18755"/>
                    </a:cubicBezTo>
                    <a:cubicBezTo>
                      <a:pt x="12673" y="19025"/>
                      <a:pt x="13705" y="19915"/>
                      <a:pt x="14840" y="20785"/>
                    </a:cubicBezTo>
                    <a:cubicBezTo>
                      <a:pt x="15183" y="21033"/>
                      <a:pt x="15528" y="21278"/>
                      <a:pt x="15873" y="21520"/>
                    </a:cubicBezTo>
                    <a:cubicBezTo>
                      <a:pt x="16110" y="21692"/>
                      <a:pt x="16350" y="21865"/>
                      <a:pt x="16590" y="22035"/>
                    </a:cubicBezTo>
                    <a:cubicBezTo>
                      <a:pt x="16465" y="22550"/>
                      <a:pt x="16338" y="23040"/>
                      <a:pt x="16153" y="23535"/>
                    </a:cubicBezTo>
                    <a:cubicBezTo>
                      <a:pt x="16090" y="24035"/>
                      <a:pt x="16090" y="24035"/>
                      <a:pt x="16465" y="24535"/>
                    </a:cubicBezTo>
                    <a:cubicBezTo>
                      <a:pt x="16840" y="25035"/>
                      <a:pt x="16840" y="25035"/>
                      <a:pt x="16810" y="25553"/>
                    </a:cubicBezTo>
                    <a:cubicBezTo>
                      <a:pt x="16548" y="26130"/>
                      <a:pt x="16358" y="26413"/>
                      <a:pt x="15840" y="26785"/>
                    </a:cubicBezTo>
                    <a:cubicBezTo>
                      <a:pt x="15475" y="26852"/>
                      <a:pt x="15475" y="26852"/>
                      <a:pt x="15075" y="26895"/>
                    </a:cubicBezTo>
                    <a:cubicBezTo>
                      <a:pt x="14832" y="26942"/>
                      <a:pt x="14590" y="26987"/>
                      <a:pt x="14340" y="27035"/>
                    </a:cubicBezTo>
                    <a:cubicBezTo>
                      <a:pt x="14165" y="27365"/>
                      <a:pt x="14000" y="27700"/>
                      <a:pt x="13840" y="28035"/>
                    </a:cubicBezTo>
                    <a:cubicBezTo>
                      <a:pt x="13098" y="28570"/>
                      <a:pt x="12285" y="28805"/>
                      <a:pt x="11403" y="29005"/>
                    </a:cubicBezTo>
                    <a:cubicBezTo>
                      <a:pt x="10960" y="29117"/>
                      <a:pt x="10960" y="29117"/>
                      <a:pt x="10590" y="29285"/>
                    </a:cubicBezTo>
                    <a:cubicBezTo>
                      <a:pt x="10230" y="29942"/>
                      <a:pt x="10230" y="29942"/>
                      <a:pt x="10090" y="30535"/>
                    </a:cubicBezTo>
                    <a:cubicBezTo>
                      <a:pt x="9842" y="30452"/>
                      <a:pt x="9595" y="30370"/>
                      <a:pt x="9340" y="30285"/>
                    </a:cubicBezTo>
                    <a:cubicBezTo>
                      <a:pt x="9505" y="30285"/>
                      <a:pt x="9670" y="30285"/>
                      <a:pt x="9840" y="30285"/>
                    </a:cubicBezTo>
                    <a:cubicBezTo>
                      <a:pt x="9923" y="29707"/>
                      <a:pt x="10005" y="29130"/>
                      <a:pt x="10090" y="28535"/>
                    </a:cubicBezTo>
                    <a:cubicBezTo>
                      <a:pt x="10278" y="28515"/>
                      <a:pt x="10465" y="28492"/>
                      <a:pt x="10658" y="28470"/>
                    </a:cubicBezTo>
                    <a:cubicBezTo>
                      <a:pt x="12645" y="28202"/>
                      <a:pt x="12645" y="28202"/>
                      <a:pt x="13175" y="27750"/>
                    </a:cubicBezTo>
                    <a:cubicBezTo>
                      <a:pt x="13315" y="27535"/>
                      <a:pt x="13450" y="27317"/>
                      <a:pt x="13582" y="27097"/>
                    </a:cubicBezTo>
                    <a:cubicBezTo>
                      <a:pt x="14125" y="26445"/>
                      <a:pt x="15050" y="26272"/>
                      <a:pt x="15840" y="26035"/>
                    </a:cubicBezTo>
                    <a:cubicBezTo>
                      <a:pt x="15865" y="25365"/>
                      <a:pt x="15840" y="25038"/>
                      <a:pt x="15560" y="24410"/>
                    </a:cubicBezTo>
                    <a:cubicBezTo>
                      <a:pt x="15340" y="23785"/>
                      <a:pt x="15340" y="23785"/>
                      <a:pt x="15560" y="23255"/>
                    </a:cubicBezTo>
                    <a:cubicBezTo>
                      <a:pt x="15653" y="23100"/>
                      <a:pt x="15745" y="22945"/>
                      <a:pt x="15840" y="22785"/>
                    </a:cubicBezTo>
                    <a:cubicBezTo>
                      <a:pt x="15840" y="22538"/>
                      <a:pt x="15840" y="22290"/>
                      <a:pt x="15840" y="22035"/>
                    </a:cubicBezTo>
                    <a:cubicBezTo>
                      <a:pt x="15565" y="21780"/>
                      <a:pt x="15565" y="21780"/>
                      <a:pt x="15183" y="21553"/>
                    </a:cubicBezTo>
                    <a:cubicBezTo>
                      <a:pt x="15113" y="21510"/>
                      <a:pt x="15113" y="21510"/>
                      <a:pt x="14758" y="21295"/>
                    </a:cubicBezTo>
                    <a:cubicBezTo>
                      <a:pt x="14610" y="21210"/>
                      <a:pt x="14463" y="21125"/>
                      <a:pt x="14310" y="21035"/>
                    </a:cubicBezTo>
                    <a:cubicBezTo>
                      <a:pt x="14168" y="20950"/>
                      <a:pt x="14025" y="20865"/>
                      <a:pt x="13878" y="20778"/>
                    </a:cubicBezTo>
                    <a:cubicBezTo>
                      <a:pt x="11352" y="19272"/>
                      <a:pt x="11352" y="19272"/>
                      <a:pt x="10043" y="19082"/>
                    </a:cubicBezTo>
                    <a:cubicBezTo>
                      <a:pt x="8570" y="18790"/>
                      <a:pt x="7363" y="18053"/>
                      <a:pt x="6090" y="17285"/>
                    </a:cubicBezTo>
                    <a:cubicBezTo>
                      <a:pt x="5940" y="17197"/>
                      <a:pt x="5790" y="17110"/>
                      <a:pt x="5635" y="17020"/>
                    </a:cubicBezTo>
                    <a:cubicBezTo>
                      <a:pt x="5588" y="16982"/>
                      <a:pt x="5588" y="16982"/>
                      <a:pt x="5340" y="16785"/>
                    </a:cubicBezTo>
                    <a:cubicBezTo>
                      <a:pt x="5340" y="16620"/>
                      <a:pt x="5340" y="16455"/>
                      <a:pt x="5340" y="16285"/>
                    </a:cubicBezTo>
                    <a:cubicBezTo>
                      <a:pt x="5270" y="16255"/>
                      <a:pt x="5270" y="16255"/>
                      <a:pt x="4913" y="16102"/>
                    </a:cubicBezTo>
                    <a:cubicBezTo>
                      <a:pt x="4240" y="15730"/>
                      <a:pt x="3733" y="15265"/>
                      <a:pt x="3200" y="14722"/>
                    </a:cubicBezTo>
                    <a:cubicBezTo>
                      <a:pt x="3100" y="14622"/>
                      <a:pt x="3000" y="14520"/>
                      <a:pt x="2898" y="14418"/>
                    </a:cubicBezTo>
                    <a:cubicBezTo>
                      <a:pt x="2183" y="13673"/>
                      <a:pt x="1705" y="13002"/>
                      <a:pt x="1340" y="12035"/>
                    </a:cubicBezTo>
                    <a:cubicBezTo>
                      <a:pt x="1298" y="11947"/>
                      <a:pt x="1298" y="11947"/>
                      <a:pt x="1078" y="11502"/>
                    </a:cubicBezTo>
                    <a:cubicBezTo>
                      <a:pt x="290" y="9817"/>
                      <a:pt x="0" y="8125"/>
                      <a:pt x="340" y="6285"/>
                    </a:cubicBezTo>
                    <a:cubicBezTo>
                      <a:pt x="933" y="4678"/>
                      <a:pt x="2310" y="3300"/>
                      <a:pt x="3840" y="2535"/>
                    </a:cubicBezTo>
                    <a:cubicBezTo>
                      <a:pt x="4328" y="2505"/>
                      <a:pt x="4805" y="2490"/>
                      <a:pt x="5293" y="2490"/>
                    </a:cubicBezTo>
                    <a:cubicBezTo>
                      <a:pt x="5423" y="2485"/>
                      <a:pt x="5555" y="2482"/>
                      <a:pt x="5688" y="2480"/>
                    </a:cubicBezTo>
                    <a:cubicBezTo>
                      <a:pt x="6608" y="2477"/>
                      <a:pt x="7258" y="2647"/>
                      <a:pt x="8090" y="3035"/>
                    </a:cubicBezTo>
                    <a:cubicBezTo>
                      <a:pt x="8115" y="2923"/>
                      <a:pt x="8140" y="2808"/>
                      <a:pt x="8165" y="2688"/>
                    </a:cubicBezTo>
                    <a:cubicBezTo>
                      <a:pt x="8203" y="2535"/>
                      <a:pt x="8240" y="2382"/>
                      <a:pt x="8278" y="2222"/>
                    </a:cubicBezTo>
                    <a:cubicBezTo>
                      <a:pt x="8295" y="2147"/>
                      <a:pt x="8295" y="2147"/>
                      <a:pt x="8383" y="1767"/>
                    </a:cubicBezTo>
                    <a:cubicBezTo>
                      <a:pt x="8658" y="1127"/>
                      <a:pt x="9020" y="678"/>
                      <a:pt x="9590" y="285"/>
                    </a:cubicBezTo>
                    <a:cubicBezTo>
                      <a:pt x="10143" y="125"/>
                      <a:pt x="10685" y="112"/>
                      <a:pt x="11258" y="100"/>
                    </a:cubicBezTo>
                    <a:cubicBezTo>
                      <a:pt x="11430" y="92"/>
                      <a:pt x="11600" y="85"/>
                      <a:pt x="11778" y="80"/>
                    </a:cubicBezTo>
                    <a:cubicBezTo>
                      <a:pt x="12618" y="50"/>
                      <a:pt x="13455" y="38"/>
                      <a:pt x="14295" y="25"/>
                    </a:cubicBezTo>
                    <a:close/>
                  </a:path>
                </a:pathLst>
              </a:custGeom>
              <a:solidFill>
                <a:srgbClr val="F2ECDF"/>
              </a:solidFill>
              <a:ln w="0">
                <a:noFill/>
              </a:ln>
            </p:spPr>
          </p:sp>
          <p:sp>
            <p:nvSpPr>
              <p:cNvPr id="857" name="trophy vector"/>
              <p:cNvSpPr/>
              <p:nvPr/>
            </p:nvSpPr>
            <p:spPr>
              <a:xfrm>
                <a:off x="10634472" y="8527120"/>
                <a:ext cx="162306" cy="22837"/>
              </a:xfrm>
              <a:custGeom>
                <a:avLst/>
                <a:gdLst/>
                <a:ahLst/>
                <a:cxnLst/>
                <a:rect l="0" t="0" r="r" b="b"/>
                <a:pathLst>
                  <a:path w="17750" h="2498" fill="norm" stroke="0">
                    <a:moveTo>
                      <a:pt x="8293" y="115"/>
                    </a:moveTo>
                    <a:cubicBezTo>
                      <a:pt x="8997" y="120"/>
                      <a:pt x="9705" y="115"/>
                      <a:pt x="10410" y="110"/>
                    </a:cubicBezTo>
                    <a:cubicBezTo>
                      <a:pt x="16132" y="102"/>
                      <a:pt x="16132" y="102"/>
                      <a:pt x="17328" y="1288"/>
                    </a:cubicBezTo>
                    <a:cubicBezTo>
                      <a:pt x="17548" y="1635"/>
                      <a:pt x="17548" y="1635"/>
                      <a:pt x="17750" y="2212"/>
                    </a:cubicBezTo>
                    <a:cubicBezTo>
                      <a:pt x="16908" y="2467"/>
                      <a:pt x="16105" y="2498"/>
                      <a:pt x="15233" y="2495"/>
                    </a:cubicBezTo>
                    <a:cubicBezTo>
                      <a:pt x="15085" y="2495"/>
                      <a:pt x="14935" y="2495"/>
                      <a:pt x="14780" y="2498"/>
                    </a:cubicBezTo>
                    <a:cubicBezTo>
                      <a:pt x="14290" y="2498"/>
                      <a:pt x="13798" y="2498"/>
                      <a:pt x="13305" y="2495"/>
                    </a:cubicBezTo>
                    <a:cubicBezTo>
                      <a:pt x="12963" y="2495"/>
                      <a:pt x="12620" y="2498"/>
                      <a:pt x="12277" y="2498"/>
                    </a:cubicBezTo>
                    <a:cubicBezTo>
                      <a:pt x="11558" y="2498"/>
                      <a:pt x="10840" y="2498"/>
                      <a:pt x="10120" y="2495"/>
                    </a:cubicBezTo>
                    <a:cubicBezTo>
                      <a:pt x="9203" y="2495"/>
                      <a:pt x="8283" y="2495"/>
                      <a:pt x="7362" y="2498"/>
                    </a:cubicBezTo>
                    <a:cubicBezTo>
                      <a:pt x="6655" y="2498"/>
                      <a:pt x="5947" y="2498"/>
                      <a:pt x="5237" y="2495"/>
                    </a:cubicBezTo>
                    <a:cubicBezTo>
                      <a:pt x="4900" y="2495"/>
                      <a:pt x="4560" y="2498"/>
                      <a:pt x="4223" y="2498"/>
                    </a:cubicBezTo>
                    <a:cubicBezTo>
                      <a:pt x="3747" y="2498"/>
                      <a:pt x="3273" y="2498"/>
                      <a:pt x="2800" y="2495"/>
                    </a:cubicBezTo>
                    <a:cubicBezTo>
                      <a:pt x="2730" y="2495"/>
                      <a:pt x="2730" y="2495"/>
                      <a:pt x="2378" y="2498"/>
                    </a:cubicBezTo>
                    <a:cubicBezTo>
                      <a:pt x="1555" y="2493"/>
                      <a:pt x="800" y="2400"/>
                      <a:pt x="0" y="2212"/>
                    </a:cubicBezTo>
                    <a:cubicBezTo>
                      <a:pt x="543" y="1258"/>
                      <a:pt x="1035" y="873"/>
                      <a:pt x="2090" y="553"/>
                    </a:cubicBezTo>
                    <a:cubicBezTo>
                      <a:pt x="4105" y="0"/>
                      <a:pt x="6220" y="100"/>
                      <a:pt x="8293" y="115"/>
                    </a:cubicBezTo>
                    <a:close/>
                  </a:path>
                </a:pathLst>
              </a:custGeom>
              <a:solidFill>
                <a:srgbClr val="E9BE67"/>
              </a:solidFill>
              <a:ln w="0">
                <a:noFill/>
              </a:ln>
            </p:spPr>
          </p:sp>
          <p:sp>
            <p:nvSpPr>
              <p:cNvPr id="858" name="trophy vector"/>
              <p:cNvSpPr/>
              <p:nvPr/>
            </p:nvSpPr>
            <p:spPr>
              <a:xfrm>
                <a:off x="10663580" y="8569577"/>
                <a:ext cx="106688" cy="24140"/>
              </a:xfrm>
              <a:custGeom>
                <a:avLst/>
                <a:gdLst/>
                <a:ahLst/>
                <a:cxnLst/>
                <a:rect l="0" t="0" r="r" b="b"/>
                <a:pathLst>
                  <a:path w="11668" h="2640" fill="norm" stroke="0">
                    <a:moveTo>
                      <a:pt x="1553" y="5"/>
                    </a:moveTo>
                    <a:cubicBezTo>
                      <a:pt x="1655" y="5"/>
                      <a:pt x="1655" y="5"/>
                      <a:pt x="2168" y="0"/>
                    </a:cubicBezTo>
                    <a:cubicBezTo>
                      <a:pt x="2277" y="0"/>
                      <a:pt x="2277" y="0"/>
                      <a:pt x="2832" y="2"/>
                    </a:cubicBezTo>
                    <a:cubicBezTo>
                      <a:pt x="3058" y="2"/>
                      <a:pt x="3283" y="2"/>
                      <a:pt x="3513" y="2"/>
                    </a:cubicBezTo>
                    <a:cubicBezTo>
                      <a:pt x="3990" y="2"/>
                      <a:pt x="4465" y="2"/>
                      <a:pt x="4943" y="5"/>
                    </a:cubicBezTo>
                    <a:cubicBezTo>
                      <a:pt x="5672" y="8"/>
                      <a:pt x="6402" y="5"/>
                      <a:pt x="7132" y="2"/>
                    </a:cubicBezTo>
                    <a:cubicBezTo>
                      <a:pt x="7595" y="2"/>
                      <a:pt x="8058" y="2"/>
                      <a:pt x="8520" y="2"/>
                    </a:cubicBezTo>
                    <a:cubicBezTo>
                      <a:pt x="8628" y="2"/>
                      <a:pt x="8628" y="2"/>
                      <a:pt x="9183" y="0"/>
                    </a:cubicBezTo>
                    <a:cubicBezTo>
                      <a:pt x="9385" y="2"/>
                      <a:pt x="9590" y="2"/>
                      <a:pt x="9797" y="5"/>
                    </a:cubicBezTo>
                    <a:cubicBezTo>
                      <a:pt x="9977" y="5"/>
                      <a:pt x="10158" y="5"/>
                      <a:pt x="10340" y="5"/>
                    </a:cubicBezTo>
                    <a:cubicBezTo>
                      <a:pt x="10880" y="77"/>
                      <a:pt x="11152" y="220"/>
                      <a:pt x="11568" y="570"/>
                    </a:cubicBezTo>
                    <a:cubicBezTo>
                      <a:pt x="11668" y="930"/>
                      <a:pt x="11668" y="930"/>
                      <a:pt x="11660" y="1320"/>
                    </a:cubicBezTo>
                    <a:cubicBezTo>
                      <a:pt x="11662" y="1385"/>
                      <a:pt x="11662" y="1385"/>
                      <a:pt x="11668" y="1710"/>
                    </a:cubicBezTo>
                    <a:cubicBezTo>
                      <a:pt x="11568" y="2070"/>
                      <a:pt x="11568" y="2070"/>
                      <a:pt x="11250" y="2337"/>
                    </a:cubicBezTo>
                    <a:cubicBezTo>
                      <a:pt x="10727" y="2617"/>
                      <a:pt x="10390" y="2633"/>
                      <a:pt x="9797" y="2635"/>
                    </a:cubicBezTo>
                    <a:cubicBezTo>
                      <a:pt x="9697" y="2635"/>
                      <a:pt x="9697" y="2635"/>
                      <a:pt x="9183" y="2640"/>
                    </a:cubicBezTo>
                    <a:cubicBezTo>
                      <a:pt x="8963" y="2638"/>
                      <a:pt x="8745" y="2638"/>
                      <a:pt x="8520" y="2635"/>
                    </a:cubicBezTo>
                    <a:cubicBezTo>
                      <a:pt x="8405" y="2638"/>
                      <a:pt x="8405" y="2638"/>
                      <a:pt x="7838" y="2638"/>
                    </a:cubicBezTo>
                    <a:cubicBezTo>
                      <a:pt x="7360" y="2638"/>
                      <a:pt x="6885" y="2638"/>
                      <a:pt x="6408" y="2635"/>
                    </a:cubicBezTo>
                    <a:cubicBezTo>
                      <a:pt x="5678" y="2633"/>
                      <a:pt x="4947" y="2635"/>
                      <a:pt x="4217" y="2638"/>
                    </a:cubicBezTo>
                    <a:cubicBezTo>
                      <a:pt x="3755" y="2638"/>
                      <a:pt x="3293" y="2638"/>
                      <a:pt x="2832" y="2635"/>
                    </a:cubicBezTo>
                    <a:cubicBezTo>
                      <a:pt x="2612" y="2638"/>
                      <a:pt x="2392" y="2638"/>
                      <a:pt x="2168" y="2640"/>
                    </a:cubicBezTo>
                    <a:cubicBezTo>
                      <a:pt x="1965" y="2638"/>
                      <a:pt x="1763" y="2635"/>
                      <a:pt x="1553" y="2635"/>
                    </a:cubicBezTo>
                    <a:cubicBezTo>
                      <a:pt x="1375" y="2635"/>
                      <a:pt x="1195" y="2633"/>
                      <a:pt x="1010" y="2633"/>
                    </a:cubicBezTo>
                    <a:cubicBezTo>
                      <a:pt x="568" y="2570"/>
                      <a:pt x="568" y="2570"/>
                      <a:pt x="68" y="2070"/>
                    </a:cubicBezTo>
                    <a:cubicBezTo>
                      <a:pt x="0" y="1710"/>
                      <a:pt x="0" y="1710"/>
                      <a:pt x="5" y="1320"/>
                    </a:cubicBezTo>
                    <a:cubicBezTo>
                      <a:pt x="3" y="1190"/>
                      <a:pt x="3" y="1062"/>
                      <a:pt x="0" y="930"/>
                    </a:cubicBezTo>
                    <a:cubicBezTo>
                      <a:pt x="168" y="28"/>
                      <a:pt x="785" y="8"/>
                      <a:pt x="1553" y="5"/>
                    </a:cubicBezTo>
                    <a:close/>
                  </a:path>
                </a:pathLst>
              </a:custGeom>
              <a:solidFill>
                <a:srgbClr val="F2E6CD"/>
              </a:solidFill>
              <a:ln w="0">
                <a:noFill/>
              </a:ln>
            </p:spPr>
          </p:sp>
          <p:sp>
            <p:nvSpPr>
              <p:cNvPr id="859" name="trophy vector"/>
              <p:cNvSpPr/>
              <p:nvPr/>
            </p:nvSpPr>
            <p:spPr>
              <a:xfrm>
                <a:off x="10602940" y="8546456"/>
                <a:ext cx="226771" cy="72649"/>
              </a:xfrm>
              <a:custGeom>
                <a:avLst/>
                <a:gdLst/>
                <a:ahLst/>
                <a:cxnLst/>
                <a:rect l="0" t="0" r="r" b="b"/>
                <a:pathLst>
                  <a:path w="24800" h="7945" fill="norm" stroke="0">
                    <a:moveTo>
                      <a:pt x="1130" y="25"/>
                    </a:moveTo>
                    <a:cubicBezTo>
                      <a:pt x="1208" y="30"/>
                      <a:pt x="1208" y="30"/>
                      <a:pt x="1605" y="53"/>
                    </a:cubicBezTo>
                    <a:cubicBezTo>
                      <a:pt x="1763" y="58"/>
                      <a:pt x="1920" y="65"/>
                      <a:pt x="2083" y="72"/>
                    </a:cubicBezTo>
                    <a:cubicBezTo>
                      <a:pt x="2203" y="80"/>
                      <a:pt x="2325" y="90"/>
                      <a:pt x="2448" y="97"/>
                    </a:cubicBezTo>
                    <a:cubicBezTo>
                      <a:pt x="1760" y="597"/>
                      <a:pt x="1760" y="597"/>
                      <a:pt x="1198" y="597"/>
                    </a:cubicBezTo>
                    <a:cubicBezTo>
                      <a:pt x="878" y="1730"/>
                      <a:pt x="903" y="2820"/>
                      <a:pt x="903" y="3990"/>
                    </a:cubicBezTo>
                    <a:cubicBezTo>
                      <a:pt x="898" y="4205"/>
                      <a:pt x="895" y="4420"/>
                      <a:pt x="893" y="4642"/>
                    </a:cubicBezTo>
                    <a:cubicBezTo>
                      <a:pt x="893" y="4850"/>
                      <a:pt x="890" y="5058"/>
                      <a:pt x="890" y="5270"/>
                    </a:cubicBezTo>
                    <a:cubicBezTo>
                      <a:pt x="890" y="5460"/>
                      <a:pt x="888" y="5647"/>
                      <a:pt x="888" y="5842"/>
                    </a:cubicBezTo>
                    <a:cubicBezTo>
                      <a:pt x="958" y="6420"/>
                      <a:pt x="1070" y="6660"/>
                      <a:pt x="1448" y="7097"/>
                    </a:cubicBezTo>
                    <a:cubicBezTo>
                      <a:pt x="1858" y="7190"/>
                      <a:pt x="1858" y="7190"/>
                      <a:pt x="2353" y="7188"/>
                    </a:cubicBezTo>
                    <a:cubicBezTo>
                      <a:pt x="2540" y="7190"/>
                      <a:pt x="2730" y="7190"/>
                      <a:pt x="2923" y="7192"/>
                    </a:cubicBezTo>
                    <a:cubicBezTo>
                      <a:pt x="3025" y="7190"/>
                      <a:pt x="3025" y="7190"/>
                      <a:pt x="3548" y="7183"/>
                    </a:cubicBezTo>
                    <a:cubicBezTo>
                      <a:pt x="3765" y="7183"/>
                      <a:pt x="3983" y="7183"/>
                      <a:pt x="4205" y="7183"/>
                    </a:cubicBezTo>
                    <a:cubicBezTo>
                      <a:pt x="4925" y="7183"/>
                      <a:pt x="5645" y="7178"/>
                      <a:pt x="6365" y="7173"/>
                    </a:cubicBezTo>
                    <a:cubicBezTo>
                      <a:pt x="6863" y="7170"/>
                      <a:pt x="7360" y="7170"/>
                      <a:pt x="7860" y="7168"/>
                    </a:cubicBezTo>
                    <a:cubicBezTo>
                      <a:pt x="9038" y="7165"/>
                      <a:pt x="10215" y="7160"/>
                      <a:pt x="11395" y="7153"/>
                    </a:cubicBezTo>
                    <a:cubicBezTo>
                      <a:pt x="12735" y="7145"/>
                      <a:pt x="14078" y="7140"/>
                      <a:pt x="15420" y="7135"/>
                    </a:cubicBezTo>
                    <a:cubicBezTo>
                      <a:pt x="18178" y="7127"/>
                      <a:pt x="20938" y="7115"/>
                      <a:pt x="23698" y="7097"/>
                    </a:cubicBezTo>
                    <a:cubicBezTo>
                      <a:pt x="23743" y="6545"/>
                      <a:pt x="23785" y="5992"/>
                      <a:pt x="23828" y="5438"/>
                    </a:cubicBezTo>
                    <a:cubicBezTo>
                      <a:pt x="23840" y="5283"/>
                      <a:pt x="23853" y="5127"/>
                      <a:pt x="23868" y="4967"/>
                    </a:cubicBezTo>
                    <a:cubicBezTo>
                      <a:pt x="23963" y="3675"/>
                      <a:pt x="24000" y="2370"/>
                      <a:pt x="23698" y="1097"/>
                    </a:cubicBezTo>
                    <a:cubicBezTo>
                      <a:pt x="23210" y="610"/>
                      <a:pt x="22815" y="385"/>
                      <a:pt x="22198" y="97"/>
                    </a:cubicBezTo>
                    <a:cubicBezTo>
                      <a:pt x="22475" y="70"/>
                      <a:pt x="22750" y="53"/>
                      <a:pt x="23028" y="35"/>
                    </a:cubicBezTo>
                    <a:cubicBezTo>
                      <a:pt x="23180" y="25"/>
                      <a:pt x="23335" y="12"/>
                      <a:pt x="23493" y="0"/>
                    </a:cubicBezTo>
                    <a:cubicBezTo>
                      <a:pt x="23948" y="97"/>
                      <a:pt x="23948" y="97"/>
                      <a:pt x="24345" y="525"/>
                    </a:cubicBezTo>
                    <a:cubicBezTo>
                      <a:pt x="24760" y="1197"/>
                      <a:pt x="24795" y="1580"/>
                      <a:pt x="24798" y="2365"/>
                    </a:cubicBezTo>
                    <a:cubicBezTo>
                      <a:pt x="24800" y="2605"/>
                      <a:pt x="24800" y="2845"/>
                      <a:pt x="24800" y="3092"/>
                    </a:cubicBezTo>
                    <a:cubicBezTo>
                      <a:pt x="24800" y="3217"/>
                      <a:pt x="24798" y="3340"/>
                      <a:pt x="24795" y="3467"/>
                    </a:cubicBezTo>
                    <a:cubicBezTo>
                      <a:pt x="24793" y="3847"/>
                      <a:pt x="24795" y="4225"/>
                      <a:pt x="24800" y="4605"/>
                    </a:cubicBezTo>
                    <a:cubicBezTo>
                      <a:pt x="24800" y="4845"/>
                      <a:pt x="24800" y="5085"/>
                      <a:pt x="24798" y="5332"/>
                    </a:cubicBezTo>
                    <a:cubicBezTo>
                      <a:pt x="24798" y="5553"/>
                      <a:pt x="24798" y="5770"/>
                      <a:pt x="24795" y="5995"/>
                    </a:cubicBezTo>
                    <a:cubicBezTo>
                      <a:pt x="24675" y="6747"/>
                      <a:pt x="24503" y="7075"/>
                      <a:pt x="23948" y="7597"/>
                    </a:cubicBezTo>
                    <a:cubicBezTo>
                      <a:pt x="22765" y="7870"/>
                      <a:pt x="21605" y="7887"/>
                      <a:pt x="20393" y="7887"/>
                    </a:cubicBezTo>
                    <a:cubicBezTo>
                      <a:pt x="20193" y="7890"/>
                      <a:pt x="19993" y="7890"/>
                      <a:pt x="19785" y="7892"/>
                    </a:cubicBezTo>
                    <a:cubicBezTo>
                      <a:pt x="19125" y="7895"/>
                      <a:pt x="18468" y="7897"/>
                      <a:pt x="17808" y="7900"/>
                    </a:cubicBezTo>
                    <a:cubicBezTo>
                      <a:pt x="17348" y="7900"/>
                      <a:pt x="16888" y="7903"/>
                      <a:pt x="16428" y="7903"/>
                    </a:cubicBezTo>
                    <a:cubicBezTo>
                      <a:pt x="15465" y="7905"/>
                      <a:pt x="14500" y="7908"/>
                      <a:pt x="13538" y="7908"/>
                    </a:cubicBezTo>
                    <a:cubicBezTo>
                      <a:pt x="12305" y="7910"/>
                      <a:pt x="11073" y="7915"/>
                      <a:pt x="9840" y="7923"/>
                    </a:cubicBezTo>
                    <a:cubicBezTo>
                      <a:pt x="8890" y="7928"/>
                      <a:pt x="7940" y="7930"/>
                      <a:pt x="6993" y="7930"/>
                    </a:cubicBezTo>
                    <a:cubicBezTo>
                      <a:pt x="6538" y="7930"/>
                      <a:pt x="6083" y="7933"/>
                      <a:pt x="5628" y="7935"/>
                    </a:cubicBezTo>
                    <a:cubicBezTo>
                      <a:pt x="4993" y="7940"/>
                      <a:pt x="4358" y="7940"/>
                      <a:pt x="3720" y="7938"/>
                    </a:cubicBezTo>
                    <a:cubicBezTo>
                      <a:pt x="3535" y="7940"/>
                      <a:pt x="3348" y="7942"/>
                      <a:pt x="3155" y="7945"/>
                    </a:cubicBezTo>
                    <a:cubicBezTo>
                      <a:pt x="2023" y="7935"/>
                      <a:pt x="1350" y="7800"/>
                      <a:pt x="448" y="7097"/>
                    </a:cubicBezTo>
                    <a:cubicBezTo>
                      <a:pt x="0" y="6200"/>
                      <a:pt x="153" y="5135"/>
                      <a:pt x="153" y="4145"/>
                    </a:cubicBezTo>
                    <a:cubicBezTo>
                      <a:pt x="153" y="3740"/>
                      <a:pt x="148" y="3337"/>
                      <a:pt x="143" y="2933"/>
                    </a:cubicBezTo>
                    <a:cubicBezTo>
                      <a:pt x="143" y="2678"/>
                      <a:pt x="140" y="2420"/>
                      <a:pt x="140" y="2163"/>
                    </a:cubicBezTo>
                    <a:cubicBezTo>
                      <a:pt x="140" y="1928"/>
                      <a:pt x="138" y="1695"/>
                      <a:pt x="138" y="1452"/>
                    </a:cubicBezTo>
                    <a:cubicBezTo>
                      <a:pt x="213" y="705"/>
                      <a:pt x="333" y="160"/>
                      <a:pt x="1130" y="25"/>
                    </a:cubicBezTo>
                    <a:close/>
                  </a:path>
                </a:pathLst>
              </a:custGeom>
              <a:solidFill>
                <a:srgbClr val="F1E9D5"/>
              </a:solidFill>
              <a:ln w="0">
                <a:noFill/>
              </a:ln>
            </p:spPr>
          </p:sp>
          <p:sp>
            <p:nvSpPr>
              <p:cNvPr id="860" name="trophy vector"/>
              <p:cNvSpPr/>
              <p:nvPr/>
            </p:nvSpPr>
            <p:spPr>
              <a:xfrm>
                <a:off x="10565063" y="8309547"/>
                <a:ext cx="80833" cy="114369"/>
              </a:xfrm>
              <a:custGeom>
                <a:avLst/>
                <a:gdLst/>
                <a:ahLst/>
                <a:cxnLst/>
                <a:rect l="0" t="0" r="r" b="b"/>
                <a:pathLst>
                  <a:path w="8840" h="12508" fill="norm" stroke="0">
                    <a:moveTo>
                      <a:pt x="4263" y="773"/>
                    </a:moveTo>
                    <a:cubicBezTo>
                      <a:pt x="5118" y="1332"/>
                      <a:pt x="5342" y="2312"/>
                      <a:pt x="5590" y="3258"/>
                    </a:cubicBezTo>
                    <a:cubicBezTo>
                      <a:pt x="5632" y="3538"/>
                      <a:pt x="5670" y="3817"/>
                      <a:pt x="5700" y="4100"/>
                    </a:cubicBezTo>
                    <a:cubicBezTo>
                      <a:pt x="5747" y="4317"/>
                      <a:pt x="5793" y="4535"/>
                      <a:pt x="5840" y="4758"/>
                    </a:cubicBezTo>
                    <a:cubicBezTo>
                      <a:pt x="5997" y="4830"/>
                      <a:pt x="6155" y="4905"/>
                      <a:pt x="6315" y="4980"/>
                    </a:cubicBezTo>
                    <a:cubicBezTo>
                      <a:pt x="7237" y="5468"/>
                      <a:pt x="7433" y="6430"/>
                      <a:pt x="7737" y="7383"/>
                    </a:cubicBezTo>
                    <a:cubicBezTo>
                      <a:pt x="7980" y="8263"/>
                      <a:pt x="8100" y="9163"/>
                      <a:pt x="8217" y="10067"/>
                    </a:cubicBezTo>
                    <a:cubicBezTo>
                      <a:pt x="8345" y="10785"/>
                      <a:pt x="8548" y="11343"/>
                      <a:pt x="8840" y="12008"/>
                    </a:cubicBezTo>
                    <a:cubicBezTo>
                      <a:pt x="8450" y="12308"/>
                      <a:pt x="8450" y="12308"/>
                      <a:pt x="7840" y="12508"/>
                    </a:cubicBezTo>
                    <a:cubicBezTo>
                      <a:pt x="7200" y="12340"/>
                      <a:pt x="6650" y="12030"/>
                      <a:pt x="6075" y="11710"/>
                    </a:cubicBezTo>
                    <a:cubicBezTo>
                      <a:pt x="5910" y="11620"/>
                      <a:pt x="5745" y="11530"/>
                      <a:pt x="5575" y="11438"/>
                    </a:cubicBezTo>
                    <a:cubicBezTo>
                      <a:pt x="3575" y="10288"/>
                      <a:pt x="868" y="8175"/>
                      <a:pt x="223" y="5825"/>
                    </a:cubicBezTo>
                    <a:cubicBezTo>
                      <a:pt x="145" y="5385"/>
                      <a:pt x="112" y="4955"/>
                      <a:pt x="90" y="4508"/>
                    </a:cubicBezTo>
                    <a:cubicBezTo>
                      <a:pt x="78" y="4320"/>
                      <a:pt x="65" y="4133"/>
                      <a:pt x="53" y="3940"/>
                    </a:cubicBezTo>
                    <a:cubicBezTo>
                      <a:pt x="3" y="2720"/>
                      <a:pt x="38" y="1950"/>
                      <a:pt x="840" y="1008"/>
                    </a:cubicBezTo>
                    <a:cubicBezTo>
                      <a:pt x="2082" y="0"/>
                      <a:pt x="2885" y="228"/>
                      <a:pt x="4263" y="773"/>
                    </a:cubicBezTo>
                    <a:close/>
                    <a:moveTo>
                      <a:pt x="590" y="1758"/>
                    </a:moveTo>
                    <a:cubicBezTo>
                      <a:pt x="0" y="3045"/>
                      <a:pt x="375" y="4738"/>
                      <a:pt x="840" y="6008"/>
                    </a:cubicBezTo>
                    <a:cubicBezTo>
                      <a:pt x="2205" y="8528"/>
                      <a:pt x="4368" y="10550"/>
                      <a:pt x="7090" y="11508"/>
                    </a:cubicBezTo>
                    <a:cubicBezTo>
                      <a:pt x="7540" y="11415"/>
                      <a:pt x="7540" y="11415"/>
                      <a:pt x="7840" y="11258"/>
                    </a:cubicBezTo>
                    <a:cubicBezTo>
                      <a:pt x="7705" y="10555"/>
                      <a:pt x="7565" y="9853"/>
                      <a:pt x="7420" y="9153"/>
                    </a:cubicBezTo>
                    <a:cubicBezTo>
                      <a:pt x="7335" y="8735"/>
                      <a:pt x="7260" y="8315"/>
                      <a:pt x="7185" y="7893"/>
                    </a:cubicBezTo>
                    <a:cubicBezTo>
                      <a:pt x="7128" y="7603"/>
                      <a:pt x="7070" y="7312"/>
                      <a:pt x="7013" y="7023"/>
                    </a:cubicBezTo>
                    <a:cubicBezTo>
                      <a:pt x="7000" y="6952"/>
                      <a:pt x="7000" y="6952"/>
                      <a:pt x="6943" y="6603"/>
                    </a:cubicBezTo>
                    <a:cubicBezTo>
                      <a:pt x="6860" y="6202"/>
                      <a:pt x="6860" y="6202"/>
                      <a:pt x="6590" y="5508"/>
                    </a:cubicBezTo>
                    <a:cubicBezTo>
                      <a:pt x="6382" y="5385"/>
                      <a:pt x="6175" y="5265"/>
                      <a:pt x="5963" y="5138"/>
                    </a:cubicBezTo>
                    <a:cubicBezTo>
                      <a:pt x="5340" y="4758"/>
                      <a:pt x="5340" y="4758"/>
                      <a:pt x="5193" y="4408"/>
                    </a:cubicBezTo>
                    <a:cubicBezTo>
                      <a:pt x="5105" y="3985"/>
                      <a:pt x="5040" y="3562"/>
                      <a:pt x="4983" y="3133"/>
                    </a:cubicBezTo>
                    <a:cubicBezTo>
                      <a:pt x="4715" y="1643"/>
                      <a:pt x="4715" y="1643"/>
                      <a:pt x="4247" y="1128"/>
                    </a:cubicBezTo>
                    <a:cubicBezTo>
                      <a:pt x="3852" y="928"/>
                      <a:pt x="3525" y="825"/>
                      <a:pt x="3090" y="758"/>
                    </a:cubicBezTo>
                    <a:cubicBezTo>
                      <a:pt x="2925" y="720"/>
                      <a:pt x="2760" y="685"/>
                      <a:pt x="2590" y="648"/>
                    </a:cubicBezTo>
                    <a:cubicBezTo>
                      <a:pt x="1780" y="825"/>
                      <a:pt x="1168" y="1158"/>
                      <a:pt x="590" y="1758"/>
                    </a:cubicBezTo>
                    <a:close/>
                  </a:path>
                </a:pathLst>
              </a:custGeom>
              <a:solidFill>
                <a:srgbClr val="F4D288"/>
              </a:solidFill>
              <a:ln w="0">
                <a:noFill/>
              </a:ln>
            </p:spPr>
          </p:sp>
          <p:sp>
            <p:nvSpPr>
              <p:cNvPr id="861" name="trophy vector"/>
              <p:cNvSpPr/>
              <p:nvPr/>
            </p:nvSpPr>
            <p:spPr>
              <a:xfrm>
                <a:off x="10787634" y="8310456"/>
                <a:ext cx="80993" cy="113454"/>
              </a:xfrm>
              <a:custGeom>
                <a:avLst/>
                <a:gdLst/>
                <a:ahLst/>
                <a:cxnLst/>
                <a:rect l="0" t="0" r="r" b="b"/>
                <a:pathLst>
                  <a:path w="8858" h="12408" fill="norm" stroke="0">
                    <a:moveTo>
                      <a:pt x="7250" y="408"/>
                    </a:moveTo>
                    <a:cubicBezTo>
                      <a:pt x="7855" y="750"/>
                      <a:pt x="8362" y="1105"/>
                      <a:pt x="8655" y="1750"/>
                    </a:cubicBezTo>
                    <a:cubicBezTo>
                      <a:pt x="8858" y="2623"/>
                      <a:pt x="8777" y="3520"/>
                      <a:pt x="8750" y="4408"/>
                    </a:cubicBezTo>
                    <a:cubicBezTo>
                      <a:pt x="8750" y="4483"/>
                      <a:pt x="8750" y="4483"/>
                      <a:pt x="8755" y="4865"/>
                    </a:cubicBezTo>
                    <a:cubicBezTo>
                      <a:pt x="8682" y="6358"/>
                      <a:pt x="7700" y="7337"/>
                      <a:pt x="6750" y="8408"/>
                    </a:cubicBezTo>
                    <a:cubicBezTo>
                      <a:pt x="6600" y="8585"/>
                      <a:pt x="6450" y="8760"/>
                      <a:pt x="6295" y="8942"/>
                    </a:cubicBezTo>
                    <a:cubicBezTo>
                      <a:pt x="5148" y="10200"/>
                      <a:pt x="3938" y="10908"/>
                      <a:pt x="2410" y="11600"/>
                    </a:cubicBezTo>
                    <a:cubicBezTo>
                      <a:pt x="1750" y="11908"/>
                      <a:pt x="1750" y="11908"/>
                      <a:pt x="1332" y="12197"/>
                    </a:cubicBezTo>
                    <a:cubicBezTo>
                      <a:pt x="1000" y="12408"/>
                      <a:pt x="1000" y="12408"/>
                      <a:pt x="250" y="12408"/>
                    </a:cubicBezTo>
                    <a:cubicBezTo>
                      <a:pt x="78" y="11860"/>
                      <a:pt x="78" y="11860"/>
                      <a:pt x="0" y="11158"/>
                    </a:cubicBezTo>
                    <a:cubicBezTo>
                      <a:pt x="182" y="10858"/>
                      <a:pt x="368" y="10558"/>
                      <a:pt x="557" y="10260"/>
                    </a:cubicBezTo>
                    <a:cubicBezTo>
                      <a:pt x="892" y="9650"/>
                      <a:pt x="993" y="8993"/>
                      <a:pt x="1125" y="8312"/>
                    </a:cubicBezTo>
                    <a:cubicBezTo>
                      <a:pt x="1713" y="5577"/>
                      <a:pt x="1713" y="5577"/>
                      <a:pt x="2250" y="4908"/>
                    </a:cubicBezTo>
                    <a:cubicBezTo>
                      <a:pt x="2775" y="4740"/>
                      <a:pt x="2775" y="4740"/>
                      <a:pt x="3250" y="4658"/>
                    </a:cubicBezTo>
                    <a:cubicBezTo>
                      <a:pt x="3260" y="4493"/>
                      <a:pt x="3267" y="4325"/>
                      <a:pt x="3277" y="4155"/>
                    </a:cubicBezTo>
                    <a:cubicBezTo>
                      <a:pt x="3450" y="1850"/>
                      <a:pt x="3450" y="1850"/>
                      <a:pt x="4250" y="908"/>
                    </a:cubicBezTo>
                    <a:cubicBezTo>
                      <a:pt x="5247" y="77"/>
                      <a:pt x="6055" y="0"/>
                      <a:pt x="7250" y="408"/>
                    </a:cubicBezTo>
                    <a:close/>
                    <a:moveTo>
                      <a:pt x="5372" y="723"/>
                    </a:moveTo>
                    <a:cubicBezTo>
                      <a:pt x="4858" y="880"/>
                      <a:pt x="4615" y="1005"/>
                      <a:pt x="4250" y="1408"/>
                    </a:cubicBezTo>
                    <a:cubicBezTo>
                      <a:pt x="3912" y="2545"/>
                      <a:pt x="3750" y="3720"/>
                      <a:pt x="3750" y="4908"/>
                    </a:cubicBezTo>
                    <a:cubicBezTo>
                      <a:pt x="3338" y="4990"/>
                      <a:pt x="2925" y="5072"/>
                      <a:pt x="2500" y="5158"/>
                    </a:cubicBezTo>
                    <a:cubicBezTo>
                      <a:pt x="2295" y="5788"/>
                      <a:pt x="2092" y="6418"/>
                      <a:pt x="1890" y="7048"/>
                    </a:cubicBezTo>
                    <a:cubicBezTo>
                      <a:pt x="1832" y="7225"/>
                      <a:pt x="1775" y="7400"/>
                      <a:pt x="1717" y="7582"/>
                    </a:cubicBezTo>
                    <a:cubicBezTo>
                      <a:pt x="1362" y="8692"/>
                      <a:pt x="1132" y="9750"/>
                      <a:pt x="1000" y="10908"/>
                    </a:cubicBezTo>
                    <a:cubicBezTo>
                      <a:pt x="1247" y="11072"/>
                      <a:pt x="1495" y="11238"/>
                      <a:pt x="1750" y="11408"/>
                    </a:cubicBezTo>
                    <a:cubicBezTo>
                      <a:pt x="4485" y="10228"/>
                      <a:pt x="6650" y="8735"/>
                      <a:pt x="8033" y="6008"/>
                    </a:cubicBezTo>
                    <a:cubicBezTo>
                      <a:pt x="8507" y="4702"/>
                      <a:pt x="8705" y="3315"/>
                      <a:pt x="8287" y="1980"/>
                    </a:cubicBezTo>
                    <a:cubicBezTo>
                      <a:pt x="7908" y="1225"/>
                      <a:pt x="7513" y="1003"/>
                      <a:pt x="6750" y="658"/>
                    </a:cubicBezTo>
                    <a:cubicBezTo>
                      <a:pt x="6235" y="558"/>
                      <a:pt x="5880" y="635"/>
                      <a:pt x="5372" y="723"/>
                    </a:cubicBezTo>
                    <a:close/>
                  </a:path>
                </a:pathLst>
              </a:custGeom>
              <a:solidFill>
                <a:srgbClr val="F4D288"/>
              </a:solidFill>
              <a:ln w="0">
                <a:noFill/>
              </a:ln>
            </p:spPr>
          </p:sp>
          <p:sp>
            <p:nvSpPr>
              <p:cNvPr id="862" name="trophy vector"/>
              <p:cNvSpPr/>
              <p:nvPr/>
            </p:nvSpPr>
            <p:spPr>
              <a:xfrm>
                <a:off x="10739628" y="8346186"/>
                <a:ext cx="152270" cy="198882"/>
              </a:xfrm>
              <a:custGeom>
                <a:avLst/>
                <a:gdLst/>
                <a:ahLst/>
                <a:cxnLst/>
                <a:rect l="0" t="0" r="r" b="b"/>
                <a:pathLst>
                  <a:path w="16652" h="21750" fill="norm" stroke="0">
                    <a:moveTo>
                      <a:pt x="16250" y="0"/>
                    </a:moveTo>
                    <a:cubicBezTo>
                      <a:pt x="16652" y="1220"/>
                      <a:pt x="16237" y="2107"/>
                      <a:pt x="15750" y="3250"/>
                    </a:cubicBezTo>
                    <a:cubicBezTo>
                      <a:pt x="15088" y="4523"/>
                      <a:pt x="14300" y="5533"/>
                      <a:pt x="13250" y="6500"/>
                    </a:cubicBezTo>
                    <a:cubicBezTo>
                      <a:pt x="12925" y="6840"/>
                      <a:pt x="12600" y="7180"/>
                      <a:pt x="12277" y="7520"/>
                    </a:cubicBezTo>
                    <a:cubicBezTo>
                      <a:pt x="12000" y="7750"/>
                      <a:pt x="12000" y="7750"/>
                      <a:pt x="11500" y="7750"/>
                    </a:cubicBezTo>
                    <a:cubicBezTo>
                      <a:pt x="11487" y="7808"/>
                      <a:pt x="11487" y="7808"/>
                      <a:pt x="11422" y="8095"/>
                    </a:cubicBezTo>
                    <a:cubicBezTo>
                      <a:pt x="11092" y="8870"/>
                      <a:pt x="10233" y="9140"/>
                      <a:pt x="9515" y="9515"/>
                    </a:cubicBezTo>
                    <a:cubicBezTo>
                      <a:pt x="9345" y="9605"/>
                      <a:pt x="9175" y="9695"/>
                      <a:pt x="9000" y="9790"/>
                    </a:cubicBezTo>
                    <a:cubicBezTo>
                      <a:pt x="7835" y="10385"/>
                      <a:pt x="6845" y="10697"/>
                      <a:pt x="5550" y="10880"/>
                    </a:cubicBezTo>
                    <a:cubicBezTo>
                      <a:pt x="4562" y="11095"/>
                      <a:pt x="3815" y="11678"/>
                      <a:pt x="3000" y="12250"/>
                    </a:cubicBezTo>
                    <a:cubicBezTo>
                      <a:pt x="2625" y="12487"/>
                      <a:pt x="2253" y="12720"/>
                      <a:pt x="1875" y="12952"/>
                    </a:cubicBezTo>
                    <a:cubicBezTo>
                      <a:pt x="1707" y="13058"/>
                      <a:pt x="1540" y="13163"/>
                      <a:pt x="1368" y="13270"/>
                    </a:cubicBezTo>
                    <a:cubicBezTo>
                      <a:pt x="1245" y="13345"/>
                      <a:pt x="1125" y="13423"/>
                      <a:pt x="1000" y="13500"/>
                    </a:cubicBezTo>
                    <a:cubicBezTo>
                      <a:pt x="1227" y="14707"/>
                      <a:pt x="1227" y="14707"/>
                      <a:pt x="1438" y="15125"/>
                    </a:cubicBezTo>
                    <a:cubicBezTo>
                      <a:pt x="1500" y="15500"/>
                      <a:pt x="1500" y="15500"/>
                      <a:pt x="1110" y="16110"/>
                    </a:cubicBezTo>
                    <a:cubicBezTo>
                      <a:pt x="750" y="16750"/>
                      <a:pt x="750" y="16750"/>
                      <a:pt x="845" y="17298"/>
                    </a:cubicBezTo>
                    <a:cubicBezTo>
                      <a:pt x="1372" y="17888"/>
                      <a:pt x="1818" y="17920"/>
                      <a:pt x="2570" y="18095"/>
                    </a:cubicBezTo>
                    <a:cubicBezTo>
                      <a:pt x="3068" y="18275"/>
                      <a:pt x="3188" y="18423"/>
                      <a:pt x="3470" y="18860"/>
                    </a:cubicBezTo>
                    <a:cubicBezTo>
                      <a:pt x="3918" y="19530"/>
                      <a:pt x="4355" y="19650"/>
                      <a:pt x="5125" y="19860"/>
                    </a:cubicBezTo>
                    <a:cubicBezTo>
                      <a:pt x="5977" y="20102"/>
                      <a:pt x="6402" y="20298"/>
                      <a:pt x="6890" y="21048"/>
                    </a:cubicBezTo>
                    <a:cubicBezTo>
                      <a:pt x="7017" y="21278"/>
                      <a:pt x="7140" y="21510"/>
                      <a:pt x="7250" y="21750"/>
                    </a:cubicBezTo>
                    <a:cubicBezTo>
                      <a:pt x="7003" y="21750"/>
                      <a:pt x="6755" y="21750"/>
                      <a:pt x="6500" y="21750"/>
                    </a:cubicBezTo>
                    <a:cubicBezTo>
                      <a:pt x="6365" y="21560"/>
                      <a:pt x="6233" y="21367"/>
                      <a:pt x="6095" y="21173"/>
                    </a:cubicBezTo>
                    <a:cubicBezTo>
                      <a:pt x="5493" y="20345"/>
                      <a:pt x="4743" y="20225"/>
                      <a:pt x="3795" y="19955"/>
                    </a:cubicBezTo>
                    <a:cubicBezTo>
                      <a:pt x="3100" y="19692"/>
                      <a:pt x="2755" y="19332"/>
                      <a:pt x="2280" y="18783"/>
                    </a:cubicBezTo>
                    <a:cubicBezTo>
                      <a:pt x="1850" y="18347"/>
                      <a:pt x="1315" y="18207"/>
                      <a:pt x="750" y="18000"/>
                    </a:cubicBezTo>
                    <a:cubicBezTo>
                      <a:pt x="280" y="17655"/>
                      <a:pt x="280" y="17655"/>
                      <a:pt x="0" y="17250"/>
                    </a:cubicBezTo>
                    <a:cubicBezTo>
                      <a:pt x="62" y="16630"/>
                      <a:pt x="285" y="16178"/>
                      <a:pt x="547" y="15610"/>
                    </a:cubicBezTo>
                    <a:cubicBezTo>
                      <a:pt x="615" y="15408"/>
                      <a:pt x="680" y="15207"/>
                      <a:pt x="750" y="15000"/>
                    </a:cubicBezTo>
                    <a:cubicBezTo>
                      <a:pt x="515" y="14610"/>
                      <a:pt x="515" y="14610"/>
                      <a:pt x="250" y="14250"/>
                    </a:cubicBezTo>
                    <a:cubicBezTo>
                      <a:pt x="263" y="13800"/>
                      <a:pt x="263" y="13800"/>
                      <a:pt x="500" y="13250"/>
                    </a:cubicBezTo>
                    <a:cubicBezTo>
                      <a:pt x="975" y="12810"/>
                      <a:pt x="1505" y="12462"/>
                      <a:pt x="2047" y="12110"/>
                    </a:cubicBezTo>
                    <a:cubicBezTo>
                      <a:pt x="2188" y="12013"/>
                      <a:pt x="2330" y="11918"/>
                      <a:pt x="2475" y="11817"/>
                    </a:cubicBezTo>
                    <a:cubicBezTo>
                      <a:pt x="3695" y="10995"/>
                      <a:pt x="4875" y="10258"/>
                      <a:pt x="6345" y="10015"/>
                    </a:cubicBezTo>
                    <a:cubicBezTo>
                      <a:pt x="9733" y="9310"/>
                      <a:pt x="12595" y="6790"/>
                      <a:pt x="14578" y="4048"/>
                    </a:cubicBezTo>
                    <a:cubicBezTo>
                      <a:pt x="15193" y="3072"/>
                      <a:pt x="15435" y="2112"/>
                      <a:pt x="15628" y="980"/>
                    </a:cubicBezTo>
                    <a:cubicBezTo>
                      <a:pt x="15750" y="500"/>
                      <a:pt x="15750" y="500"/>
                      <a:pt x="16250" y="0"/>
                    </a:cubicBezTo>
                    <a:close/>
                  </a:path>
                </a:pathLst>
              </a:custGeom>
              <a:solidFill>
                <a:srgbClr val="F2ECDF"/>
              </a:solidFill>
              <a:ln w="0">
                <a:noFill/>
              </a:ln>
            </p:spPr>
          </p:sp>
          <p:sp>
            <p:nvSpPr>
              <p:cNvPr id="863" name="trophy vector"/>
              <p:cNvSpPr/>
              <p:nvPr/>
            </p:nvSpPr>
            <p:spPr>
              <a:xfrm>
                <a:off x="10689330" y="8472042"/>
                <a:ext cx="54864" cy="25855"/>
              </a:xfrm>
              <a:custGeom>
                <a:avLst/>
                <a:gdLst/>
                <a:ahLst/>
                <a:cxnLst/>
                <a:rect l="0" t="0" r="r" b="b"/>
                <a:pathLst>
                  <a:path w="6000" h="2827" fill="norm" stroke="0">
                    <a:moveTo>
                      <a:pt x="2985" y="143"/>
                    </a:moveTo>
                    <a:cubicBezTo>
                      <a:pt x="3087" y="140"/>
                      <a:pt x="3087" y="140"/>
                      <a:pt x="3610" y="125"/>
                    </a:cubicBezTo>
                    <a:cubicBezTo>
                      <a:pt x="5120" y="118"/>
                      <a:pt x="5120" y="118"/>
                      <a:pt x="5767" y="710"/>
                    </a:cubicBezTo>
                    <a:cubicBezTo>
                      <a:pt x="6000" y="1238"/>
                      <a:pt x="6000" y="1238"/>
                      <a:pt x="5985" y="1768"/>
                    </a:cubicBezTo>
                    <a:cubicBezTo>
                      <a:pt x="5667" y="2403"/>
                      <a:pt x="5415" y="2485"/>
                      <a:pt x="4750" y="2738"/>
                    </a:cubicBezTo>
                    <a:cubicBezTo>
                      <a:pt x="4170" y="2812"/>
                      <a:pt x="3600" y="2817"/>
                      <a:pt x="3015" y="2815"/>
                    </a:cubicBezTo>
                    <a:cubicBezTo>
                      <a:pt x="2940" y="2817"/>
                      <a:pt x="2940" y="2817"/>
                      <a:pt x="2555" y="2827"/>
                    </a:cubicBezTo>
                    <a:cubicBezTo>
                      <a:pt x="1480" y="2827"/>
                      <a:pt x="875" y="2615"/>
                      <a:pt x="0" y="1988"/>
                    </a:cubicBezTo>
                    <a:cubicBezTo>
                      <a:pt x="315" y="0"/>
                      <a:pt x="1222" y="145"/>
                      <a:pt x="2985" y="143"/>
                    </a:cubicBezTo>
                    <a:close/>
                  </a:path>
                </a:pathLst>
              </a:custGeom>
              <a:solidFill>
                <a:srgbClr val="E9BE67"/>
              </a:solidFill>
              <a:ln w="0">
                <a:noFill/>
              </a:ln>
            </p:spPr>
          </p:sp>
          <p:sp>
            <p:nvSpPr>
              <p:cNvPr id="864" name="trophy vector"/>
              <p:cNvSpPr/>
              <p:nvPr/>
            </p:nvSpPr>
            <p:spPr>
              <a:xfrm>
                <a:off x="10566749" y="8314567"/>
                <a:ext cx="70660" cy="100195"/>
              </a:xfrm>
              <a:custGeom>
                <a:avLst/>
                <a:gdLst/>
                <a:ahLst/>
                <a:cxnLst/>
                <a:rect l="0" t="0" r="r" b="b"/>
                <a:pathLst>
                  <a:path w="7727" h="10957" fill="norm" stroke="0">
                    <a:moveTo>
                      <a:pt x="4062" y="620"/>
                    </a:moveTo>
                    <a:cubicBezTo>
                      <a:pt x="4690" y="1237"/>
                      <a:pt x="4690" y="2168"/>
                      <a:pt x="4818" y="3010"/>
                    </a:cubicBezTo>
                    <a:cubicBezTo>
                      <a:pt x="4895" y="3440"/>
                      <a:pt x="4975" y="3810"/>
                      <a:pt x="5158" y="4207"/>
                    </a:cubicBezTo>
                    <a:cubicBezTo>
                      <a:pt x="5467" y="4373"/>
                      <a:pt x="5780" y="4540"/>
                      <a:pt x="6098" y="4692"/>
                    </a:cubicBezTo>
                    <a:cubicBezTo>
                      <a:pt x="6840" y="5327"/>
                      <a:pt x="6925" y="6530"/>
                      <a:pt x="7125" y="7442"/>
                    </a:cubicBezTo>
                    <a:cubicBezTo>
                      <a:pt x="7180" y="7670"/>
                      <a:pt x="7237" y="7895"/>
                      <a:pt x="7295" y="8130"/>
                    </a:cubicBezTo>
                    <a:cubicBezTo>
                      <a:pt x="7727" y="9965"/>
                      <a:pt x="7727" y="9965"/>
                      <a:pt x="7408" y="10957"/>
                    </a:cubicBezTo>
                    <a:cubicBezTo>
                      <a:pt x="4818" y="10475"/>
                      <a:pt x="2943" y="8745"/>
                      <a:pt x="1408" y="6707"/>
                    </a:cubicBezTo>
                    <a:cubicBezTo>
                      <a:pt x="455" y="5273"/>
                      <a:pt x="0" y="3737"/>
                      <a:pt x="210" y="2008"/>
                    </a:cubicBezTo>
                    <a:cubicBezTo>
                      <a:pt x="392" y="1305"/>
                      <a:pt x="662" y="952"/>
                      <a:pt x="1203" y="472"/>
                    </a:cubicBezTo>
                    <a:cubicBezTo>
                      <a:pt x="2145" y="0"/>
                      <a:pt x="3125" y="245"/>
                      <a:pt x="4062" y="620"/>
                    </a:cubicBezTo>
                    <a:close/>
                    <a:moveTo>
                      <a:pt x="658" y="1457"/>
                    </a:moveTo>
                    <a:cubicBezTo>
                      <a:pt x="227" y="3457"/>
                      <a:pt x="832" y="5033"/>
                      <a:pt x="1908" y="6707"/>
                    </a:cubicBezTo>
                    <a:cubicBezTo>
                      <a:pt x="3020" y="8317"/>
                      <a:pt x="4602" y="9675"/>
                      <a:pt x="6408" y="10457"/>
                    </a:cubicBezTo>
                    <a:cubicBezTo>
                      <a:pt x="6652" y="10457"/>
                      <a:pt x="6902" y="10457"/>
                      <a:pt x="7158" y="10457"/>
                    </a:cubicBezTo>
                    <a:cubicBezTo>
                      <a:pt x="7128" y="10188"/>
                      <a:pt x="7095" y="9915"/>
                      <a:pt x="7062" y="9645"/>
                    </a:cubicBezTo>
                    <a:cubicBezTo>
                      <a:pt x="7045" y="9495"/>
                      <a:pt x="7027" y="9345"/>
                      <a:pt x="7010" y="9188"/>
                    </a:cubicBezTo>
                    <a:cubicBezTo>
                      <a:pt x="6908" y="8707"/>
                      <a:pt x="6908" y="8707"/>
                      <a:pt x="6650" y="8227"/>
                    </a:cubicBezTo>
                    <a:cubicBezTo>
                      <a:pt x="6358" y="7602"/>
                      <a:pt x="6355" y="7130"/>
                      <a:pt x="6342" y="6442"/>
                    </a:cubicBezTo>
                    <a:cubicBezTo>
                      <a:pt x="6293" y="5768"/>
                      <a:pt x="6293" y="5768"/>
                      <a:pt x="6158" y="5207"/>
                    </a:cubicBezTo>
                    <a:cubicBezTo>
                      <a:pt x="5825" y="4992"/>
                      <a:pt x="5825" y="4992"/>
                      <a:pt x="5422" y="4880"/>
                    </a:cubicBezTo>
                    <a:cubicBezTo>
                      <a:pt x="5010" y="4750"/>
                      <a:pt x="5010" y="4750"/>
                      <a:pt x="4658" y="4457"/>
                    </a:cubicBezTo>
                    <a:cubicBezTo>
                      <a:pt x="4455" y="3780"/>
                      <a:pt x="4402" y="3075"/>
                      <a:pt x="4368" y="2370"/>
                    </a:cubicBezTo>
                    <a:cubicBezTo>
                      <a:pt x="4335" y="1952"/>
                      <a:pt x="4303" y="1600"/>
                      <a:pt x="4158" y="1207"/>
                    </a:cubicBezTo>
                    <a:cubicBezTo>
                      <a:pt x="3057" y="582"/>
                      <a:pt x="1513" y="285"/>
                      <a:pt x="658" y="1457"/>
                    </a:cubicBezTo>
                    <a:close/>
                  </a:path>
                </a:pathLst>
              </a:custGeom>
              <a:solidFill>
                <a:srgbClr val="F2ECDF"/>
              </a:solidFill>
              <a:ln w="0">
                <a:noFill/>
              </a:ln>
            </p:spPr>
          </p:sp>
          <p:sp>
            <p:nvSpPr>
              <p:cNvPr id="865" name="trophy vector"/>
              <p:cNvSpPr/>
              <p:nvPr/>
            </p:nvSpPr>
            <p:spPr>
              <a:xfrm>
                <a:off x="10796784" y="8314668"/>
                <a:ext cx="68694" cy="100104"/>
              </a:xfrm>
              <a:custGeom>
                <a:avLst/>
                <a:gdLst/>
                <a:ahLst/>
                <a:cxnLst/>
                <a:rect l="0" t="0" r="r" b="b"/>
                <a:pathLst>
                  <a:path w="7513" h="10947" fill="norm" stroke="0">
                    <a:moveTo>
                      <a:pt x="6828" y="712"/>
                    </a:moveTo>
                    <a:cubicBezTo>
                      <a:pt x="7488" y="1472"/>
                      <a:pt x="7513" y="2212"/>
                      <a:pt x="7500" y="3197"/>
                    </a:cubicBezTo>
                    <a:cubicBezTo>
                      <a:pt x="7303" y="5558"/>
                      <a:pt x="5955" y="7425"/>
                      <a:pt x="4285" y="9038"/>
                    </a:cubicBezTo>
                    <a:cubicBezTo>
                      <a:pt x="3213" y="9857"/>
                      <a:pt x="1978" y="10397"/>
                      <a:pt x="750" y="10947"/>
                    </a:cubicBezTo>
                    <a:cubicBezTo>
                      <a:pt x="365" y="10622"/>
                      <a:pt x="365" y="10622"/>
                      <a:pt x="0" y="10197"/>
                    </a:cubicBezTo>
                    <a:cubicBezTo>
                      <a:pt x="0" y="9810"/>
                      <a:pt x="0" y="9810"/>
                      <a:pt x="140" y="9367"/>
                    </a:cubicBezTo>
                    <a:cubicBezTo>
                      <a:pt x="190" y="9197"/>
                      <a:pt x="243" y="9025"/>
                      <a:pt x="295" y="8847"/>
                    </a:cubicBezTo>
                    <a:cubicBezTo>
                      <a:pt x="363" y="8632"/>
                      <a:pt x="430" y="8418"/>
                      <a:pt x="500" y="8197"/>
                    </a:cubicBezTo>
                    <a:cubicBezTo>
                      <a:pt x="633" y="7735"/>
                      <a:pt x="763" y="7270"/>
                      <a:pt x="895" y="6805"/>
                    </a:cubicBezTo>
                    <a:cubicBezTo>
                      <a:pt x="1093" y="6102"/>
                      <a:pt x="1295" y="5400"/>
                      <a:pt x="1500" y="4697"/>
                    </a:cubicBezTo>
                    <a:cubicBezTo>
                      <a:pt x="1913" y="4615"/>
                      <a:pt x="2325" y="4533"/>
                      <a:pt x="2750" y="4447"/>
                    </a:cubicBezTo>
                    <a:cubicBezTo>
                      <a:pt x="2755" y="4352"/>
                      <a:pt x="2755" y="4352"/>
                      <a:pt x="2788" y="3880"/>
                    </a:cubicBezTo>
                    <a:cubicBezTo>
                      <a:pt x="2805" y="3635"/>
                      <a:pt x="2825" y="3387"/>
                      <a:pt x="2843" y="3135"/>
                    </a:cubicBezTo>
                    <a:cubicBezTo>
                      <a:pt x="2860" y="2890"/>
                      <a:pt x="2878" y="2647"/>
                      <a:pt x="2895" y="2395"/>
                    </a:cubicBezTo>
                    <a:cubicBezTo>
                      <a:pt x="2998" y="1712"/>
                      <a:pt x="3130" y="1275"/>
                      <a:pt x="3500" y="697"/>
                    </a:cubicBezTo>
                    <a:cubicBezTo>
                      <a:pt x="4693" y="0"/>
                      <a:pt x="5628" y="163"/>
                      <a:pt x="6828" y="712"/>
                    </a:cubicBezTo>
                    <a:close/>
                    <a:moveTo>
                      <a:pt x="3500" y="1197"/>
                    </a:moveTo>
                    <a:cubicBezTo>
                      <a:pt x="3488" y="1387"/>
                      <a:pt x="3475" y="1577"/>
                      <a:pt x="3463" y="1772"/>
                    </a:cubicBezTo>
                    <a:cubicBezTo>
                      <a:pt x="3443" y="2022"/>
                      <a:pt x="3425" y="2275"/>
                      <a:pt x="3405" y="2525"/>
                    </a:cubicBezTo>
                    <a:cubicBezTo>
                      <a:pt x="3388" y="2772"/>
                      <a:pt x="3370" y="3017"/>
                      <a:pt x="3353" y="3272"/>
                    </a:cubicBezTo>
                    <a:cubicBezTo>
                      <a:pt x="3205" y="4245"/>
                      <a:pt x="3205" y="4245"/>
                      <a:pt x="2750" y="4697"/>
                    </a:cubicBezTo>
                    <a:cubicBezTo>
                      <a:pt x="2540" y="4765"/>
                      <a:pt x="2328" y="4832"/>
                      <a:pt x="2113" y="4903"/>
                    </a:cubicBezTo>
                    <a:cubicBezTo>
                      <a:pt x="2010" y="4950"/>
                      <a:pt x="2010" y="4950"/>
                      <a:pt x="1500" y="5197"/>
                    </a:cubicBezTo>
                    <a:cubicBezTo>
                      <a:pt x="1330" y="5732"/>
                      <a:pt x="1248" y="6120"/>
                      <a:pt x="1203" y="6665"/>
                    </a:cubicBezTo>
                    <a:cubicBezTo>
                      <a:pt x="1103" y="7610"/>
                      <a:pt x="940" y="8347"/>
                      <a:pt x="500" y="9197"/>
                    </a:cubicBezTo>
                    <a:cubicBezTo>
                      <a:pt x="593" y="9885"/>
                      <a:pt x="593" y="9885"/>
                      <a:pt x="750" y="10447"/>
                    </a:cubicBezTo>
                    <a:cubicBezTo>
                      <a:pt x="3385" y="9517"/>
                      <a:pt x="5383" y="7605"/>
                      <a:pt x="6750" y="5197"/>
                    </a:cubicBezTo>
                    <a:cubicBezTo>
                      <a:pt x="7088" y="4475"/>
                      <a:pt x="7045" y="3712"/>
                      <a:pt x="7048" y="2933"/>
                    </a:cubicBezTo>
                    <a:cubicBezTo>
                      <a:pt x="7048" y="2862"/>
                      <a:pt x="7048" y="2862"/>
                      <a:pt x="7055" y="2520"/>
                    </a:cubicBezTo>
                    <a:cubicBezTo>
                      <a:pt x="7058" y="2163"/>
                      <a:pt x="7030" y="1805"/>
                      <a:pt x="7000" y="1447"/>
                    </a:cubicBezTo>
                    <a:cubicBezTo>
                      <a:pt x="6478" y="925"/>
                      <a:pt x="6360" y="862"/>
                      <a:pt x="5673" y="760"/>
                    </a:cubicBezTo>
                    <a:cubicBezTo>
                      <a:pt x="5528" y="735"/>
                      <a:pt x="5385" y="710"/>
                      <a:pt x="5238" y="685"/>
                    </a:cubicBezTo>
                    <a:cubicBezTo>
                      <a:pt x="4585" y="700"/>
                      <a:pt x="4090" y="933"/>
                      <a:pt x="3500" y="1197"/>
                    </a:cubicBezTo>
                    <a:close/>
                  </a:path>
                </a:pathLst>
              </a:custGeom>
              <a:solidFill>
                <a:srgbClr val="F2ECDF"/>
              </a:solidFill>
              <a:ln w="0">
                <a:noFill/>
              </a:ln>
            </p:spPr>
          </p:sp>
          <p:sp>
            <p:nvSpPr>
              <p:cNvPr id="866" name="trophy vector"/>
              <p:cNvSpPr/>
              <p:nvPr/>
            </p:nvSpPr>
            <p:spPr>
              <a:xfrm>
                <a:off x="10593004" y="8554212"/>
                <a:ext cx="10241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1120" h="6500" fill="norm" stroke="0">
                    <a:moveTo>
                      <a:pt x="285" y="0"/>
                    </a:moveTo>
                    <a:cubicBezTo>
                      <a:pt x="533" y="82"/>
                      <a:pt x="780" y="165"/>
                      <a:pt x="1035" y="250"/>
                    </a:cubicBezTo>
                    <a:cubicBezTo>
                      <a:pt x="1053" y="1020"/>
                      <a:pt x="1068" y="1790"/>
                      <a:pt x="1075" y="2558"/>
                    </a:cubicBezTo>
                    <a:cubicBezTo>
                      <a:pt x="1080" y="2820"/>
                      <a:pt x="1085" y="3082"/>
                      <a:pt x="1092" y="3342"/>
                    </a:cubicBezTo>
                    <a:cubicBezTo>
                      <a:pt x="1100" y="3720"/>
                      <a:pt x="1105" y="4097"/>
                      <a:pt x="1108" y="4472"/>
                    </a:cubicBezTo>
                    <a:cubicBezTo>
                      <a:pt x="1113" y="4700"/>
                      <a:pt x="1115" y="4928"/>
                      <a:pt x="1120" y="5160"/>
                    </a:cubicBezTo>
                    <a:cubicBezTo>
                      <a:pt x="1020" y="5855"/>
                      <a:pt x="825" y="6070"/>
                      <a:pt x="285" y="6500"/>
                    </a:cubicBezTo>
                    <a:cubicBezTo>
                      <a:pt x="72" y="5758"/>
                      <a:pt x="3" y="5097"/>
                      <a:pt x="3" y="4325"/>
                    </a:cubicBezTo>
                    <a:cubicBezTo>
                      <a:pt x="3" y="4105"/>
                      <a:pt x="0" y="3885"/>
                      <a:pt x="0" y="3660"/>
                    </a:cubicBezTo>
                    <a:cubicBezTo>
                      <a:pt x="3" y="3433"/>
                      <a:pt x="3" y="3202"/>
                      <a:pt x="5" y="2970"/>
                    </a:cubicBezTo>
                    <a:cubicBezTo>
                      <a:pt x="3" y="2740"/>
                      <a:pt x="3" y="2510"/>
                      <a:pt x="0" y="2273"/>
                    </a:cubicBezTo>
                    <a:cubicBezTo>
                      <a:pt x="0" y="2053"/>
                      <a:pt x="3" y="1832"/>
                      <a:pt x="3" y="1607"/>
                    </a:cubicBezTo>
                    <a:cubicBezTo>
                      <a:pt x="3" y="1408"/>
                      <a:pt x="3" y="1207"/>
                      <a:pt x="3" y="1000"/>
                    </a:cubicBezTo>
                    <a:cubicBezTo>
                      <a:pt x="35" y="500"/>
                      <a:pt x="35" y="500"/>
                      <a:pt x="2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67" name="trophy vector"/>
              <p:cNvSpPr/>
              <p:nvPr/>
            </p:nvSpPr>
            <p:spPr>
              <a:xfrm>
                <a:off x="10604198" y="8546684"/>
                <a:ext cx="21123" cy="69243"/>
              </a:xfrm>
              <a:custGeom>
                <a:avLst/>
                <a:gdLst/>
                <a:ahLst/>
                <a:cxnLst/>
                <a:rect l="0" t="0" r="r" b="b"/>
                <a:pathLst>
                  <a:path w="2310" h="7572" fill="norm" stroke="0">
                    <a:moveTo>
                      <a:pt x="993" y="0"/>
                    </a:moveTo>
                    <a:cubicBezTo>
                      <a:pt x="1070" y="5"/>
                      <a:pt x="1070" y="5"/>
                      <a:pt x="1467" y="28"/>
                    </a:cubicBezTo>
                    <a:cubicBezTo>
                      <a:pt x="1625" y="33"/>
                      <a:pt x="1783" y="40"/>
                      <a:pt x="1945" y="48"/>
                    </a:cubicBezTo>
                    <a:cubicBezTo>
                      <a:pt x="2065" y="55"/>
                      <a:pt x="2188" y="65"/>
                      <a:pt x="2310" y="72"/>
                    </a:cubicBezTo>
                    <a:cubicBezTo>
                      <a:pt x="1623" y="572"/>
                      <a:pt x="1623" y="572"/>
                      <a:pt x="1060" y="572"/>
                    </a:cubicBezTo>
                    <a:cubicBezTo>
                      <a:pt x="743" y="1695"/>
                      <a:pt x="765" y="2773"/>
                      <a:pt x="765" y="3933"/>
                    </a:cubicBezTo>
                    <a:cubicBezTo>
                      <a:pt x="760" y="4145"/>
                      <a:pt x="758" y="4355"/>
                      <a:pt x="755" y="4572"/>
                    </a:cubicBezTo>
                    <a:cubicBezTo>
                      <a:pt x="753" y="5697"/>
                      <a:pt x="790" y="6570"/>
                      <a:pt x="1310" y="7572"/>
                    </a:cubicBezTo>
                    <a:cubicBezTo>
                      <a:pt x="342" y="7135"/>
                      <a:pt x="342" y="7135"/>
                      <a:pt x="60" y="6572"/>
                    </a:cubicBezTo>
                    <a:cubicBezTo>
                      <a:pt x="10" y="5758"/>
                      <a:pt x="15" y="4938"/>
                      <a:pt x="15" y="4120"/>
                    </a:cubicBezTo>
                    <a:cubicBezTo>
                      <a:pt x="15" y="3715"/>
                      <a:pt x="10" y="3312"/>
                      <a:pt x="5" y="2908"/>
                    </a:cubicBezTo>
                    <a:cubicBezTo>
                      <a:pt x="5" y="2653"/>
                      <a:pt x="3" y="2395"/>
                      <a:pt x="3" y="2138"/>
                    </a:cubicBezTo>
                    <a:cubicBezTo>
                      <a:pt x="3" y="1903"/>
                      <a:pt x="0" y="1670"/>
                      <a:pt x="0" y="1428"/>
                    </a:cubicBezTo>
                    <a:cubicBezTo>
                      <a:pt x="75" y="680"/>
                      <a:pt x="195" y="135"/>
                      <a:pt x="993" y="0"/>
                    </a:cubicBezTo>
                    <a:close/>
                  </a:path>
                </a:pathLst>
              </a:custGeom>
              <a:solidFill>
                <a:srgbClr val="F2E4C6"/>
              </a:solidFill>
              <a:ln w="0">
                <a:noFill/>
              </a:ln>
            </p:spPr>
          </p:sp>
          <p:sp>
            <p:nvSpPr>
              <p:cNvPr id="868" name="trophy vector"/>
              <p:cNvSpPr/>
              <p:nvPr/>
            </p:nvSpPr>
            <p:spPr>
              <a:xfrm>
                <a:off x="10540746" y="8421624"/>
                <a:ext cx="34290" cy="27432"/>
              </a:xfrm>
              <a:custGeom>
                <a:avLst/>
                <a:gdLst/>
                <a:ahLst/>
                <a:cxnLst/>
                <a:rect l="0" t="0" r="r" b="b"/>
                <a:pathLst>
                  <a:path w="3750" h="3000" fill="norm" stroke="0">
                    <a:moveTo>
                      <a:pt x="0" y="0"/>
                    </a:moveTo>
                    <a:cubicBezTo>
                      <a:pt x="1190" y="0"/>
                      <a:pt x="1842" y="445"/>
                      <a:pt x="2720" y="1220"/>
                    </a:cubicBezTo>
                    <a:cubicBezTo>
                      <a:pt x="2820" y="1308"/>
                      <a:pt x="2922" y="1395"/>
                      <a:pt x="3025" y="1485"/>
                    </a:cubicBezTo>
                    <a:cubicBezTo>
                      <a:pt x="3310" y="1747"/>
                      <a:pt x="3310" y="1747"/>
                      <a:pt x="3750" y="2250"/>
                    </a:cubicBezTo>
                    <a:cubicBezTo>
                      <a:pt x="3750" y="2497"/>
                      <a:pt x="3750" y="2745"/>
                      <a:pt x="3750" y="3000"/>
                    </a:cubicBezTo>
                    <a:cubicBezTo>
                      <a:pt x="2277" y="2865"/>
                      <a:pt x="2277" y="2865"/>
                      <a:pt x="1655" y="2265"/>
                    </a:cubicBezTo>
                    <a:cubicBezTo>
                      <a:pt x="1250" y="1750"/>
                      <a:pt x="1250" y="1750"/>
                      <a:pt x="1250" y="1250"/>
                    </a:cubicBezTo>
                    <a:cubicBezTo>
                      <a:pt x="1090" y="1183"/>
                      <a:pt x="930" y="1115"/>
                      <a:pt x="765" y="1048"/>
                    </a:cubicBezTo>
                    <a:cubicBezTo>
                      <a:pt x="250" y="750"/>
                      <a:pt x="250" y="750"/>
                      <a:pt x="62" y="345"/>
                    </a:cubicBezTo>
                    <a:cubicBezTo>
                      <a:pt x="43" y="230"/>
                      <a:pt x="20" y="117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870" name="0.8"/>
            <p:cNvSpPr txBox="1"/>
            <p:nvPr/>
          </p:nvSpPr>
          <p:spPr>
            <a:xfrm>
              <a:off x="10707624" y="8746236"/>
              <a:ext cx="310896" cy="32918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0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39822D"/>
                  </a:solidFill>
                  <a:latin typeface="Times New Roman"/>
                </a:rPr>
                <a:t>0.8</a:t>
              </a:r>
            </a:p>
          </p:txBody>
        </p:sp>
        <p:sp>
          <p:nvSpPr>
            <p:cNvPr id="871" name="DPO feedback loop"/>
            <p:cNvSpPr/>
            <p:nvPr/>
          </p:nvSpPr>
          <p:spPr>
            <a:xfrm>
              <a:off x="6537960" y="8860536"/>
              <a:ext cx="4325112" cy="704088"/>
            </a:xfrm>
            <a:custGeom>
              <a:avLst/>
              <a:gdLst/>
              <a:ahLst/>
              <a:cxnLst/>
              <a:rect l="0" t="0" r="r" b="b"/>
              <a:pathLst>
                <a:path w="473000" h="77000" fill="none" stroke="1">
                  <a:moveTo>
                    <a:pt x="473000" y="22000"/>
                  </a:moveTo>
                  <a:lnTo>
                    <a:pt x="473000" y="77000"/>
                  </a:lnTo>
                  <a:lnTo>
                    <a:pt x="0" y="77000"/>
                  </a:lnTo>
                  <a:lnTo>
                    <a:pt x="0" y="0"/>
                  </a:lnTo>
                </a:path>
              </a:pathLst>
            </a:custGeom>
            <a:noFill/>
            <a:ln w="27432">
              <a:solidFill>
                <a:srgbClr val="000000"/>
              </a:solidFill>
              <a:round/>
            </a:ln>
          </p:spPr>
        </p:sp>
        <p:sp>
          <p:nvSpPr>
            <p:cNvPr id="872" name="Vector path"/>
            <p:cNvSpPr/>
            <p:nvPr/>
          </p:nvSpPr>
          <p:spPr>
            <a:xfrm>
              <a:off x="6492240" y="8833104"/>
              <a:ext cx="91440" cy="91440"/>
            </a:xfrm>
            <a:custGeom>
              <a:avLst/>
              <a:gdLst/>
              <a:ahLst/>
              <a:cxnLst/>
              <a:rect l="0" t="0" r="r" b="b"/>
              <a:pathLst>
                <a:path w="10000" h="10000" fill="norm" stroke="0">
                  <a:moveTo>
                    <a:pt x="0" y="10000"/>
                  </a:moveTo>
                  <a:lnTo>
                    <a:pt x="5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rgbClr val="000000"/>
            </a:solidFill>
            <a:ln w="18288">
              <a:noFill/>
            </a:ln>
          </p:spPr>
        </p:sp>
        <p:sp>
          <p:nvSpPr>
            <p:cNvPr id="873" name="Maximum likelihood"/>
            <p:cNvSpPr txBox="1"/>
            <p:nvPr/>
          </p:nvSpPr>
          <p:spPr>
            <a:xfrm>
              <a:off x="7287768" y="9614916"/>
              <a:ext cx="3200400" cy="28575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85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28A8A5"/>
                  </a:solidFill>
                  <a:latin typeface="Arial"/>
                </a:rPr>
                <a:t>Maximum likelihood</a:t>
              </a:r>
            </a:p>
          </p:txBody>
        </p:sp>
      </p:grpSp>
      <p:grpSp>
        <p:nvGrpSpPr>
          <p:cNvPr id="991" name="GRPO response generation"/>
          <p:cNvGrpSpPr/>
          <p:nvPr/>
        </p:nvGrpSpPr>
        <p:grpSpPr>
          <a:xfrm>
            <a:off x="12051792" y="4306824"/>
            <a:ext cx="4800600" cy="2313432"/>
            <a:chOff x="12051792" y="4306824"/>
            <a:chExt cx="4800600" cy="2313432"/>
          </a:xfrm>
        </p:grpSpPr>
        <p:pic>
          <p:nvPicPr>
            <p:cNvPr id="875" name="News video frames - grpo_video" descr="grpo_vide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51792" y="4343400"/>
              <a:ext cx="1453896" cy="886968"/>
            </a:xfrm>
            <a:prstGeom prst="rect">
              <a:avLst/>
            </a:prstGeom>
          </p:spPr>
        </p:pic>
        <p:sp>
          <p:nvSpPr>
            <p:cNvPr id="876" name="+"/>
            <p:cNvSpPr txBox="1"/>
            <p:nvPr/>
          </p:nvSpPr>
          <p:spPr>
            <a:xfrm>
              <a:off x="12691872" y="5170932"/>
              <a:ext cx="310896" cy="40005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5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520" b="1" i="0">
                  <a:solidFill>
                    <a:srgbClr val="000000"/>
                  </a:solidFill>
                  <a:latin typeface="Arial"/>
                </a:rPr>
                <a:t>+</a:t>
              </a:r>
            </a:p>
          </p:txBody>
        </p:sp>
        <p:sp>
          <p:nvSpPr>
            <p:cNvPr id="877" name="Vector path"/>
            <p:cNvSpPr/>
            <p:nvPr/>
          </p:nvSpPr>
          <p:spPr>
            <a:xfrm>
              <a:off x="12106656" y="5376672"/>
              <a:ext cx="154534" cy="237744"/>
            </a:xfrm>
            <a:custGeom>
              <a:avLst/>
              <a:gdLst/>
              <a:ahLst/>
              <a:cxnLst/>
              <a:rect l="0" t="0" r="r" b="b"/>
              <a:pathLst>
                <a:path w="16900" h="26000" fill="norm" stroke="0">
                  <a:moveTo>
                    <a:pt x="0" y="7800"/>
                  </a:moveTo>
                  <a:lnTo>
                    <a:pt x="6500" y="7800"/>
                  </a:lnTo>
                  <a:lnTo>
                    <a:pt x="16900" y="0"/>
                  </a:lnTo>
                  <a:lnTo>
                    <a:pt x="16900" y="26000"/>
                  </a:lnTo>
                  <a:lnTo>
                    <a:pt x="6500" y="18200"/>
                  </a:lnTo>
                  <a:lnTo>
                    <a:pt x="0" y="18200"/>
                  </a:lnTo>
                  <a:lnTo>
                    <a:pt x="0" y="7800"/>
                  </a:lnTo>
                  <a:close/>
                </a:path>
              </a:pathLst>
            </a:custGeom>
            <a:solidFill>
              <a:srgbClr val="000000"/>
            </a:solidFill>
            <a:ln w="18288">
              <a:noFill/>
            </a:ln>
          </p:spPr>
        </p:sp>
        <p:sp>
          <p:nvSpPr>
            <p:cNvPr id="878" name="Vector path"/>
            <p:cNvSpPr/>
            <p:nvPr/>
          </p:nvSpPr>
          <p:spPr>
            <a:xfrm>
              <a:off x="12296851" y="5419466"/>
              <a:ext cx="71323" cy="152156"/>
            </a:xfrm>
            <a:custGeom>
              <a:avLst/>
              <a:gdLst/>
              <a:ahLst/>
              <a:cxnLst/>
              <a:rect l="0" t="0" r="r" b="b"/>
              <a:pathLst>
                <a:path w="7800" h="16640" fill="none" stroke="1">
                  <a:moveTo>
                    <a:pt x="0" y="0"/>
                  </a:moveTo>
                  <a:cubicBezTo>
                    <a:pt x="7800" y="3900"/>
                    <a:pt x="7800" y="12740"/>
                    <a:pt x="0" y="16640"/>
                  </a:cubicBezTo>
                </a:path>
              </a:pathLst>
            </a:custGeom>
            <a:noFill/>
            <a:ln w="13716">
              <a:solidFill>
                <a:srgbClr val="000000"/>
              </a:solidFill>
              <a:round/>
            </a:ln>
          </p:spPr>
        </p:sp>
        <p:sp>
          <p:nvSpPr>
            <p:cNvPr id="879" name="News Title"/>
            <p:cNvSpPr txBox="1"/>
            <p:nvPr/>
          </p:nvSpPr>
          <p:spPr>
            <a:xfrm>
              <a:off x="12426696" y="5426964"/>
              <a:ext cx="1179576" cy="301752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7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Arial Narrow"/>
                </a:rPr>
                <a:t>News Title</a:t>
              </a:r>
            </a:p>
          </p:txBody>
        </p:sp>
        <p:sp>
          <p:nvSpPr>
            <p:cNvPr id="880" name="Arrow"/>
            <p:cNvSpPr/>
            <p:nvPr/>
          </p:nvSpPr>
          <p:spPr>
            <a:xfrm>
              <a:off x="13560552" y="4983480"/>
              <a:ext cx="301752" cy="164592"/>
            </a:xfrm>
            <a:custGeom>
              <a:avLst/>
              <a:gdLst/>
              <a:ahLst/>
              <a:cxnLst/>
              <a:rect l="0" t="0" r="r" b="b"/>
              <a:pathLst>
                <a:path w="33000" h="18000" fill="norm" stroke="1">
                  <a:moveTo>
                    <a:pt x="0" y="4500"/>
                  </a:moveTo>
                  <a:lnTo>
                    <a:pt x="21000" y="4500"/>
                  </a:lnTo>
                  <a:lnTo>
                    <a:pt x="21000" y="0"/>
                  </a:lnTo>
                  <a:lnTo>
                    <a:pt x="33000" y="9000"/>
                  </a:lnTo>
                  <a:lnTo>
                    <a:pt x="21000" y="18000"/>
                  </a:lnTo>
                  <a:lnTo>
                    <a:pt x="21000" y="13500"/>
                  </a:lnTo>
                  <a:lnTo>
                    <a:pt x="0" y="13500"/>
                  </a:lnTo>
                  <a:lnTo>
                    <a:pt x="0" y="45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grpSp>
          <p:nvGrpSpPr>
            <p:cNvPr id="966" name="Vector icon - robot"/>
            <p:cNvGrpSpPr/>
            <p:nvPr/>
          </p:nvGrpSpPr>
          <p:grpSpPr>
            <a:xfrm>
              <a:off x="14045184" y="4581144"/>
              <a:ext cx="804672" cy="781623"/>
              <a:chOff x="14045184" y="4581144"/>
              <a:chExt cx="804672" cy="781623"/>
            </a:xfrm>
          </p:grpSpPr>
          <p:sp>
            <p:nvSpPr>
              <p:cNvPr id="881" name="robot vector"/>
              <p:cNvSpPr/>
              <p:nvPr/>
            </p:nvSpPr>
            <p:spPr>
              <a:xfrm>
                <a:off x="14045184" y="4581144"/>
                <a:ext cx="804672" cy="777240"/>
              </a:xfrm>
              <a:custGeom>
                <a:avLst/>
                <a:gdLst/>
                <a:ahLst/>
                <a:cxnLst/>
                <a:rect l="0" t="0" r="r" b="b"/>
                <a:pathLst>
                  <a:path w="88000" h="85000" fill="norm" stroke="0">
                    <a:moveTo>
                      <a:pt x="0" y="0"/>
                    </a:moveTo>
                    <a:cubicBezTo>
                      <a:pt x="29040" y="0"/>
                      <a:pt x="58080" y="0"/>
                      <a:pt x="88000" y="0"/>
                    </a:cubicBezTo>
                    <a:cubicBezTo>
                      <a:pt x="88000" y="28050"/>
                      <a:pt x="88000" y="56100"/>
                      <a:pt x="88000" y="85000"/>
                    </a:cubicBezTo>
                    <a:cubicBezTo>
                      <a:pt x="58960" y="85000"/>
                      <a:pt x="29920" y="85000"/>
                      <a:pt x="0" y="85000"/>
                    </a:cubicBezTo>
                    <a:cubicBezTo>
                      <a:pt x="0" y="56950"/>
                      <a:pt x="0" y="28900"/>
                      <a:pt x="0" y="0"/>
                    </a:cubicBezTo>
                    <a:close/>
                  </a:path>
                </a:pathLst>
              </a:custGeom>
              <a:solidFill>
                <a:srgbClr val="292826"/>
              </a:solidFill>
              <a:ln w="0">
                <a:noFill/>
              </a:ln>
            </p:spPr>
          </p:sp>
          <p:sp>
            <p:nvSpPr>
              <p:cNvPr id="882" name="robot vector"/>
              <p:cNvSpPr/>
              <p:nvPr/>
            </p:nvSpPr>
            <p:spPr>
              <a:xfrm>
                <a:off x="14045184" y="4581144"/>
                <a:ext cx="804672" cy="781623"/>
              </a:xfrm>
              <a:custGeom>
                <a:avLst/>
                <a:gdLst/>
                <a:ahLst/>
                <a:cxnLst/>
                <a:rect l="0" t="0" r="r" b="b"/>
                <a:pathLst>
                  <a:path w="88000" h="85479" fill="norm" stroke="0">
                    <a:moveTo>
                      <a:pt x="0" y="0"/>
                    </a:moveTo>
                    <a:cubicBezTo>
                      <a:pt x="29040" y="0"/>
                      <a:pt x="58080" y="0"/>
                      <a:pt x="88000" y="0"/>
                    </a:cubicBezTo>
                    <a:cubicBezTo>
                      <a:pt x="88000" y="28050"/>
                      <a:pt x="88000" y="56100"/>
                      <a:pt x="88000" y="85000"/>
                    </a:cubicBezTo>
                    <a:cubicBezTo>
                      <a:pt x="58960" y="85000"/>
                      <a:pt x="29920" y="85000"/>
                      <a:pt x="0" y="85000"/>
                    </a:cubicBezTo>
                    <a:cubicBezTo>
                      <a:pt x="0" y="56950"/>
                      <a:pt x="0" y="28900"/>
                      <a:pt x="0" y="0"/>
                    </a:cubicBezTo>
                    <a:close/>
                    <a:moveTo>
                      <a:pt x="51333" y="988"/>
                    </a:moveTo>
                    <a:cubicBezTo>
                      <a:pt x="50785" y="1525"/>
                      <a:pt x="50595" y="1826"/>
                      <a:pt x="50496" y="2580"/>
                    </a:cubicBezTo>
                    <a:cubicBezTo>
                      <a:pt x="50582" y="3272"/>
                      <a:pt x="50785" y="3815"/>
                      <a:pt x="51080" y="4448"/>
                    </a:cubicBezTo>
                    <a:cubicBezTo>
                      <a:pt x="50957" y="4413"/>
                      <a:pt x="50835" y="4381"/>
                      <a:pt x="50709" y="4346"/>
                    </a:cubicBezTo>
                    <a:cubicBezTo>
                      <a:pt x="49037" y="3931"/>
                      <a:pt x="47409" y="3845"/>
                      <a:pt x="45694" y="3798"/>
                    </a:cubicBezTo>
                    <a:cubicBezTo>
                      <a:pt x="45221" y="3783"/>
                      <a:pt x="44751" y="3766"/>
                      <a:pt x="44278" y="3748"/>
                    </a:cubicBezTo>
                    <a:cubicBezTo>
                      <a:pt x="41565" y="3657"/>
                      <a:pt x="38841" y="3677"/>
                      <a:pt x="36196" y="4334"/>
                    </a:cubicBezTo>
                    <a:cubicBezTo>
                      <a:pt x="35592" y="4460"/>
                      <a:pt x="35005" y="4509"/>
                      <a:pt x="34391" y="4556"/>
                    </a:cubicBezTo>
                    <a:cubicBezTo>
                      <a:pt x="33134" y="4660"/>
                      <a:pt x="32024" y="4996"/>
                      <a:pt x="30851" y="5436"/>
                    </a:cubicBezTo>
                    <a:cubicBezTo>
                      <a:pt x="30909" y="5327"/>
                      <a:pt x="30967" y="5221"/>
                      <a:pt x="31025" y="5110"/>
                    </a:cubicBezTo>
                    <a:cubicBezTo>
                      <a:pt x="31387" y="4378"/>
                      <a:pt x="31693" y="3743"/>
                      <a:pt x="31609" y="2918"/>
                    </a:cubicBezTo>
                    <a:cubicBezTo>
                      <a:pt x="31225" y="1863"/>
                      <a:pt x="30598" y="1500"/>
                      <a:pt x="29617" y="988"/>
                    </a:cubicBezTo>
                    <a:cubicBezTo>
                      <a:pt x="28726" y="988"/>
                      <a:pt x="28013" y="1465"/>
                      <a:pt x="27310" y="1977"/>
                    </a:cubicBezTo>
                    <a:cubicBezTo>
                      <a:pt x="26939" y="2703"/>
                      <a:pt x="26946" y="3400"/>
                      <a:pt x="27057" y="4201"/>
                    </a:cubicBezTo>
                    <a:cubicBezTo>
                      <a:pt x="27300" y="4537"/>
                      <a:pt x="27553" y="4868"/>
                      <a:pt x="27816" y="5189"/>
                    </a:cubicBezTo>
                    <a:cubicBezTo>
                      <a:pt x="27864" y="5868"/>
                      <a:pt x="27864" y="5868"/>
                      <a:pt x="27816" y="6424"/>
                    </a:cubicBezTo>
                    <a:cubicBezTo>
                      <a:pt x="27750" y="6442"/>
                      <a:pt x="27750" y="6442"/>
                      <a:pt x="27424" y="6536"/>
                    </a:cubicBezTo>
                    <a:cubicBezTo>
                      <a:pt x="23090" y="7840"/>
                      <a:pt x="19325" y="10462"/>
                      <a:pt x="15931" y="13343"/>
                    </a:cubicBezTo>
                    <a:cubicBezTo>
                      <a:pt x="15820" y="13437"/>
                      <a:pt x="15711" y="13528"/>
                      <a:pt x="15597" y="13625"/>
                    </a:cubicBezTo>
                    <a:cubicBezTo>
                      <a:pt x="7338" y="20575"/>
                      <a:pt x="2562" y="30956"/>
                      <a:pt x="1712" y="41499"/>
                    </a:cubicBezTo>
                    <a:cubicBezTo>
                      <a:pt x="1424" y="46824"/>
                      <a:pt x="2215" y="52302"/>
                      <a:pt x="4046" y="57326"/>
                    </a:cubicBezTo>
                    <a:cubicBezTo>
                      <a:pt x="4114" y="57511"/>
                      <a:pt x="4180" y="57696"/>
                      <a:pt x="4251" y="57889"/>
                    </a:cubicBezTo>
                    <a:cubicBezTo>
                      <a:pt x="5100" y="60192"/>
                      <a:pt x="6026" y="62396"/>
                      <a:pt x="7333" y="64491"/>
                    </a:cubicBezTo>
                    <a:cubicBezTo>
                      <a:pt x="7429" y="64647"/>
                      <a:pt x="7526" y="64803"/>
                      <a:pt x="7624" y="64966"/>
                    </a:cubicBezTo>
                    <a:cubicBezTo>
                      <a:pt x="7953" y="65492"/>
                      <a:pt x="8282" y="66018"/>
                      <a:pt x="8613" y="66545"/>
                    </a:cubicBezTo>
                    <a:cubicBezTo>
                      <a:pt x="8666" y="66629"/>
                      <a:pt x="8666" y="66629"/>
                      <a:pt x="8929" y="67046"/>
                    </a:cubicBezTo>
                    <a:cubicBezTo>
                      <a:pt x="9589" y="68079"/>
                      <a:pt x="10307" y="69013"/>
                      <a:pt x="11126" y="69927"/>
                    </a:cubicBezTo>
                    <a:cubicBezTo>
                      <a:pt x="11258" y="70081"/>
                      <a:pt x="11387" y="70234"/>
                      <a:pt x="11521" y="70392"/>
                    </a:cubicBezTo>
                    <a:cubicBezTo>
                      <a:pt x="16826" y="76463"/>
                      <a:pt x="16826" y="76463"/>
                      <a:pt x="20058" y="77837"/>
                    </a:cubicBezTo>
                    <a:cubicBezTo>
                      <a:pt x="20483" y="78081"/>
                      <a:pt x="20483" y="78081"/>
                      <a:pt x="20637" y="78563"/>
                    </a:cubicBezTo>
                    <a:cubicBezTo>
                      <a:pt x="20650" y="78739"/>
                      <a:pt x="20660" y="78917"/>
                      <a:pt x="20672" y="79099"/>
                    </a:cubicBezTo>
                    <a:cubicBezTo>
                      <a:pt x="20688" y="79280"/>
                      <a:pt x="20700" y="79458"/>
                      <a:pt x="20715" y="79643"/>
                    </a:cubicBezTo>
                    <a:cubicBezTo>
                      <a:pt x="20723" y="79779"/>
                      <a:pt x="20728" y="79917"/>
                      <a:pt x="20736" y="80058"/>
                    </a:cubicBezTo>
                    <a:cubicBezTo>
                      <a:pt x="21691" y="80394"/>
                      <a:pt x="22501" y="80575"/>
                      <a:pt x="23517" y="80505"/>
                    </a:cubicBezTo>
                    <a:cubicBezTo>
                      <a:pt x="25133" y="80468"/>
                      <a:pt x="26574" y="81081"/>
                      <a:pt x="28074" y="81612"/>
                    </a:cubicBezTo>
                    <a:cubicBezTo>
                      <a:pt x="36737" y="84659"/>
                      <a:pt x="46455" y="85479"/>
                      <a:pt x="55379" y="82776"/>
                    </a:cubicBezTo>
                    <a:cubicBezTo>
                      <a:pt x="55503" y="82739"/>
                      <a:pt x="55627" y="82702"/>
                      <a:pt x="55754" y="82663"/>
                    </a:cubicBezTo>
                    <a:cubicBezTo>
                      <a:pt x="57089" y="82257"/>
                      <a:pt x="58381" y="81808"/>
                      <a:pt x="59663" y="81264"/>
                    </a:cubicBezTo>
                    <a:cubicBezTo>
                      <a:pt x="60685" y="80839"/>
                      <a:pt x="61608" y="80708"/>
                      <a:pt x="62697" y="80599"/>
                    </a:cubicBezTo>
                    <a:cubicBezTo>
                      <a:pt x="64093" y="80449"/>
                      <a:pt x="64093" y="80449"/>
                      <a:pt x="64607" y="79907"/>
                    </a:cubicBezTo>
                    <a:cubicBezTo>
                      <a:pt x="64885" y="79280"/>
                      <a:pt x="64989" y="78763"/>
                      <a:pt x="64989" y="78081"/>
                    </a:cubicBezTo>
                    <a:cubicBezTo>
                      <a:pt x="65211" y="78020"/>
                      <a:pt x="65434" y="77955"/>
                      <a:pt x="65661" y="77891"/>
                    </a:cubicBezTo>
                    <a:cubicBezTo>
                      <a:pt x="66513" y="77612"/>
                      <a:pt x="67158" y="77209"/>
                      <a:pt x="67866" y="76675"/>
                    </a:cubicBezTo>
                    <a:cubicBezTo>
                      <a:pt x="67993" y="76582"/>
                      <a:pt x="68119" y="76488"/>
                      <a:pt x="68248" y="76389"/>
                    </a:cubicBezTo>
                    <a:cubicBezTo>
                      <a:pt x="70858" y="74395"/>
                      <a:pt x="73450" y="72144"/>
                      <a:pt x="75382" y="69497"/>
                    </a:cubicBezTo>
                    <a:cubicBezTo>
                      <a:pt x="75624" y="69164"/>
                      <a:pt x="75877" y="68838"/>
                      <a:pt x="76128" y="68511"/>
                    </a:cubicBezTo>
                    <a:cubicBezTo>
                      <a:pt x="78765" y="65020"/>
                      <a:pt x="80798" y="61220"/>
                      <a:pt x="82199" y="57108"/>
                    </a:cubicBezTo>
                    <a:cubicBezTo>
                      <a:pt x="82245" y="56977"/>
                      <a:pt x="82293" y="56844"/>
                      <a:pt x="82338" y="56705"/>
                    </a:cubicBezTo>
                    <a:cubicBezTo>
                      <a:pt x="83706" y="52693"/>
                      <a:pt x="84101" y="48818"/>
                      <a:pt x="84083" y="44598"/>
                    </a:cubicBezTo>
                    <a:cubicBezTo>
                      <a:pt x="84080" y="44210"/>
                      <a:pt x="84080" y="43822"/>
                      <a:pt x="84078" y="43434"/>
                    </a:cubicBezTo>
                    <a:cubicBezTo>
                      <a:pt x="84068" y="39695"/>
                      <a:pt x="83914" y="36192"/>
                      <a:pt x="82690" y="32616"/>
                    </a:cubicBezTo>
                    <a:cubicBezTo>
                      <a:pt x="82629" y="32424"/>
                      <a:pt x="82568" y="32228"/>
                      <a:pt x="82505" y="32028"/>
                    </a:cubicBezTo>
                    <a:cubicBezTo>
                      <a:pt x="81076" y="27511"/>
                      <a:pt x="78763" y="22883"/>
                      <a:pt x="75609" y="19273"/>
                    </a:cubicBezTo>
                    <a:cubicBezTo>
                      <a:pt x="75351" y="18972"/>
                      <a:pt x="75096" y="18673"/>
                      <a:pt x="74838" y="18371"/>
                    </a:cubicBezTo>
                    <a:cubicBezTo>
                      <a:pt x="73708" y="17059"/>
                      <a:pt x="72575" y="15769"/>
                      <a:pt x="71310" y="14578"/>
                    </a:cubicBezTo>
                    <a:cubicBezTo>
                      <a:pt x="71217" y="14490"/>
                      <a:pt x="71123" y="14401"/>
                      <a:pt x="71027" y="14309"/>
                    </a:cubicBezTo>
                    <a:cubicBezTo>
                      <a:pt x="68855" y="12273"/>
                      <a:pt x="66425" y="10541"/>
                      <a:pt x="63749" y="9184"/>
                    </a:cubicBezTo>
                    <a:cubicBezTo>
                      <a:pt x="63312" y="8945"/>
                      <a:pt x="62920" y="8695"/>
                      <a:pt x="62510" y="8414"/>
                    </a:cubicBezTo>
                    <a:cubicBezTo>
                      <a:pt x="61671" y="7860"/>
                      <a:pt x="60796" y="7502"/>
                      <a:pt x="59853" y="7151"/>
                    </a:cubicBezTo>
                    <a:cubicBezTo>
                      <a:pt x="59686" y="7087"/>
                      <a:pt x="59519" y="7022"/>
                      <a:pt x="59349" y="6958"/>
                    </a:cubicBezTo>
                    <a:cubicBezTo>
                      <a:pt x="58270" y="6545"/>
                      <a:pt x="57185" y="6175"/>
                      <a:pt x="56070" y="5866"/>
                    </a:cubicBezTo>
                    <a:cubicBezTo>
                      <a:pt x="55493" y="5626"/>
                      <a:pt x="55230" y="5453"/>
                      <a:pt x="54874" y="4942"/>
                    </a:cubicBezTo>
                    <a:cubicBezTo>
                      <a:pt x="54790" y="4208"/>
                      <a:pt x="54869" y="3474"/>
                      <a:pt x="54927" y="2740"/>
                    </a:cubicBezTo>
                    <a:cubicBezTo>
                      <a:pt x="54944" y="2303"/>
                      <a:pt x="54952" y="1913"/>
                      <a:pt x="54874" y="1483"/>
                    </a:cubicBezTo>
                    <a:cubicBezTo>
                      <a:pt x="53811" y="425"/>
                      <a:pt x="52651" y="277"/>
                      <a:pt x="51333" y="9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83" name="robot vector"/>
              <p:cNvSpPr/>
              <p:nvPr/>
            </p:nvSpPr>
            <p:spPr>
              <a:xfrm>
                <a:off x="14058763" y="4583884"/>
                <a:ext cx="755536" cy="768248"/>
              </a:xfrm>
              <a:custGeom>
                <a:avLst/>
                <a:gdLst/>
                <a:ahLst/>
                <a:cxnLst/>
                <a:rect l="0" t="0" r="r" b="b"/>
                <a:pathLst>
                  <a:path w="82626" h="84017" fill="norm" stroke="0">
                    <a:moveTo>
                      <a:pt x="52014" y="395"/>
                    </a:moveTo>
                    <a:cubicBezTo>
                      <a:pt x="52165" y="437"/>
                      <a:pt x="52317" y="479"/>
                      <a:pt x="52474" y="524"/>
                    </a:cubicBezTo>
                    <a:cubicBezTo>
                      <a:pt x="52883" y="689"/>
                      <a:pt x="52883" y="689"/>
                      <a:pt x="53389" y="1184"/>
                    </a:cubicBezTo>
                    <a:cubicBezTo>
                      <a:pt x="53435" y="1544"/>
                      <a:pt x="53435" y="1544"/>
                      <a:pt x="53412" y="1962"/>
                    </a:cubicBezTo>
                    <a:cubicBezTo>
                      <a:pt x="53407" y="2113"/>
                      <a:pt x="53402" y="2263"/>
                      <a:pt x="53397" y="2419"/>
                    </a:cubicBezTo>
                    <a:cubicBezTo>
                      <a:pt x="53382" y="2738"/>
                      <a:pt x="53364" y="3054"/>
                      <a:pt x="53346" y="3370"/>
                    </a:cubicBezTo>
                    <a:cubicBezTo>
                      <a:pt x="53311" y="4532"/>
                      <a:pt x="53311" y="4532"/>
                      <a:pt x="53710" y="5102"/>
                    </a:cubicBezTo>
                    <a:cubicBezTo>
                      <a:pt x="54168" y="5397"/>
                      <a:pt x="54537" y="5550"/>
                      <a:pt x="55063" y="5693"/>
                    </a:cubicBezTo>
                    <a:cubicBezTo>
                      <a:pt x="56287" y="6064"/>
                      <a:pt x="57466" y="6518"/>
                      <a:pt x="58651" y="6990"/>
                    </a:cubicBezTo>
                    <a:cubicBezTo>
                      <a:pt x="58839" y="7062"/>
                      <a:pt x="59026" y="7136"/>
                      <a:pt x="59220" y="7213"/>
                    </a:cubicBezTo>
                    <a:cubicBezTo>
                      <a:pt x="60161" y="7591"/>
                      <a:pt x="60935" y="7969"/>
                      <a:pt x="61734" y="8596"/>
                    </a:cubicBezTo>
                    <a:cubicBezTo>
                      <a:pt x="62146" y="8811"/>
                      <a:pt x="62563" y="9024"/>
                      <a:pt x="62983" y="9229"/>
                    </a:cubicBezTo>
                    <a:cubicBezTo>
                      <a:pt x="71176" y="13449"/>
                      <a:pt x="77857" y="22169"/>
                      <a:pt x="80571" y="30682"/>
                    </a:cubicBezTo>
                    <a:cubicBezTo>
                      <a:pt x="80700" y="31082"/>
                      <a:pt x="80834" y="31480"/>
                      <a:pt x="80973" y="31877"/>
                    </a:cubicBezTo>
                    <a:cubicBezTo>
                      <a:pt x="82219" y="35572"/>
                      <a:pt x="82601" y="39098"/>
                      <a:pt x="82581" y="42984"/>
                    </a:cubicBezTo>
                    <a:cubicBezTo>
                      <a:pt x="82578" y="43488"/>
                      <a:pt x="82581" y="43995"/>
                      <a:pt x="82586" y="44501"/>
                    </a:cubicBezTo>
                    <a:cubicBezTo>
                      <a:pt x="82626" y="47879"/>
                      <a:pt x="82358" y="51035"/>
                      <a:pt x="81458" y="54309"/>
                    </a:cubicBezTo>
                    <a:cubicBezTo>
                      <a:pt x="81418" y="54452"/>
                      <a:pt x="81380" y="54598"/>
                      <a:pt x="81337" y="54748"/>
                    </a:cubicBezTo>
                    <a:cubicBezTo>
                      <a:pt x="81102" y="55601"/>
                      <a:pt x="80831" y="56436"/>
                      <a:pt x="80540" y="57274"/>
                    </a:cubicBezTo>
                    <a:cubicBezTo>
                      <a:pt x="80500" y="57395"/>
                      <a:pt x="80457" y="57518"/>
                      <a:pt x="80414" y="57644"/>
                    </a:cubicBezTo>
                    <a:cubicBezTo>
                      <a:pt x="79086" y="61464"/>
                      <a:pt x="77101" y="64919"/>
                      <a:pt x="74631" y="68146"/>
                    </a:cubicBezTo>
                    <a:cubicBezTo>
                      <a:pt x="74557" y="68242"/>
                      <a:pt x="74557" y="68242"/>
                      <a:pt x="74193" y="68731"/>
                    </a:cubicBezTo>
                    <a:cubicBezTo>
                      <a:pt x="71467" y="72280"/>
                      <a:pt x="68111" y="75759"/>
                      <a:pt x="64010" y="77782"/>
                    </a:cubicBezTo>
                    <a:cubicBezTo>
                      <a:pt x="63843" y="77782"/>
                      <a:pt x="63676" y="77782"/>
                      <a:pt x="63504" y="77782"/>
                    </a:cubicBezTo>
                    <a:cubicBezTo>
                      <a:pt x="63479" y="77918"/>
                      <a:pt x="63454" y="78057"/>
                      <a:pt x="63428" y="78198"/>
                    </a:cubicBezTo>
                    <a:cubicBezTo>
                      <a:pt x="63390" y="78375"/>
                      <a:pt x="63352" y="78556"/>
                      <a:pt x="63314" y="78739"/>
                    </a:cubicBezTo>
                    <a:cubicBezTo>
                      <a:pt x="63279" y="78917"/>
                      <a:pt x="63244" y="79094"/>
                      <a:pt x="63208" y="79277"/>
                    </a:cubicBezTo>
                    <a:cubicBezTo>
                      <a:pt x="62998" y="79759"/>
                      <a:pt x="62998" y="79759"/>
                      <a:pt x="62543" y="80066"/>
                    </a:cubicBezTo>
                    <a:cubicBezTo>
                      <a:pt x="61949" y="80266"/>
                      <a:pt x="61476" y="80310"/>
                      <a:pt x="60849" y="80330"/>
                    </a:cubicBezTo>
                    <a:cubicBezTo>
                      <a:pt x="59827" y="80411"/>
                      <a:pt x="58993" y="80644"/>
                      <a:pt x="58067" y="81056"/>
                    </a:cubicBezTo>
                    <a:cubicBezTo>
                      <a:pt x="53058" y="83253"/>
                      <a:pt x="47330" y="84017"/>
                      <a:pt x="41883" y="84007"/>
                    </a:cubicBezTo>
                    <a:cubicBezTo>
                      <a:pt x="41739" y="84004"/>
                      <a:pt x="41595" y="84004"/>
                      <a:pt x="41449" y="84004"/>
                    </a:cubicBezTo>
                    <a:cubicBezTo>
                      <a:pt x="37782" y="83994"/>
                      <a:pt x="34292" y="83720"/>
                      <a:pt x="30790" y="82608"/>
                    </a:cubicBezTo>
                    <a:cubicBezTo>
                      <a:pt x="30383" y="82477"/>
                      <a:pt x="29973" y="82356"/>
                      <a:pt x="29561" y="82235"/>
                    </a:cubicBezTo>
                    <a:cubicBezTo>
                      <a:pt x="28410" y="81899"/>
                      <a:pt x="27267" y="81556"/>
                      <a:pt x="26140" y="81150"/>
                    </a:cubicBezTo>
                    <a:cubicBezTo>
                      <a:pt x="24397" y="80537"/>
                      <a:pt x="22984" y="80108"/>
                      <a:pt x="21112" y="80258"/>
                    </a:cubicBezTo>
                    <a:cubicBezTo>
                      <a:pt x="20397" y="80251"/>
                      <a:pt x="19896" y="80051"/>
                      <a:pt x="19251" y="79759"/>
                    </a:cubicBezTo>
                    <a:cubicBezTo>
                      <a:pt x="19264" y="79636"/>
                      <a:pt x="19279" y="79512"/>
                      <a:pt x="19294" y="79386"/>
                    </a:cubicBezTo>
                    <a:cubicBezTo>
                      <a:pt x="19299" y="78773"/>
                      <a:pt x="19236" y="78353"/>
                      <a:pt x="18998" y="77782"/>
                    </a:cubicBezTo>
                    <a:cubicBezTo>
                      <a:pt x="18606" y="77474"/>
                      <a:pt x="18263" y="77246"/>
                      <a:pt x="17828" y="77009"/>
                    </a:cubicBezTo>
                    <a:cubicBezTo>
                      <a:pt x="15739" y="75870"/>
                      <a:pt x="14126" y="74217"/>
                      <a:pt x="12424" y="72593"/>
                    </a:cubicBezTo>
                    <a:cubicBezTo>
                      <a:pt x="12166" y="72351"/>
                      <a:pt x="11910" y="72112"/>
                      <a:pt x="11655" y="71872"/>
                    </a:cubicBezTo>
                    <a:cubicBezTo>
                      <a:pt x="9794" y="70110"/>
                      <a:pt x="9794" y="70110"/>
                      <a:pt x="9144" y="69048"/>
                    </a:cubicBezTo>
                    <a:cubicBezTo>
                      <a:pt x="8858" y="68598"/>
                      <a:pt x="8534" y="68180"/>
                      <a:pt x="8208" y="67758"/>
                    </a:cubicBezTo>
                    <a:cubicBezTo>
                      <a:pt x="5882" y="64719"/>
                      <a:pt x="4251" y="61657"/>
                      <a:pt x="3007" y="58062"/>
                    </a:cubicBezTo>
                    <a:cubicBezTo>
                      <a:pt x="2837" y="57583"/>
                      <a:pt x="2653" y="57113"/>
                      <a:pt x="2460" y="56644"/>
                    </a:cubicBezTo>
                    <a:cubicBezTo>
                      <a:pt x="1017" y="53110"/>
                      <a:pt x="397" y="49174"/>
                      <a:pt x="298" y="45381"/>
                    </a:cubicBezTo>
                    <a:cubicBezTo>
                      <a:pt x="288" y="45060"/>
                      <a:pt x="276" y="44741"/>
                      <a:pt x="260" y="44422"/>
                    </a:cubicBezTo>
                    <a:cubicBezTo>
                      <a:pt x="0" y="38897"/>
                      <a:pt x="1206" y="32903"/>
                      <a:pt x="3588" y="27875"/>
                    </a:cubicBezTo>
                    <a:cubicBezTo>
                      <a:pt x="3823" y="27378"/>
                      <a:pt x="4038" y="26876"/>
                      <a:pt x="4251" y="26370"/>
                    </a:cubicBezTo>
                    <a:cubicBezTo>
                      <a:pt x="5955" y="22644"/>
                      <a:pt x="8223" y="19360"/>
                      <a:pt x="11071" y="16390"/>
                    </a:cubicBezTo>
                    <a:cubicBezTo>
                      <a:pt x="11559" y="15881"/>
                      <a:pt x="12006" y="15349"/>
                      <a:pt x="12454" y="14803"/>
                    </a:cubicBezTo>
                    <a:cubicBezTo>
                      <a:pt x="15820" y="11055"/>
                      <a:pt x="21320" y="7297"/>
                      <a:pt x="26332" y="6125"/>
                    </a:cubicBezTo>
                    <a:cubicBezTo>
                      <a:pt x="26425" y="5006"/>
                      <a:pt x="26425" y="5006"/>
                      <a:pt x="25952" y="4425"/>
                    </a:cubicBezTo>
                    <a:cubicBezTo>
                      <a:pt x="25482" y="3778"/>
                      <a:pt x="25444" y="3365"/>
                      <a:pt x="25485" y="2585"/>
                    </a:cubicBezTo>
                    <a:cubicBezTo>
                      <a:pt x="25636" y="1873"/>
                      <a:pt x="25990" y="1596"/>
                      <a:pt x="26585" y="1184"/>
                    </a:cubicBezTo>
                    <a:cubicBezTo>
                      <a:pt x="27088" y="890"/>
                      <a:pt x="27510" y="707"/>
                      <a:pt x="28102" y="689"/>
                    </a:cubicBezTo>
                    <a:cubicBezTo>
                      <a:pt x="28982" y="1038"/>
                      <a:pt x="29685" y="1589"/>
                      <a:pt x="30125" y="2419"/>
                    </a:cubicBezTo>
                    <a:cubicBezTo>
                      <a:pt x="30135" y="2834"/>
                      <a:pt x="30135" y="2834"/>
                      <a:pt x="30062" y="3267"/>
                    </a:cubicBezTo>
                    <a:cubicBezTo>
                      <a:pt x="30039" y="3410"/>
                      <a:pt x="30016" y="3553"/>
                      <a:pt x="29993" y="3699"/>
                    </a:cubicBezTo>
                    <a:cubicBezTo>
                      <a:pt x="29852" y="4220"/>
                      <a:pt x="29627" y="4663"/>
                      <a:pt x="29366" y="5137"/>
                    </a:cubicBezTo>
                    <a:cubicBezTo>
                      <a:pt x="29488" y="5088"/>
                      <a:pt x="29611" y="5041"/>
                      <a:pt x="29738" y="4991"/>
                    </a:cubicBezTo>
                    <a:cubicBezTo>
                      <a:pt x="31399" y="4396"/>
                      <a:pt x="33040" y="4168"/>
                      <a:pt x="34790" y="3956"/>
                    </a:cubicBezTo>
                    <a:cubicBezTo>
                      <a:pt x="35132" y="3909"/>
                      <a:pt x="35471" y="3842"/>
                      <a:pt x="35807" y="3773"/>
                    </a:cubicBezTo>
                    <a:cubicBezTo>
                      <a:pt x="38540" y="3262"/>
                      <a:pt x="41390" y="3388"/>
                      <a:pt x="44159" y="3484"/>
                    </a:cubicBezTo>
                    <a:cubicBezTo>
                      <a:pt x="44298" y="3489"/>
                      <a:pt x="44440" y="3491"/>
                      <a:pt x="44584" y="3496"/>
                    </a:cubicBezTo>
                    <a:cubicBezTo>
                      <a:pt x="46299" y="3551"/>
                      <a:pt x="47930" y="3709"/>
                      <a:pt x="49596" y="4149"/>
                    </a:cubicBezTo>
                    <a:cubicBezTo>
                      <a:pt x="49513" y="3971"/>
                      <a:pt x="49429" y="3790"/>
                      <a:pt x="49343" y="3608"/>
                    </a:cubicBezTo>
                    <a:cubicBezTo>
                      <a:pt x="49073" y="2869"/>
                      <a:pt x="48951" y="2451"/>
                      <a:pt x="49090" y="1678"/>
                    </a:cubicBezTo>
                    <a:cubicBezTo>
                      <a:pt x="49877" y="623"/>
                      <a:pt x="50668" y="0"/>
                      <a:pt x="52014" y="395"/>
                    </a:cubicBezTo>
                    <a:close/>
                    <a:moveTo>
                      <a:pt x="50355" y="936"/>
                    </a:moveTo>
                    <a:cubicBezTo>
                      <a:pt x="50355" y="1181"/>
                      <a:pt x="50355" y="1426"/>
                      <a:pt x="50355" y="1678"/>
                    </a:cubicBezTo>
                    <a:cubicBezTo>
                      <a:pt x="50855" y="1678"/>
                      <a:pt x="51356" y="1678"/>
                      <a:pt x="51872" y="1678"/>
                    </a:cubicBezTo>
                    <a:cubicBezTo>
                      <a:pt x="52155" y="2604"/>
                      <a:pt x="52155" y="2604"/>
                      <a:pt x="51872" y="3160"/>
                    </a:cubicBezTo>
                    <a:cubicBezTo>
                      <a:pt x="51371" y="3079"/>
                      <a:pt x="50871" y="2997"/>
                      <a:pt x="50355" y="2913"/>
                    </a:cubicBezTo>
                    <a:cubicBezTo>
                      <a:pt x="50453" y="3605"/>
                      <a:pt x="50532" y="4055"/>
                      <a:pt x="50979" y="4613"/>
                    </a:cubicBezTo>
                    <a:cubicBezTo>
                      <a:pt x="51404" y="5189"/>
                      <a:pt x="51523" y="5584"/>
                      <a:pt x="51649" y="6279"/>
                    </a:cubicBezTo>
                    <a:cubicBezTo>
                      <a:pt x="51687" y="6471"/>
                      <a:pt x="51725" y="6662"/>
                      <a:pt x="51763" y="6859"/>
                    </a:cubicBezTo>
                    <a:cubicBezTo>
                      <a:pt x="51917" y="7929"/>
                      <a:pt x="52014" y="9004"/>
                      <a:pt x="52125" y="10079"/>
                    </a:cubicBezTo>
                    <a:cubicBezTo>
                      <a:pt x="44364" y="10079"/>
                      <a:pt x="36603" y="10079"/>
                      <a:pt x="28608" y="10079"/>
                    </a:cubicBezTo>
                    <a:cubicBezTo>
                      <a:pt x="28608" y="4643"/>
                      <a:pt x="28608" y="4643"/>
                      <a:pt x="28860" y="3902"/>
                    </a:cubicBezTo>
                    <a:cubicBezTo>
                      <a:pt x="28193" y="3902"/>
                      <a:pt x="27525" y="3902"/>
                      <a:pt x="26837" y="3902"/>
                    </a:cubicBezTo>
                    <a:cubicBezTo>
                      <a:pt x="27004" y="3249"/>
                      <a:pt x="27171" y="2597"/>
                      <a:pt x="27343" y="1925"/>
                    </a:cubicBezTo>
                    <a:cubicBezTo>
                      <a:pt x="26926" y="2006"/>
                      <a:pt x="26509" y="2088"/>
                      <a:pt x="26079" y="2172"/>
                    </a:cubicBezTo>
                    <a:cubicBezTo>
                      <a:pt x="26059" y="2439"/>
                      <a:pt x="26043" y="2706"/>
                      <a:pt x="26031" y="2975"/>
                    </a:cubicBezTo>
                    <a:cubicBezTo>
                      <a:pt x="26023" y="3123"/>
                      <a:pt x="26013" y="3272"/>
                      <a:pt x="26003" y="3427"/>
                    </a:cubicBezTo>
                    <a:cubicBezTo>
                      <a:pt x="26079" y="3902"/>
                      <a:pt x="26079" y="3902"/>
                      <a:pt x="26466" y="4351"/>
                    </a:cubicBezTo>
                    <a:cubicBezTo>
                      <a:pt x="26926" y="5018"/>
                      <a:pt x="26891" y="5293"/>
                      <a:pt x="26772" y="6078"/>
                    </a:cubicBezTo>
                    <a:cubicBezTo>
                      <a:pt x="26739" y="6303"/>
                      <a:pt x="26706" y="6528"/>
                      <a:pt x="26671" y="6760"/>
                    </a:cubicBezTo>
                    <a:cubicBezTo>
                      <a:pt x="26650" y="6877"/>
                      <a:pt x="26650" y="6877"/>
                      <a:pt x="26552" y="7467"/>
                    </a:cubicBezTo>
                    <a:cubicBezTo>
                      <a:pt x="26519" y="7702"/>
                      <a:pt x="26486" y="7934"/>
                      <a:pt x="26451" y="8174"/>
                    </a:cubicBezTo>
                    <a:cubicBezTo>
                      <a:pt x="26188" y="9859"/>
                      <a:pt x="25902" y="10964"/>
                      <a:pt x="24450" y="12009"/>
                    </a:cubicBezTo>
                    <a:cubicBezTo>
                      <a:pt x="23272" y="12965"/>
                      <a:pt x="22670" y="14047"/>
                      <a:pt x="22379" y="15515"/>
                    </a:cubicBezTo>
                    <a:cubicBezTo>
                      <a:pt x="21972" y="17566"/>
                      <a:pt x="21972" y="17566"/>
                      <a:pt x="21317" y="18151"/>
                    </a:cubicBezTo>
                    <a:cubicBezTo>
                      <a:pt x="20966" y="18347"/>
                      <a:pt x="20609" y="18534"/>
                      <a:pt x="20248" y="18715"/>
                    </a:cubicBezTo>
                    <a:cubicBezTo>
                      <a:pt x="19454" y="19135"/>
                      <a:pt x="19051" y="19632"/>
                      <a:pt x="18746" y="20457"/>
                    </a:cubicBezTo>
                    <a:cubicBezTo>
                      <a:pt x="18574" y="21361"/>
                      <a:pt x="18520" y="22256"/>
                      <a:pt x="18493" y="23175"/>
                    </a:cubicBezTo>
                    <a:cubicBezTo>
                      <a:pt x="18483" y="23387"/>
                      <a:pt x="18472" y="23600"/>
                      <a:pt x="18462" y="23820"/>
                    </a:cubicBezTo>
                    <a:cubicBezTo>
                      <a:pt x="18409" y="25747"/>
                      <a:pt x="18518" y="27588"/>
                      <a:pt x="19904" y="29061"/>
                    </a:cubicBezTo>
                    <a:cubicBezTo>
                      <a:pt x="20270" y="29360"/>
                      <a:pt x="20576" y="29498"/>
                      <a:pt x="21021" y="29661"/>
                    </a:cubicBezTo>
                    <a:cubicBezTo>
                      <a:pt x="22040" y="30086"/>
                      <a:pt x="22301" y="31013"/>
                      <a:pt x="22741" y="31947"/>
                    </a:cubicBezTo>
                    <a:cubicBezTo>
                      <a:pt x="23482" y="33459"/>
                      <a:pt x="24496" y="34237"/>
                      <a:pt x="25980" y="35033"/>
                    </a:cubicBezTo>
                    <a:cubicBezTo>
                      <a:pt x="26815" y="35483"/>
                      <a:pt x="26815" y="35483"/>
                      <a:pt x="27090" y="36024"/>
                    </a:cubicBezTo>
                    <a:cubicBezTo>
                      <a:pt x="27032" y="36029"/>
                      <a:pt x="27032" y="36029"/>
                      <a:pt x="26746" y="36051"/>
                    </a:cubicBezTo>
                    <a:cubicBezTo>
                      <a:pt x="25932" y="36137"/>
                      <a:pt x="25416" y="36209"/>
                      <a:pt x="24718" y="36656"/>
                    </a:cubicBezTo>
                    <a:cubicBezTo>
                      <a:pt x="23750" y="37175"/>
                      <a:pt x="22862" y="37042"/>
                      <a:pt x="21780" y="37012"/>
                    </a:cubicBezTo>
                    <a:cubicBezTo>
                      <a:pt x="20164" y="37012"/>
                      <a:pt x="19132" y="37647"/>
                      <a:pt x="17987" y="38742"/>
                    </a:cubicBezTo>
                    <a:cubicBezTo>
                      <a:pt x="17337" y="39485"/>
                      <a:pt x="16778" y="40293"/>
                      <a:pt x="16214" y="41101"/>
                    </a:cubicBezTo>
                    <a:cubicBezTo>
                      <a:pt x="15893" y="41561"/>
                      <a:pt x="15554" y="42008"/>
                      <a:pt x="15218" y="42456"/>
                    </a:cubicBezTo>
                    <a:cubicBezTo>
                      <a:pt x="14788" y="43026"/>
                      <a:pt x="14363" y="43602"/>
                      <a:pt x="13941" y="44178"/>
                    </a:cubicBezTo>
                    <a:cubicBezTo>
                      <a:pt x="13840" y="44314"/>
                      <a:pt x="13739" y="44452"/>
                      <a:pt x="13635" y="44593"/>
                    </a:cubicBezTo>
                    <a:cubicBezTo>
                      <a:pt x="13319" y="45025"/>
                      <a:pt x="13005" y="45458"/>
                      <a:pt x="12692" y="45890"/>
                    </a:cubicBezTo>
                    <a:cubicBezTo>
                      <a:pt x="12593" y="46026"/>
                      <a:pt x="12494" y="46159"/>
                      <a:pt x="12393" y="46298"/>
                    </a:cubicBezTo>
                    <a:cubicBezTo>
                      <a:pt x="11405" y="47682"/>
                      <a:pt x="11253" y="48927"/>
                      <a:pt x="11412" y="50602"/>
                    </a:cubicBezTo>
                    <a:cubicBezTo>
                      <a:pt x="11731" y="51855"/>
                      <a:pt x="12492" y="52774"/>
                      <a:pt x="13301" y="53770"/>
                    </a:cubicBezTo>
                    <a:cubicBezTo>
                      <a:pt x="13718" y="54351"/>
                      <a:pt x="13994" y="54929"/>
                      <a:pt x="14287" y="55574"/>
                    </a:cubicBezTo>
                    <a:cubicBezTo>
                      <a:pt x="15837" y="58662"/>
                      <a:pt x="20296" y="60014"/>
                      <a:pt x="23297" y="61474"/>
                    </a:cubicBezTo>
                    <a:cubicBezTo>
                      <a:pt x="23634" y="61637"/>
                      <a:pt x="23970" y="61803"/>
                      <a:pt x="24309" y="61968"/>
                    </a:cubicBezTo>
                    <a:cubicBezTo>
                      <a:pt x="24334" y="64790"/>
                      <a:pt x="24342" y="67610"/>
                      <a:pt x="24228" y="70431"/>
                    </a:cubicBezTo>
                    <a:cubicBezTo>
                      <a:pt x="24225" y="70535"/>
                      <a:pt x="24225" y="70535"/>
                      <a:pt x="24213" y="71059"/>
                    </a:cubicBezTo>
                    <a:cubicBezTo>
                      <a:pt x="24203" y="71249"/>
                      <a:pt x="24195" y="71442"/>
                      <a:pt x="24185" y="71640"/>
                    </a:cubicBezTo>
                    <a:cubicBezTo>
                      <a:pt x="24177" y="71805"/>
                      <a:pt x="24172" y="71973"/>
                      <a:pt x="24165" y="72146"/>
                    </a:cubicBezTo>
                    <a:cubicBezTo>
                      <a:pt x="24023" y="72727"/>
                      <a:pt x="23763" y="72957"/>
                      <a:pt x="23297" y="73335"/>
                    </a:cubicBezTo>
                    <a:cubicBezTo>
                      <a:pt x="22888" y="73508"/>
                      <a:pt x="22888" y="73508"/>
                      <a:pt x="22458" y="73644"/>
                    </a:cubicBezTo>
                    <a:cubicBezTo>
                      <a:pt x="21279" y="74103"/>
                      <a:pt x="20404" y="75025"/>
                      <a:pt x="19843" y="76134"/>
                    </a:cubicBezTo>
                    <a:cubicBezTo>
                      <a:pt x="19709" y="76779"/>
                      <a:pt x="19729" y="77422"/>
                      <a:pt x="19742" y="78076"/>
                    </a:cubicBezTo>
                    <a:cubicBezTo>
                      <a:pt x="19742" y="78212"/>
                      <a:pt x="19742" y="78351"/>
                      <a:pt x="19744" y="78494"/>
                    </a:cubicBezTo>
                    <a:cubicBezTo>
                      <a:pt x="19747" y="78833"/>
                      <a:pt x="19752" y="79171"/>
                      <a:pt x="19757" y="79512"/>
                    </a:cubicBezTo>
                    <a:cubicBezTo>
                      <a:pt x="20296" y="79776"/>
                      <a:pt x="20602" y="79801"/>
                      <a:pt x="21198" y="79828"/>
                    </a:cubicBezTo>
                    <a:cubicBezTo>
                      <a:pt x="21383" y="79838"/>
                      <a:pt x="21570" y="79846"/>
                      <a:pt x="21760" y="79856"/>
                    </a:cubicBezTo>
                    <a:cubicBezTo>
                      <a:pt x="21858" y="79860"/>
                      <a:pt x="21858" y="79860"/>
                      <a:pt x="22349" y="79883"/>
                    </a:cubicBezTo>
                    <a:cubicBezTo>
                      <a:pt x="22728" y="79900"/>
                      <a:pt x="23110" y="79917"/>
                      <a:pt x="23489" y="79937"/>
                    </a:cubicBezTo>
                    <a:cubicBezTo>
                      <a:pt x="23659" y="79944"/>
                      <a:pt x="23828" y="79952"/>
                      <a:pt x="24003" y="79959"/>
                    </a:cubicBezTo>
                    <a:cubicBezTo>
                      <a:pt x="24562" y="80006"/>
                      <a:pt x="24562" y="80006"/>
                      <a:pt x="25166" y="80130"/>
                    </a:cubicBezTo>
                    <a:cubicBezTo>
                      <a:pt x="26466" y="80342"/>
                      <a:pt x="27796" y="80290"/>
                      <a:pt x="29111" y="80288"/>
                    </a:cubicBezTo>
                    <a:cubicBezTo>
                      <a:pt x="29419" y="80290"/>
                      <a:pt x="29725" y="80290"/>
                      <a:pt x="30034" y="80290"/>
                    </a:cubicBezTo>
                    <a:cubicBezTo>
                      <a:pt x="30866" y="80293"/>
                      <a:pt x="31700" y="80293"/>
                      <a:pt x="32532" y="80293"/>
                    </a:cubicBezTo>
                    <a:cubicBezTo>
                      <a:pt x="33056" y="80295"/>
                      <a:pt x="33577" y="80295"/>
                      <a:pt x="34100" y="80295"/>
                    </a:cubicBezTo>
                    <a:cubicBezTo>
                      <a:pt x="35928" y="80298"/>
                      <a:pt x="37757" y="80298"/>
                      <a:pt x="39582" y="80298"/>
                    </a:cubicBezTo>
                    <a:cubicBezTo>
                      <a:pt x="41277" y="80298"/>
                      <a:pt x="42971" y="80300"/>
                      <a:pt x="44665" y="80305"/>
                    </a:cubicBezTo>
                    <a:cubicBezTo>
                      <a:pt x="46127" y="80308"/>
                      <a:pt x="47588" y="80310"/>
                      <a:pt x="49050" y="80310"/>
                    </a:cubicBezTo>
                    <a:cubicBezTo>
                      <a:pt x="49920" y="80310"/>
                      <a:pt x="50790" y="80310"/>
                      <a:pt x="51657" y="80313"/>
                    </a:cubicBezTo>
                    <a:cubicBezTo>
                      <a:pt x="60798" y="80337"/>
                      <a:pt x="60798" y="80337"/>
                      <a:pt x="62493" y="79512"/>
                    </a:cubicBezTo>
                    <a:cubicBezTo>
                      <a:pt x="62690" y="75919"/>
                      <a:pt x="62690" y="75919"/>
                      <a:pt x="61481" y="74570"/>
                    </a:cubicBezTo>
                    <a:cubicBezTo>
                      <a:pt x="60781" y="73908"/>
                      <a:pt x="59969" y="73594"/>
                      <a:pt x="59076" y="73248"/>
                    </a:cubicBezTo>
                    <a:cubicBezTo>
                      <a:pt x="58700" y="73088"/>
                      <a:pt x="58700" y="73088"/>
                      <a:pt x="58447" y="72841"/>
                    </a:cubicBezTo>
                    <a:cubicBezTo>
                      <a:pt x="58414" y="72453"/>
                      <a:pt x="58414" y="72453"/>
                      <a:pt x="58414" y="71949"/>
                    </a:cubicBezTo>
                    <a:cubicBezTo>
                      <a:pt x="58414" y="71758"/>
                      <a:pt x="58411" y="71570"/>
                      <a:pt x="58411" y="71375"/>
                    </a:cubicBezTo>
                    <a:cubicBezTo>
                      <a:pt x="58411" y="71168"/>
                      <a:pt x="58411" y="70963"/>
                      <a:pt x="58411" y="70750"/>
                    </a:cubicBezTo>
                    <a:cubicBezTo>
                      <a:pt x="58406" y="70313"/>
                      <a:pt x="58401" y="69875"/>
                      <a:pt x="58396" y="69438"/>
                    </a:cubicBezTo>
                    <a:cubicBezTo>
                      <a:pt x="58389" y="68749"/>
                      <a:pt x="58383" y="68059"/>
                      <a:pt x="58383" y="67370"/>
                    </a:cubicBezTo>
                    <a:cubicBezTo>
                      <a:pt x="58376" y="62458"/>
                      <a:pt x="58376" y="62458"/>
                      <a:pt x="56929" y="60239"/>
                    </a:cubicBezTo>
                    <a:cubicBezTo>
                      <a:pt x="56886" y="60172"/>
                      <a:pt x="56886" y="60172"/>
                      <a:pt x="56666" y="59831"/>
                    </a:cubicBezTo>
                    <a:cubicBezTo>
                      <a:pt x="56039" y="58932"/>
                      <a:pt x="55063" y="58358"/>
                      <a:pt x="54148" y="57768"/>
                    </a:cubicBezTo>
                    <a:cubicBezTo>
                      <a:pt x="54183" y="57699"/>
                      <a:pt x="54183" y="57699"/>
                      <a:pt x="54368" y="57350"/>
                    </a:cubicBezTo>
                    <a:cubicBezTo>
                      <a:pt x="54664" y="56755"/>
                      <a:pt x="54929" y="56164"/>
                      <a:pt x="55159" y="55544"/>
                    </a:cubicBezTo>
                    <a:cubicBezTo>
                      <a:pt x="55223" y="55376"/>
                      <a:pt x="55286" y="55208"/>
                      <a:pt x="55351" y="55037"/>
                    </a:cubicBezTo>
                    <a:cubicBezTo>
                      <a:pt x="55971" y="53241"/>
                      <a:pt x="56090" y="51497"/>
                      <a:pt x="56171" y="49614"/>
                    </a:cubicBezTo>
                    <a:cubicBezTo>
                      <a:pt x="56919" y="49765"/>
                      <a:pt x="57278" y="49923"/>
                      <a:pt x="57941" y="50355"/>
                    </a:cubicBezTo>
                    <a:cubicBezTo>
                      <a:pt x="58024" y="49621"/>
                      <a:pt x="58108" y="48887"/>
                      <a:pt x="58194" y="48131"/>
                    </a:cubicBezTo>
                    <a:cubicBezTo>
                      <a:pt x="58391" y="48079"/>
                      <a:pt x="58588" y="48030"/>
                      <a:pt x="58793" y="47976"/>
                    </a:cubicBezTo>
                    <a:cubicBezTo>
                      <a:pt x="59840" y="47647"/>
                      <a:pt x="60712" y="47032"/>
                      <a:pt x="61615" y="46436"/>
                    </a:cubicBezTo>
                    <a:cubicBezTo>
                      <a:pt x="62495" y="46038"/>
                      <a:pt x="63021" y="46241"/>
                      <a:pt x="63904" y="46533"/>
                    </a:cubicBezTo>
                    <a:cubicBezTo>
                      <a:pt x="64192" y="46654"/>
                      <a:pt x="64480" y="46775"/>
                      <a:pt x="64769" y="46896"/>
                    </a:cubicBezTo>
                    <a:cubicBezTo>
                      <a:pt x="64890" y="48183"/>
                      <a:pt x="64890" y="48183"/>
                      <a:pt x="64543" y="48734"/>
                    </a:cubicBezTo>
                    <a:cubicBezTo>
                      <a:pt x="64361" y="48944"/>
                      <a:pt x="64172" y="49149"/>
                      <a:pt x="63977" y="49347"/>
                    </a:cubicBezTo>
                    <a:cubicBezTo>
                      <a:pt x="63757" y="49614"/>
                      <a:pt x="63757" y="49614"/>
                      <a:pt x="63757" y="50108"/>
                    </a:cubicBezTo>
                    <a:cubicBezTo>
                      <a:pt x="63567" y="50157"/>
                      <a:pt x="63380" y="50209"/>
                      <a:pt x="63188" y="50261"/>
                    </a:cubicBezTo>
                    <a:cubicBezTo>
                      <a:pt x="62300" y="50612"/>
                      <a:pt x="61878" y="51257"/>
                      <a:pt x="61481" y="52085"/>
                    </a:cubicBezTo>
                    <a:cubicBezTo>
                      <a:pt x="61340" y="52589"/>
                      <a:pt x="61279" y="53043"/>
                      <a:pt x="61228" y="53567"/>
                    </a:cubicBezTo>
                    <a:cubicBezTo>
                      <a:pt x="59994" y="53135"/>
                      <a:pt x="59994" y="53135"/>
                      <a:pt x="59711" y="52579"/>
                    </a:cubicBezTo>
                    <a:cubicBezTo>
                      <a:pt x="59701" y="52166"/>
                      <a:pt x="59698" y="51754"/>
                      <a:pt x="59711" y="51343"/>
                    </a:cubicBezTo>
                    <a:cubicBezTo>
                      <a:pt x="59294" y="51262"/>
                      <a:pt x="58877" y="51180"/>
                      <a:pt x="58447" y="51096"/>
                    </a:cubicBezTo>
                    <a:cubicBezTo>
                      <a:pt x="58578" y="52468"/>
                      <a:pt x="59119" y="53493"/>
                      <a:pt x="59789" y="54694"/>
                    </a:cubicBezTo>
                    <a:cubicBezTo>
                      <a:pt x="59840" y="54785"/>
                      <a:pt x="59840" y="54785"/>
                      <a:pt x="60090" y="55250"/>
                    </a:cubicBezTo>
                    <a:cubicBezTo>
                      <a:pt x="60725" y="56406"/>
                      <a:pt x="61357" y="57513"/>
                      <a:pt x="62412" y="58353"/>
                    </a:cubicBezTo>
                    <a:cubicBezTo>
                      <a:pt x="63509" y="59680"/>
                      <a:pt x="62920" y="62087"/>
                      <a:pt x="62781" y="63646"/>
                    </a:cubicBezTo>
                    <a:cubicBezTo>
                      <a:pt x="62692" y="64901"/>
                      <a:pt x="62652" y="65682"/>
                      <a:pt x="63504" y="66663"/>
                    </a:cubicBezTo>
                    <a:cubicBezTo>
                      <a:pt x="64055" y="66933"/>
                      <a:pt x="64377" y="66957"/>
                      <a:pt x="64989" y="66972"/>
                    </a:cubicBezTo>
                    <a:cubicBezTo>
                      <a:pt x="65160" y="66977"/>
                      <a:pt x="65332" y="66984"/>
                      <a:pt x="65509" y="66992"/>
                    </a:cubicBezTo>
                    <a:cubicBezTo>
                      <a:pt x="66266" y="66873"/>
                      <a:pt x="66531" y="66742"/>
                      <a:pt x="67044" y="66169"/>
                    </a:cubicBezTo>
                    <a:cubicBezTo>
                      <a:pt x="67244" y="65378"/>
                      <a:pt x="67302" y="64585"/>
                      <a:pt x="67360" y="63775"/>
                    </a:cubicBezTo>
                    <a:cubicBezTo>
                      <a:pt x="67378" y="63555"/>
                      <a:pt x="67398" y="63332"/>
                      <a:pt x="67419" y="63105"/>
                    </a:cubicBezTo>
                    <a:cubicBezTo>
                      <a:pt x="67467" y="62561"/>
                      <a:pt x="67510" y="62018"/>
                      <a:pt x="67550" y="61474"/>
                    </a:cubicBezTo>
                    <a:cubicBezTo>
                      <a:pt x="67656" y="61445"/>
                      <a:pt x="67656" y="61445"/>
                      <a:pt x="68195" y="61301"/>
                    </a:cubicBezTo>
                    <a:cubicBezTo>
                      <a:pt x="68476" y="61220"/>
                      <a:pt x="68756" y="61138"/>
                      <a:pt x="69034" y="61057"/>
                    </a:cubicBezTo>
                    <a:cubicBezTo>
                      <a:pt x="69176" y="61020"/>
                      <a:pt x="69315" y="60983"/>
                      <a:pt x="69462" y="60945"/>
                    </a:cubicBezTo>
                    <a:cubicBezTo>
                      <a:pt x="69871" y="60822"/>
                      <a:pt x="70218" y="60703"/>
                      <a:pt x="70585" y="60486"/>
                    </a:cubicBezTo>
                    <a:cubicBezTo>
                      <a:pt x="70934" y="59831"/>
                      <a:pt x="70934" y="59831"/>
                      <a:pt x="71090" y="59250"/>
                    </a:cubicBezTo>
                    <a:cubicBezTo>
                      <a:pt x="70931" y="59330"/>
                      <a:pt x="70772" y="59411"/>
                      <a:pt x="70610" y="59493"/>
                    </a:cubicBezTo>
                    <a:cubicBezTo>
                      <a:pt x="69581" y="59893"/>
                      <a:pt x="68496" y="59816"/>
                      <a:pt x="67409" y="59806"/>
                    </a:cubicBezTo>
                    <a:cubicBezTo>
                      <a:pt x="67191" y="59809"/>
                      <a:pt x="66976" y="59809"/>
                      <a:pt x="66756" y="59811"/>
                    </a:cubicBezTo>
                    <a:cubicBezTo>
                      <a:pt x="66549" y="59811"/>
                      <a:pt x="66341" y="59811"/>
                      <a:pt x="66126" y="59809"/>
                    </a:cubicBezTo>
                    <a:cubicBezTo>
                      <a:pt x="65939" y="59809"/>
                      <a:pt x="65750" y="59809"/>
                      <a:pt x="65557" y="59809"/>
                    </a:cubicBezTo>
                    <a:cubicBezTo>
                      <a:pt x="64943" y="59735"/>
                      <a:pt x="64536" y="59562"/>
                      <a:pt x="64010" y="59250"/>
                    </a:cubicBezTo>
                    <a:cubicBezTo>
                      <a:pt x="62923" y="57442"/>
                      <a:pt x="63636" y="54511"/>
                      <a:pt x="64010" y="52579"/>
                    </a:cubicBezTo>
                    <a:cubicBezTo>
                      <a:pt x="64093" y="52416"/>
                      <a:pt x="64177" y="52253"/>
                      <a:pt x="64263" y="52085"/>
                    </a:cubicBezTo>
                    <a:cubicBezTo>
                      <a:pt x="65383" y="51776"/>
                      <a:pt x="66468" y="51828"/>
                      <a:pt x="67621" y="51852"/>
                    </a:cubicBezTo>
                    <a:cubicBezTo>
                      <a:pt x="68301" y="51838"/>
                      <a:pt x="68911" y="51739"/>
                      <a:pt x="69573" y="51591"/>
                    </a:cubicBezTo>
                    <a:cubicBezTo>
                      <a:pt x="69490" y="51455"/>
                      <a:pt x="69406" y="51319"/>
                      <a:pt x="69320" y="51180"/>
                    </a:cubicBezTo>
                    <a:cubicBezTo>
                      <a:pt x="68852" y="50108"/>
                      <a:pt x="69024" y="48991"/>
                      <a:pt x="69320" y="47884"/>
                    </a:cubicBezTo>
                    <a:cubicBezTo>
                      <a:pt x="69978" y="47059"/>
                      <a:pt x="70987" y="46829"/>
                      <a:pt x="71975" y="46535"/>
                    </a:cubicBezTo>
                    <a:cubicBezTo>
                      <a:pt x="73321" y="46058"/>
                      <a:pt x="74143" y="45139"/>
                      <a:pt x="75023" y="44076"/>
                    </a:cubicBezTo>
                    <a:cubicBezTo>
                      <a:pt x="75364" y="43708"/>
                      <a:pt x="75622" y="43518"/>
                      <a:pt x="76067" y="43296"/>
                    </a:cubicBezTo>
                    <a:cubicBezTo>
                      <a:pt x="77010" y="42725"/>
                      <a:pt x="77291" y="41929"/>
                      <a:pt x="77554" y="40906"/>
                    </a:cubicBezTo>
                    <a:cubicBezTo>
                      <a:pt x="77913" y="38685"/>
                      <a:pt x="77893" y="36350"/>
                      <a:pt x="76906" y="34294"/>
                    </a:cubicBezTo>
                    <a:cubicBezTo>
                      <a:pt x="76853" y="34180"/>
                      <a:pt x="76800" y="34064"/>
                      <a:pt x="76747" y="33948"/>
                    </a:cubicBezTo>
                    <a:cubicBezTo>
                      <a:pt x="75559" y="31475"/>
                      <a:pt x="73553" y="29881"/>
                      <a:pt x="70997" y="28868"/>
                    </a:cubicBezTo>
                    <a:cubicBezTo>
                      <a:pt x="68215" y="27922"/>
                      <a:pt x="65633" y="28191"/>
                      <a:pt x="62998" y="29352"/>
                    </a:cubicBezTo>
                    <a:cubicBezTo>
                      <a:pt x="62495" y="29651"/>
                      <a:pt x="62037" y="29962"/>
                      <a:pt x="61582" y="30328"/>
                    </a:cubicBezTo>
                    <a:cubicBezTo>
                      <a:pt x="61213" y="30598"/>
                      <a:pt x="60905" y="30704"/>
                      <a:pt x="60470" y="30835"/>
                    </a:cubicBezTo>
                    <a:cubicBezTo>
                      <a:pt x="60551" y="30652"/>
                      <a:pt x="60631" y="30472"/>
                      <a:pt x="60717" y="30286"/>
                    </a:cubicBezTo>
                    <a:cubicBezTo>
                      <a:pt x="61152" y="28996"/>
                      <a:pt x="61059" y="27610"/>
                      <a:pt x="61059" y="26266"/>
                    </a:cubicBezTo>
                    <a:cubicBezTo>
                      <a:pt x="61061" y="25965"/>
                      <a:pt x="61064" y="25663"/>
                      <a:pt x="61064" y="25359"/>
                    </a:cubicBezTo>
                    <a:cubicBezTo>
                      <a:pt x="61069" y="24729"/>
                      <a:pt x="61069" y="24097"/>
                      <a:pt x="61069" y="23464"/>
                    </a:cubicBezTo>
                    <a:cubicBezTo>
                      <a:pt x="61069" y="22661"/>
                      <a:pt x="61077" y="21855"/>
                      <a:pt x="61084" y="21052"/>
                    </a:cubicBezTo>
                    <a:cubicBezTo>
                      <a:pt x="61089" y="20430"/>
                      <a:pt x="61092" y="19805"/>
                      <a:pt x="61089" y="19179"/>
                    </a:cubicBezTo>
                    <a:cubicBezTo>
                      <a:pt x="61092" y="18885"/>
                      <a:pt x="61094" y="18589"/>
                      <a:pt x="61097" y="18292"/>
                    </a:cubicBezTo>
                    <a:cubicBezTo>
                      <a:pt x="61127" y="15910"/>
                      <a:pt x="60851" y="13887"/>
                      <a:pt x="59094" y="12070"/>
                    </a:cubicBezTo>
                    <a:cubicBezTo>
                      <a:pt x="58272" y="11347"/>
                      <a:pt x="57503" y="10697"/>
                      <a:pt x="56396" y="10459"/>
                    </a:cubicBezTo>
                    <a:cubicBezTo>
                      <a:pt x="54836" y="10099"/>
                      <a:pt x="54836" y="10099"/>
                      <a:pt x="54332" y="9367"/>
                    </a:cubicBezTo>
                    <a:cubicBezTo>
                      <a:pt x="54105" y="8784"/>
                      <a:pt x="53935" y="8211"/>
                      <a:pt x="53784" y="7608"/>
                    </a:cubicBezTo>
                    <a:cubicBezTo>
                      <a:pt x="53670" y="7205"/>
                      <a:pt x="53554" y="6805"/>
                      <a:pt x="53437" y="6402"/>
                    </a:cubicBezTo>
                    <a:cubicBezTo>
                      <a:pt x="53392" y="6224"/>
                      <a:pt x="53344" y="6046"/>
                      <a:pt x="53296" y="5864"/>
                    </a:cubicBezTo>
                    <a:cubicBezTo>
                      <a:pt x="53136" y="5384"/>
                      <a:pt x="53136" y="5384"/>
                      <a:pt x="52858" y="4986"/>
                    </a:cubicBezTo>
                    <a:cubicBezTo>
                      <a:pt x="52631" y="4643"/>
                      <a:pt x="52631" y="4643"/>
                      <a:pt x="52709" y="4055"/>
                    </a:cubicBezTo>
                    <a:cubicBezTo>
                      <a:pt x="52823" y="3632"/>
                      <a:pt x="52944" y="3210"/>
                      <a:pt x="53073" y="2790"/>
                    </a:cubicBezTo>
                    <a:cubicBezTo>
                      <a:pt x="53136" y="2172"/>
                      <a:pt x="53136" y="2172"/>
                      <a:pt x="52868" y="1492"/>
                    </a:cubicBezTo>
                    <a:cubicBezTo>
                      <a:pt x="52375" y="932"/>
                      <a:pt x="52292" y="848"/>
                      <a:pt x="51604" y="719"/>
                    </a:cubicBezTo>
                    <a:cubicBezTo>
                      <a:pt x="50860" y="689"/>
                      <a:pt x="50860" y="689"/>
                      <a:pt x="50355" y="936"/>
                    </a:cubicBezTo>
                    <a:close/>
                  </a:path>
                </a:pathLst>
              </a:custGeom>
              <a:solidFill>
                <a:srgbClr val="FAD272"/>
              </a:solidFill>
              <a:ln w="0">
                <a:noFill/>
              </a:ln>
            </p:spPr>
          </p:sp>
          <p:sp>
            <p:nvSpPr>
              <p:cNvPr id="884" name="robot vector"/>
              <p:cNvSpPr/>
              <p:nvPr/>
            </p:nvSpPr>
            <p:spPr>
              <a:xfrm>
                <a:off x="14058757" y="4639889"/>
                <a:ext cx="240777" cy="655231"/>
              </a:xfrm>
              <a:custGeom>
                <a:avLst/>
                <a:gdLst/>
                <a:ahLst/>
                <a:cxnLst/>
                <a:rect l="0" t="0" r="r" b="b"/>
                <a:pathLst>
                  <a:path w="26332" h="71657" fill="norm" stroke="0">
                    <a:moveTo>
                      <a:pt x="25826" y="0"/>
                    </a:moveTo>
                    <a:cubicBezTo>
                      <a:pt x="25909" y="40"/>
                      <a:pt x="25909" y="40"/>
                      <a:pt x="26332" y="247"/>
                    </a:cubicBezTo>
                    <a:cubicBezTo>
                      <a:pt x="26284" y="882"/>
                      <a:pt x="26220" y="1515"/>
                      <a:pt x="26157" y="2147"/>
                    </a:cubicBezTo>
                    <a:cubicBezTo>
                      <a:pt x="26145" y="2325"/>
                      <a:pt x="26132" y="2503"/>
                      <a:pt x="26117" y="2686"/>
                    </a:cubicBezTo>
                    <a:cubicBezTo>
                      <a:pt x="25975" y="4015"/>
                      <a:pt x="25606" y="4601"/>
                      <a:pt x="24562" y="5436"/>
                    </a:cubicBezTo>
                    <a:cubicBezTo>
                      <a:pt x="23221" y="6775"/>
                      <a:pt x="22243" y="8001"/>
                      <a:pt x="21957" y="9894"/>
                    </a:cubicBezTo>
                    <a:cubicBezTo>
                      <a:pt x="21815" y="10753"/>
                      <a:pt x="21697" y="11216"/>
                      <a:pt x="21016" y="11814"/>
                    </a:cubicBezTo>
                    <a:cubicBezTo>
                      <a:pt x="20609" y="12103"/>
                      <a:pt x="20200" y="12389"/>
                      <a:pt x="19790" y="12673"/>
                    </a:cubicBezTo>
                    <a:cubicBezTo>
                      <a:pt x="18735" y="13501"/>
                      <a:pt x="18515" y="14522"/>
                      <a:pt x="18318" y="15784"/>
                    </a:cubicBezTo>
                    <a:cubicBezTo>
                      <a:pt x="18113" y="17954"/>
                      <a:pt x="17881" y="20793"/>
                      <a:pt x="19314" y="22609"/>
                    </a:cubicBezTo>
                    <a:cubicBezTo>
                      <a:pt x="19749" y="23086"/>
                      <a:pt x="20167" y="23296"/>
                      <a:pt x="20758" y="23538"/>
                    </a:cubicBezTo>
                    <a:cubicBezTo>
                      <a:pt x="21699" y="23983"/>
                      <a:pt x="21982" y="24625"/>
                      <a:pt x="22397" y="25527"/>
                    </a:cubicBezTo>
                    <a:cubicBezTo>
                      <a:pt x="23158" y="27044"/>
                      <a:pt x="23995" y="28035"/>
                      <a:pt x="25497" y="28915"/>
                    </a:cubicBezTo>
                    <a:cubicBezTo>
                      <a:pt x="25606" y="28994"/>
                      <a:pt x="25715" y="29075"/>
                      <a:pt x="25826" y="29157"/>
                    </a:cubicBezTo>
                    <a:cubicBezTo>
                      <a:pt x="25826" y="29320"/>
                      <a:pt x="25826" y="29483"/>
                      <a:pt x="25826" y="29651"/>
                    </a:cubicBezTo>
                    <a:cubicBezTo>
                      <a:pt x="24377" y="30652"/>
                      <a:pt x="23317" y="30978"/>
                      <a:pt x="21590" y="30899"/>
                    </a:cubicBezTo>
                    <a:cubicBezTo>
                      <a:pt x="20516" y="30857"/>
                      <a:pt x="19858" y="31010"/>
                      <a:pt x="18998" y="31628"/>
                    </a:cubicBezTo>
                    <a:cubicBezTo>
                      <a:pt x="18796" y="31756"/>
                      <a:pt x="18591" y="31882"/>
                      <a:pt x="18381" y="32013"/>
                    </a:cubicBezTo>
                    <a:cubicBezTo>
                      <a:pt x="17580" y="32673"/>
                      <a:pt x="17041" y="33543"/>
                      <a:pt x="16457" y="34385"/>
                    </a:cubicBezTo>
                    <a:cubicBezTo>
                      <a:pt x="15939" y="35132"/>
                      <a:pt x="15385" y="35851"/>
                      <a:pt x="14826" y="36570"/>
                    </a:cubicBezTo>
                    <a:cubicBezTo>
                      <a:pt x="14634" y="36822"/>
                      <a:pt x="14439" y="37074"/>
                      <a:pt x="14247" y="37323"/>
                    </a:cubicBezTo>
                    <a:cubicBezTo>
                      <a:pt x="13976" y="37679"/>
                      <a:pt x="13703" y="38033"/>
                      <a:pt x="13428" y="38383"/>
                    </a:cubicBezTo>
                    <a:cubicBezTo>
                      <a:pt x="12052" y="40133"/>
                      <a:pt x="10992" y="41823"/>
                      <a:pt x="11200" y="44111"/>
                    </a:cubicBezTo>
                    <a:cubicBezTo>
                      <a:pt x="11407" y="45589"/>
                      <a:pt x="11963" y="46503"/>
                      <a:pt x="12980" y="47632"/>
                    </a:cubicBezTo>
                    <a:cubicBezTo>
                      <a:pt x="13468" y="48223"/>
                      <a:pt x="13764" y="48791"/>
                      <a:pt x="14083" y="49480"/>
                    </a:cubicBezTo>
                    <a:cubicBezTo>
                      <a:pt x="14823" y="50998"/>
                      <a:pt x="15744" y="51647"/>
                      <a:pt x="17223" y="52443"/>
                    </a:cubicBezTo>
                    <a:cubicBezTo>
                      <a:pt x="17324" y="52497"/>
                      <a:pt x="17324" y="52497"/>
                      <a:pt x="17830" y="52772"/>
                    </a:cubicBezTo>
                    <a:cubicBezTo>
                      <a:pt x="19026" y="53409"/>
                      <a:pt x="20220" y="54049"/>
                      <a:pt x="21416" y="54684"/>
                    </a:cubicBezTo>
                    <a:cubicBezTo>
                      <a:pt x="21674" y="54823"/>
                      <a:pt x="21932" y="54958"/>
                      <a:pt x="22190" y="55097"/>
                    </a:cubicBezTo>
                    <a:cubicBezTo>
                      <a:pt x="22812" y="55428"/>
                      <a:pt x="23434" y="55759"/>
                      <a:pt x="24056" y="56090"/>
                    </a:cubicBezTo>
                    <a:cubicBezTo>
                      <a:pt x="24058" y="57550"/>
                      <a:pt x="24048" y="59011"/>
                      <a:pt x="24031" y="60469"/>
                    </a:cubicBezTo>
                    <a:cubicBezTo>
                      <a:pt x="24026" y="60965"/>
                      <a:pt x="24023" y="61462"/>
                      <a:pt x="24026" y="61959"/>
                    </a:cubicBezTo>
                    <a:cubicBezTo>
                      <a:pt x="24026" y="62673"/>
                      <a:pt x="24018" y="63387"/>
                      <a:pt x="24005" y="64101"/>
                    </a:cubicBezTo>
                    <a:cubicBezTo>
                      <a:pt x="24008" y="64323"/>
                      <a:pt x="24010" y="64546"/>
                      <a:pt x="24013" y="64773"/>
                    </a:cubicBezTo>
                    <a:cubicBezTo>
                      <a:pt x="23977" y="66278"/>
                      <a:pt x="23977" y="66278"/>
                      <a:pt x="23479" y="66821"/>
                    </a:cubicBezTo>
                    <a:cubicBezTo>
                      <a:pt x="23090" y="67083"/>
                      <a:pt x="22721" y="67278"/>
                      <a:pt x="22286" y="67456"/>
                    </a:cubicBezTo>
                    <a:cubicBezTo>
                      <a:pt x="22147" y="67513"/>
                      <a:pt x="22008" y="67570"/>
                      <a:pt x="21863" y="67629"/>
                    </a:cubicBezTo>
                    <a:cubicBezTo>
                      <a:pt x="21742" y="67679"/>
                      <a:pt x="21621" y="67731"/>
                      <a:pt x="21497" y="67780"/>
                    </a:cubicBezTo>
                    <a:cubicBezTo>
                      <a:pt x="20538" y="68232"/>
                      <a:pt x="20159" y="68998"/>
                      <a:pt x="19757" y="69927"/>
                    </a:cubicBezTo>
                    <a:cubicBezTo>
                      <a:pt x="19557" y="70498"/>
                      <a:pt x="19395" y="71071"/>
                      <a:pt x="19251" y="71657"/>
                    </a:cubicBezTo>
                    <a:cubicBezTo>
                      <a:pt x="17860" y="71042"/>
                      <a:pt x="16710" y="70345"/>
                      <a:pt x="15569" y="69357"/>
                    </a:cubicBezTo>
                    <a:cubicBezTo>
                      <a:pt x="15420" y="69231"/>
                      <a:pt x="15274" y="69102"/>
                      <a:pt x="15119" y="68974"/>
                    </a:cubicBezTo>
                    <a:cubicBezTo>
                      <a:pt x="13923" y="67938"/>
                      <a:pt x="12770" y="66856"/>
                      <a:pt x="11635" y="65756"/>
                    </a:cubicBezTo>
                    <a:cubicBezTo>
                      <a:pt x="11475" y="65606"/>
                      <a:pt x="11316" y="65452"/>
                      <a:pt x="11152" y="65294"/>
                    </a:cubicBezTo>
                    <a:cubicBezTo>
                      <a:pt x="10373" y="64528"/>
                      <a:pt x="9693" y="63775"/>
                      <a:pt x="9106" y="62858"/>
                    </a:cubicBezTo>
                    <a:cubicBezTo>
                      <a:pt x="8891" y="62527"/>
                      <a:pt x="8663" y="62218"/>
                      <a:pt x="8423" y="61907"/>
                    </a:cubicBezTo>
                    <a:cubicBezTo>
                      <a:pt x="6006" y="58783"/>
                      <a:pt x="4291" y="55650"/>
                      <a:pt x="3007" y="51936"/>
                    </a:cubicBezTo>
                    <a:cubicBezTo>
                      <a:pt x="2837" y="51457"/>
                      <a:pt x="2655" y="50988"/>
                      <a:pt x="2460" y="50518"/>
                    </a:cubicBezTo>
                    <a:cubicBezTo>
                      <a:pt x="1019" y="46985"/>
                      <a:pt x="400" y="43049"/>
                      <a:pt x="298" y="39256"/>
                    </a:cubicBezTo>
                    <a:cubicBezTo>
                      <a:pt x="291" y="38937"/>
                      <a:pt x="278" y="38616"/>
                      <a:pt x="263" y="38297"/>
                    </a:cubicBezTo>
                    <a:cubicBezTo>
                      <a:pt x="0" y="32772"/>
                      <a:pt x="1209" y="26780"/>
                      <a:pt x="3591" y="21752"/>
                    </a:cubicBezTo>
                    <a:cubicBezTo>
                      <a:pt x="3823" y="21255"/>
                      <a:pt x="4041" y="20751"/>
                      <a:pt x="4253" y="20247"/>
                    </a:cubicBezTo>
                    <a:cubicBezTo>
                      <a:pt x="5958" y="16518"/>
                      <a:pt x="8223" y="13234"/>
                      <a:pt x="11071" y="10264"/>
                    </a:cubicBezTo>
                    <a:cubicBezTo>
                      <a:pt x="11559" y="9755"/>
                      <a:pt x="12009" y="9224"/>
                      <a:pt x="12454" y="8678"/>
                    </a:cubicBezTo>
                    <a:cubicBezTo>
                      <a:pt x="15630" y="5144"/>
                      <a:pt x="20184" y="2382"/>
                      <a:pt x="24562" y="494"/>
                    </a:cubicBezTo>
                    <a:cubicBezTo>
                      <a:pt x="24673" y="445"/>
                      <a:pt x="24673" y="445"/>
                      <a:pt x="25229" y="203"/>
                    </a:cubicBezTo>
                    <a:cubicBezTo>
                      <a:pt x="25426" y="136"/>
                      <a:pt x="25624" y="69"/>
                      <a:pt x="25826" y="0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885" name="robot vector"/>
              <p:cNvSpPr/>
              <p:nvPr/>
            </p:nvSpPr>
            <p:spPr>
              <a:xfrm>
                <a:off x="14279094" y="4695561"/>
                <a:ext cx="319765" cy="191576"/>
              </a:xfrm>
              <a:custGeom>
                <a:avLst/>
                <a:gdLst/>
                <a:ahLst/>
                <a:cxnLst/>
                <a:rect l="0" t="0" r="r" b="b"/>
                <a:pathLst>
                  <a:path w="34970" h="20951" fill="norm" stroke="0">
                    <a:moveTo>
                      <a:pt x="5776" y="89"/>
                    </a:moveTo>
                    <a:cubicBezTo>
                      <a:pt x="5824" y="677"/>
                      <a:pt x="5824" y="677"/>
                      <a:pt x="5776" y="1324"/>
                    </a:cubicBezTo>
                    <a:cubicBezTo>
                      <a:pt x="5411" y="1586"/>
                      <a:pt x="5411" y="1586"/>
                      <a:pt x="5017" y="1819"/>
                    </a:cubicBezTo>
                    <a:cubicBezTo>
                      <a:pt x="4843" y="2342"/>
                      <a:pt x="4843" y="2342"/>
                      <a:pt x="4764" y="2807"/>
                    </a:cubicBezTo>
                    <a:cubicBezTo>
                      <a:pt x="5745" y="1880"/>
                      <a:pt x="5745" y="1880"/>
                      <a:pt x="6029" y="1324"/>
                    </a:cubicBezTo>
                    <a:cubicBezTo>
                      <a:pt x="8206" y="237"/>
                      <a:pt x="10803" y="479"/>
                      <a:pt x="13170" y="494"/>
                    </a:cubicBezTo>
                    <a:cubicBezTo>
                      <a:pt x="13617" y="494"/>
                      <a:pt x="14065" y="494"/>
                      <a:pt x="14512" y="494"/>
                    </a:cubicBezTo>
                    <a:cubicBezTo>
                      <a:pt x="15448" y="494"/>
                      <a:pt x="16384" y="497"/>
                      <a:pt x="17319" y="499"/>
                    </a:cubicBezTo>
                    <a:cubicBezTo>
                      <a:pt x="18508" y="507"/>
                      <a:pt x="19699" y="507"/>
                      <a:pt x="20890" y="504"/>
                    </a:cubicBezTo>
                    <a:cubicBezTo>
                      <a:pt x="21813" y="504"/>
                      <a:pt x="22738" y="504"/>
                      <a:pt x="23661" y="507"/>
                    </a:cubicBezTo>
                    <a:cubicBezTo>
                      <a:pt x="24099" y="509"/>
                      <a:pt x="24539" y="509"/>
                      <a:pt x="24976" y="509"/>
                    </a:cubicBezTo>
                    <a:cubicBezTo>
                      <a:pt x="26966" y="509"/>
                      <a:pt x="28941" y="514"/>
                      <a:pt x="30914" y="793"/>
                    </a:cubicBezTo>
                    <a:cubicBezTo>
                      <a:pt x="31043" y="813"/>
                      <a:pt x="31174" y="830"/>
                      <a:pt x="31306" y="848"/>
                    </a:cubicBezTo>
                    <a:cubicBezTo>
                      <a:pt x="32310" y="1013"/>
                      <a:pt x="33003" y="1403"/>
                      <a:pt x="33751" y="2061"/>
                    </a:cubicBezTo>
                    <a:cubicBezTo>
                      <a:pt x="34702" y="3435"/>
                      <a:pt x="34970" y="4870"/>
                      <a:pt x="34940" y="6501"/>
                    </a:cubicBezTo>
                    <a:cubicBezTo>
                      <a:pt x="34940" y="6681"/>
                      <a:pt x="34937" y="6862"/>
                      <a:pt x="34937" y="7047"/>
                    </a:cubicBezTo>
                    <a:cubicBezTo>
                      <a:pt x="34937" y="7430"/>
                      <a:pt x="34932" y="7811"/>
                      <a:pt x="34927" y="8191"/>
                    </a:cubicBezTo>
                    <a:cubicBezTo>
                      <a:pt x="34919" y="8762"/>
                      <a:pt x="34917" y="9333"/>
                      <a:pt x="34914" y="9903"/>
                    </a:cubicBezTo>
                    <a:cubicBezTo>
                      <a:pt x="34907" y="11641"/>
                      <a:pt x="34866" y="13378"/>
                      <a:pt x="34752" y="15112"/>
                    </a:cubicBezTo>
                    <a:cubicBezTo>
                      <a:pt x="34745" y="15251"/>
                      <a:pt x="34737" y="15386"/>
                      <a:pt x="34730" y="15530"/>
                    </a:cubicBezTo>
                    <a:cubicBezTo>
                      <a:pt x="34601" y="17230"/>
                      <a:pt x="33946" y="18658"/>
                      <a:pt x="32717" y="19864"/>
                    </a:cubicBezTo>
                    <a:cubicBezTo>
                      <a:pt x="31559" y="20578"/>
                      <a:pt x="30289" y="20689"/>
                      <a:pt x="28954" y="20748"/>
                    </a:cubicBezTo>
                    <a:cubicBezTo>
                      <a:pt x="28780" y="20758"/>
                      <a:pt x="28603" y="20768"/>
                      <a:pt x="28423" y="20778"/>
                    </a:cubicBezTo>
                    <a:cubicBezTo>
                      <a:pt x="26468" y="20872"/>
                      <a:pt x="24514" y="20889"/>
                      <a:pt x="22556" y="20894"/>
                    </a:cubicBezTo>
                    <a:cubicBezTo>
                      <a:pt x="22463" y="20894"/>
                      <a:pt x="22463" y="20894"/>
                      <a:pt x="21980" y="20897"/>
                    </a:cubicBezTo>
                    <a:cubicBezTo>
                      <a:pt x="20976" y="20902"/>
                      <a:pt x="19972" y="20904"/>
                      <a:pt x="18968" y="20904"/>
                    </a:cubicBezTo>
                    <a:cubicBezTo>
                      <a:pt x="17944" y="20907"/>
                      <a:pt x="16917" y="20911"/>
                      <a:pt x="15893" y="20919"/>
                    </a:cubicBezTo>
                    <a:cubicBezTo>
                      <a:pt x="15094" y="20924"/>
                      <a:pt x="14292" y="20924"/>
                      <a:pt x="13493" y="20924"/>
                    </a:cubicBezTo>
                    <a:cubicBezTo>
                      <a:pt x="13114" y="20926"/>
                      <a:pt x="12737" y="20926"/>
                      <a:pt x="12358" y="20931"/>
                    </a:cubicBezTo>
                    <a:cubicBezTo>
                      <a:pt x="9971" y="20951"/>
                      <a:pt x="7824" y="20741"/>
                      <a:pt x="5523" y="20103"/>
                    </a:cubicBezTo>
                    <a:cubicBezTo>
                      <a:pt x="5356" y="20348"/>
                      <a:pt x="5189" y="20593"/>
                      <a:pt x="5017" y="20845"/>
                    </a:cubicBezTo>
                    <a:cubicBezTo>
                      <a:pt x="3497" y="20736"/>
                      <a:pt x="2195" y="20588"/>
                      <a:pt x="1103" y="19476"/>
                    </a:cubicBezTo>
                    <a:cubicBezTo>
                      <a:pt x="491" y="18717"/>
                      <a:pt x="0" y="18016"/>
                      <a:pt x="86" y="17022"/>
                    </a:cubicBezTo>
                    <a:cubicBezTo>
                      <a:pt x="301" y="16382"/>
                      <a:pt x="711" y="15898"/>
                      <a:pt x="1151" y="15386"/>
                    </a:cubicBezTo>
                    <a:cubicBezTo>
                      <a:pt x="1922" y="14270"/>
                      <a:pt x="2081" y="13086"/>
                      <a:pt x="2079" y="11764"/>
                    </a:cubicBezTo>
                    <a:cubicBezTo>
                      <a:pt x="2076" y="11613"/>
                      <a:pt x="2076" y="11465"/>
                      <a:pt x="2076" y="11309"/>
                    </a:cubicBezTo>
                    <a:cubicBezTo>
                      <a:pt x="2038" y="9802"/>
                      <a:pt x="1649" y="8362"/>
                      <a:pt x="690" y="7143"/>
                    </a:cubicBezTo>
                    <a:cubicBezTo>
                      <a:pt x="96" y="6128"/>
                      <a:pt x="349" y="4571"/>
                      <a:pt x="592" y="3469"/>
                    </a:cubicBezTo>
                    <a:cubicBezTo>
                      <a:pt x="1080" y="2043"/>
                      <a:pt x="1889" y="1129"/>
                      <a:pt x="3217" y="383"/>
                    </a:cubicBezTo>
                    <a:cubicBezTo>
                      <a:pt x="4059" y="0"/>
                      <a:pt x="4863" y="17"/>
                      <a:pt x="5776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86" name="robot vector"/>
              <p:cNvSpPr/>
              <p:nvPr/>
            </p:nvSpPr>
            <p:spPr>
              <a:xfrm>
                <a:off x="14158491" y="4583884"/>
                <a:ext cx="619412" cy="768248"/>
              </a:xfrm>
              <a:custGeom>
                <a:avLst/>
                <a:gdLst/>
                <a:ahLst/>
                <a:cxnLst/>
                <a:rect l="0" t="0" r="r" b="b"/>
                <a:pathLst>
                  <a:path w="67740" h="84017" fill="norm" stroke="0">
                    <a:moveTo>
                      <a:pt x="41107" y="395"/>
                    </a:moveTo>
                    <a:cubicBezTo>
                      <a:pt x="41259" y="437"/>
                      <a:pt x="41411" y="479"/>
                      <a:pt x="41567" y="524"/>
                    </a:cubicBezTo>
                    <a:cubicBezTo>
                      <a:pt x="41977" y="689"/>
                      <a:pt x="41977" y="689"/>
                      <a:pt x="42483" y="1184"/>
                    </a:cubicBezTo>
                    <a:cubicBezTo>
                      <a:pt x="42480" y="1527"/>
                      <a:pt x="42475" y="1873"/>
                      <a:pt x="42450" y="2219"/>
                    </a:cubicBezTo>
                    <a:cubicBezTo>
                      <a:pt x="42326" y="3961"/>
                      <a:pt x="42627" y="5493"/>
                      <a:pt x="43145" y="7161"/>
                    </a:cubicBezTo>
                    <a:cubicBezTo>
                      <a:pt x="43206" y="7363"/>
                      <a:pt x="43264" y="7568"/>
                      <a:pt x="43327" y="7778"/>
                    </a:cubicBezTo>
                    <a:cubicBezTo>
                      <a:pt x="43856" y="9372"/>
                      <a:pt x="43856" y="9372"/>
                      <a:pt x="44756" y="9822"/>
                    </a:cubicBezTo>
                    <a:cubicBezTo>
                      <a:pt x="45006" y="9916"/>
                      <a:pt x="45259" y="10000"/>
                      <a:pt x="45517" y="10079"/>
                    </a:cubicBezTo>
                    <a:cubicBezTo>
                      <a:pt x="45677" y="10141"/>
                      <a:pt x="45836" y="10205"/>
                      <a:pt x="45998" y="10269"/>
                    </a:cubicBezTo>
                    <a:cubicBezTo>
                      <a:pt x="46132" y="10319"/>
                      <a:pt x="46266" y="10368"/>
                      <a:pt x="46402" y="10417"/>
                    </a:cubicBezTo>
                    <a:cubicBezTo>
                      <a:pt x="48091" y="11127"/>
                      <a:pt x="49030" y="12189"/>
                      <a:pt x="49816" y="13785"/>
                    </a:cubicBezTo>
                    <a:cubicBezTo>
                      <a:pt x="49884" y="13921"/>
                      <a:pt x="49953" y="14060"/>
                      <a:pt x="50023" y="14200"/>
                    </a:cubicBezTo>
                    <a:cubicBezTo>
                      <a:pt x="50689" y="15705"/>
                      <a:pt x="50676" y="17175"/>
                      <a:pt x="50658" y="18784"/>
                    </a:cubicBezTo>
                    <a:cubicBezTo>
                      <a:pt x="50656" y="19073"/>
                      <a:pt x="50656" y="19362"/>
                      <a:pt x="50656" y="19649"/>
                    </a:cubicBezTo>
                    <a:cubicBezTo>
                      <a:pt x="50656" y="20249"/>
                      <a:pt x="50651" y="20850"/>
                      <a:pt x="50646" y="21453"/>
                    </a:cubicBezTo>
                    <a:cubicBezTo>
                      <a:pt x="50638" y="22219"/>
                      <a:pt x="50635" y="22987"/>
                      <a:pt x="50635" y="23756"/>
                    </a:cubicBezTo>
                    <a:cubicBezTo>
                      <a:pt x="50633" y="24492"/>
                      <a:pt x="50630" y="25228"/>
                      <a:pt x="50625" y="25965"/>
                    </a:cubicBezTo>
                    <a:cubicBezTo>
                      <a:pt x="50625" y="26105"/>
                      <a:pt x="50625" y="26244"/>
                      <a:pt x="50623" y="26387"/>
                    </a:cubicBezTo>
                    <a:cubicBezTo>
                      <a:pt x="50623" y="26782"/>
                      <a:pt x="50618" y="27178"/>
                      <a:pt x="50615" y="27576"/>
                    </a:cubicBezTo>
                    <a:cubicBezTo>
                      <a:pt x="50615" y="27687"/>
                      <a:pt x="50615" y="27687"/>
                      <a:pt x="50610" y="28255"/>
                    </a:cubicBezTo>
                    <a:cubicBezTo>
                      <a:pt x="50577" y="28818"/>
                      <a:pt x="50484" y="29305"/>
                      <a:pt x="50322" y="29846"/>
                    </a:cubicBezTo>
                    <a:cubicBezTo>
                      <a:pt x="50517" y="29745"/>
                      <a:pt x="50711" y="29644"/>
                      <a:pt x="50914" y="29540"/>
                    </a:cubicBezTo>
                    <a:cubicBezTo>
                      <a:pt x="53670" y="28134"/>
                      <a:pt x="56287" y="27296"/>
                      <a:pt x="59410" y="28176"/>
                    </a:cubicBezTo>
                    <a:cubicBezTo>
                      <a:pt x="62278" y="29201"/>
                      <a:pt x="64516" y="30664"/>
                      <a:pt x="66000" y="33306"/>
                    </a:cubicBezTo>
                    <a:cubicBezTo>
                      <a:pt x="66061" y="33412"/>
                      <a:pt x="66124" y="33521"/>
                      <a:pt x="66187" y="33632"/>
                    </a:cubicBezTo>
                    <a:cubicBezTo>
                      <a:pt x="67386" y="35786"/>
                      <a:pt x="67740" y="38206"/>
                      <a:pt x="67171" y="40617"/>
                    </a:cubicBezTo>
                    <a:cubicBezTo>
                      <a:pt x="66943" y="41349"/>
                      <a:pt x="66614" y="42018"/>
                      <a:pt x="66253" y="42695"/>
                    </a:cubicBezTo>
                    <a:cubicBezTo>
                      <a:pt x="66223" y="42762"/>
                      <a:pt x="66223" y="42762"/>
                      <a:pt x="66078" y="43103"/>
                    </a:cubicBezTo>
                    <a:cubicBezTo>
                      <a:pt x="65246" y="45015"/>
                      <a:pt x="63588" y="46498"/>
                      <a:pt x="61701" y="47390"/>
                    </a:cubicBezTo>
                    <a:cubicBezTo>
                      <a:pt x="60948" y="47674"/>
                      <a:pt x="60199" y="47906"/>
                      <a:pt x="59425" y="48131"/>
                    </a:cubicBezTo>
                    <a:cubicBezTo>
                      <a:pt x="59342" y="48947"/>
                      <a:pt x="59258" y="49762"/>
                      <a:pt x="59172" y="50602"/>
                    </a:cubicBezTo>
                    <a:cubicBezTo>
                      <a:pt x="59286" y="50629"/>
                      <a:pt x="59286" y="50629"/>
                      <a:pt x="59868" y="50773"/>
                    </a:cubicBezTo>
                    <a:cubicBezTo>
                      <a:pt x="60591" y="50948"/>
                      <a:pt x="61051" y="51339"/>
                      <a:pt x="61496" y="51919"/>
                    </a:cubicBezTo>
                    <a:cubicBezTo>
                      <a:pt x="61929" y="52794"/>
                      <a:pt x="61825" y="53760"/>
                      <a:pt x="61795" y="54709"/>
                    </a:cubicBezTo>
                    <a:cubicBezTo>
                      <a:pt x="61792" y="54820"/>
                      <a:pt x="61792" y="54820"/>
                      <a:pt x="61782" y="55378"/>
                    </a:cubicBezTo>
                    <a:cubicBezTo>
                      <a:pt x="61663" y="59799"/>
                      <a:pt x="61663" y="59799"/>
                      <a:pt x="60343" y="61188"/>
                    </a:cubicBezTo>
                    <a:cubicBezTo>
                      <a:pt x="59835" y="61541"/>
                      <a:pt x="59342" y="61657"/>
                      <a:pt x="58745" y="61828"/>
                    </a:cubicBezTo>
                    <a:cubicBezTo>
                      <a:pt x="58143" y="62055"/>
                      <a:pt x="58143" y="62055"/>
                      <a:pt x="57655" y="62463"/>
                    </a:cubicBezTo>
                    <a:cubicBezTo>
                      <a:pt x="57400" y="63211"/>
                      <a:pt x="57374" y="63990"/>
                      <a:pt x="57319" y="64770"/>
                    </a:cubicBezTo>
                    <a:cubicBezTo>
                      <a:pt x="57220" y="66028"/>
                      <a:pt x="56942" y="66725"/>
                      <a:pt x="55996" y="67627"/>
                    </a:cubicBezTo>
                    <a:cubicBezTo>
                      <a:pt x="55121" y="68279"/>
                      <a:pt x="54466" y="68136"/>
                      <a:pt x="53422" y="68007"/>
                    </a:cubicBezTo>
                    <a:cubicBezTo>
                      <a:pt x="52631" y="67857"/>
                      <a:pt x="52208" y="67657"/>
                      <a:pt x="51586" y="67157"/>
                    </a:cubicBezTo>
                    <a:cubicBezTo>
                      <a:pt x="51022" y="66320"/>
                      <a:pt x="51020" y="65544"/>
                      <a:pt x="51037" y="64573"/>
                    </a:cubicBezTo>
                    <a:cubicBezTo>
                      <a:pt x="51035" y="64259"/>
                      <a:pt x="51035" y="63945"/>
                      <a:pt x="51032" y="63631"/>
                    </a:cubicBezTo>
                    <a:cubicBezTo>
                      <a:pt x="51030" y="63140"/>
                      <a:pt x="51032" y="62650"/>
                      <a:pt x="51040" y="62159"/>
                    </a:cubicBezTo>
                    <a:cubicBezTo>
                      <a:pt x="51086" y="59077"/>
                      <a:pt x="51086" y="59077"/>
                      <a:pt x="49998" y="57906"/>
                    </a:cubicBezTo>
                    <a:cubicBezTo>
                      <a:pt x="49839" y="57758"/>
                      <a:pt x="49680" y="57610"/>
                      <a:pt x="49513" y="57457"/>
                    </a:cubicBezTo>
                    <a:cubicBezTo>
                      <a:pt x="48800" y="56784"/>
                      <a:pt x="48397" y="55984"/>
                      <a:pt x="47950" y="55126"/>
                    </a:cubicBezTo>
                    <a:cubicBezTo>
                      <a:pt x="47864" y="54968"/>
                      <a:pt x="47778" y="54813"/>
                      <a:pt x="47689" y="54650"/>
                    </a:cubicBezTo>
                    <a:cubicBezTo>
                      <a:pt x="47232" y="53795"/>
                      <a:pt x="46913" y="53043"/>
                      <a:pt x="46782" y="52085"/>
                    </a:cubicBezTo>
                    <a:cubicBezTo>
                      <a:pt x="46531" y="52085"/>
                      <a:pt x="46281" y="52085"/>
                      <a:pt x="46023" y="52085"/>
                    </a:cubicBezTo>
                    <a:cubicBezTo>
                      <a:pt x="46018" y="52198"/>
                      <a:pt x="46015" y="52312"/>
                      <a:pt x="46010" y="52431"/>
                    </a:cubicBezTo>
                    <a:cubicBezTo>
                      <a:pt x="45884" y="54118"/>
                      <a:pt x="45239" y="55813"/>
                      <a:pt x="44000" y="57027"/>
                    </a:cubicBezTo>
                    <a:cubicBezTo>
                      <a:pt x="44000" y="57271"/>
                      <a:pt x="44000" y="57516"/>
                      <a:pt x="44000" y="57768"/>
                    </a:cubicBezTo>
                    <a:cubicBezTo>
                      <a:pt x="44389" y="58114"/>
                      <a:pt x="44389" y="58114"/>
                      <a:pt x="44915" y="58492"/>
                    </a:cubicBezTo>
                    <a:cubicBezTo>
                      <a:pt x="45828" y="59238"/>
                      <a:pt x="46367" y="59955"/>
                      <a:pt x="46893" y="60995"/>
                    </a:cubicBezTo>
                    <a:cubicBezTo>
                      <a:pt x="46954" y="61116"/>
                      <a:pt x="47017" y="61240"/>
                      <a:pt x="47080" y="61366"/>
                    </a:cubicBezTo>
                    <a:cubicBezTo>
                      <a:pt x="47783" y="62838"/>
                      <a:pt x="47821" y="64249"/>
                      <a:pt x="47793" y="65845"/>
                    </a:cubicBezTo>
                    <a:cubicBezTo>
                      <a:pt x="47768" y="68183"/>
                      <a:pt x="47897" y="70508"/>
                      <a:pt x="48046" y="72841"/>
                    </a:cubicBezTo>
                    <a:cubicBezTo>
                      <a:pt x="48195" y="72897"/>
                      <a:pt x="48344" y="72954"/>
                      <a:pt x="48499" y="73014"/>
                    </a:cubicBezTo>
                    <a:cubicBezTo>
                      <a:pt x="50008" y="73621"/>
                      <a:pt x="51177" y="74111"/>
                      <a:pt x="51829" y="75630"/>
                    </a:cubicBezTo>
                    <a:cubicBezTo>
                      <a:pt x="52264" y="76920"/>
                      <a:pt x="52714" y="78356"/>
                      <a:pt x="52180" y="79668"/>
                    </a:cubicBezTo>
                    <a:cubicBezTo>
                      <a:pt x="51660" y="80182"/>
                      <a:pt x="51055" y="80159"/>
                      <a:pt x="50352" y="80221"/>
                    </a:cubicBezTo>
                    <a:cubicBezTo>
                      <a:pt x="49184" y="80362"/>
                      <a:pt x="48185" y="80589"/>
                      <a:pt x="47113" y="81071"/>
                    </a:cubicBezTo>
                    <a:cubicBezTo>
                      <a:pt x="42131" y="83270"/>
                      <a:pt x="36399" y="84017"/>
                      <a:pt x="30977" y="84007"/>
                    </a:cubicBezTo>
                    <a:cubicBezTo>
                      <a:pt x="30833" y="84004"/>
                      <a:pt x="30689" y="84004"/>
                      <a:pt x="30542" y="84004"/>
                    </a:cubicBezTo>
                    <a:cubicBezTo>
                      <a:pt x="26875" y="83994"/>
                      <a:pt x="23386" y="83720"/>
                      <a:pt x="19883" y="82608"/>
                    </a:cubicBezTo>
                    <a:cubicBezTo>
                      <a:pt x="19476" y="82477"/>
                      <a:pt x="19067" y="82356"/>
                      <a:pt x="18654" y="82235"/>
                    </a:cubicBezTo>
                    <a:cubicBezTo>
                      <a:pt x="17504" y="81899"/>
                      <a:pt x="16361" y="81556"/>
                      <a:pt x="15233" y="81150"/>
                    </a:cubicBezTo>
                    <a:cubicBezTo>
                      <a:pt x="13491" y="80537"/>
                      <a:pt x="12077" y="80108"/>
                      <a:pt x="10206" y="80258"/>
                    </a:cubicBezTo>
                    <a:cubicBezTo>
                      <a:pt x="9490" y="80251"/>
                      <a:pt x="8990" y="80051"/>
                      <a:pt x="8345" y="79759"/>
                    </a:cubicBezTo>
                    <a:cubicBezTo>
                      <a:pt x="8234" y="77832"/>
                      <a:pt x="8385" y="76038"/>
                      <a:pt x="9498" y="74385"/>
                    </a:cubicBezTo>
                    <a:cubicBezTo>
                      <a:pt x="10115" y="73829"/>
                      <a:pt x="10115" y="73829"/>
                      <a:pt x="12644" y="72593"/>
                    </a:cubicBezTo>
                    <a:cubicBezTo>
                      <a:pt x="12727" y="69169"/>
                      <a:pt x="12811" y="65744"/>
                      <a:pt x="12897" y="62216"/>
                    </a:cubicBezTo>
                    <a:cubicBezTo>
                      <a:pt x="11561" y="61563"/>
                      <a:pt x="10226" y="60911"/>
                      <a:pt x="8851" y="60239"/>
                    </a:cubicBezTo>
                    <a:cubicBezTo>
                      <a:pt x="5662" y="58615"/>
                      <a:pt x="3641" y="57331"/>
                      <a:pt x="2096" y="54160"/>
                    </a:cubicBezTo>
                    <a:cubicBezTo>
                      <a:pt x="1800" y="53624"/>
                      <a:pt x="1527" y="53281"/>
                      <a:pt x="1090" y="52856"/>
                    </a:cubicBezTo>
                    <a:cubicBezTo>
                      <a:pt x="167" y="51843"/>
                      <a:pt x="8" y="50434"/>
                      <a:pt x="0" y="49120"/>
                    </a:cubicBezTo>
                    <a:cubicBezTo>
                      <a:pt x="210" y="47163"/>
                      <a:pt x="1307" y="45769"/>
                      <a:pt x="2509" y="44272"/>
                    </a:cubicBezTo>
                    <a:cubicBezTo>
                      <a:pt x="2860" y="43829"/>
                      <a:pt x="3196" y="43377"/>
                      <a:pt x="3530" y="42923"/>
                    </a:cubicBezTo>
                    <a:cubicBezTo>
                      <a:pt x="3778" y="42584"/>
                      <a:pt x="4028" y="42248"/>
                      <a:pt x="4281" y="41914"/>
                    </a:cubicBezTo>
                    <a:cubicBezTo>
                      <a:pt x="4650" y="41420"/>
                      <a:pt x="5014" y="40924"/>
                      <a:pt x="5376" y="40424"/>
                    </a:cubicBezTo>
                    <a:cubicBezTo>
                      <a:pt x="7766" y="37170"/>
                      <a:pt x="7766" y="37170"/>
                      <a:pt x="9609" y="36765"/>
                    </a:cubicBezTo>
                    <a:cubicBezTo>
                      <a:pt x="9966" y="36770"/>
                      <a:pt x="10322" y="36777"/>
                      <a:pt x="10676" y="36792"/>
                    </a:cubicBezTo>
                    <a:cubicBezTo>
                      <a:pt x="11933" y="36849"/>
                      <a:pt x="12881" y="36851"/>
                      <a:pt x="13860" y="35992"/>
                    </a:cubicBezTo>
                    <a:cubicBezTo>
                      <a:pt x="14161" y="35777"/>
                      <a:pt x="14161" y="35777"/>
                      <a:pt x="14920" y="35777"/>
                    </a:cubicBezTo>
                    <a:cubicBezTo>
                      <a:pt x="14447" y="35295"/>
                      <a:pt x="13986" y="34848"/>
                      <a:pt x="13443" y="34442"/>
                    </a:cubicBezTo>
                    <a:cubicBezTo>
                      <a:pt x="12183" y="33479"/>
                      <a:pt x="11516" y="32559"/>
                      <a:pt x="10937" y="31124"/>
                    </a:cubicBezTo>
                    <a:cubicBezTo>
                      <a:pt x="10540" y="30210"/>
                      <a:pt x="10138" y="29893"/>
                      <a:pt x="9207" y="29503"/>
                    </a:cubicBezTo>
                    <a:cubicBezTo>
                      <a:pt x="8406" y="29164"/>
                      <a:pt x="7971" y="28618"/>
                      <a:pt x="7586" y="27870"/>
                    </a:cubicBezTo>
                    <a:cubicBezTo>
                      <a:pt x="6855" y="25409"/>
                      <a:pt x="6721" y="22387"/>
                      <a:pt x="7586" y="19963"/>
                    </a:cubicBezTo>
                    <a:cubicBezTo>
                      <a:pt x="8160" y="19058"/>
                      <a:pt x="8757" y="18394"/>
                      <a:pt x="9748" y="17934"/>
                    </a:cubicBezTo>
                    <a:cubicBezTo>
                      <a:pt x="10353" y="17593"/>
                      <a:pt x="10504" y="17269"/>
                      <a:pt x="10704" y="16624"/>
                    </a:cubicBezTo>
                    <a:cubicBezTo>
                      <a:pt x="10795" y="16281"/>
                      <a:pt x="10884" y="15935"/>
                      <a:pt x="10967" y="15592"/>
                    </a:cubicBezTo>
                    <a:cubicBezTo>
                      <a:pt x="11496" y="13711"/>
                      <a:pt x="12143" y="12550"/>
                      <a:pt x="13729" y="11305"/>
                    </a:cubicBezTo>
                    <a:cubicBezTo>
                      <a:pt x="14753" y="10435"/>
                      <a:pt x="14889" y="9656"/>
                      <a:pt x="14983" y="8364"/>
                    </a:cubicBezTo>
                    <a:cubicBezTo>
                      <a:pt x="15016" y="8023"/>
                      <a:pt x="15049" y="7680"/>
                      <a:pt x="15081" y="7339"/>
                    </a:cubicBezTo>
                    <a:cubicBezTo>
                      <a:pt x="15094" y="7176"/>
                      <a:pt x="15109" y="7012"/>
                      <a:pt x="15122" y="6842"/>
                    </a:cubicBezTo>
                    <a:cubicBezTo>
                      <a:pt x="15170" y="6400"/>
                      <a:pt x="15243" y="5972"/>
                      <a:pt x="15332" y="5535"/>
                    </a:cubicBezTo>
                    <a:cubicBezTo>
                      <a:pt x="15425" y="4890"/>
                      <a:pt x="15425" y="4890"/>
                      <a:pt x="15061" y="4411"/>
                    </a:cubicBezTo>
                    <a:cubicBezTo>
                      <a:pt x="14930" y="4243"/>
                      <a:pt x="14801" y="4075"/>
                      <a:pt x="14667" y="3902"/>
                    </a:cubicBezTo>
                    <a:cubicBezTo>
                      <a:pt x="14538" y="3301"/>
                      <a:pt x="14538" y="2772"/>
                      <a:pt x="14667" y="2172"/>
                    </a:cubicBezTo>
                    <a:cubicBezTo>
                      <a:pt x="15215" y="1408"/>
                      <a:pt x="15883" y="961"/>
                      <a:pt x="16793" y="702"/>
                    </a:cubicBezTo>
                    <a:cubicBezTo>
                      <a:pt x="17458" y="680"/>
                      <a:pt x="17863" y="996"/>
                      <a:pt x="18384" y="1371"/>
                    </a:cubicBezTo>
                    <a:cubicBezTo>
                      <a:pt x="18869" y="1824"/>
                      <a:pt x="19211" y="2160"/>
                      <a:pt x="19229" y="2834"/>
                    </a:cubicBezTo>
                    <a:cubicBezTo>
                      <a:pt x="19206" y="2977"/>
                      <a:pt x="19180" y="3121"/>
                      <a:pt x="19155" y="3267"/>
                    </a:cubicBezTo>
                    <a:cubicBezTo>
                      <a:pt x="19132" y="3410"/>
                      <a:pt x="19110" y="3553"/>
                      <a:pt x="19087" y="3699"/>
                    </a:cubicBezTo>
                    <a:cubicBezTo>
                      <a:pt x="18945" y="4220"/>
                      <a:pt x="18720" y="4663"/>
                      <a:pt x="18460" y="5137"/>
                    </a:cubicBezTo>
                    <a:cubicBezTo>
                      <a:pt x="18581" y="5088"/>
                      <a:pt x="18705" y="5041"/>
                      <a:pt x="18831" y="4991"/>
                    </a:cubicBezTo>
                    <a:cubicBezTo>
                      <a:pt x="20493" y="4396"/>
                      <a:pt x="22134" y="4168"/>
                      <a:pt x="23884" y="3956"/>
                    </a:cubicBezTo>
                    <a:cubicBezTo>
                      <a:pt x="24225" y="3909"/>
                      <a:pt x="24564" y="3842"/>
                      <a:pt x="24900" y="3773"/>
                    </a:cubicBezTo>
                    <a:cubicBezTo>
                      <a:pt x="27634" y="3262"/>
                      <a:pt x="30484" y="3388"/>
                      <a:pt x="33253" y="3484"/>
                    </a:cubicBezTo>
                    <a:cubicBezTo>
                      <a:pt x="33392" y="3489"/>
                      <a:pt x="33534" y="3491"/>
                      <a:pt x="33678" y="3496"/>
                    </a:cubicBezTo>
                    <a:cubicBezTo>
                      <a:pt x="35392" y="3551"/>
                      <a:pt x="37023" y="3709"/>
                      <a:pt x="38690" y="4149"/>
                    </a:cubicBezTo>
                    <a:cubicBezTo>
                      <a:pt x="38606" y="3971"/>
                      <a:pt x="38523" y="3790"/>
                      <a:pt x="38437" y="3608"/>
                    </a:cubicBezTo>
                    <a:cubicBezTo>
                      <a:pt x="38166" y="2869"/>
                      <a:pt x="38045" y="2451"/>
                      <a:pt x="38184" y="1678"/>
                    </a:cubicBezTo>
                    <a:cubicBezTo>
                      <a:pt x="38970" y="623"/>
                      <a:pt x="39762" y="0"/>
                      <a:pt x="41107" y="395"/>
                    </a:cubicBezTo>
                    <a:close/>
                    <a:moveTo>
                      <a:pt x="39448" y="936"/>
                    </a:moveTo>
                    <a:cubicBezTo>
                      <a:pt x="39448" y="1181"/>
                      <a:pt x="39448" y="1426"/>
                      <a:pt x="39448" y="1678"/>
                    </a:cubicBezTo>
                    <a:cubicBezTo>
                      <a:pt x="39949" y="1678"/>
                      <a:pt x="40450" y="1678"/>
                      <a:pt x="40966" y="1678"/>
                    </a:cubicBezTo>
                    <a:cubicBezTo>
                      <a:pt x="41249" y="2604"/>
                      <a:pt x="41249" y="2604"/>
                      <a:pt x="40966" y="3160"/>
                    </a:cubicBezTo>
                    <a:cubicBezTo>
                      <a:pt x="40465" y="3079"/>
                      <a:pt x="39964" y="2997"/>
                      <a:pt x="39448" y="2913"/>
                    </a:cubicBezTo>
                    <a:cubicBezTo>
                      <a:pt x="39547" y="3605"/>
                      <a:pt x="39625" y="4055"/>
                      <a:pt x="40073" y="4613"/>
                    </a:cubicBezTo>
                    <a:cubicBezTo>
                      <a:pt x="40498" y="5189"/>
                      <a:pt x="40617" y="5584"/>
                      <a:pt x="40743" y="6279"/>
                    </a:cubicBezTo>
                    <a:cubicBezTo>
                      <a:pt x="40781" y="6471"/>
                      <a:pt x="40819" y="6662"/>
                      <a:pt x="40857" y="6859"/>
                    </a:cubicBezTo>
                    <a:cubicBezTo>
                      <a:pt x="41011" y="7929"/>
                      <a:pt x="41107" y="9004"/>
                      <a:pt x="41218" y="10079"/>
                    </a:cubicBezTo>
                    <a:cubicBezTo>
                      <a:pt x="33458" y="10079"/>
                      <a:pt x="25697" y="10079"/>
                      <a:pt x="17701" y="10079"/>
                    </a:cubicBezTo>
                    <a:cubicBezTo>
                      <a:pt x="17701" y="4643"/>
                      <a:pt x="17701" y="4643"/>
                      <a:pt x="17954" y="3902"/>
                    </a:cubicBezTo>
                    <a:cubicBezTo>
                      <a:pt x="17286" y="3902"/>
                      <a:pt x="16619" y="3902"/>
                      <a:pt x="15931" y="3902"/>
                    </a:cubicBezTo>
                    <a:cubicBezTo>
                      <a:pt x="16098" y="3249"/>
                      <a:pt x="16265" y="2597"/>
                      <a:pt x="16437" y="1925"/>
                    </a:cubicBezTo>
                    <a:cubicBezTo>
                      <a:pt x="16020" y="2006"/>
                      <a:pt x="15602" y="2088"/>
                      <a:pt x="15172" y="2172"/>
                    </a:cubicBezTo>
                    <a:cubicBezTo>
                      <a:pt x="15152" y="2439"/>
                      <a:pt x="15137" y="2706"/>
                      <a:pt x="15124" y="2975"/>
                    </a:cubicBezTo>
                    <a:cubicBezTo>
                      <a:pt x="15117" y="3123"/>
                      <a:pt x="15107" y="3272"/>
                      <a:pt x="15097" y="3427"/>
                    </a:cubicBezTo>
                    <a:cubicBezTo>
                      <a:pt x="15172" y="3902"/>
                      <a:pt x="15172" y="3902"/>
                      <a:pt x="15559" y="4351"/>
                    </a:cubicBezTo>
                    <a:cubicBezTo>
                      <a:pt x="16020" y="5018"/>
                      <a:pt x="15984" y="5293"/>
                      <a:pt x="15865" y="6078"/>
                    </a:cubicBezTo>
                    <a:cubicBezTo>
                      <a:pt x="15832" y="6303"/>
                      <a:pt x="15800" y="6528"/>
                      <a:pt x="15764" y="6760"/>
                    </a:cubicBezTo>
                    <a:cubicBezTo>
                      <a:pt x="15744" y="6877"/>
                      <a:pt x="15744" y="6877"/>
                      <a:pt x="15645" y="7467"/>
                    </a:cubicBezTo>
                    <a:cubicBezTo>
                      <a:pt x="15612" y="7702"/>
                      <a:pt x="15580" y="7934"/>
                      <a:pt x="15544" y="8174"/>
                    </a:cubicBezTo>
                    <a:cubicBezTo>
                      <a:pt x="15281" y="9859"/>
                      <a:pt x="14995" y="10964"/>
                      <a:pt x="13544" y="12009"/>
                    </a:cubicBezTo>
                    <a:cubicBezTo>
                      <a:pt x="12366" y="12965"/>
                      <a:pt x="11764" y="14047"/>
                      <a:pt x="11473" y="15515"/>
                    </a:cubicBezTo>
                    <a:cubicBezTo>
                      <a:pt x="11066" y="17566"/>
                      <a:pt x="11066" y="17566"/>
                      <a:pt x="10411" y="18151"/>
                    </a:cubicBezTo>
                    <a:cubicBezTo>
                      <a:pt x="10059" y="18347"/>
                      <a:pt x="9703" y="18534"/>
                      <a:pt x="9341" y="18715"/>
                    </a:cubicBezTo>
                    <a:cubicBezTo>
                      <a:pt x="8547" y="19135"/>
                      <a:pt x="8145" y="19632"/>
                      <a:pt x="7839" y="20457"/>
                    </a:cubicBezTo>
                    <a:cubicBezTo>
                      <a:pt x="7667" y="21361"/>
                      <a:pt x="7614" y="22256"/>
                      <a:pt x="7586" y="23175"/>
                    </a:cubicBezTo>
                    <a:cubicBezTo>
                      <a:pt x="7576" y="23387"/>
                      <a:pt x="7566" y="23600"/>
                      <a:pt x="7556" y="23820"/>
                    </a:cubicBezTo>
                    <a:cubicBezTo>
                      <a:pt x="7503" y="25747"/>
                      <a:pt x="7611" y="27588"/>
                      <a:pt x="8997" y="29061"/>
                    </a:cubicBezTo>
                    <a:cubicBezTo>
                      <a:pt x="9364" y="29360"/>
                      <a:pt x="9670" y="29498"/>
                      <a:pt x="10115" y="29661"/>
                    </a:cubicBezTo>
                    <a:cubicBezTo>
                      <a:pt x="11134" y="30086"/>
                      <a:pt x="11394" y="31013"/>
                      <a:pt x="11834" y="31947"/>
                    </a:cubicBezTo>
                    <a:cubicBezTo>
                      <a:pt x="12575" y="33459"/>
                      <a:pt x="13589" y="34237"/>
                      <a:pt x="15074" y="35033"/>
                    </a:cubicBezTo>
                    <a:cubicBezTo>
                      <a:pt x="15908" y="35483"/>
                      <a:pt x="15908" y="35483"/>
                      <a:pt x="16184" y="36024"/>
                    </a:cubicBezTo>
                    <a:cubicBezTo>
                      <a:pt x="16126" y="36029"/>
                      <a:pt x="16126" y="36029"/>
                      <a:pt x="15840" y="36051"/>
                    </a:cubicBezTo>
                    <a:cubicBezTo>
                      <a:pt x="15026" y="36137"/>
                      <a:pt x="14510" y="36209"/>
                      <a:pt x="13812" y="36656"/>
                    </a:cubicBezTo>
                    <a:cubicBezTo>
                      <a:pt x="12843" y="37175"/>
                      <a:pt x="11956" y="37042"/>
                      <a:pt x="10874" y="37012"/>
                    </a:cubicBezTo>
                    <a:cubicBezTo>
                      <a:pt x="9258" y="37012"/>
                      <a:pt x="8226" y="37647"/>
                      <a:pt x="7080" y="38742"/>
                    </a:cubicBezTo>
                    <a:cubicBezTo>
                      <a:pt x="6431" y="39485"/>
                      <a:pt x="5872" y="40293"/>
                      <a:pt x="5308" y="41101"/>
                    </a:cubicBezTo>
                    <a:cubicBezTo>
                      <a:pt x="4987" y="41561"/>
                      <a:pt x="4648" y="42008"/>
                      <a:pt x="4311" y="42456"/>
                    </a:cubicBezTo>
                    <a:cubicBezTo>
                      <a:pt x="3882" y="43026"/>
                      <a:pt x="3457" y="43602"/>
                      <a:pt x="3034" y="44178"/>
                    </a:cubicBezTo>
                    <a:cubicBezTo>
                      <a:pt x="2933" y="44314"/>
                      <a:pt x="2832" y="44452"/>
                      <a:pt x="2729" y="44593"/>
                    </a:cubicBezTo>
                    <a:cubicBezTo>
                      <a:pt x="2412" y="45025"/>
                      <a:pt x="2099" y="45458"/>
                      <a:pt x="1785" y="45890"/>
                    </a:cubicBezTo>
                    <a:cubicBezTo>
                      <a:pt x="1687" y="46026"/>
                      <a:pt x="1588" y="46159"/>
                      <a:pt x="1487" y="46298"/>
                    </a:cubicBezTo>
                    <a:cubicBezTo>
                      <a:pt x="498" y="47682"/>
                      <a:pt x="346" y="48927"/>
                      <a:pt x="506" y="50602"/>
                    </a:cubicBezTo>
                    <a:cubicBezTo>
                      <a:pt x="824" y="51855"/>
                      <a:pt x="1586" y="52774"/>
                      <a:pt x="2395" y="53770"/>
                    </a:cubicBezTo>
                    <a:cubicBezTo>
                      <a:pt x="2812" y="54351"/>
                      <a:pt x="3088" y="54929"/>
                      <a:pt x="3381" y="55574"/>
                    </a:cubicBezTo>
                    <a:cubicBezTo>
                      <a:pt x="4931" y="58662"/>
                      <a:pt x="9389" y="60014"/>
                      <a:pt x="12391" y="61474"/>
                    </a:cubicBezTo>
                    <a:cubicBezTo>
                      <a:pt x="12727" y="61637"/>
                      <a:pt x="13063" y="61803"/>
                      <a:pt x="13402" y="61968"/>
                    </a:cubicBezTo>
                    <a:cubicBezTo>
                      <a:pt x="13428" y="64790"/>
                      <a:pt x="13435" y="67610"/>
                      <a:pt x="13321" y="70431"/>
                    </a:cubicBezTo>
                    <a:cubicBezTo>
                      <a:pt x="13319" y="70535"/>
                      <a:pt x="13319" y="70535"/>
                      <a:pt x="13306" y="71059"/>
                    </a:cubicBezTo>
                    <a:cubicBezTo>
                      <a:pt x="13296" y="71249"/>
                      <a:pt x="13289" y="71442"/>
                      <a:pt x="13278" y="71640"/>
                    </a:cubicBezTo>
                    <a:cubicBezTo>
                      <a:pt x="13271" y="71805"/>
                      <a:pt x="13266" y="71973"/>
                      <a:pt x="13258" y="72146"/>
                    </a:cubicBezTo>
                    <a:cubicBezTo>
                      <a:pt x="13117" y="72727"/>
                      <a:pt x="12856" y="72957"/>
                      <a:pt x="12391" y="73335"/>
                    </a:cubicBezTo>
                    <a:cubicBezTo>
                      <a:pt x="11981" y="73508"/>
                      <a:pt x="11981" y="73508"/>
                      <a:pt x="11551" y="73644"/>
                    </a:cubicBezTo>
                    <a:cubicBezTo>
                      <a:pt x="10373" y="74103"/>
                      <a:pt x="9498" y="75025"/>
                      <a:pt x="8937" y="76134"/>
                    </a:cubicBezTo>
                    <a:cubicBezTo>
                      <a:pt x="8803" y="76779"/>
                      <a:pt x="8823" y="77422"/>
                      <a:pt x="8835" y="78076"/>
                    </a:cubicBezTo>
                    <a:cubicBezTo>
                      <a:pt x="8835" y="78212"/>
                      <a:pt x="8835" y="78351"/>
                      <a:pt x="8838" y="78494"/>
                    </a:cubicBezTo>
                    <a:cubicBezTo>
                      <a:pt x="8840" y="78833"/>
                      <a:pt x="8846" y="79171"/>
                      <a:pt x="8851" y="79512"/>
                    </a:cubicBezTo>
                    <a:cubicBezTo>
                      <a:pt x="9389" y="79776"/>
                      <a:pt x="9695" y="79801"/>
                      <a:pt x="10292" y="79828"/>
                    </a:cubicBezTo>
                    <a:cubicBezTo>
                      <a:pt x="10477" y="79838"/>
                      <a:pt x="10664" y="79846"/>
                      <a:pt x="10853" y="79856"/>
                    </a:cubicBezTo>
                    <a:cubicBezTo>
                      <a:pt x="10952" y="79860"/>
                      <a:pt x="10952" y="79860"/>
                      <a:pt x="11443" y="79883"/>
                    </a:cubicBezTo>
                    <a:cubicBezTo>
                      <a:pt x="11822" y="79900"/>
                      <a:pt x="12204" y="79917"/>
                      <a:pt x="12583" y="79937"/>
                    </a:cubicBezTo>
                    <a:cubicBezTo>
                      <a:pt x="12752" y="79944"/>
                      <a:pt x="12922" y="79952"/>
                      <a:pt x="13096" y="79959"/>
                    </a:cubicBezTo>
                    <a:cubicBezTo>
                      <a:pt x="13655" y="80006"/>
                      <a:pt x="13655" y="80006"/>
                      <a:pt x="14260" y="80130"/>
                    </a:cubicBezTo>
                    <a:cubicBezTo>
                      <a:pt x="15559" y="80342"/>
                      <a:pt x="16889" y="80290"/>
                      <a:pt x="18204" y="80288"/>
                    </a:cubicBezTo>
                    <a:cubicBezTo>
                      <a:pt x="18513" y="80290"/>
                      <a:pt x="18819" y="80290"/>
                      <a:pt x="19127" y="80290"/>
                    </a:cubicBezTo>
                    <a:cubicBezTo>
                      <a:pt x="19959" y="80293"/>
                      <a:pt x="20794" y="80293"/>
                      <a:pt x="21626" y="80293"/>
                    </a:cubicBezTo>
                    <a:cubicBezTo>
                      <a:pt x="22149" y="80295"/>
                      <a:pt x="22670" y="80295"/>
                      <a:pt x="23194" y="80295"/>
                    </a:cubicBezTo>
                    <a:cubicBezTo>
                      <a:pt x="25022" y="80298"/>
                      <a:pt x="26850" y="80298"/>
                      <a:pt x="28676" y="80298"/>
                    </a:cubicBezTo>
                    <a:cubicBezTo>
                      <a:pt x="30370" y="80298"/>
                      <a:pt x="32064" y="80300"/>
                      <a:pt x="33759" y="80305"/>
                    </a:cubicBezTo>
                    <a:cubicBezTo>
                      <a:pt x="35220" y="80308"/>
                      <a:pt x="36682" y="80310"/>
                      <a:pt x="38143" y="80310"/>
                    </a:cubicBezTo>
                    <a:cubicBezTo>
                      <a:pt x="39013" y="80310"/>
                      <a:pt x="39883" y="80310"/>
                      <a:pt x="40751" y="80313"/>
                    </a:cubicBezTo>
                    <a:cubicBezTo>
                      <a:pt x="49892" y="80337"/>
                      <a:pt x="49892" y="80337"/>
                      <a:pt x="51586" y="79512"/>
                    </a:cubicBezTo>
                    <a:cubicBezTo>
                      <a:pt x="51783" y="75919"/>
                      <a:pt x="51783" y="75919"/>
                      <a:pt x="50575" y="74570"/>
                    </a:cubicBezTo>
                    <a:cubicBezTo>
                      <a:pt x="49874" y="73908"/>
                      <a:pt x="49063" y="73594"/>
                      <a:pt x="48170" y="73248"/>
                    </a:cubicBezTo>
                    <a:cubicBezTo>
                      <a:pt x="47793" y="73088"/>
                      <a:pt x="47793" y="73088"/>
                      <a:pt x="47540" y="72841"/>
                    </a:cubicBezTo>
                    <a:cubicBezTo>
                      <a:pt x="47507" y="72453"/>
                      <a:pt x="47507" y="72453"/>
                      <a:pt x="47507" y="71949"/>
                    </a:cubicBezTo>
                    <a:cubicBezTo>
                      <a:pt x="47507" y="71758"/>
                      <a:pt x="47505" y="71570"/>
                      <a:pt x="47505" y="71375"/>
                    </a:cubicBezTo>
                    <a:cubicBezTo>
                      <a:pt x="47505" y="71168"/>
                      <a:pt x="47505" y="70963"/>
                      <a:pt x="47505" y="70750"/>
                    </a:cubicBezTo>
                    <a:cubicBezTo>
                      <a:pt x="47500" y="70313"/>
                      <a:pt x="47495" y="69875"/>
                      <a:pt x="47490" y="69438"/>
                    </a:cubicBezTo>
                    <a:cubicBezTo>
                      <a:pt x="47482" y="68749"/>
                      <a:pt x="47477" y="68059"/>
                      <a:pt x="47477" y="67370"/>
                    </a:cubicBezTo>
                    <a:cubicBezTo>
                      <a:pt x="47469" y="62458"/>
                      <a:pt x="47469" y="62458"/>
                      <a:pt x="46023" y="60239"/>
                    </a:cubicBezTo>
                    <a:cubicBezTo>
                      <a:pt x="45980" y="60172"/>
                      <a:pt x="45980" y="60172"/>
                      <a:pt x="45760" y="59831"/>
                    </a:cubicBezTo>
                    <a:cubicBezTo>
                      <a:pt x="45133" y="58932"/>
                      <a:pt x="44157" y="58358"/>
                      <a:pt x="43241" y="57768"/>
                    </a:cubicBezTo>
                    <a:cubicBezTo>
                      <a:pt x="43277" y="57699"/>
                      <a:pt x="43277" y="57699"/>
                      <a:pt x="43461" y="57350"/>
                    </a:cubicBezTo>
                    <a:cubicBezTo>
                      <a:pt x="43757" y="56755"/>
                      <a:pt x="44023" y="56164"/>
                      <a:pt x="44253" y="55544"/>
                    </a:cubicBezTo>
                    <a:cubicBezTo>
                      <a:pt x="44316" y="55376"/>
                      <a:pt x="44379" y="55208"/>
                      <a:pt x="44445" y="55037"/>
                    </a:cubicBezTo>
                    <a:cubicBezTo>
                      <a:pt x="45065" y="53241"/>
                      <a:pt x="45183" y="51497"/>
                      <a:pt x="45264" y="49614"/>
                    </a:cubicBezTo>
                    <a:cubicBezTo>
                      <a:pt x="46013" y="49765"/>
                      <a:pt x="46372" y="49923"/>
                      <a:pt x="47034" y="50355"/>
                    </a:cubicBezTo>
                    <a:cubicBezTo>
                      <a:pt x="47118" y="49621"/>
                      <a:pt x="47201" y="48887"/>
                      <a:pt x="47287" y="48131"/>
                    </a:cubicBezTo>
                    <a:cubicBezTo>
                      <a:pt x="47485" y="48079"/>
                      <a:pt x="47682" y="48030"/>
                      <a:pt x="47887" y="47976"/>
                    </a:cubicBezTo>
                    <a:cubicBezTo>
                      <a:pt x="48934" y="47647"/>
                      <a:pt x="49806" y="47032"/>
                      <a:pt x="50709" y="46436"/>
                    </a:cubicBezTo>
                    <a:cubicBezTo>
                      <a:pt x="51589" y="46038"/>
                      <a:pt x="52115" y="46241"/>
                      <a:pt x="52997" y="46533"/>
                    </a:cubicBezTo>
                    <a:cubicBezTo>
                      <a:pt x="53286" y="46654"/>
                      <a:pt x="53574" y="46775"/>
                      <a:pt x="53862" y="46896"/>
                    </a:cubicBezTo>
                    <a:cubicBezTo>
                      <a:pt x="53983" y="48183"/>
                      <a:pt x="53983" y="48183"/>
                      <a:pt x="53637" y="48734"/>
                    </a:cubicBezTo>
                    <a:cubicBezTo>
                      <a:pt x="53455" y="48944"/>
                      <a:pt x="53265" y="49149"/>
                      <a:pt x="53071" y="49347"/>
                    </a:cubicBezTo>
                    <a:cubicBezTo>
                      <a:pt x="52851" y="49614"/>
                      <a:pt x="52851" y="49614"/>
                      <a:pt x="52851" y="50108"/>
                    </a:cubicBezTo>
                    <a:cubicBezTo>
                      <a:pt x="52661" y="50157"/>
                      <a:pt x="52474" y="50209"/>
                      <a:pt x="52282" y="50261"/>
                    </a:cubicBezTo>
                    <a:cubicBezTo>
                      <a:pt x="51394" y="50612"/>
                      <a:pt x="50972" y="51257"/>
                      <a:pt x="50575" y="52085"/>
                    </a:cubicBezTo>
                    <a:cubicBezTo>
                      <a:pt x="50433" y="52589"/>
                      <a:pt x="50372" y="53043"/>
                      <a:pt x="50322" y="53567"/>
                    </a:cubicBezTo>
                    <a:cubicBezTo>
                      <a:pt x="49088" y="53135"/>
                      <a:pt x="49088" y="53135"/>
                      <a:pt x="48805" y="52579"/>
                    </a:cubicBezTo>
                    <a:cubicBezTo>
                      <a:pt x="48794" y="52166"/>
                      <a:pt x="48792" y="51754"/>
                      <a:pt x="48805" y="51343"/>
                    </a:cubicBezTo>
                    <a:cubicBezTo>
                      <a:pt x="48387" y="51262"/>
                      <a:pt x="47970" y="51180"/>
                      <a:pt x="47540" y="51096"/>
                    </a:cubicBezTo>
                    <a:cubicBezTo>
                      <a:pt x="47672" y="52468"/>
                      <a:pt x="48213" y="53493"/>
                      <a:pt x="48883" y="54694"/>
                    </a:cubicBezTo>
                    <a:cubicBezTo>
                      <a:pt x="48934" y="54785"/>
                      <a:pt x="48934" y="54785"/>
                      <a:pt x="49184" y="55250"/>
                    </a:cubicBezTo>
                    <a:cubicBezTo>
                      <a:pt x="49819" y="56406"/>
                      <a:pt x="50451" y="57513"/>
                      <a:pt x="51505" y="58353"/>
                    </a:cubicBezTo>
                    <a:cubicBezTo>
                      <a:pt x="52603" y="59680"/>
                      <a:pt x="52014" y="62087"/>
                      <a:pt x="51874" y="63646"/>
                    </a:cubicBezTo>
                    <a:cubicBezTo>
                      <a:pt x="51786" y="64901"/>
                      <a:pt x="51746" y="65682"/>
                      <a:pt x="52598" y="66663"/>
                    </a:cubicBezTo>
                    <a:cubicBezTo>
                      <a:pt x="53149" y="66933"/>
                      <a:pt x="53470" y="66957"/>
                      <a:pt x="54082" y="66972"/>
                    </a:cubicBezTo>
                    <a:cubicBezTo>
                      <a:pt x="54254" y="66977"/>
                      <a:pt x="54426" y="66984"/>
                      <a:pt x="54603" y="66992"/>
                    </a:cubicBezTo>
                    <a:cubicBezTo>
                      <a:pt x="55359" y="66873"/>
                      <a:pt x="55625" y="66742"/>
                      <a:pt x="56138" y="66169"/>
                    </a:cubicBezTo>
                    <a:cubicBezTo>
                      <a:pt x="56338" y="65378"/>
                      <a:pt x="56396" y="64585"/>
                      <a:pt x="56454" y="63775"/>
                    </a:cubicBezTo>
                    <a:cubicBezTo>
                      <a:pt x="56472" y="63555"/>
                      <a:pt x="56492" y="63332"/>
                      <a:pt x="56512" y="63105"/>
                    </a:cubicBezTo>
                    <a:cubicBezTo>
                      <a:pt x="56560" y="62561"/>
                      <a:pt x="56603" y="62018"/>
                      <a:pt x="56644" y="61474"/>
                    </a:cubicBezTo>
                    <a:cubicBezTo>
                      <a:pt x="56750" y="61445"/>
                      <a:pt x="56750" y="61445"/>
                      <a:pt x="57289" y="61301"/>
                    </a:cubicBezTo>
                    <a:cubicBezTo>
                      <a:pt x="57569" y="61220"/>
                      <a:pt x="57850" y="61138"/>
                      <a:pt x="58128" y="61057"/>
                    </a:cubicBezTo>
                    <a:cubicBezTo>
                      <a:pt x="58270" y="61020"/>
                      <a:pt x="58409" y="60983"/>
                      <a:pt x="58555" y="60945"/>
                    </a:cubicBezTo>
                    <a:cubicBezTo>
                      <a:pt x="58965" y="60822"/>
                      <a:pt x="59311" y="60703"/>
                      <a:pt x="59678" y="60486"/>
                    </a:cubicBezTo>
                    <a:cubicBezTo>
                      <a:pt x="60027" y="59831"/>
                      <a:pt x="60027" y="59831"/>
                      <a:pt x="60184" y="59250"/>
                    </a:cubicBezTo>
                    <a:cubicBezTo>
                      <a:pt x="60025" y="59330"/>
                      <a:pt x="59865" y="59411"/>
                      <a:pt x="59703" y="59493"/>
                    </a:cubicBezTo>
                    <a:cubicBezTo>
                      <a:pt x="58674" y="59893"/>
                      <a:pt x="57589" y="59816"/>
                      <a:pt x="56502" y="59806"/>
                    </a:cubicBezTo>
                    <a:cubicBezTo>
                      <a:pt x="56285" y="59809"/>
                      <a:pt x="56070" y="59809"/>
                      <a:pt x="55850" y="59811"/>
                    </a:cubicBezTo>
                    <a:cubicBezTo>
                      <a:pt x="55642" y="59811"/>
                      <a:pt x="55435" y="59811"/>
                      <a:pt x="55220" y="59809"/>
                    </a:cubicBezTo>
                    <a:cubicBezTo>
                      <a:pt x="55033" y="59809"/>
                      <a:pt x="54843" y="59809"/>
                      <a:pt x="54651" y="59809"/>
                    </a:cubicBezTo>
                    <a:cubicBezTo>
                      <a:pt x="54037" y="59735"/>
                      <a:pt x="53629" y="59562"/>
                      <a:pt x="53103" y="59250"/>
                    </a:cubicBezTo>
                    <a:cubicBezTo>
                      <a:pt x="52016" y="57442"/>
                      <a:pt x="52729" y="54511"/>
                      <a:pt x="53103" y="52579"/>
                    </a:cubicBezTo>
                    <a:cubicBezTo>
                      <a:pt x="53187" y="52416"/>
                      <a:pt x="53270" y="52253"/>
                      <a:pt x="53356" y="52085"/>
                    </a:cubicBezTo>
                    <a:cubicBezTo>
                      <a:pt x="54477" y="51776"/>
                      <a:pt x="55561" y="51828"/>
                      <a:pt x="56714" y="51852"/>
                    </a:cubicBezTo>
                    <a:cubicBezTo>
                      <a:pt x="57395" y="51838"/>
                      <a:pt x="58004" y="51739"/>
                      <a:pt x="58667" y="51591"/>
                    </a:cubicBezTo>
                    <a:cubicBezTo>
                      <a:pt x="58583" y="51455"/>
                      <a:pt x="58500" y="51319"/>
                      <a:pt x="58414" y="51180"/>
                    </a:cubicBezTo>
                    <a:cubicBezTo>
                      <a:pt x="57946" y="50108"/>
                      <a:pt x="58118" y="48991"/>
                      <a:pt x="58414" y="47884"/>
                    </a:cubicBezTo>
                    <a:cubicBezTo>
                      <a:pt x="59071" y="47059"/>
                      <a:pt x="60080" y="46829"/>
                      <a:pt x="61069" y="46535"/>
                    </a:cubicBezTo>
                    <a:cubicBezTo>
                      <a:pt x="62414" y="46058"/>
                      <a:pt x="63236" y="45139"/>
                      <a:pt x="64116" y="44076"/>
                    </a:cubicBezTo>
                    <a:cubicBezTo>
                      <a:pt x="64457" y="43708"/>
                      <a:pt x="64715" y="43518"/>
                      <a:pt x="65160" y="43296"/>
                    </a:cubicBezTo>
                    <a:cubicBezTo>
                      <a:pt x="66104" y="42725"/>
                      <a:pt x="66384" y="41929"/>
                      <a:pt x="66647" y="40906"/>
                    </a:cubicBezTo>
                    <a:cubicBezTo>
                      <a:pt x="67006" y="38685"/>
                      <a:pt x="66986" y="36350"/>
                      <a:pt x="66000" y="34294"/>
                    </a:cubicBezTo>
                    <a:cubicBezTo>
                      <a:pt x="65947" y="34180"/>
                      <a:pt x="65894" y="34064"/>
                      <a:pt x="65841" y="33948"/>
                    </a:cubicBezTo>
                    <a:cubicBezTo>
                      <a:pt x="64652" y="31475"/>
                      <a:pt x="62647" y="29881"/>
                      <a:pt x="60090" y="28868"/>
                    </a:cubicBezTo>
                    <a:cubicBezTo>
                      <a:pt x="57309" y="27922"/>
                      <a:pt x="54727" y="28191"/>
                      <a:pt x="52092" y="29352"/>
                    </a:cubicBezTo>
                    <a:cubicBezTo>
                      <a:pt x="51589" y="29651"/>
                      <a:pt x="51131" y="29962"/>
                      <a:pt x="50676" y="30328"/>
                    </a:cubicBezTo>
                    <a:cubicBezTo>
                      <a:pt x="50307" y="30598"/>
                      <a:pt x="49998" y="30704"/>
                      <a:pt x="49563" y="30835"/>
                    </a:cubicBezTo>
                    <a:cubicBezTo>
                      <a:pt x="49644" y="30652"/>
                      <a:pt x="49725" y="30472"/>
                      <a:pt x="49811" y="30286"/>
                    </a:cubicBezTo>
                    <a:cubicBezTo>
                      <a:pt x="50246" y="28996"/>
                      <a:pt x="50152" y="27610"/>
                      <a:pt x="50152" y="26266"/>
                    </a:cubicBezTo>
                    <a:cubicBezTo>
                      <a:pt x="50155" y="25965"/>
                      <a:pt x="50157" y="25663"/>
                      <a:pt x="50157" y="25359"/>
                    </a:cubicBezTo>
                    <a:cubicBezTo>
                      <a:pt x="50163" y="24729"/>
                      <a:pt x="50163" y="24097"/>
                      <a:pt x="50163" y="23464"/>
                    </a:cubicBezTo>
                    <a:cubicBezTo>
                      <a:pt x="50163" y="22661"/>
                      <a:pt x="50170" y="21855"/>
                      <a:pt x="50178" y="21052"/>
                    </a:cubicBezTo>
                    <a:cubicBezTo>
                      <a:pt x="50183" y="20430"/>
                      <a:pt x="50185" y="19805"/>
                      <a:pt x="50183" y="19179"/>
                    </a:cubicBezTo>
                    <a:cubicBezTo>
                      <a:pt x="50185" y="18885"/>
                      <a:pt x="50188" y="18589"/>
                      <a:pt x="50190" y="18292"/>
                    </a:cubicBezTo>
                    <a:cubicBezTo>
                      <a:pt x="50221" y="15910"/>
                      <a:pt x="49945" y="13887"/>
                      <a:pt x="48188" y="12070"/>
                    </a:cubicBezTo>
                    <a:cubicBezTo>
                      <a:pt x="47366" y="11347"/>
                      <a:pt x="46597" y="10697"/>
                      <a:pt x="45489" y="10459"/>
                    </a:cubicBezTo>
                    <a:cubicBezTo>
                      <a:pt x="43929" y="10099"/>
                      <a:pt x="43929" y="10099"/>
                      <a:pt x="43426" y="9367"/>
                    </a:cubicBezTo>
                    <a:cubicBezTo>
                      <a:pt x="43198" y="8784"/>
                      <a:pt x="43029" y="8211"/>
                      <a:pt x="42877" y="7608"/>
                    </a:cubicBezTo>
                    <a:cubicBezTo>
                      <a:pt x="42763" y="7205"/>
                      <a:pt x="42647" y="6805"/>
                      <a:pt x="42531" y="6402"/>
                    </a:cubicBezTo>
                    <a:cubicBezTo>
                      <a:pt x="42485" y="6224"/>
                      <a:pt x="42437" y="6046"/>
                      <a:pt x="42389" y="5864"/>
                    </a:cubicBezTo>
                    <a:cubicBezTo>
                      <a:pt x="42230" y="5384"/>
                      <a:pt x="42230" y="5384"/>
                      <a:pt x="41952" y="4986"/>
                    </a:cubicBezTo>
                    <a:cubicBezTo>
                      <a:pt x="41724" y="4643"/>
                      <a:pt x="41724" y="4643"/>
                      <a:pt x="41803" y="4055"/>
                    </a:cubicBezTo>
                    <a:cubicBezTo>
                      <a:pt x="41916" y="3632"/>
                      <a:pt x="42038" y="3210"/>
                      <a:pt x="42167" y="2790"/>
                    </a:cubicBezTo>
                    <a:cubicBezTo>
                      <a:pt x="42230" y="2172"/>
                      <a:pt x="42230" y="2172"/>
                      <a:pt x="41962" y="1492"/>
                    </a:cubicBezTo>
                    <a:cubicBezTo>
                      <a:pt x="41469" y="932"/>
                      <a:pt x="41385" y="848"/>
                      <a:pt x="40697" y="719"/>
                    </a:cubicBezTo>
                    <a:cubicBezTo>
                      <a:pt x="39954" y="689"/>
                      <a:pt x="39954" y="689"/>
                      <a:pt x="39448" y="936"/>
                    </a:cubicBezTo>
                    <a:close/>
                  </a:path>
                </a:pathLst>
              </a:custGeom>
              <a:solidFill>
                <a:srgbClr val="BAAC87"/>
              </a:solidFill>
              <a:ln w="0">
                <a:noFill/>
              </a:ln>
            </p:spPr>
          </p:sp>
          <p:sp>
            <p:nvSpPr>
              <p:cNvPr id="887" name="robot vector"/>
              <p:cNvSpPr/>
              <p:nvPr/>
            </p:nvSpPr>
            <p:spPr>
              <a:xfrm>
                <a:off x="14323957" y="4928201"/>
                <a:ext cx="231598" cy="169411"/>
              </a:xfrm>
              <a:custGeom>
                <a:avLst/>
                <a:gdLst/>
                <a:ahLst/>
                <a:cxnLst/>
                <a:rect l="0" t="0" r="r" b="b"/>
                <a:pathLst>
                  <a:path w="25328" h="18527" fill="norm" stroke="0">
                    <a:moveTo>
                      <a:pt x="1793" y="32"/>
                    </a:moveTo>
                    <a:cubicBezTo>
                      <a:pt x="1967" y="32"/>
                      <a:pt x="2144" y="30"/>
                      <a:pt x="2324" y="30"/>
                    </a:cubicBezTo>
                    <a:cubicBezTo>
                      <a:pt x="2506" y="32"/>
                      <a:pt x="2688" y="35"/>
                      <a:pt x="2878" y="37"/>
                    </a:cubicBezTo>
                    <a:cubicBezTo>
                      <a:pt x="3057" y="35"/>
                      <a:pt x="3239" y="32"/>
                      <a:pt x="3426" y="30"/>
                    </a:cubicBezTo>
                    <a:cubicBezTo>
                      <a:pt x="4377" y="35"/>
                      <a:pt x="5118" y="44"/>
                      <a:pt x="5927" y="593"/>
                    </a:cubicBezTo>
                    <a:cubicBezTo>
                      <a:pt x="6686" y="1438"/>
                      <a:pt x="6686" y="1438"/>
                      <a:pt x="6686" y="2076"/>
                    </a:cubicBezTo>
                    <a:cubicBezTo>
                      <a:pt x="6898" y="2140"/>
                      <a:pt x="7113" y="2207"/>
                      <a:pt x="7333" y="2276"/>
                    </a:cubicBezTo>
                    <a:cubicBezTo>
                      <a:pt x="7917" y="2461"/>
                      <a:pt x="8451" y="2688"/>
                      <a:pt x="9002" y="2953"/>
                    </a:cubicBezTo>
                    <a:cubicBezTo>
                      <a:pt x="10069" y="3402"/>
                      <a:pt x="11043" y="3405"/>
                      <a:pt x="12191" y="3383"/>
                    </a:cubicBezTo>
                    <a:cubicBezTo>
                      <a:pt x="12398" y="3380"/>
                      <a:pt x="12603" y="3380"/>
                      <a:pt x="12813" y="3380"/>
                    </a:cubicBezTo>
                    <a:cubicBezTo>
                      <a:pt x="13463" y="3375"/>
                      <a:pt x="14113" y="3365"/>
                      <a:pt x="14763" y="3356"/>
                    </a:cubicBezTo>
                    <a:cubicBezTo>
                      <a:pt x="15205" y="3353"/>
                      <a:pt x="15648" y="3348"/>
                      <a:pt x="16090" y="3346"/>
                    </a:cubicBezTo>
                    <a:cubicBezTo>
                      <a:pt x="17170" y="3338"/>
                      <a:pt x="18250" y="3326"/>
                      <a:pt x="19330" y="3311"/>
                    </a:cubicBezTo>
                    <a:cubicBezTo>
                      <a:pt x="19378" y="3118"/>
                      <a:pt x="19426" y="2928"/>
                      <a:pt x="19476" y="2733"/>
                    </a:cubicBezTo>
                    <a:cubicBezTo>
                      <a:pt x="19545" y="2483"/>
                      <a:pt x="19610" y="2231"/>
                      <a:pt x="19676" y="1982"/>
                    </a:cubicBezTo>
                    <a:cubicBezTo>
                      <a:pt x="19694" y="1920"/>
                      <a:pt x="19694" y="1920"/>
                      <a:pt x="19775" y="1601"/>
                    </a:cubicBezTo>
                    <a:cubicBezTo>
                      <a:pt x="19957" y="924"/>
                      <a:pt x="20073" y="605"/>
                      <a:pt x="20594" y="99"/>
                    </a:cubicBezTo>
                    <a:cubicBezTo>
                      <a:pt x="21509" y="0"/>
                      <a:pt x="22331" y="175"/>
                      <a:pt x="23115" y="640"/>
                    </a:cubicBezTo>
                    <a:cubicBezTo>
                      <a:pt x="24238" y="1530"/>
                      <a:pt x="25037" y="2464"/>
                      <a:pt x="25219" y="3897"/>
                    </a:cubicBezTo>
                    <a:cubicBezTo>
                      <a:pt x="25254" y="4611"/>
                      <a:pt x="25265" y="5320"/>
                      <a:pt x="25265" y="6034"/>
                    </a:cubicBezTo>
                    <a:cubicBezTo>
                      <a:pt x="25265" y="6298"/>
                      <a:pt x="25267" y="6563"/>
                      <a:pt x="25270" y="6827"/>
                    </a:cubicBezTo>
                    <a:cubicBezTo>
                      <a:pt x="25272" y="7381"/>
                      <a:pt x="25272" y="7934"/>
                      <a:pt x="25272" y="8485"/>
                    </a:cubicBezTo>
                    <a:cubicBezTo>
                      <a:pt x="25270" y="9189"/>
                      <a:pt x="25277" y="9894"/>
                      <a:pt x="25287" y="10595"/>
                    </a:cubicBezTo>
                    <a:cubicBezTo>
                      <a:pt x="25295" y="11141"/>
                      <a:pt x="25295" y="11688"/>
                      <a:pt x="25295" y="12234"/>
                    </a:cubicBezTo>
                    <a:cubicBezTo>
                      <a:pt x="25295" y="12493"/>
                      <a:pt x="25297" y="12752"/>
                      <a:pt x="25303" y="13012"/>
                    </a:cubicBezTo>
                    <a:cubicBezTo>
                      <a:pt x="25328" y="14742"/>
                      <a:pt x="25138" y="16103"/>
                      <a:pt x="23881" y="17395"/>
                    </a:cubicBezTo>
                    <a:cubicBezTo>
                      <a:pt x="22857" y="18243"/>
                      <a:pt x="22048" y="18527"/>
                      <a:pt x="20718" y="18502"/>
                    </a:cubicBezTo>
                    <a:cubicBezTo>
                      <a:pt x="20561" y="18505"/>
                      <a:pt x="20404" y="18505"/>
                      <a:pt x="20243" y="18505"/>
                    </a:cubicBezTo>
                    <a:cubicBezTo>
                      <a:pt x="19729" y="18507"/>
                      <a:pt x="19216" y="18502"/>
                      <a:pt x="18703" y="18497"/>
                    </a:cubicBezTo>
                    <a:cubicBezTo>
                      <a:pt x="18343" y="18495"/>
                      <a:pt x="17984" y="18495"/>
                      <a:pt x="17625" y="18495"/>
                    </a:cubicBezTo>
                    <a:cubicBezTo>
                      <a:pt x="16877" y="18495"/>
                      <a:pt x="16126" y="18490"/>
                      <a:pt x="15377" y="18485"/>
                    </a:cubicBezTo>
                    <a:cubicBezTo>
                      <a:pt x="14416" y="18475"/>
                      <a:pt x="13455" y="18475"/>
                      <a:pt x="12494" y="18475"/>
                    </a:cubicBezTo>
                    <a:cubicBezTo>
                      <a:pt x="11754" y="18475"/>
                      <a:pt x="11013" y="18473"/>
                      <a:pt x="10274" y="18468"/>
                    </a:cubicBezTo>
                    <a:cubicBezTo>
                      <a:pt x="9920" y="18465"/>
                      <a:pt x="9566" y="18465"/>
                      <a:pt x="9210" y="18465"/>
                    </a:cubicBezTo>
                    <a:cubicBezTo>
                      <a:pt x="8717" y="18465"/>
                      <a:pt x="8221" y="18460"/>
                      <a:pt x="7728" y="18455"/>
                    </a:cubicBezTo>
                    <a:cubicBezTo>
                      <a:pt x="7581" y="18455"/>
                      <a:pt x="7434" y="18455"/>
                      <a:pt x="7285" y="18455"/>
                    </a:cubicBezTo>
                    <a:cubicBezTo>
                      <a:pt x="6522" y="18443"/>
                      <a:pt x="5991" y="18411"/>
                      <a:pt x="5422" y="17890"/>
                    </a:cubicBezTo>
                    <a:cubicBezTo>
                      <a:pt x="5250" y="17393"/>
                      <a:pt x="5227" y="16931"/>
                      <a:pt x="5169" y="16407"/>
                    </a:cubicBezTo>
                    <a:cubicBezTo>
                      <a:pt x="6023" y="16150"/>
                      <a:pt x="6835" y="16128"/>
                      <a:pt x="7723" y="16138"/>
                    </a:cubicBezTo>
                    <a:cubicBezTo>
                      <a:pt x="7874" y="16140"/>
                      <a:pt x="8026" y="16140"/>
                      <a:pt x="8183" y="16140"/>
                    </a:cubicBezTo>
                    <a:cubicBezTo>
                      <a:pt x="8509" y="16143"/>
                      <a:pt x="8838" y="16145"/>
                      <a:pt x="9167" y="16148"/>
                    </a:cubicBezTo>
                    <a:cubicBezTo>
                      <a:pt x="9688" y="16152"/>
                      <a:pt x="10206" y="16155"/>
                      <a:pt x="10727" y="16157"/>
                    </a:cubicBezTo>
                    <a:cubicBezTo>
                      <a:pt x="12204" y="16162"/>
                      <a:pt x="13680" y="16172"/>
                      <a:pt x="15157" y="16182"/>
                    </a:cubicBezTo>
                    <a:cubicBezTo>
                      <a:pt x="16063" y="16190"/>
                      <a:pt x="16968" y="16194"/>
                      <a:pt x="17871" y="16197"/>
                    </a:cubicBezTo>
                    <a:cubicBezTo>
                      <a:pt x="18217" y="16197"/>
                      <a:pt x="18561" y="16199"/>
                      <a:pt x="18905" y="16204"/>
                    </a:cubicBezTo>
                    <a:cubicBezTo>
                      <a:pt x="19385" y="16209"/>
                      <a:pt x="19868" y="16209"/>
                      <a:pt x="20349" y="16212"/>
                    </a:cubicBezTo>
                    <a:cubicBezTo>
                      <a:pt x="20420" y="16212"/>
                      <a:pt x="20420" y="16212"/>
                      <a:pt x="20779" y="16217"/>
                    </a:cubicBezTo>
                    <a:cubicBezTo>
                      <a:pt x="21535" y="16217"/>
                      <a:pt x="22063" y="16197"/>
                      <a:pt x="22617" y="15666"/>
                    </a:cubicBezTo>
                    <a:cubicBezTo>
                      <a:pt x="22908" y="15092"/>
                      <a:pt x="22900" y="14546"/>
                      <a:pt x="22903" y="13914"/>
                    </a:cubicBezTo>
                    <a:cubicBezTo>
                      <a:pt x="22903" y="13812"/>
                      <a:pt x="22903" y="13812"/>
                      <a:pt x="22905" y="13301"/>
                    </a:cubicBezTo>
                    <a:cubicBezTo>
                      <a:pt x="22903" y="13084"/>
                      <a:pt x="22903" y="12866"/>
                      <a:pt x="22903" y="12644"/>
                    </a:cubicBezTo>
                    <a:cubicBezTo>
                      <a:pt x="22903" y="12533"/>
                      <a:pt x="22903" y="12533"/>
                      <a:pt x="22903" y="11967"/>
                    </a:cubicBezTo>
                    <a:cubicBezTo>
                      <a:pt x="22903" y="11495"/>
                      <a:pt x="22903" y="11025"/>
                      <a:pt x="22903" y="10553"/>
                    </a:cubicBezTo>
                    <a:cubicBezTo>
                      <a:pt x="22900" y="9829"/>
                      <a:pt x="22903" y="9103"/>
                      <a:pt x="22903" y="8379"/>
                    </a:cubicBezTo>
                    <a:cubicBezTo>
                      <a:pt x="22903" y="7922"/>
                      <a:pt x="22903" y="7465"/>
                      <a:pt x="22903" y="7008"/>
                    </a:cubicBezTo>
                    <a:cubicBezTo>
                      <a:pt x="22903" y="6899"/>
                      <a:pt x="22903" y="6899"/>
                      <a:pt x="22905" y="6345"/>
                    </a:cubicBezTo>
                    <a:cubicBezTo>
                      <a:pt x="22903" y="6145"/>
                      <a:pt x="22903" y="5945"/>
                      <a:pt x="22903" y="5740"/>
                    </a:cubicBezTo>
                    <a:cubicBezTo>
                      <a:pt x="22903" y="5562"/>
                      <a:pt x="22903" y="5384"/>
                      <a:pt x="22900" y="5201"/>
                    </a:cubicBezTo>
                    <a:cubicBezTo>
                      <a:pt x="22870" y="4794"/>
                      <a:pt x="22870" y="4794"/>
                      <a:pt x="22617" y="4547"/>
                    </a:cubicBezTo>
                    <a:cubicBezTo>
                      <a:pt x="22086" y="4522"/>
                      <a:pt x="21563" y="4514"/>
                      <a:pt x="21031" y="4517"/>
                    </a:cubicBezTo>
                    <a:cubicBezTo>
                      <a:pt x="20867" y="4517"/>
                      <a:pt x="20703" y="4517"/>
                      <a:pt x="20531" y="4517"/>
                    </a:cubicBezTo>
                    <a:cubicBezTo>
                      <a:pt x="19982" y="4517"/>
                      <a:pt x="19433" y="4519"/>
                      <a:pt x="18885" y="4522"/>
                    </a:cubicBezTo>
                    <a:cubicBezTo>
                      <a:pt x="18505" y="4522"/>
                      <a:pt x="18126" y="4522"/>
                      <a:pt x="17747" y="4522"/>
                    </a:cubicBezTo>
                    <a:cubicBezTo>
                      <a:pt x="16745" y="4524"/>
                      <a:pt x="15746" y="4527"/>
                      <a:pt x="14745" y="4529"/>
                    </a:cubicBezTo>
                    <a:cubicBezTo>
                      <a:pt x="13726" y="4532"/>
                      <a:pt x="12704" y="4532"/>
                      <a:pt x="11685" y="4534"/>
                    </a:cubicBezTo>
                    <a:cubicBezTo>
                      <a:pt x="9680" y="4537"/>
                      <a:pt x="7677" y="4539"/>
                      <a:pt x="5674" y="4547"/>
                    </a:cubicBezTo>
                    <a:cubicBezTo>
                      <a:pt x="5505" y="5720"/>
                      <a:pt x="5386" y="6862"/>
                      <a:pt x="5406" y="8050"/>
                    </a:cubicBezTo>
                    <a:cubicBezTo>
                      <a:pt x="5406" y="8181"/>
                      <a:pt x="5406" y="8315"/>
                      <a:pt x="5409" y="8453"/>
                    </a:cubicBezTo>
                    <a:cubicBezTo>
                      <a:pt x="5411" y="8871"/>
                      <a:pt x="5417" y="9286"/>
                      <a:pt x="5422" y="9703"/>
                    </a:cubicBezTo>
                    <a:cubicBezTo>
                      <a:pt x="5427" y="10259"/>
                      <a:pt x="5432" y="10815"/>
                      <a:pt x="5437" y="11369"/>
                    </a:cubicBezTo>
                    <a:cubicBezTo>
                      <a:pt x="5439" y="11613"/>
                      <a:pt x="5442" y="11856"/>
                      <a:pt x="5447" y="12108"/>
                    </a:cubicBezTo>
                    <a:cubicBezTo>
                      <a:pt x="5422" y="12701"/>
                      <a:pt x="5422" y="12701"/>
                      <a:pt x="5169" y="13195"/>
                    </a:cubicBezTo>
                    <a:cubicBezTo>
                      <a:pt x="2764" y="12992"/>
                      <a:pt x="2764" y="12992"/>
                      <a:pt x="1881" y="12206"/>
                    </a:cubicBezTo>
                    <a:cubicBezTo>
                      <a:pt x="1105" y="10351"/>
                      <a:pt x="1285" y="8119"/>
                      <a:pt x="1280" y="6150"/>
                    </a:cubicBezTo>
                    <a:cubicBezTo>
                      <a:pt x="1262" y="3118"/>
                      <a:pt x="1262" y="3118"/>
                      <a:pt x="336" y="2103"/>
                    </a:cubicBezTo>
                    <a:cubicBezTo>
                      <a:pt x="111" y="1828"/>
                      <a:pt x="111" y="1828"/>
                      <a:pt x="0" y="1149"/>
                    </a:cubicBezTo>
                    <a:cubicBezTo>
                      <a:pt x="111" y="593"/>
                      <a:pt x="111" y="593"/>
                      <a:pt x="440" y="314"/>
                    </a:cubicBezTo>
                    <a:cubicBezTo>
                      <a:pt x="931" y="67"/>
                      <a:pt x="1242" y="35"/>
                      <a:pt x="1793" y="3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88" name="robot vector"/>
              <p:cNvSpPr/>
              <p:nvPr/>
            </p:nvSpPr>
            <p:spPr>
              <a:xfrm>
                <a:off x="14224111" y="4589774"/>
                <a:ext cx="549397" cy="386767"/>
              </a:xfrm>
              <a:custGeom>
                <a:avLst/>
                <a:gdLst/>
                <a:ahLst/>
                <a:cxnLst/>
                <a:rect l="0" t="0" r="r" b="b"/>
                <a:pathLst>
                  <a:path w="60083" h="42297" fill="norm" stroke="0">
                    <a:moveTo>
                      <a:pt x="33923" y="151"/>
                    </a:moveTo>
                    <a:cubicBezTo>
                      <a:pt x="34295" y="292"/>
                      <a:pt x="34295" y="292"/>
                      <a:pt x="34785" y="848"/>
                    </a:cubicBezTo>
                    <a:cubicBezTo>
                      <a:pt x="35165" y="1811"/>
                      <a:pt x="34934" y="2387"/>
                      <a:pt x="34596" y="3333"/>
                    </a:cubicBezTo>
                    <a:cubicBezTo>
                      <a:pt x="34532" y="4201"/>
                      <a:pt x="34836" y="4623"/>
                      <a:pt x="35266" y="5367"/>
                    </a:cubicBezTo>
                    <a:cubicBezTo>
                      <a:pt x="35506" y="5866"/>
                      <a:pt x="35645" y="6261"/>
                      <a:pt x="35771" y="6790"/>
                    </a:cubicBezTo>
                    <a:cubicBezTo>
                      <a:pt x="36310" y="9021"/>
                      <a:pt x="36310" y="9021"/>
                      <a:pt x="37069" y="9506"/>
                    </a:cubicBezTo>
                    <a:cubicBezTo>
                      <a:pt x="37645" y="9666"/>
                      <a:pt x="37645" y="9666"/>
                      <a:pt x="38245" y="9782"/>
                    </a:cubicBezTo>
                    <a:cubicBezTo>
                      <a:pt x="39850" y="10170"/>
                      <a:pt x="41241" y="11574"/>
                      <a:pt x="42134" y="12893"/>
                    </a:cubicBezTo>
                    <a:cubicBezTo>
                      <a:pt x="43034" y="14541"/>
                      <a:pt x="42999" y="16224"/>
                      <a:pt x="42983" y="18038"/>
                    </a:cubicBezTo>
                    <a:cubicBezTo>
                      <a:pt x="42983" y="18342"/>
                      <a:pt x="42983" y="18646"/>
                      <a:pt x="42983" y="18950"/>
                    </a:cubicBezTo>
                    <a:cubicBezTo>
                      <a:pt x="42983" y="19582"/>
                      <a:pt x="42981" y="20217"/>
                      <a:pt x="42976" y="20850"/>
                    </a:cubicBezTo>
                    <a:cubicBezTo>
                      <a:pt x="42971" y="21658"/>
                      <a:pt x="42971" y="22466"/>
                      <a:pt x="42973" y="23276"/>
                    </a:cubicBezTo>
                    <a:cubicBezTo>
                      <a:pt x="42973" y="23901"/>
                      <a:pt x="42973" y="24529"/>
                      <a:pt x="42971" y="25154"/>
                    </a:cubicBezTo>
                    <a:cubicBezTo>
                      <a:pt x="42968" y="25453"/>
                      <a:pt x="42968" y="25750"/>
                      <a:pt x="42968" y="26049"/>
                    </a:cubicBezTo>
                    <a:cubicBezTo>
                      <a:pt x="42968" y="28902"/>
                      <a:pt x="42968" y="28902"/>
                      <a:pt x="42387" y="30190"/>
                    </a:cubicBezTo>
                    <a:cubicBezTo>
                      <a:pt x="42490" y="30131"/>
                      <a:pt x="42594" y="30071"/>
                      <a:pt x="42703" y="30009"/>
                    </a:cubicBezTo>
                    <a:cubicBezTo>
                      <a:pt x="45826" y="28238"/>
                      <a:pt x="48610" y="27079"/>
                      <a:pt x="52254" y="27986"/>
                    </a:cubicBezTo>
                    <a:cubicBezTo>
                      <a:pt x="54965" y="28754"/>
                      <a:pt x="57271" y="30556"/>
                      <a:pt x="58641" y="32989"/>
                    </a:cubicBezTo>
                    <a:cubicBezTo>
                      <a:pt x="59774" y="35379"/>
                      <a:pt x="60083" y="38361"/>
                      <a:pt x="59218" y="40891"/>
                    </a:cubicBezTo>
                    <a:cubicBezTo>
                      <a:pt x="59023" y="41376"/>
                      <a:pt x="58808" y="41833"/>
                      <a:pt x="58571" y="42297"/>
                    </a:cubicBezTo>
                    <a:cubicBezTo>
                      <a:pt x="58404" y="42297"/>
                      <a:pt x="58237" y="42297"/>
                      <a:pt x="58065" y="42297"/>
                    </a:cubicBezTo>
                    <a:cubicBezTo>
                      <a:pt x="58285" y="41124"/>
                      <a:pt x="58285" y="41124"/>
                      <a:pt x="58571" y="40568"/>
                    </a:cubicBezTo>
                    <a:cubicBezTo>
                      <a:pt x="59046" y="37734"/>
                      <a:pt x="58937" y="34885"/>
                      <a:pt x="57306" y="32414"/>
                    </a:cubicBezTo>
                    <a:cubicBezTo>
                      <a:pt x="55862" y="30486"/>
                      <a:pt x="54158" y="29187"/>
                      <a:pt x="51743" y="28707"/>
                    </a:cubicBezTo>
                    <a:cubicBezTo>
                      <a:pt x="48744" y="28406"/>
                      <a:pt x="45950" y="28552"/>
                      <a:pt x="43540" y="30437"/>
                    </a:cubicBezTo>
                    <a:cubicBezTo>
                      <a:pt x="43145" y="30758"/>
                      <a:pt x="42766" y="31087"/>
                      <a:pt x="42387" y="31425"/>
                    </a:cubicBezTo>
                    <a:cubicBezTo>
                      <a:pt x="42243" y="31549"/>
                      <a:pt x="42098" y="31670"/>
                      <a:pt x="41952" y="31796"/>
                    </a:cubicBezTo>
                    <a:cubicBezTo>
                      <a:pt x="41562" y="32241"/>
                      <a:pt x="41474" y="32569"/>
                      <a:pt x="41360" y="33140"/>
                    </a:cubicBezTo>
                    <a:cubicBezTo>
                      <a:pt x="41246" y="33689"/>
                      <a:pt x="41145" y="34104"/>
                      <a:pt x="40859" y="34593"/>
                    </a:cubicBezTo>
                    <a:cubicBezTo>
                      <a:pt x="40465" y="35465"/>
                      <a:pt x="40526" y="36377"/>
                      <a:pt x="40518" y="37323"/>
                    </a:cubicBezTo>
                    <a:cubicBezTo>
                      <a:pt x="40488" y="38087"/>
                      <a:pt x="40445" y="38613"/>
                      <a:pt x="39901" y="39191"/>
                    </a:cubicBezTo>
                    <a:cubicBezTo>
                      <a:pt x="39342" y="39587"/>
                      <a:pt x="39155" y="39715"/>
                      <a:pt x="38482" y="39626"/>
                    </a:cubicBezTo>
                    <a:cubicBezTo>
                      <a:pt x="37666" y="39463"/>
                      <a:pt x="37327" y="39132"/>
                      <a:pt x="36839" y="38482"/>
                    </a:cubicBezTo>
                    <a:cubicBezTo>
                      <a:pt x="36318" y="37699"/>
                      <a:pt x="36318" y="37699"/>
                      <a:pt x="36318" y="37108"/>
                    </a:cubicBezTo>
                    <a:cubicBezTo>
                      <a:pt x="35898" y="36935"/>
                      <a:pt x="35478" y="36775"/>
                      <a:pt x="35053" y="36614"/>
                    </a:cubicBezTo>
                    <a:cubicBezTo>
                      <a:pt x="34894" y="36550"/>
                      <a:pt x="34735" y="36483"/>
                      <a:pt x="34568" y="36417"/>
                    </a:cubicBezTo>
                    <a:cubicBezTo>
                      <a:pt x="32813" y="35759"/>
                      <a:pt x="30858" y="35512"/>
                      <a:pt x="29043" y="36100"/>
                    </a:cubicBezTo>
                    <a:cubicBezTo>
                      <a:pt x="28479" y="36367"/>
                      <a:pt x="28479" y="36367"/>
                      <a:pt x="28114" y="36770"/>
                    </a:cubicBezTo>
                    <a:cubicBezTo>
                      <a:pt x="27664" y="37155"/>
                      <a:pt x="27525" y="37168"/>
                      <a:pt x="26946" y="37185"/>
                    </a:cubicBezTo>
                    <a:cubicBezTo>
                      <a:pt x="26203" y="37108"/>
                      <a:pt x="26203" y="37108"/>
                      <a:pt x="25697" y="36614"/>
                    </a:cubicBezTo>
                    <a:cubicBezTo>
                      <a:pt x="25639" y="36204"/>
                      <a:pt x="25639" y="36204"/>
                      <a:pt x="25649" y="35749"/>
                    </a:cubicBezTo>
                    <a:cubicBezTo>
                      <a:pt x="25651" y="35599"/>
                      <a:pt x="25651" y="35448"/>
                      <a:pt x="25654" y="35295"/>
                    </a:cubicBezTo>
                    <a:cubicBezTo>
                      <a:pt x="25697" y="34885"/>
                      <a:pt x="25697" y="34885"/>
                      <a:pt x="25950" y="34390"/>
                    </a:cubicBezTo>
                    <a:cubicBezTo>
                      <a:pt x="26081" y="34390"/>
                      <a:pt x="26210" y="34390"/>
                      <a:pt x="26344" y="34390"/>
                    </a:cubicBezTo>
                    <a:cubicBezTo>
                      <a:pt x="27589" y="34385"/>
                      <a:pt x="28830" y="34376"/>
                      <a:pt x="30072" y="34358"/>
                    </a:cubicBezTo>
                    <a:cubicBezTo>
                      <a:pt x="30709" y="34348"/>
                      <a:pt x="31349" y="34343"/>
                      <a:pt x="31986" y="34341"/>
                    </a:cubicBezTo>
                    <a:cubicBezTo>
                      <a:pt x="37370" y="34326"/>
                      <a:pt x="37370" y="34326"/>
                      <a:pt x="39352" y="32908"/>
                    </a:cubicBezTo>
                    <a:cubicBezTo>
                      <a:pt x="39506" y="32814"/>
                      <a:pt x="39658" y="32720"/>
                      <a:pt x="39817" y="32624"/>
                    </a:cubicBezTo>
                    <a:cubicBezTo>
                      <a:pt x="41135" y="31803"/>
                      <a:pt x="41454" y="30341"/>
                      <a:pt x="41881" y="28954"/>
                    </a:cubicBezTo>
                    <a:cubicBezTo>
                      <a:pt x="41924" y="28838"/>
                      <a:pt x="41969" y="28722"/>
                      <a:pt x="42015" y="28601"/>
                    </a:cubicBezTo>
                    <a:cubicBezTo>
                      <a:pt x="42151" y="28154"/>
                      <a:pt x="42177" y="27761"/>
                      <a:pt x="42189" y="27296"/>
                    </a:cubicBezTo>
                    <a:cubicBezTo>
                      <a:pt x="42192" y="27205"/>
                      <a:pt x="42192" y="27205"/>
                      <a:pt x="42207" y="26743"/>
                    </a:cubicBezTo>
                    <a:cubicBezTo>
                      <a:pt x="42212" y="26545"/>
                      <a:pt x="42217" y="26348"/>
                      <a:pt x="42222" y="26145"/>
                    </a:cubicBezTo>
                    <a:cubicBezTo>
                      <a:pt x="42227" y="25940"/>
                      <a:pt x="42235" y="25735"/>
                      <a:pt x="42240" y="25525"/>
                    </a:cubicBezTo>
                    <a:cubicBezTo>
                      <a:pt x="42253" y="25087"/>
                      <a:pt x="42263" y="24652"/>
                      <a:pt x="42275" y="24218"/>
                    </a:cubicBezTo>
                    <a:cubicBezTo>
                      <a:pt x="42291" y="23560"/>
                      <a:pt x="42311" y="22903"/>
                      <a:pt x="42331" y="22248"/>
                    </a:cubicBezTo>
                    <a:cubicBezTo>
                      <a:pt x="42556" y="14158"/>
                      <a:pt x="42556" y="14158"/>
                      <a:pt x="40263" y="11781"/>
                    </a:cubicBezTo>
                    <a:cubicBezTo>
                      <a:pt x="39299" y="10897"/>
                      <a:pt x="38647" y="10403"/>
                      <a:pt x="37296" y="10375"/>
                    </a:cubicBezTo>
                    <a:cubicBezTo>
                      <a:pt x="36780" y="10333"/>
                      <a:pt x="36780" y="10333"/>
                      <a:pt x="36318" y="10175"/>
                    </a:cubicBezTo>
                    <a:cubicBezTo>
                      <a:pt x="35283" y="8881"/>
                      <a:pt x="35056" y="7062"/>
                      <a:pt x="34800" y="5481"/>
                    </a:cubicBezTo>
                    <a:cubicBezTo>
                      <a:pt x="34634" y="5481"/>
                      <a:pt x="34467" y="5481"/>
                      <a:pt x="34295" y="5481"/>
                    </a:cubicBezTo>
                    <a:cubicBezTo>
                      <a:pt x="34310" y="5589"/>
                      <a:pt x="34328" y="5698"/>
                      <a:pt x="34345" y="5809"/>
                    </a:cubicBezTo>
                    <a:cubicBezTo>
                      <a:pt x="34419" y="6301"/>
                      <a:pt x="34492" y="6795"/>
                      <a:pt x="34563" y="7287"/>
                    </a:cubicBezTo>
                    <a:cubicBezTo>
                      <a:pt x="34591" y="7457"/>
                      <a:pt x="34616" y="7628"/>
                      <a:pt x="34644" y="7803"/>
                    </a:cubicBezTo>
                    <a:cubicBezTo>
                      <a:pt x="34666" y="7969"/>
                      <a:pt x="34689" y="8134"/>
                      <a:pt x="34714" y="8305"/>
                    </a:cubicBezTo>
                    <a:cubicBezTo>
                      <a:pt x="34737" y="8456"/>
                      <a:pt x="34760" y="8606"/>
                      <a:pt x="34783" y="8762"/>
                    </a:cubicBezTo>
                    <a:cubicBezTo>
                      <a:pt x="34800" y="9224"/>
                      <a:pt x="34752" y="9513"/>
                      <a:pt x="34548" y="9928"/>
                    </a:cubicBezTo>
                    <a:cubicBezTo>
                      <a:pt x="33991" y="10200"/>
                      <a:pt x="33708" y="10207"/>
                      <a:pt x="33094" y="10210"/>
                    </a:cubicBezTo>
                    <a:cubicBezTo>
                      <a:pt x="32896" y="10212"/>
                      <a:pt x="32699" y="10212"/>
                      <a:pt x="32494" y="10215"/>
                    </a:cubicBezTo>
                    <a:cubicBezTo>
                      <a:pt x="32386" y="10215"/>
                      <a:pt x="32386" y="10215"/>
                      <a:pt x="31837" y="10215"/>
                    </a:cubicBezTo>
                    <a:cubicBezTo>
                      <a:pt x="31609" y="10217"/>
                      <a:pt x="31382" y="10217"/>
                      <a:pt x="31146" y="10220"/>
                    </a:cubicBezTo>
                    <a:cubicBezTo>
                      <a:pt x="30519" y="10222"/>
                      <a:pt x="29892" y="10225"/>
                      <a:pt x="29268" y="10225"/>
                    </a:cubicBezTo>
                    <a:cubicBezTo>
                      <a:pt x="28876" y="10225"/>
                      <a:pt x="28484" y="10227"/>
                      <a:pt x="28092" y="10227"/>
                    </a:cubicBezTo>
                    <a:cubicBezTo>
                      <a:pt x="26868" y="10232"/>
                      <a:pt x="25644" y="10235"/>
                      <a:pt x="24420" y="10235"/>
                    </a:cubicBezTo>
                    <a:cubicBezTo>
                      <a:pt x="23006" y="10235"/>
                      <a:pt x="21593" y="10240"/>
                      <a:pt x="20179" y="10247"/>
                    </a:cubicBezTo>
                    <a:cubicBezTo>
                      <a:pt x="19087" y="10252"/>
                      <a:pt x="17994" y="10254"/>
                      <a:pt x="16902" y="10254"/>
                    </a:cubicBezTo>
                    <a:cubicBezTo>
                      <a:pt x="16250" y="10254"/>
                      <a:pt x="15597" y="10257"/>
                      <a:pt x="14945" y="10262"/>
                    </a:cubicBezTo>
                    <a:cubicBezTo>
                      <a:pt x="14217" y="10267"/>
                      <a:pt x="13488" y="10264"/>
                      <a:pt x="12760" y="10264"/>
                    </a:cubicBezTo>
                    <a:cubicBezTo>
                      <a:pt x="12545" y="10267"/>
                      <a:pt x="12328" y="10269"/>
                      <a:pt x="12105" y="10269"/>
                    </a:cubicBezTo>
                    <a:cubicBezTo>
                      <a:pt x="11908" y="10269"/>
                      <a:pt x="11708" y="10267"/>
                      <a:pt x="11506" y="10267"/>
                    </a:cubicBezTo>
                    <a:cubicBezTo>
                      <a:pt x="11334" y="10267"/>
                      <a:pt x="11162" y="10267"/>
                      <a:pt x="10982" y="10267"/>
                    </a:cubicBezTo>
                    <a:cubicBezTo>
                      <a:pt x="10373" y="10146"/>
                      <a:pt x="10145" y="9908"/>
                      <a:pt x="9766" y="9434"/>
                    </a:cubicBezTo>
                    <a:cubicBezTo>
                      <a:pt x="9645" y="8777"/>
                      <a:pt x="9645" y="8777"/>
                      <a:pt x="9607" y="8045"/>
                    </a:cubicBezTo>
                    <a:cubicBezTo>
                      <a:pt x="9533" y="6736"/>
                      <a:pt x="9533" y="6736"/>
                      <a:pt x="9260" y="6469"/>
                    </a:cubicBezTo>
                    <a:cubicBezTo>
                      <a:pt x="9250" y="6575"/>
                      <a:pt x="9240" y="6684"/>
                      <a:pt x="9230" y="6793"/>
                    </a:cubicBezTo>
                    <a:cubicBezTo>
                      <a:pt x="9182" y="7282"/>
                      <a:pt x="9126" y="7771"/>
                      <a:pt x="9071" y="8260"/>
                    </a:cubicBezTo>
                    <a:cubicBezTo>
                      <a:pt x="9063" y="8344"/>
                      <a:pt x="9063" y="8344"/>
                      <a:pt x="9023" y="8772"/>
                    </a:cubicBezTo>
                    <a:cubicBezTo>
                      <a:pt x="8856" y="10178"/>
                      <a:pt x="8856" y="10178"/>
                      <a:pt x="8277" y="10753"/>
                    </a:cubicBezTo>
                    <a:cubicBezTo>
                      <a:pt x="8100" y="10889"/>
                      <a:pt x="7925" y="11023"/>
                      <a:pt x="7743" y="11164"/>
                    </a:cubicBezTo>
                    <a:cubicBezTo>
                      <a:pt x="7677" y="11216"/>
                      <a:pt x="7677" y="11216"/>
                      <a:pt x="7349" y="11477"/>
                    </a:cubicBezTo>
                    <a:cubicBezTo>
                      <a:pt x="7227" y="11569"/>
                      <a:pt x="7108" y="11658"/>
                      <a:pt x="6984" y="11752"/>
                    </a:cubicBezTo>
                    <a:cubicBezTo>
                      <a:pt x="5672" y="12829"/>
                      <a:pt x="5199" y="13709"/>
                      <a:pt x="4977" y="15379"/>
                    </a:cubicBezTo>
                    <a:cubicBezTo>
                      <a:pt x="4832" y="16449"/>
                      <a:pt x="4671" y="17170"/>
                      <a:pt x="3788" y="17870"/>
                    </a:cubicBezTo>
                    <a:cubicBezTo>
                      <a:pt x="3462" y="18070"/>
                      <a:pt x="3120" y="18248"/>
                      <a:pt x="2779" y="18423"/>
                    </a:cubicBezTo>
                    <a:cubicBezTo>
                      <a:pt x="1932" y="18989"/>
                      <a:pt x="1697" y="19599"/>
                      <a:pt x="1421" y="20553"/>
                    </a:cubicBezTo>
                    <a:cubicBezTo>
                      <a:pt x="1310" y="21458"/>
                      <a:pt x="1302" y="22347"/>
                      <a:pt x="1310" y="23256"/>
                    </a:cubicBezTo>
                    <a:cubicBezTo>
                      <a:pt x="1305" y="23491"/>
                      <a:pt x="1300" y="23726"/>
                      <a:pt x="1295" y="23968"/>
                    </a:cubicBezTo>
                    <a:cubicBezTo>
                      <a:pt x="1295" y="25502"/>
                      <a:pt x="1500" y="26703"/>
                      <a:pt x="2433" y="27966"/>
                    </a:cubicBezTo>
                    <a:cubicBezTo>
                      <a:pt x="2956" y="28403"/>
                      <a:pt x="2956" y="28403"/>
                      <a:pt x="3474" y="28660"/>
                    </a:cubicBezTo>
                    <a:cubicBezTo>
                      <a:pt x="4170" y="29016"/>
                      <a:pt x="4592" y="29256"/>
                      <a:pt x="4961" y="29943"/>
                    </a:cubicBezTo>
                    <a:cubicBezTo>
                      <a:pt x="5030" y="30173"/>
                      <a:pt x="5095" y="30402"/>
                      <a:pt x="5166" y="30637"/>
                    </a:cubicBezTo>
                    <a:cubicBezTo>
                      <a:pt x="5707" y="32253"/>
                      <a:pt x="6886" y="33101"/>
                      <a:pt x="8373" y="33884"/>
                    </a:cubicBezTo>
                    <a:cubicBezTo>
                      <a:pt x="9407" y="34306"/>
                      <a:pt x="10370" y="34314"/>
                      <a:pt x="11480" y="34301"/>
                    </a:cubicBezTo>
                    <a:cubicBezTo>
                      <a:pt x="11706" y="34304"/>
                      <a:pt x="11931" y="34306"/>
                      <a:pt x="12163" y="34309"/>
                    </a:cubicBezTo>
                    <a:cubicBezTo>
                      <a:pt x="12876" y="34316"/>
                      <a:pt x="13589" y="34314"/>
                      <a:pt x="14303" y="34314"/>
                    </a:cubicBezTo>
                    <a:cubicBezTo>
                      <a:pt x="15021" y="34316"/>
                      <a:pt x="15739" y="34319"/>
                      <a:pt x="16460" y="34326"/>
                    </a:cubicBezTo>
                    <a:cubicBezTo>
                      <a:pt x="16905" y="34329"/>
                      <a:pt x="17350" y="34331"/>
                      <a:pt x="17795" y="34329"/>
                    </a:cubicBezTo>
                    <a:cubicBezTo>
                      <a:pt x="17896" y="34329"/>
                      <a:pt x="17896" y="34329"/>
                      <a:pt x="18402" y="34331"/>
                    </a:cubicBezTo>
                    <a:cubicBezTo>
                      <a:pt x="18490" y="34331"/>
                      <a:pt x="18490" y="34331"/>
                      <a:pt x="18935" y="34331"/>
                    </a:cubicBezTo>
                    <a:cubicBezTo>
                      <a:pt x="19375" y="34390"/>
                      <a:pt x="19375" y="34390"/>
                      <a:pt x="19881" y="34885"/>
                    </a:cubicBezTo>
                    <a:cubicBezTo>
                      <a:pt x="19947" y="35240"/>
                      <a:pt x="19947" y="35240"/>
                      <a:pt x="19944" y="35626"/>
                    </a:cubicBezTo>
                    <a:cubicBezTo>
                      <a:pt x="19944" y="35690"/>
                      <a:pt x="19944" y="35690"/>
                      <a:pt x="19947" y="36011"/>
                    </a:cubicBezTo>
                    <a:cubicBezTo>
                      <a:pt x="19881" y="36367"/>
                      <a:pt x="19881" y="36367"/>
                      <a:pt x="19375" y="36861"/>
                    </a:cubicBezTo>
                    <a:cubicBezTo>
                      <a:pt x="18541" y="36780"/>
                      <a:pt x="18207" y="36708"/>
                      <a:pt x="17605" y="36120"/>
                    </a:cubicBezTo>
                    <a:cubicBezTo>
                      <a:pt x="16432" y="35799"/>
                      <a:pt x="15157" y="35838"/>
                      <a:pt x="13946" y="35848"/>
                    </a:cubicBezTo>
                    <a:cubicBezTo>
                      <a:pt x="13777" y="35848"/>
                      <a:pt x="13605" y="35851"/>
                      <a:pt x="13428" y="35851"/>
                    </a:cubicBezTo>
                    <a:cubicBezTo>
                      <a:pt x="12886" y="35851"/>
                      <a:pt x="12345" y="35856"/>
                      <a:pt x="11804" y="35858"/>
                    </a:cubicBezTo>
                    <a:cubicBezTo>
                      <a:pt x="11435" y="35858"/>
                      <a:pt x="11066" y="35861"/>
                      <a:pt x="10697" y="35861"/>
                    </a:cubicBezTo>
                    <a:cubicBezTo>
                      <a:pt x="9796" y="35863"/>
                      <a:pt x="8896" y="35868"/>
                      <a:pt x="7996" y="35873"/>
                    </a:cubicBezTo>
                    <a:cubicBezTo>
                      <a:pt x="8079" y="35710"/>
                      <a:pt x="8163" y="35547"/>
                      <a:pt x="8249" y="35379"/>
                    </a:cubicBezTo>
                    <a:cubicBezTo>
                      <a:pt x="8499" y="35379"/>
                      <a:pt x="8749" y="35379"/>
                      <a:pt x="9007" y="35379"/>
                    </a:cubicBezTo>
                    <a:cubicBezTo>
                      <a:pt x="8406" y="34744"/>
                      <a:pt x="7733" y="34279"/>
                      <a:pt x="7000" y="33805"/>
                    </a:cubicBezTo>
                    <a:cubicBezTo>
                      <a:pt x="5508" y="32799"/>
                      <a:pt x="4865" y="32008"/>
                      <a:pt x="4107" y="30407"/>
                    </a:cubicBezTo>
                    <a:cubicBezTo>
                      <a:pt x="3626" y="29426"/>
                      <a:pt x="3315" y="28991"/>
                      <a:pt x="2286" y="28611"/>
                    </a:cubicBezTo>
                    <a:cubicBezTo>
                      <a:pt x="1608" y="28327"/>
                      <a:pt x="1252" y="27852"/>
                      <a:pt x="915" y="27225"/>
                    </a:cubicBezTo>
                    <a:cubicBezTo>
                      <a:pt x="46" y="24964"/>
                      <a:pt x="0" y="21571"/>
                      <a:pt x="915" y="19318"/>
                    </a:cubicBezTo>
                    <a:cubicBezTo>
                      <a:pt x="1446" y="18428"/>
                      <a:pt x="1965" y="17880"/>
                      <a:pt x="2969" y="17558"/>
                    </a:cubicBezTo>
                    <a:cubicBezTo>
                      <a:pt x="3358" y="17395"/>
                      <a:pt x="3358" y="17395"/>
                      <a:pt x="3697" y="17094"/>
                    </a:cubicBezTo>
                    <a:cubicBezTo>
                      <a:pt x="3960" y="16367"/>
                      <a:pt x="4119" y="15641"/>
                      <a:pt x="4281" y="14887"/>
                    </a:cubicBezTo>
                    <a:cubicBezTo>
                      <a:pt x="4638" y="13259"/>
                      <a:pt x="5204" y="12318"/>
                      <a:pt x="6605" y="11364"/>
                    </a:cubicBezTo>
                    <a:cubicBezTo>
                      <a:pt x="8264" y="10158"/>
                      <a:pt x="8342" y="8040"/>
                      <a:pt x="8638" y="6172"/>
                    </a:cubicBezTo>
                    <a:cubicBezTo>
                      <a:pt x="8767" y="5300"/>
                      <a:pt x="8747" y="4603"/>
                      <a:pt x="8502" y="3751"/>
                    </a:cubicBezTo>
                    <a:cubicBezTo>
                      <a:pt x="8335" y="3588"/>
                      <a:pt x="8168" y="3425"/>
                      <a:pt x="7996" y="3257"/>
                    </a:cubicBezTo>
                    <a:cubicBezTo>
                      <a:pt x="7945" y="2829"/>
                      <a:pt x="7945" y="2829"/>
                      <a:pt x="7963" y="2362"/>
                    </a:cubicBezTo>
                    <a:cubicBezTo>
                      <a:pt x="7968" y="2204"/>
                      <a:pt x="7973" y="2048"/>
                      <a:pt x="7978" y="1888"/>
                    </a:cubicBezTo>
                    <a:cubicBezTo>
                      <a:pt x="7983" y="1769"/>
                      <a:pt x="7988" y="1651"/>
                      <a:pt x="7996" y="1527"/>
                    </a:cubicBezTo>
                    <a:cubicBezTo>
                      <a:pt x="8413" y="1445"/>
                      <a:pt x="8830" y="1364"/>
                      <a:pt x="9260" y="1280"/>
                    </a:cubicBezTo>
                    <a:cubicBezTo>
                      <a:pt x="9093" y="1932"/>
                      <a:pt x="8926" y="2585"/>
                      <a:pt x="8754" y="3257"/>
                    </a:cubicBezTo>
                    <a:cubicBezTo>
                      <a:pt x="9422" y="3257"/>
                      <a:pt x="10090" y="3257"/>
                      <a:pt x="10777" y="3257"/>
                    </a:cubicBezTo>
                    <a:cubicBezTo>
                      <a:pt x="10694" y="3501"/>
                      <a:pt x="10611" y="3746"/>
                      <a:pt x="10525" y="3998"/>
                    </a:cubicBezTo>
                    <a:cubicBezTo>
                      <a:pt x="10525" y="5792"/>
                      <a:pt x="10525" y="7586"/>
                      <a:pt x="10525" y="9434"/>
                    </a:cubicBezTo>
                    <a:cubicBezTo>
                      <a:pt x="18285" y="9434"/>
                      <a:pt x="26046" y="9434"/>
                      <a:pt x="34042" y="9434"/>
                    </a:cubicBezTo>
                    <a:cubicBezTo>
                      <a:pt x="33437" y="4719"/>
                      <a:pt x="33437" y="4719"/>
                      <a:pt x="32272" y="3010"/>
                    </a:cubicBezTo>
                    <a:cubicBezTo>
                      <a:pt x="32365" y="2592"/>
                      <a:pt x="32365" y="2592"/>
                      <a:pt x="32525" y="2268"/>
                    </a:cubicBezTo>
                    <a:cubicBezTo>
                      <a:pt x="32942" y="2350"/>
                      <a:pt x="33359" y="2431"/>
                      <a:pt x="33789" y="2515"/>
                    </a:cubicBezTo>
                    <a:cubicBezTo>
                      <a:pt x="33872" y="2108"/>
                      <a:pt x="33956" y="1700"/>
                      <a:pt x="34042" y="1280"/>
                    </a:cubicBezTo>
                    <a:cubicBezTo>
                      <a:pt x="33412" y="1109"/>
                      <a:pt x="32934" y="1033"/>
                      <a:pt x="32272" y="1033"/>
                    </a:cubicBezTo>
                    <a:cubicBezTo>
                      <a:pt x="32272" y="788"/>
                      <a:pt x="32272" y="544"/>
                      <a:pt x="32272" y="292"/>
                    </a:cubicBezTo>
                    <a:cubicBezTo>
                      <a:pt x="32871" y="0"/>
                      <a:pt x="33273" y="30"/>
                      <a:pt x="33923" y="151"/>
                    </a:cubicBezTo>
                    <a:close/>
                  </a:path>
                </a:pathLst>
              </a:custGeom>
              <a:solidFill>
                <a:srgbClr val="565148"/>
              </a:solidFill>
              <a:ln w="0">
                <a:noFill/>
              </a:ln>
            </p:spPr>
          </p:sp>
          <p:sp>
            <p:nvSpPr>
              <p:cNvPr id="889" name="robot vector"/>
              <p:cNvSpPr/>
              <p:nvPr/>
            </p:nvSpPr>
            <p:spPr>
              <a:xfrm>
                <a:off x="14174671" y="4958467"/>
                <a:ext cx="123568" cy="167197"/>
              </a:xfrm>
              <a:custGeom>
                <a:avLst/>
                <a:gdLst/>
                <a:ahLst/>
                <a:cxnLst/>
                <a:rect l="0" t="0" r="r" b="b"/>
                <a:pathLst>
                  <a:path w="13514" h="18285" fill="norm" stroke="0">
                    <a:moveTo>
                      <a:pt x="5310" y="0"/>
                    </a:moveTo>
                    <a:cubicBezTo>
                      <a:pt x="6848" y="86"/>
                      <a:pt x="7998" y="465"/>
                      <a:pt x="9341" y="1189"/>
                    </a:cubicBezTo>
                    <a:cubicBezTo>
                      <a:pt x="9511" y="1275"/>
                      <a:pt x="9680" y="1359"/>
                      <a:pt x="9854" y="1445"/>
                    </a:cubicBezTo>
                    <a:cubicBezTo>
                      <a:pt x="11043" y="2073"/>
                      <a:pt x="11043" y="2073"/>
                      <a:pt x="11402" y="2728"/>
                    </a:cubicBezTo>
                    <a:cubicBezTo>
                      <a:pt x="11374" y="3353"/>
                      <a:pt x="11187" y="3617"/>
                      <a:pt x="10795" y="4107"/>
                    </a:cubicBezTo>
                    <a:cubicBezTo>
                      <a:pt x="10681" y="4255"/>
                      <a:pt x="10568" y="4401"/>
                      <a:pt x="10449" y="4549"/>
                    </a:cubicBezTo>
                    <a:cubicBezTo>
                      <a:pt x="10115" y="4942"/>
                      <a:pt x="10115" y="4942"/>
                      <a:pt x="9609" y="5436"/>
                    </a:cubicBezTo>
                    <a:cubicBezTo>
                      <a:pt x="11571" y="7131"/>
                      <a:pt x="11571" y="7131"/>
                      <a:pt x="12360" y="7722"/>
                    </a:cubicBezTo>
                    <a:cubicBezTo>
                      <a:pt x="13089" y="8310"/>
                      <a:pt x="13349" y="8601"/>
                      <a:pt x="13514" y="9513"/>
                    </a:cubicBezTo>
                    <a:cubicBezTo>
                      <a:pt x="13476" y="9716"/>
                      <a:pt x="13440" y="9921"/>
                      <a:pt x="13402" y="10131"/>
                    </a:cubicBezTo>
                    <a:cubicBezTo>
                      <a:pt x="12849" y="10501"/>
                      <a:pt x="12849" y="10501"/>
                      <a:pt x="12502" y="10669"/>
                    </a:cubicBezTo>
                    <a:cubicBezTo>
                      <a:pt x="11703" y="11112"/>
                      <a:pt x="11028" y="11804"/>
                      <a:pt x="10621" y="12602"/>
                    </a:cubicBezTo>
                    <a:cubicBezTo>
                      <a:pt x="10606" y="12970"/>
                      <a:pt x="10606" y="13338"/>
                      <a:pt x="10613" y="13704"/>
                    </a:cubicBezTo>
                    <a:cubicBezTo>
                      <a:pt x="10616" y="13924"/>
                      <a:pt x="10621" y="14141"/>
                      <a:pt x="10623" y="14366"/>
                    </a:cubicBezTo>
                    <a:cubicBezTo>
                      <a:pt x="10631" y="14826"/>
                      <a:pt x="10641" y="15285"/>
                      <a:pt x="10654" y="15745"/>
                    </a:cubicBezTo>
                    <a:cubicBezTo>
                      <a:pt x="10656" y="15965"/>
                      <a:pt x="10659" y="16182"/>
                      <a:pt x="10661" y="16407"/>
                    </a:cubicBezTo>
                    <a:cubicBezTo>
                      <a:pt x="10666" y="16607"/>
                      <a:pt x="10669" y="16807"/>
                      <a:pt x="10674" y="17015"/>
                    </a:cubicBezTo>
                    <a:cubicBezTo>
                      <a:pt x="10616" y="17586"/>
                      <a:pt x="10482" y="17845"/>
                      <a:pt x="10115" y="18285"/>
                    </a:cubicBezTo>
                    <a:cubicBezTo>
                      <a:pt x="8800" y="18085"/>
                      <a:pt x="7895" y="17539"/>
                      <a:pt x="6785" y="16847"/>
                    </a:cubicBezTo>
                    <a:cubicBezTo>
                      <a:pt x="6469" y="16649"/>
                      <a:pt x="6147" y="16459"/>
                      <a:pt x="5826" y="16266"/>
                    </a:cubicBezTo>
                    <a:cubicBezTo>
                      <a:pt x="4370" y="15369"/>
                      <a:pt x="3060" y="14383"/>
                      <a:pt x="2276" y="12849"/>
                    </a:cubicBezTo>
                    <a:cubicBezTo>
                      <a:pt x="2149" y="11438"/>
                      <a:pt x="2316" y="10230"/>
                      <a:pt x="2782" y="8895"/>
                    </a:cubicBezTo>
                    <a:cubicBezTo>
                      <a:pt x="2448" y="9385"/>
                      <a:pt x="2114" y="9874"/>
                      <a:pt x="1770" y="10378"/>
                    </a:cubicBezTo>
                    <a:cubicBezTo>
                      <a:pt x="1312" y="10363"/>
                      <a:pt x="1312" y="10363"/>
                      <a:pt x="759" y="10131"/>
                    </a:cubicBezTo>
                    <a:cubicBezTo>
                      <a:pt x="321" y="9592"/>
                      <a:pt x="114" y="9078"/>
                      <a:pt x="0" y="8401"/>
                    </a:cubicBezTo>
                    <a:cubicBezTo>
                      <a:pt x="147" y="7311"/>
                      <a:pt x="496" y="6298"/>
                      <a:pt x="1360" y="5560"/>
                    </a:cubicBezTo>
                    <a:cubicBezTo>
                      <a:pt x="1977" y="5164"/>
                      <a:pt x="2541" y="4979"/>
                      <a:pt x="3287" y="4942"/>
                    </a:cubicBezTo>
                    <a:cubicBezTo>
                      <a:pt x="3871" y="5174"/>
                      <a:pt x="3871" y="5174"/>
                      <a:pt x="4299" y="5436"/>
                    </a:cubicBezTo>
                    <a:cubicBezTo>
                      <a:pt x="4299" y="5844"/>
                      <a:pt x="4299" y="6251"/>
                      <a:pt x="4299" y="6672"/>
                    </a:cubicBezTo>
                    <a:cubicBezTo>
                      <a:pt x="4590" y="6518"/>
                      <a:pt x="4878" y="6365"/>
                      <a:pt x="5169" y="6207"/>
                    </a:cubicBezTo>
                    <a:cubicBezTo>
                      <a:pt x="5331" y="6123"/>
                      <a:pt x="5490" y="6036"/>
                      <a:pt x="5657" y="5948"/>
                    </a:cubicBezTo>
                    <a:cubicBezTo>
                      <a:pt x="6069" y="5683"/>
                      <a:pt x="6069" y="5683"/>
                      <a:pt x="6322" y="5189"/>
                    </a:cubicBezTo>
                    <a:cubicBezTo>
                      <a:pt x="6107" y="5105"/>
                      <a:pt x="5889" y="5021"/>
                      <a:pt x="5667" y="4937"/>
                    </a:cubicBezTo>
                    <a:cubicBezTo>
                      <a:pt x="5384" y="4826"/>
                      <a:pt x="5103" y="4715"/>
                      <a:pt x="4820" y="4601"/>
                    </a:cubicBezTo>
                    <a:cubicBezTo>
                      <a:pt x="4749" y="4574"/>
                      <a:pt x="4749" y="4574"/>
                      <a:pt x="4387" y="4435"/>
                    </a:cubicBezTo>
                    <a:cubicBezTo>
                      <a:pt x="4253" y="4381"/>
                      <a:pt x="4117" y="4327"/>
                      <a:pt x="3975" y="4272"/>
                    </a:cubicBezTo>
                    <a:cubicBezTo>
                      <a:pt x="3851" y="4223"/>
                      <a:pt x="3725" y="4173"/>
                      <a:pt x="3596" y="4124"/>
                    </a:cubicBezTo>
                    <a:cubicBezTo>
                      <a:pt x="3287" y="3953"/>
                      <a:pt x="3287" y="3953"/>
                      <a:pt x="3034" y="3459"/>
                    </a:cubicBezTo>
                    <a:cubicBezTo>
                      <a:pt x="3576" y="2157"/>
                      <a:pt x="4428" y="1100"/>
                      <a:pt x="5310" y="0"/>
                    </a:cubicBezTo>
                    <a:close/>
                  </a:path>
                </a:pathLst>
              </a:custGeom>
              <a:solidFill>
                <a:srgbClr val="545047"/>
              </a:solidFill>
              <a:ln w="0">
                <a:noFill/>
              </a:ln>
            </p:spPr>
          </p:sp>
          <p:sp>
            <p:nvSpPr>
              <p:cNvPr id="890" name="robot vector"/>
              <p:cNvSpPr/>
              <p:nvPr/>
            </p:nvSpPr>
            <p:spPr>
              <a:xfrm>
                <a:off x="14610252" y="4869581"/>
                <a:ext cx="118990" cy="128380"/>
              </a:xfrm>
              <a:custGeom>
                <a:avLst/>
                <a:gdLst/>
                <a:ahLst/>
                <a:cxnLst/>
                <a:rect l="0" t="0" r="r" b="b"/>
                <a:pathLst>
                  <a:path w="13013" h="14040" fill="norm" stroke="0">
                    <a:moveTo>
                      <a:pt x="7096" y="22"/>
                    </a:moveTo>
                    <a:cubicBezTo>
                      <a:pt x="7240" y="17"/>
                      <a:pt x="7386" y="12"/>
                      <a:pt x="7536" y="7"/>
                    </a:cubicBezTo>
                    <a:cubicBezTo>
                      <a:pt x="8292" y="0"/>
                      <a:pt x="8686" y="44"/>
                      <a:pt x="9361" y="418"/>
                    </a:cubicBezTo>
                    <a:cubicBezTo>
                      <a:pt x="9766" y="825"/>
                      <a:pt x="9766" y="825"/>
                      <a:pt x="9829" y="1490"/>
                    </a:cubicBezTo>
                    <a:cubicBezTo>
                      <a:pt x="9809" y="1678"/>
                      <a:pt x="9789" y="1866"/>
                      <a:pt x="9766" y="2061"/>
                    </a:cubicBezTo>
                    <a:cubicBezTo>
                      <a:pt x="9918" y="2120"/>
                      <a:pt x="10067" y="2179"/>
                      <a:pt x="10224" y="2241"/>
                    </a:cubicBezTo>
                    <a:cubicBezTo>
                      <a:pt x="10889" y="2617"/>
                      <a:pt x="11154" y="2990"/>
                      <a:pt x="11569" y="3620"/>
                    </a:cubicBezTo>
                    <a:cubicBezTo>
                      <a:pt x="11695" y="3808"/>
                      <a:pt x="11819" y="3995"/>
                      <a:pt x="11951" y="4188"/>
                    </a:cubicBezTo>
                    <a:cubicBezTo>
                      <a:pt x="12702" y="5471"/>
                      <a:pt x="13013" y="6528"/>
                      <a:pt x="12800" y="7991"/>
                    </a:cubicBezTo>
                    <a:cubicBezTo>
                      <a:pt x="12386" y="9432"/>
                      <a:pt x="11842" y="10838"/>
                      <a:pt x="10525" y="11697"/>
                    </a:cubicBezTo>
                    <a:cubicBezTo>
                      <a:pt x="9940" y="11898"/>
                      <a:pt x="9940" y="11898"/>
                      <a:pt x="9513" y="11944"/>
                    </a:cubicBezTo>
                    <a:cubicBezTo>
                      <a:pt x="9763" y="12434"/>
                      <a:pt x="10014" y="12923"/>
                      <a:pt x="10272" y="13427"/>
                    </a:cubicBezTo>
                    <a:cubicBezTo>
                      <a:pt x="9645" y="14040"/>
                      <a:pt x="8029" y="13909"/>
                      <a:pt x="7164" y="13931"/>
                    </a:cubicBezTo>
                    <a:cubicBezTo>
                      <a:pt x="5333" y="13887"/>
                      <a:pt x="3677" y="13091"/>
                      <a:pt x="2359" y="11895"/>
                    </a:cubicBezTo>
                    <a:cubicBezTo>
                      <a:pt x="1057" y="10529"/>
                      <a:pt x="106" y="8631"/>
                      <a:pt x="0" y="6756"/>
                    </a:cubicBezTo>
                    <a:cubicBezTo>
                      <a:pt x="104" y="4905"/>
                      <a:pt x="1047" y="2982"/>
                      <a:pt x="2319" y="1618"/>
                    </a:cubicBezTo>
                    <a:cubicBezTo>
                      <a:pt x="3725" y="474"/>
                      <a:pt x="5313" y="37"/>
                      <a:pt x="7096" y="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891" name="robot vector"/>
              <p:cNvSpPr/>
              <p:nvPr/>
            </p:nvSpPr>
            <p:spPr>
              <a:xfrm>
                <a:off x="14321159" y="4614294"/>
                <a:ext cx="212336" cy="59762"/>
              </a:xfrm>
              <a:custGeom>
                <a:avLst/>
                <a:gdLst/>
                <a:ahLst/>
                <a:cxnLst/>
                <a:rect l="0" t="0" r="r" b="b"/>
                <a:pathLst>
                  <a:path w="23221" h="6536" fill="norm" stroke="0">
                    <a:moveTo>
                      <a:pt x="14566" y="141"/>
                    </a:moveTo>
                    <a:cubicBezTo>
                      <a:pt x="15041" y="158"/>
                      <a:pt x="15514" y="173"/>
                      <a:pt x="15989" y="185"/>
                    </a:cubicBezTo>
                    <a:cubicBezTo>
                      <a:pt x="17678" y="240"/>
                      <a:pt x="19264" y="373"/>
                      <a:pt x="20900" y="823"/>
                    </a:cubicBezTo>
                    <a:cubicBezTo>
                      <a:pt x="20983" y="660"/>
                      <a:pt x="21067" y="497"/>
                      <a:pt x="21153" y="329"/>
                    </a:cubicBezTo>
                    <a:cubicBezTo>
                      <a:pt x="22129" y="1189"/>
                      <a:pt x="22566" y="2068"/>
                      <a:pt x="22875" y="3294"/>
                    </a:cubicBezTo>
                    <a:cubicBezTo>
                      <a:pt x="22905" y="3417"/>
                      <a:pt x="22938" y="3538"/>
                      <a:pt x="22969" y="3667"/>
                    </a:cubicBezTo>
                    <a:cubicBezTo>
                      <a:pt x="23171" y="4544"/>
                      <a:pt x="23221" y="5359"/>
                      <a:pt x="23176" y="6259"/>
                    </a:cubicBezTo>
                    <a:cubicBezTo>
                      <a:pt x="22923" y="6506"/>
                      <a:pt x="22923" y="6506"/>
                      <a:pt x="22541" y="6536"/>
                    </a:cubicBezTo>
                    <a:cubicBezTo>
                      <a:pt x="22374" y="6536"/>
                      <a:pt x="22207" y="6536"/>
                      <a:pt x="22038" y="6536"/>
                    </a:cubicBezTo>
                    <a:cubicBezTo>
                      <a:pt x="21942" y="6536"/>
                      <a:pt x="21942" y="6536"/>
                      <a:pt x="21464" y="6536"/>
                    </a:cubicBezTo>
                    <a:cubicBezTo>
                      <a:pt x="21254" y="6536"/>
                      <a:pt x="21044" y="6536"/>
                      <a:pt x="20827" y="6533"/>
                    </a:cubicBezTo>
                    <a:cubicBezTo>
                      <a:pt x="20718" y="6533"/>
                      <a:pt x="20718" y="6533"/>
                      <a:pt x="20162" y="6533"/>
                    </a:cubicBezTo>
                    <a:cubicBezTo>
                      <a:pt x="19433" y="6533"/>
                      <a:pt x="18705" y="6531"/>
                      <a:pt x="17974" y="6531"/>
                    </a:cubicBezTo>
                    <a:cubicBezTo>
                      <a:pt x="17471" y="6528"/>
                      <a:pt x="16965" y="6528"/>
                      <a:pt x="16462" y="6528"/>
                    </a:cubicBezTo>
                    <a:cubicBezTo>
                      <a:pt x="15269" y="6528"/>
                      <a:pt x="14075" y="6526"/>
                      <a:pt x="12881" y="6523"/>
                    </a:cubicBezTo>
                    <a:cubicBezTo>
                      <a:pt x="11521" y="6521"/>
                      <a:pt x="10163" y="6518"/>
                      <a:pt x="8805" y="6518"/>
                    </a:cubicBezTo>
                    <a:cubicBezTo>
                      <a:pt x="6008" y="6516"/>
                      <a:pt x="3211" y="6511"/>
                      <a:pt x="417" y="6506"/>
                    </a:cubicBezTo>
                    <a:cubicBezTo>
                      <a:pt x="0" y="5691"/>
                      <a:pt x="116" y="4811"/>
                      <a:pt x="116" y="3911"/>
                    </a:cubicBezTo>
                    <a:cubicBezTo>
                      <a:pt x="114" y="3716"/>
                      <a:pt x="111" y="3524"/>
                      <a:pt x="106" y="3323"/>
                    </a:cubicBezTo>
                    <a:cubicBezTo>
                      <a:pt x="106" y="3138"/>
                      <a:pt x="106" y="2953"/>
                      <a:pt x="106" y="2760"/>
                    </a:cubicBezTo>
                    <a:cubicBezTo>
                      <a:pt x="104" y="2590"/>
                      <a:pt x="104" y="2419"/>
                      <a:pt x="104" y="2244"/>
                    </a:cubicBezTo>
                    <a:cubicBezTo>
                      <a:pt x="164" y="1811"/>
                      <a:pt x="164" y="1811"/>
                      <a:pt x="670" y="1317"/>
                    </a:cubicBezTo>
                    <a:cubicBezTo>
                      <a:pt x="670" y="1480"/>
                      <a:pt x="670" y="1643"/>
                      <a:pt x="670" y="1811"/>
                    </a:cubicBezTo>
                    <a:cubicBezTo>
                      <a:pt x="731" y="1786"/>
                      <a:pt x="731" y="1786"/>
                      <a:pt x="1042" y="1665"/>
                    </a:cubicBezTo>
                    <a:cubicBezTo>
                      <a:pt x="2691" y="1075"/>
                      <a:pt x="4317" y="838"/>
                      <a:pt x="6054" y="637"/>
                    </a:cubicBezTo>
                    <a:cubicBezTo>
                      <a:pt x="6393" y="588"/>
                      <a:pt x="6731" y="524"/>
                      <a:pt x="7068" y="455"/>
                    </a:cubicBezTo>
                    <a:cubicBezTo>
                      <a:pt x="9528" y="0"/>
                      <a:pt x="12072" y="47"/>
                      <a:pt x="14566" y="141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892" name="robot vector"/>
              <p:cNvSpPr/>
              <p:nvPr/>
            </p:nvSpPr>
            <p:spPr>
              <a:xfrm>
                <a:off x="14560822" y="4976542"/>
                <a:ext cx="196543" cy="226710"/>
              </a:xfrm>
              <a:custGeom>
                <a:avLst/>
                <a:gdLst/>
                <a:ahLst/>
                <a:cxnLst/>
                <a:rect l="0" t="0" r="r" b="b"/>
                <a:pathLst>
                  <a:path w="21494" h="24793" fill="norm" stroke="0">
                    <a:moveTo>
                      <a:pt x="21241" y="0"/>
                    </a:moveTo>
                    <a:cubicBezTo>
                      <a:pt x="21282" y="82"/>
                      <a:pt x="21282" y="82"/>
                      <a:pt x="21494" y="494"/>
                    </a:cubicBezTo>
                    <a:cubicBezTo>
                      <a:pt x="19620" y="2763"/>
                      <a:pt x="17858" y="4255"/>
                      <a:pt x="14920" y="4942"/>
                    </a:cubicBezTo>
                    <a:cubicBezTo>
                      <a:pt x="14920" y="5839"/>
                      <a:pt x="14920" y="6736"/>
                      <a:pt x="14920" y="7660"/>
                    </a:cubicBezTo>
                    <a:cubicBezTo>
                      <a:pt x="15033" y="7707"/>
                      <a:pt x="15033" y="7707"/>
                      <a:pt x="15615" y="7937"/>
                    </a:cubicBezTo>
                    <a:cubicBezTo>
                      <a:pt x="16535" y="8399"/>
                      <a:pt x="17069" y="8937"/>
                      <a:pt x="17448" y="9884"/>
                    </a:cubicBezTo>
                    <a:cubicBezTo>
                      <a:pt x="17582" y="10637"/>
                      <a:pt x="17519" y="11347"/>
                      <a:pt x="17448" y="12108"/>
                    </a:cubicBezTo>
                    <a:cubicBezTo>
                      <a:pt x="17441" y="12189"/>
                      <a:pt x="17441" y="12189"/>
                      <a:pt x="17405" y="12594"/>
                    </a:cubicBezTo>
                    <a:cubicBezTo>
                      <a:pt x="17357" y="13148"/>
                      <a:pt x="17302" y="13701"/>
                      <a:pt x="17243" y="14255"/>
                    </a:cubicBezTo>
                    <a:cubicBezTo>
                      <a:pt x="17226" y="14433"/>
                      <a:pt x="17208" y="14613"/>
                      <a:pt x="17190" y="14796"/>
                    </a:cubicBezTo>
                    <a:cubicBezTo>
                      <a:pt x="17046" y="16009"/>
                      <a:pt x="16839" y="17267"/>
                      <a:pt x="15822" y="18080"/>
                    </a:cubicBezTo>
                    <a:cubicBezTo>
                      <a:pt x="15701" y="18127"/>
                      <a:pt x="15582" y="18174"/>
                      <a:pt x="15456" y="18223"/>
                    </a:cubicBezTo>
                    <a:cubicBezTo>
                      <a:pt x="15327" y="18277"/>
                      <a:pt x="15195" y="18332"/>
                      <a:pt x="15061" y="18386"/>
                    </a:cubicBezTo>
                    <a:cubicBezTo>
                      <a:pt x="14995" y="18411"/>
                      <a:pt x="14995" y="18411"/>
                      <a:pt x="14667" y="18532"/>
                    </a:cubicBezTo>
                    <a:cubicBezTo>
                      <a:pt x="14545" y="18579"/>
                      <a:pt x="14421" y="18628"/>
                      <a:pt x="14297" y="18678"/>
                    </a:cubicBezTo>
                    <a:cubicBezTo>
                      <a:pt x="13999" y="18794"/>
                      <a:pt x="13701" y="18910"/>
                      <a:pt x="13402" y="19026"/>
                    </a:cubicBezTo>
                    <a:cubicBezTo>
                      <a:pt x="13046" y="19375"/>
                      <a:pt x="13096" y="19632"/>
                      <a:pt x="13058" y="20118"/>
                    </a:cubicBezTo>
                    <a:cubicBezTo>
                      <a:pt x="13043" y="20291"/>
                      <a:pt x="13026" y="20462"/>
                      <a:pt x="13010" y="20640"/>
                    </a:cubicBezTo>
                    <a:cubicBezTo>
                      <a:pt x="12977" y="21000"/>
                      <a:pt x="12947" y="21364"/>
                      <a:pt x="12922" y="21724"/>
                    </a:cubicBezTo>
                    <a:cubicBezTo>
                      <a:pt x="12806" y="22864"/>
                      <a:pt x="12580" y="23476"/>
                      <a:pt x="11695" y="24240"/>
                    </a:cubicBezTo>
                    <a:cubicBezTo>
                      <a:pt x="11068" y="24682"/>
                      <a:pt x="10547" y="24793"/>
                      <a:pt x="9776" y="24781"/>
                    </a:cubicBezTo>
                    <a:cubicBezTo>
                      <a:pt x="9007" y="24650"/>
                      <a:pt x="8390" y="24247"/>
                      <a:pt x="7839" y="23721"/>
                    </a:cubicBezTo>
                    <a:cubicBezTo>
                      <a:pt x="7300" y="22893"/>
                      <a:pt x="7288" y="22196"/>
                      <a:pt x="7346" y="21245"/>
                    </a:cubicBezTo>
                    <a:cubicBezTo>
                      <a:pt x="7356" y="20953"/>
                      <a:pt x="7366" y="20662"/>
                      <a:pt x="7376" y="20370"/>
                    </a:cubicBezTo>
                    <a:cubicBezTo>
                      <a:pt x="7391" y="19916"/>
                      <a:pt x="7412" y="19461"/>
                      <a:pt x="7440" y="19006"/>
                    </a:cubicBezTo>
                    <a:cubicBezTo>
                      <a:pt x="7581" y="16461"/>
                      <a:pt x="7581" y="16461"/>
                      <a:pt x="6974" y="15483"/>
                    </a:cubicBezTo>
                    <a:cubicBezTo>
                      <a:pt x="6671" y="15157"/>
                      <a:pt x="6355" y="14840"/>
                      <a:pt x="6029" y="14536"/>
                    </a:cubicBezTo>
                    <a:cubicBezTo>
                      <a:pt x="5267" y="13798"/>
                      <a:pt x="4850" y="12901"/>
                      <a:pt x="4377" y="11969"/>
                    </a:cubicBezTo>
                    <a:cubicBezTo>
                      <a:pt x="4193" y="11613"/>
                      <a:pt x="4008" y="11258"/>
                      <a:pt x="3821" y="10902"/>
                    </a:cubicBezTo>
                    <a:cubicBezTo>
                      <a:pt x="3732" y="10731"/>
                      <a:pt x="3644" y="10561"/>
                      <a:pt x="3553" y="10385"/>
                    </a:cubicBezTo>
                    <a:cubicBezTo>
                      <a:pt x="3292" y="9896"/>
                      <a:pt x="3032" y="9404"/>
                      <a:pt x="2761" y="8920"/>
                    </a:cubicBezTo>
                    <a:cubicBezTo>
                      <a:pt x="2686" y="8784"/>
                      <a:pt x="2610" y="8648"/>
                      <a:pt x="2534" y="8507"/>
                    </a:cubicBezTo>
                    <a:cubicBezTo>
                      <a:pt x="2243" y="8110"/>
                      <a:pt x="1947" y="7905"/>
                      <a:pt x="1517" y="7660"/>
                    </a:cubicBezTo>
                    <a:cubicBezTo>
                      <a:pt x="1530" y="7850"/>
                      <a:pt x="1540" y="8043"/>
                      <a:pt x="1553" y="8238"/>
                    </a:cubicBezTo>
                    <a:cubicBezTo>
                      <a:pt x="1623" y="9936"/>
                      <a:pt x="1492" y="11136"/>
                      <a:pt x="506" y="12602"/>
                    </a:cubicBezTo>
                    <a:cubicBezTo>
                      <a:pt x="339" y="12602"/>
                      <a:pt x="172" y="12602"/>
                      <a:pt x="0" y="12602"/>
                    </a:cubicBezTo>
                    <a:cubicBezTo>
                      <a:pt x="51" y="12463"/>
                      <a:pt x="104" y="12325"/>
                      <a:pt x="157" y="12182"/>
                    </a:cubicBezTo>
                    <a:cubicBezTo>
                      <a:pt x="789" y="10348"/>
                      <a:pt x="928" y="8594"/>
                      <a:pt x="1011" y="6672"/>
                    </a:cubicBezTo>
                    <a:cubicBezTo>
                      <a:pt x="1489" y="6526"/>
                      <a:pt x="1489" y="6526"/>
                      <a:pt x="2023" y="6424"/>
                    </a:cubicBezTo>
                    <a:cubicBezTo>
                      <a:pt x="2466" y="6780"/>
                      <a:pt x="2466" y="6780"/>
                      <a:pt x="2782" y="7166"/>
                    </a:cubicBezTo>
                    <a:cubicBezTo>
                      <a:pt x="2792" y="7037"/>
                      <a:pt x="2802" y="6909"/>
                      <a:pt x="2812" y="6778"/>
                    </a:cubicBezTo>
                    <a:cubicBezTo>
                      <a:pt x="2943" y="5925"/>
                      <a:pt x="3057" y="5369"/>
                      <a:pt x="3765" y="4818"/>
                    </a:cubicBezTo>
                    <a:cubicBezTo>
                      <a:pt x="4354" y="4505"/>
                      <a:pt x="4954" y="4228"/>
                      <a:pt x="5563" y="3953"/>
                    </a:cubicBezTo>
                    <a:cubicBezTo>
                      <a:pt x="5882" y="3761"/>
                      <a:pt x="6198" y="3566"/>
                      <a:pt x="6511" y="3365"/>
                    </a:cubicBezTo>
                    <a:cubicBezTo>
                      <a:pt x="7096" y="3042"/>
                      <a:pt x="7290" y="2965"/>
                      <a:pt x="7981" y="2980"/>
                    </a:cubicBezTo>
                    <a:cubicBezTo>
                      <a:pt x="8722" y="3259"/>
                      <a:pt x="9420" y="3583"/>
                      <a:pt x="10115" y="3953"/>
                    </a:cubicBezTo>
                    <a:cubicBezTo>
                      <a:pt x="10198" y="4843"/>
                      <a:pt x="10241" y="5387"/>
                      <a:pt x="9657" y="6101"/>
                    </a:cubicBezTo>
                    <a:cubicBezTo>
                      <a:pt x="9475" y="6293"/>
                      <a:pt x="9293" y="6486"/>
                      <a:pt x="9103" y="6672"/>
                    </a:cubicBezTo>
                    <a:cubicBezTo>
                      <a:pt x="8985" y="6795"/>
                      <a:pt x="8863" y="6916"/>
                      <a:pt x="8739" y="7042"/>
                    </a:cubicBezTo>
                    <a:cubicBezTo>
                      <a:pt x="8514" y="7255"/>
                      <a:pt x="8284" y="7465"/>
                      <a:pt x="8044" y="7662"/>
                    </a:cubicBezTo>
                    <a:cubicBezTo>
                      <a:pt x="7073" y="8515"/>
                      <a:pt x="6699" y="9419"/>
                      <a:pt x="6322" y="10625"/>
                    </a:cubicBezTo>
                    <a:cubicBezTo>
                      <a:pt x="5169" y="10477"/>
                      <a:pt x="5169" y="10477"/>
                      <a:pt x="4709" y="10069"/>
                    </a:cubicBezTo>
                    <a:cubicBezTo>
                      <a:pt x="4486" y="9456"/>
                      <a:pt x="4635" y="9016"/>
                      <a:pt x="4805" y="8401"/>
                    </a:cubicBezTo>
                    <a:cubicBezTo>
                      <a:pt x="4387" y="8320"/>
                      <a:pt x="3970" y="8238"/>
                      <a:pt x="3540" y="8154"/>
                    </a:cubicBezTo>
                    <a:cubicBezTo>
                      <a:pt x="4081" y="9419"/>
                      <a:pt x="4663" y="10660"/>
                      <a:pt x="5280" y="11890"/>
                    </a:cubicBezTo>
                    <a:cubicBezTo>
                      <a:pt x="5361" y="12061"/>
                      <a:pt x="5444" y="12231"/>
                      <a:pt x="5528" y="12407"/>
                    </a:cubicBezTo>
                    <a:cubicBezTo>
                      <a:pt x="5998" y="13343"/>
                      <a:pt x="6458" y="14069"/>
                      <a:pt x="7273" y="14749"/>
                    </a:cubicBezTo>
                    <a:cubicBezTo>
                      <a:pt x="7966" y="15463"/>
                      <a:pt x="8322" y="16029"/>
                      <a:pt x="8400" y="17000"/>
                    </a:cubicBezTo>
                    <a:cubicBezTo>
                      <a:pt x="8385" y="17250"/>
                      <a:pt x="8368" y="17497"/>
                      <a:pt x="8345" y="17746"/>
                    </a:cubicBezTo>
                    <a:cubicBezTo>
                      <a:pt x="8337" y="17877"/>
                      <a:pt x="8330" y="18011"/>
                      <a:pt x="8322" y="18149"/>
                    </a:cubicBezTo>
                    <a:cubicBezTo>
                      <a:pt x="8297" y="18569"/>
                      <a:pt x="8266" y="18992"/>
                      <a:pt x="8234" y="19412"/>
                    </a:cubicBezTo>
                    <a:cubicBezTo>
                      <a:pt x="8203" y="19834"/>
                      <a:pt x="8175" y="20257"/>
                      <a:pt x="8150" y="20679"/>
                    </a:cubicBezTo>
                    <a:cubicBezTo>
                      <a:pt x="8132" y="20941"/>
                      <a:pt x="8115" y="21203"/>
                      <a:pt x="8092" y="21463"/>
                    </a:cubicBezTo>
                    <a:cubicBezTo>
                      <a:pt x="8041" y="22273"/>
                      <a:pt x="8137" y="22797"/>
                      <a:pt x="8598" y="23474"/>
                    </a:cubicBezTo>
                    <a:cubicBezTo>
                      <a:pt x="9159" y="23748"/>
                      <a:pt x="9478" y="23760"/>
                      <a:pt x="10100" y="23768"/>
                    </a:cubicBezTo>
                    <a:cubicBezTo>
                      <a:pt x="10274" y="23770"/>
                      <a:pt x="10449" y="23775"/>
                      <a:pt x="10628" y="23778"/>
                    </a:cubicBezTo>
                    <a:cubicBezTo>
                      <a:pt x="11212" y="23711"/>
                      <a:pt x="11448" y="23607"/>
                      <a:pt x="11885" y="23227"/>
                    </a:cubicBezTo>
                    <a:cubicBezTo>
                      <a:pt x="12006" y="22747"/>
                      <a:pt x="12006" y="22747"/>
                      <a:pt x="12042" y="22169"/>
                    </a:cubicBezTo>
                    <a:cubicBezTo>
                      <a:pt x="12060" y="21962"/>
                      <a:pt x="12077" y="21754"/>
                      <a:pt x="12095" y="21539"/>
                    </a:cubicBezTo>
                    <a:cubicBezTo>
                      <a:pt x="12103" y="21430"/>
                      <a:pt x="12103" y="21430"/>
                      <a:pt x="12138" y="20879"/>
                    </a:cubicBezTo>
                    <a:cubicBezTo>
                      <a:pt x="12166" y="20449"/>
                      <a:pt x="12199" y="20019"/>
                      <a:pt x="12234" y="19590"/>
                    </a:cubicBezTo>
                    <a:cubicBezTo>
                      <a:pt x="12244" y="19399"/>
                      <a:pt x="12257" y="19209"/>
                      <a:pt x="12269" y="19011"/>
                    </a:cubicBezTo>
                    <a:cubicBezTo>
                      <a:pt x="12391" y="18532"/>
                      <a:pt x="12391" y="18532"/>
                      <a:pt x="12742" y="18231"/>
                    </a:cubicBezTo>
                    <a:cubicBezTo>
                      <a:pt x="13488" y="17877"/>
                      <a:pt x="14300" y="17729"/>
                      <a:pt x="15102" y="17539"/>
                    </a:cubicBezTo>
                    <a:cubicBezTo>
                      <a:pt x="15678" y="17297"/>
                      <a:pt x="15678" y="17297"/>
                      <a:pt x="16009" y="16778"/>
                    </a:cubicBezTo>
                    <a:cubicBezTo>
                      <a:pt x="16068" y="16622"/>
                      <a:pt x="16123" y="16469"/>
                      <a:pt x="16184" y="16308"/>
                    </a:cubicBezTo>
                    <a:cubicBezTo>
                      <a:pt x="16025" y="16429"/>
                      <a:pt x="15865" y="16548"/>
                      <a:pt x="15701" y="16674"/>
                    </a:cubicBezTo>
                    <a:cubicBezTo>
                      <a:pt x="14710" y="17252"/>
                      <a:pt x="13640" y="17158"/>
                      <a:pt x="12517" y="17143"/>
                    </a:cubicBezTo>
                    <a:cubicBezTo>
                      <a:pt x="12411" y="17143"/>
                      <a:pt x="12411" y="17143"/>
                      <a:pt x="11872" y="17151"/>
                    </a:cubicBezTo>
                    <a:cubicBezTo>
                      <a:pt x="10643" y="17146"/>
                      <a:pt x="9804" y="17101"/>
                      <a:pt x="8851" y="16308"/>
                    </a:cubicBezTo>
                    <a:cubicBezTo>
                      <a:pt x="7773" y="14586"/>
                      <a:pt x="8398" y="11482"/>
                      <a:pt x="8851" y="9637"/>
                    </a:cubicBezTo>
                    <a:cubicBezTo>
                      <a:pt x="9078" y="9217"/>
                      <a:pt x="9078" y="9217"/>
                      <a:pt x="9356" y="8895"/>
                    </a:cubicBezTo>
                    <a:cubicBezTo>
                      <a:pt x="10251" y="8631"/>
                      <a:pt x="11099" y="8628"/>
                      <a:pt x="12027" y="8648"/>
                    </a:cubicBezTo>
                    <a:cubicBezTo>
                      <a:pt x="12876" y="8666"/>
                      <a:pt x="13597" y="8641"/>
                      <a:pt x="14414" y="8401"/>
                    </a:cubicBezTo>
                    <a:cubicBezTo>
                      <a:pt x="14330" y="8307"/>
                      <a:pt x="14247" y="8211"/>
                      <a:pt x="14161" y="8115"/>
                    </a:cubicBezTo>
                    <a:cubicBezTo>
                      <a:pt x="13630" y="7156"/>
                      <a:pt x="13921" y="5965"/>
                      <a:pt x="14161" y="4942"/>
                    </a:cubicBezTo>
                    <a:cubicBezTo>
                      <a:pt x="14745" y="3993"/>
                      <a:pt x="15934" y="3751"/>
                      <a:pt x="16948" y="3402"/>
                    </a:cubicBezTo>
                    <a:cubicBezTo>
                      <a:pt x="18343" y="2874"/>
                      <a:pt x="19211" y="2019"/>
                      <a:pt x="20131" y="887"/>
                    </a:cubicBezTo>
                    <a:cubicBezTo>
                      <a:pt x="20473" y="504"/>
                      <a:pt x="20796" y="259"/>
                      <a:pt x="21241" y="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893" name="robot vector"/>
              <p:cNvSpPr/>
              <p:nvPr/>
            </p:nvSpPr>
            <p:spPr>
              <a:xfrm>
                <a:off x="14279094" y="4695561"/>
                <a:ext cx="319765" cy="191576"/>
              </a:xfrm>
              <a:custGeom>
                <a:avLst/>
                <a:gdLst/>
                <a:ahLst/>
                <a:cxnLst/>
                <a:rect l="0" t="0" r="r" b="b"/>
                <a:pathLst>
                  <a:path w="34970" h="20951" fill="norm" stroke="0">
                    <a:moveTo>
                      <a:pt x="5776" y="89"/>
                    </a:moveTo>
                    <a:cubicBezTo>
                      <a:pt x="5824" y="677"/>
                      <a:pt x="5824" y="677"/>
                      <a:pt x="5776" y="1324"/>
                    </a:cubicBezTo>
                    <a:cubicBezTo>
                      <a:pt x="5411" y="1586"/>
                      <a:pt x="5411" y="1586"/>
                      <a:pt x="5017" y="1819"/>
                    </a:cubicBezTo>
                    <a:cubicBezTo>
                      <a:pt x="4843" y="2342"/>
                      <a:pt x="4843" y="2342"/>
                      <a:pt x="4764" y="2807"/>
                    </a:cubicBezTo>
                    <a:cubicBezTo>
                      <a:pt x="5745" y="1880"/>
                      <a:pt x="5745" y="1880"/>
                      <a:pt x="6029" y="1324"/>
                    </a:cubicBezTo>
                    <a:cubicBezTo>
                      <a:pt x="8206" y="237"/>
                      <a:pt x="10803" y="479"/>
                      <a:pt x="13170" y="494"/>
                    </a:cubicBezTo>
                    <a:cubicBezTo>
                      <a:pt x="13617" y="494"/>
                      <a:pt x="14065" y="494"/>
                      <a:pt x="14512" y="494"/>
                    </a:cubicBezTo>
                    <a:cubicBezTo>
                      <a:pt x="15448" y="494"/>
                      <a:pt x="16384" y="497"/>
                      <a:pt x="17319" y="499"/>
                    </a:cubicBezTo>
                    <a:cubicBezTo>
                      <a:pt x="18508" y="507"/>
                      <a:pt x="19699" y="507"/>
                      <a:pt x="20890" y="504"/>
                    </a:cubicBezTo>
                    <a:cubicBezTo>
                      <a:pt x="21813" y="504"/>
                      <a:pt x="22738" y="504"/>
                      <a:pt x="23661" y="507"/>
                    </a:cubicBezTo>
                    <a:cubicBezTo>
                      <a:pt x="24099" y="509"/>
                      <a:pt x="24539" y="509"/>
                      <a:pt x="24976" y="509"/>
                    </a:cubicBezTo>
                    <a:cubicBezTo>
                      <a:pt x="26966" y="509"/>
                      <a:pt x="28941" y="514"/>
                      <a:pt x="30914" y="793"/>
                    </a:cubicBezTo>
                    <a:cubicBezTo>
                      <a:pt x="31043" y="813"/>
                      <a:pt x="31174" y="830"/>
                      <a:pt x="31306" y="848"/>
                    </a:cubicBezTo>
                    <a:cubicBezTo>
                      <a:pt x="32310" y="1013"/>
                      <a:pt x="33003" y="1403"/>
                      <a:pt x="33751" y="2061"/>
                    </a:cubicBezTo>
                    <a:cubicBezTo>
                      <a:pt x="34702" y="3435"/>
                      <a:pt x="34970" y="4870"/>
                      <a:pt x="34940" y="6501"/>
                    </a:cubicBezTo>
                    <a:cubicBezTo>
                      <a:pt x="34940" y="6681"/>
                      <a:pt x="34937" y="6862"/>
                      <a:pt x="34937" y="7047"/>
                    </a:cubicBezTo>
                    <a:cubicBezTo>
                      <a:pt x="34937" y="7430"/>
                      <a:pt x="34932" y="7811"/>
                      <a:pt x="34927" y="8191"/>
                    </a:cubicBezTo>
                    <a:cubicBezTo>
                      <a:pt x="34919" y="8762"/>
                      <a:pt x="34917" y="9333"/>
                      <a:pt x="34914" y="9903"/>
                    </a:cubicBezTo>
                    <a:cubicBezTo>
                      <a:pt x="34907" y="11641"/>
                      <a:pt x="34866" y="13378"/>
                      <a:pt x="34752" y="15112"/>
                    </a:cubicBezTo>
                    <a:cubicBezTo>
                      <a:pt x="34745" y="15251"/>
                      <a:pt x="34737" y="15386"/>
                      <a:pt x="34730" y="15530"/>
                    </a:cubicBezTo>
                    <a:cubicBezTo>
                      <a:pt x="34601" y="17230"/>
                      <a:pt x="33946" y="18658"/>
                      <a:pt x="32717" y="19864"/>
                    </a:cubicBezTo>
                    <a:cubicBezTo>
                      <a:pt x="31559" y="20578"/>
                      <a:pt x="30289" y="20689"/>
                      <a:pt x="28954" y="20748"/>
                    </a:cubicBezTo>
                    <a:cubicBezTo>
                      <a:pt x="28780" y="20758"/>
                      <a:pt x="28603" y="20768"/>
                      <a:pt x="28423" y="20778"/>
                    </a:cubicBezTo>
                    <a:cubicBezTo>
                      <a:pt x="26468" y="20872"/>
                      <a:pt x="24514" y="20889"/>
                      <a:pt x="22556" y="20894"/>
                    </a:cubicBezTo>
                    <a:cubicBezTo>
                      <a:pt x="22463" y="20894"/>
                      <a:pt x="22463" y="20894"/>
                      <a:pt x="21980" y="20897"/>
                    </a:cubicBezTo>
                    <a:cubicBezTo>
                      <a:pt x="20976" y="20902"/>
                      <a:pt x="19972" y="20904"/>
                      <a:pt x="18968" y="20904"/>
                    </a:cubicBezTo>
                    <a:cubicBezTo>
                      <a:pt x="17944" y="20907"/>
                      <a:pt x="16917" y="20911"/>
                      <a:pt x="15893" y="20919"/>
                    </a:cubicBezTo>
                    <a:cubicBezTo>
                      <a:pt x="15094" y="20924"/>
                      <a:pt x="14292" y="20924"/>
                      <a:pt x="13493" y="20924"/>
                    </a:cubicBezTo>
                    <a:cubicBezTo>
                      <a:pt x="13114" y="20926"/>
                      <a:pt x="12737" y="20926"/>
                      <a:pt x="12358" y="20931"/>
                    </a:cubicBezTo>
                    <a:cubicBezTo>
                      <a:pt x="9971" y="20951"/>
                      <a:pt x="7824" y="20741"/>
                      <a:pt x="5523" y="20103"/>
                    </a:cubicBezTo>
                    <a:cubicBezTo>
                      <a:pt x="5356" y="20348"/>
                      <a:pt x="5189" y="20593"/>
                      <a:pt x="5017" y="20845"/>
                    </a:cubicBezTo>
                    <a:cubicBezTo>
                      <a:pt x="3497" y="20736"/>
                      <a:pt x="2195" y="20588"/>
                      <a:pt x="1103" y="19476"/>
                    </a:cubicBezTo>
                    <a:cubicBezTo>
                      <a:pt x="491" y="18717"/>
                      <a:pt x="0" y="18016"/>
                      <a:pt x="86" y="17022"/>
                    </a:cubicBezTo>
                    <a:cubicBezTo>
                      <a:pt x="301" y="16382"/>
                      <a:pt x="711" y="15898"/>
                      <a:pt x="1151" y="15386"/>
                    </a:cubicBezTo>
                    <a:cubicBezTo>
                      <a:pt x="1922" y="14270"/>
                      <a:pt x="2081" y="13086"/>
                      <a:pt x="2079" y="11764"/>
                    </a:cubicBezTo>
                    <a:cubicBezTo>
                      <a:pt x="2076" y="11613"/>
                      <a:pt x="2076" y="11465"/>
                      <a:pt x="2076" y="11309"/>
                    </a:cubicBezTo>
                    <a:cubicBezTo>
                      <a:pt x="2038" y="9802"/>
                      <a:pt x="1649" y="8362"/>
                      <a:pt x="690" y="7143"/>
                    </a:cubicBezTo>
                    <a:cubicBezTo>
                      <a:pt x="96" y="6128"/>
                      <a:pt x="349" y="4571"/>
                      <a:pt x="592" y="3469"/>
                    </a:cubicBezTo>
                    <a:cubicBezTo>
                      <a:pt x="1080" y="2043"/>
                      <a:pt x="1889" y="1129"/>
                      <a:pt x="3217" y="383"/>
                    </a:cubicBezTo>
                    <a:cubicBezTo>
                      <a:pt x="4059" y="0"/>
                      <a:pt x="4863" y="17"/>
                      <a:pt x="5776" y="89"/>
                    </a:cubicBezTo>
                    <a:close/>
                    <a:moveTo>
                      <a:pt x="18536" y="1122"/>
                    </a:moveTo>
                    <a:cubicBezTo>
                      <a:pt x="17436" y="1132"/>
                      <a:pt x="16333" y="1142"/>
                      <a:pt x="15233" y="1144"/>
                    </a:cubicBezTo>
                    <a:cubicBezTo>
                      <a:pt x="14169" y="1149"/>
                      <a:pt x="13104" y="1156"/>
                      <a:pt x="12039" y="1169"/>
                    </a:cubicBezTo>
                    <a:cubicBezTo>
                      <a:pt x="11632" y="1171"/>
                      <a:pt x="11228" y="1174"/>
                      <a:pt x="10823" y="1174"/>
                    </a:cubicBezTo>
                    <a:cubicBezTo>
                      <a:pt x="10254" y="1174"/>
                      <a:pt x="9688" y="1181"/>
                      <a:pt x="9119" y="1189"/>
                    </a:cubicBezTo>
                    <a:cubicBezTo>
                      <a:pt x="8952" y="1189"/>
                      <a:pt x="8785" y="1186"/>
                      <a:pt x="8613" y="1186"/>
                    </a:cubicBezTo>
                    <a:cubicBezTo>
                      <a:pt x="7609" y="1208"/>
                      <a:pt x="7020" y="1379"/>
                      <a:pt x="6274" y="2053"/>
                    </a:cubicBezTo>
                    <a:cubicBezTo>
                      <a:pt x="4971" y="3430"/>
                      <a:pt x="5154" y="5362"/>
                      <a:pt x="5161" y="7114"/>
                    </a:cubicBezTo>
                    <a:cubicBezTo>
                      <a:pt x="5159" y="7413"/>
                      <a:pt x="5159" y="7709"/>
                      <a:pt x="5156" y="8008"/>
                    </a:cubicBezTo>
                    <a:cubicBezTo>
                      <a:pt x="5154" y="8628"/>
                      <a:pt x="5154" y="9249"/>
                      <a:pt x="5156" y="9871"/>
                    </a:cubicBezTo>
                    <a:cubicBezTo>
                      <a:pt x="5161" y="10662"/>
                      <a:pt x="5156" y="11453"/>
                      <a:pt x="5149" y="12243"/>
                    </a:cubicBezTo>
                    <a:cubicBezTo>
                      <a:pt x="5143" y="12859"/>
                      <a:pt x="5143" y="13472"/>
                      <a:pt x="5143" y="14084"/>
                    </a:cubicBezTo>
                    <a:cubicBezTo>
                      <a:pt x="5143" y="14376"/>
                      <a:pt x="5143" y="14667"/>
                      <a:pt x="5141" y="14959"/>
                    </a:cubicBezTo>
                    <a:cubicBezTo>
                      <a:pt x="5123" y="16624"/>
                      <a:pt x="5133" y="18258"/>
                      <a:pt x="6281" y="19609"/>
                    </a:cubicBezTo>
                    <a:cubicBezTo>
                      <a:pt x="6979" y="20012"/>
                      <a:pt x="7498" y="20165"/>
                      <a:pt x="8304" y="20170"/>
                    </a:cubicBezTo>
                    <a:cubicBezTo>
                      <a:pt x="8504" y="20173"/>
                      <a:pt x="8704" y="20173"/>
                      <a:pt x="8909" y="20175"/>
                    </a:cubicBezTo>
                    <a:cubicBezTo>
                      <a:pt x="9124" y="20175"/>
                      <a:pt x="9339" y="20175"/>
                      <a:pt x="9561" y="20175"/>
                    </a:cubicBezTo>
                    <a:cubicBezTo>
                      <a:pt x="9791" y="20178"/>
                      <a:pt x="10019" y="20178"/>
                      <a:pt x="10257" y="20180"/>
                    </a:cubicBezTo>
                    <a:cubicBezTo>
                      <a:pt x="10884" y="20185"/>
                      <a:pt x="11511" y="20185"/>
                      <a:pt x="12138" y="20185"/>
                    </a:cubicBezTo>
                    <a:cubicBezTo>
                      <a:pt x="12530" y="20188"/>
                      <a:pt x="12922" y="20188"/>
                      <a:pt x="13314" y="20190"/>
                    </a:cubicBezTo>
                    <a:cubicBezTo>
                      <a:pt x="14684" y="20192"/>
                      <a:pt x="16057" y="20195"/>
                      <a:pt x="17428" y="20195"/>
                    </a:cubicBezTo>
                    <a:cubicBezTo>
                      <a:pt x="18703" y="20195"/>
                      <a:pt x="19977" y="20200"/>
                      <a:pt x="21251" y="20207"/>
                    </a:cubicBezTo>
                    <a:cubicBezTo>
                      <a:pt x="22349" y="20215"/>
                      <a:pt x="23446" y="20217"/>
                      <a:pt x="24541" y="20217"/>
                    </a:cubicBezTo>
                    <a:cubicBezTo>
                      <a:pt x="25196" y="20217"/>
                      <a:pt x="25851" y="20217"/>
                      <a:pt x="26504" y="20222"/>
                    </a:cubicBezTo>
                    <a:cubicBezTo>
                      <a:pt x="27234" y="20230"/>
                      <a:pt x="27965" y="20227"/>
                      <a:pt x="28696" y="20225"/>
                    </a:cubicBezTo>
                    <a:cubicBezTo>
                      <a:pt x="28802" y="20225"/>
                      <a:pt x="28802" y="20225"/>
                      <a:pt x="29346" y="20232"/>
                    </a:cubicBezTo>
                    <a:cubicBezTo>
                      <a:pt x="30732" y="20217"/>
                      <a:pt x="31733" y="19965"/>
                      <a:pt x="32833" y="19115"/>
                    </a:cubicBezTo>
                    <a:cubicBezTo>
                      <a:pt x="33766" y="18122"/>
                      <a:pt x="34029" y="17143"/>
                      <a:pt x="34156" y="15824"/>
                    </a:cubicBezTo>
                    <a:cubicBezTo>
                      <a:pt x="34176" y="15653"/>
                      <a:pt x="34194" y="15480"/>
                      <a:pt x="34214" y="15305"/>
                    </a:cubicBezTo>
                    <a:cubicBezTo>
                      <a:pt x="34393" y="13551"/>
                      <a:pt x="34426" y="11796"/>
                      <a:pt x="34416" y="10032"/>
                    </a:cubicBezTo>
                    <a:cubicBezTo>
                      <a:pt x="34414" y="9503"/>
                      <a:pt x="34416" y="8977"/>
                      <a:pt x="34419" y="8448"/>
                    </a:cubicBezTo>
                    <a:cubicBezTo>
                      <a:pt x="34426" y="3469"/>
                      <a:pt x="34426" y="3469"/>
                      <a:pt x="32914" y="1833"/>
                    </a:cubicBezTo>
                    <a:cubicBezTo>
                      <a:pt x="32219" y="1287"/>
                      <a:pt x="31480" y="1282"/>
                      <a:pt x="30613" y="1245"/>
                    </a:cubicBezTo>
                    <a:cubicBezTo>
                      <a:pt x="30378" y="1235"/>
                      <a:pt x="30145" y="1226"/>
                      <a:pt x="29905" y="1216"/>
                    </a:cubicBezTo>
                    <a:cubicBezTo>
                      <a:pt x="29783" y="1211"/>
                      <a:pt x="29783" y="1211"/>
                      <a:pt x="29166" y="1186"/>
                    </a:cubicBezTo>
                    <a:cubicBezTo>
                      <a:pt x="29045" y="1181"/>
                      <a:pt x="29045" y="1181"/>
                      <a:pt x="28428" y="1154"/>
                    </a:cubicBezTo>
                    <a:cubicBezTo>
                      <a:pt x="25136" y="1011"/>
                      <a:pt x="21831" y="1092"/>
                      <a:pt x="18536" y="112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894" name="robot vector"/>
              <p:cNvSpPr/>
              <p:nvPr/>
            </p:nvSpPr>
            <p:spPr>
              <a:xfrm>
                <a:off x="14356216" y="4754551"/>
                <a:ext cx="102873" cy="106532"/>
              </a:xfrm>
              <a:custGeom>
                <a:avLst/>
                <a:gdLst/>
                <a:ahLst/>
                <a:cxnLst/>
                <a:rect l="0" t="0" r="r" b="b"/>
                <a:pathLst>
                  <a:path w="11250" h="11650" fill="norm" stroke="0">
                    <a:moveTo>
                      <a:pt x="9232" y="1683"/>
                    </a:moveTo>
                    <a:cubicBezTo>
                      <a:pt x="10507" y="2945"/>
                      <a:pt x="11174" y="4470"/>
                      <a:pt x="11250" y="6239"/>
                    </a:cubicBezTo>
                    <a:cubicBezTo>
                      <a:pt x="11068" y="7778"/>
                      <a:pt x="10482" y="9207"/>
                      <a:pt x="9227" y="10193"/>
                    </a:cubicBezTo>
                    <a:cubicBezTo>
                      <a:pt x="7907" y="11043"/>
                      <a:pt x="6605" y="11650"/>
                      <a:pt x="5002" y="11547"/>
                    </a:cubicBezTo>
                    <a:cubicBezTo>
                      <a:pt x="3100" y="11159"/>
                      <a:pt x="1709" y="10264"/>
                      <a:pt x="642" y="8685"/>
                    </a:cubicBezTo>
                    <a:cubicBezTo>
                      <a:pt x="303" y="8090"/>
                      <a:pt x="157" y="7665"/>
                      <a:pt x="124" y="6980"/>
                    </a:cubicBezTo>
                    <a:cubicBezTo>
                      <a:pt x="111" y="6812"/>
                      <a:pt x="99" y="6644"/>
                      <a:pt x="86" y="6471"/>
                    </a:cubicBezTo>
                    <a:cubicBezTo>
                      <a:pt x="0" y="4584"/>
                      <a:pt x="531" y="3269"/>
                      <a:pt x="1813" y="1863"/>
                    </a:cubicBezTo>
                    <a:cubicBezTo>
                      <a:pt x="3770" y="0"/>
                      <a:pt x="7123" y="94"/>
                      <a:pt x="9232" y="1683"/>
                    </a:cubicBezTo>
                    <a:close/>
                  </a:path>
                </a:pathLst>
              </a:custGeom>
              <a:solidFill>
                <a:srgbClr val="1D1D1D"/>
              </a:solidFill>
              <a:ln w="0">
                <a:noFill/>
              </a:ln>
            </p:spPr>
          </p:sp>
          <p:sp>
            <p:nvSpPr>
              <p:cNvPr id="895" name="robot vector"/>
              <p:cNvSpPr/>
              <p:nvPr/>
            </p:nvSpPr>
            <p:spPr>
              <a:xfrm>
                <a:off x="14387077" y="4977762"/>
                <a:ext cx="134713" cy="74922"/>
              </a:xfrm>
              <a:custGeom>
                <a:avLst/>
                <a:gdLst/>
                <a:ahLst/>
                <a:cxnLst/>
                <a:rect l="0" t="0" r="r" b="b"/>
                <a:pathLst>
                  <a:path w="14732" h="8194" fill="norm" stroke="0">
                    <a:moveTo>
                      <a:pt x="288" y="114"/>
                    </a:moveTo>
                    <a:cubicBezTo>
                      <a:pt x="1419" y="203"/>
                      <a:pt x="1851" y="551"/>
                      <a:pt x="2564" y="1349"/>
                    </a:cubicBezTo>
                    <a:cubicBezTo>
                      <a:pt x="2648" y="1023"/>
                      <a:pt x="2731" y="697"/>
                      <a:pt x="2817" y="361"/>
                    </a:cubicBezTo>
                    <a:cubicBezTo>
                      <a:pt x="3234" y="279"/>
                      <a:pt x="3651" y="198"/>
                      <a:pt x="4081" y="114"/>
                    </a:cubicBezTo>
                    <a:cubicBezTo>
                      <a:pt x="4165" y="521"/>
                      <a:pt x="4248" y="929"/>
                      <a:pt x="4334" y="1349"/>
                    </a:cubicBezTo>
                    <a:cubicBezTo>
                      <a:pt x="4501" y="1349"/>
                      <a:pt x="4668" y="1349"/>
                      <a:pt x="4840" y="1349"/>
                    </a:cubicBezTo>
                    <a:cubicBezTo>
                      <a:pt x="5007" y="941"/>
                      <a:pt x="5174" y="534"/>
                      <a:pt x="5346" y="114"/>
                    </a:cubicBezTo>
                    <a:cubicBezTo>
                      <a:pt x="6142" y="49"/>
                      <a:pt x="6514" y="52"/>
                      <a:pt x="7194" y="484"/>
                    </a:cubicBezTo>
                    <a:cubicBezTo>
                      <a:pt x="7336" y="608"/>
                      <a:pt x="7477" y="729"/>
                      <a:pt x="7622" y="855"/>
                    </a:cubicBezTo>
                    <a:cubicBezTo>
                      <a:pt x="7680" y="731"/>
                      <a:pt x="7735" y="610"/>
                      <a:pt x="7796" y="484"/>
                    </a:cubicBezTo>
                    <a:cubicBezTo>
                      <a:pt x="8127" y="114"/>
                      <a:pt x="8127" y="114"/>
                      <a:pt x="8760" y="20"/>
                    </a:cubicBezTo>
                    <a:cubicBezTo>
                      <a:pt x="9392" y="114"/>
                      <a:pt x="9392" y="114"/>
                      <a:pt x="9723" y="484"/>
                    </a:cubicBezTo>
                    <a:cubicBezTo>
                      <a:pt x="9753" y="546"/>
                      <a:pt x="9753" y="546"/>
                      <a:pt x="9897" y="855"/>
                    </a:cubicBezTo>
                    <a:cubicBezTo>
                      <a:pt x="9996" y="731"/>
                      <a:pt x="10095" y="610"/>
                      <a:pt x="10198" y="484"/>
                    </a:cubicBezTo>
                    <a:cubicBezTo>
                      <a:pt x="10795" y="0"/>
                      <a:pt x="11164" y="54"/>
                      <a:pt x="11920" y="114"/>
                    </a:cubicBezTo>
                    <a:cubicBezTo>
                      <a:pt x="12087" y="521"/>
                      <a:pt x="12254" y="929"/>
                      <a:pt x="12426" y="1349"/>
                    </a:cubicBezTo>
                    <a:cubicBezTo>
                      <a:pt x="12505" y="1191"/>
                      <a:pt x="12583" y="1033"/>
                      <a:pt x="12664" y="870"/>
                    </a:cubicBezTo>
                    <a:cubicBezTo>
                      <a:pt x="12932" y="361"/>
                      <a:pt x="12932" y="361"/>
                      <a:pt x="13185" y="114"/>
                    </a:cubicBezTo>
                    <a:cubicBezTo>
                      <a:pt x="13607" y="104"/>
                      <a:pt x="14027" y="104"/>
                      <a:pt x="14449" y="114"/>
                    </a:cubicBezTo>
                    <a:cubicBezTo>
                      <a:pt x="14732" y="1287"/>
                      <a:pt x="14732" y="1287"/>
                      <a:pt x="14449" y="1843"/>
                    </a:cubicBezTo>
                    <a:cubicBezTo>
                      <a:pt x="14419" y="2268"/>
                      <a:pt x="14404" y="2693"/>
                      <a:pt x="14396" y="3118"/>
                    </a:cubicBezTo>
                    <a:cubicBezTo>
                      <a:pt x="14389" y="3373"/>
                      <a:pt x="14381" y="3627"/>
                      <a:pt x="14373" y="3882"/>
                    </a:cubicBezTo>
                    <a:cubicBezTo>
                      <a:pt x="14363" y="4285"/>
                      <a:pt x="14353" y="4687"/>
                      <a:pt x="14348" y="5088"/>
                    </a:cubicBezTo>
                    <a:cubicBezTo>
                      <a:pt x="14340" y="5476"/>
                      <a:pt x="14330" y="5864"/>
                      <a:pt x="14318" y="6251"/>
                    </a:cubicBezTo>
                    <a:cubicBezTo>
                      <a:pt x="14313" y="6484"/>
                      <a:pt x="14308" y="6716"/>
                      <a:pt x="14303" y="6956"/>
                    </a:cubicBezTo>
                    <a:cubicBezTo>
                      <a:pt x="14196" y="7526"/>
                      <a:pt x="14196" y="7526"/>
                      <a:pt x="13868" y="7850"/>
                    </a:cubicBezTo>
                    <a:cubicBezTo>
                      <a:pt x="13380" y="8045"/>
                      <a:pt x="13026" y="8080"/>
                      <a:pt x="12497" y="8077"/>
                    </a:cubicBezTo>
                    <a:cubicBezTo>
                      <a:pt x="12317" y="8077"/>
                      <a:pt x="12140" y="8077"/>
                      <a:pt x="11958" y="8075"/>
                    </a:cubicBezTo>
                    <a:cubicBezTo>
                      <a:pt x="11774" y="8073"/>
                      <a:pt x="11589" y="8070"/>
                      <a:pt x="11400" y="8068"/>
                    </a:cubicBezTo>
                    <a:cubicBezTo>
                      <a:pt x="11212" y="8068"/>
                      <a:pt x="11028" y="8068"/>
                      <a:pt x="10838" y="8068"/>
                    </a:cubicBezTo>
                    <a:cubicBezTo>
                      <a:pt x="9463" y="8055"/>
                      <a:pt x="9463" y="8055"/>
                      <a:pt x="8886" y="7774"/>
                    </a:cubicBezTo>
                    <a:cubicBezTo>
                      <a:pt x="8964" y="7559"/>
                      <a:pt x="9043" y="7346"/>
                      <a:pt x="9124" y="7126"/>
                    </a:cubicBezTo>
                    <a:cubicBezTo>
                      <a:pt x="9215" y="6847"/>
                      <a:pt x="9303" y="6570"/>
                      <a:pt x="9392" y="6291"/>
                    </a:cubicBezTo>
                    <a:cubicBezTo>
                      <a:pt x="9432" y="6167"/>
                      <a:pt x="9475" y="6041"/>
                      <a:pt x="9518" y="5915"/>
                    </a:cubicBezTo>
                    <a:cubicBezTo>
                      <a:pt x="9718" y="5152"/>
                      <a:pt x="9662" y="4685"/>
                      <a:pt x="9265" y="3991"/>
                    </a:cubicBezTo>
                    <a:cubicBezTo>
                      <a:pt x="8833" y="3437"/>
                      <a:pt x="8494" y="3205"/>
                      <a:pt x="7796" y="3064"/>
                    </a:cubicBezTo>
                    <a:cubicBezTo>
                      <a:pt x="6795" y="3010"/>
                      <a:pt x="5879" y="3190"/>
                      <a:pt x="5093" y="3820"/>
                    </a:cubicBezTo>
                    <a:cubicBezTo>
                      <a:pt x="4782" y="4411"/>
                      <a:pt x="4736" y="4897"/>
                      <a:pt x="4840" y="5550"/>
                    </a:cubicBezTo>
                    <a:cubicBezTo>
                      <a:pt x="5052" y="5980"/>
                      <a:pt x="5293" y="6326"/>
                      <a:pt x="5596" y="6696"/>
                    </a:cubicBezTo>
                    <a:cubicBezTo>
                      <a:pt x="5864" y="7050"/>
                      <a:pt x="5986" y="7353"/>
                      <a:pt x="6104" y="7774"/>
                    </a:cubicBezTo>
                    <a:cubicBezTo>
                      <a:pt x="5245" y="8194"/>
                      <a:pt x="4286" y="8065"/>
                      <a:pt x="3338" y="8068"/>
                    </a:cubicBezTo>
                    <a:cubicBezTo>
                      <a:pt x="3234" y="8068"/>
                      <a:pt x="3234" y="8068"/>
                      <a:pt x="2706" y="8075"/>
                    </a:cubicBezTo>
                    <a:cubicBezTo>
                      <a:pt x="2506" y="8077"/>
                      <a:pt x="2306" y="8077"/>
                      <a:pt x="2099" y="8077"/>
                    </a:cubicBezTo>
                    <a:cubicBezTo>
                      <a:pt x="1914" y="8077"/>
                      <a:pt x="1732" y="8080"/>
                      <a:pt x="1543" y="8080"/>
                    </a:cubicBezTo>
                    <a:cubicBezTo>
                      <a:pt x="981" y="8013"/>
                      <a:pt x="708" y="7895"/>
                      <a:pt x="288" y="7526"/>
                    </a:cubicBezTo>
                    <a:cubicBezTo>
                      <a:pt x="185" y="7040"/>
                      <a:pt x="134" y="6627"/>
                      <a:pt x="114" y="6138"/>
                    </a:cubicBezTo>
                    <a:cubicBezTo>
                      <a:pt x="106" y="5997"/>
                      <a:pt x="99" y="5859"/>
                      <a:pt x="89" y="5715"/>
                    </a:cubicBezTo>
                    <a:cubicBezTo>
                      <a:pt x="28" y="4529"/>
                      <a:pt x="10" y="3341"/>
                      <a:pt x="5" y="2152"/>
                    </a:cubicBezTo>
                    <a:cubicBezTo>
                      <a:pt x="3" y="1979"/>
                      <a:pt x="3" y="1804"/>
                      <a:pt x="0" y="1626"/>
                    </a:cubicBezTo>
                    <a:cubicBezTo>
                      <a:pt x="0" y="1465"/>
                      <a:pt x="0" y="1302"/>
                      <a:pt x="3" y="1137"/>
                    </a:cubicBezTo>
                    <a:cubicBezTo>
                      <a:pt x="3" y="993"/>
                      <a:pt x="3" y="850"/>
                      <a:pt x="3" y="702"/>
                    </a:cubicBezTo>
                    <a:cubicBezTo>
                      <a:pt x="35" y="361"/>
                      <a:pt x="35" y="361"/>
                      <a:pt x="288" y="114"/>
                    </a:cubicBezTo>
                    <a:close/>
                  </a:path>
                </a:pathLst>
              </a:custGeom>
              <a:solidFill>
                <a:srgbClr val="615B4F"/>
              </a:solidFill>
              <a:ln w="0">
                <a:noFill/>
              </a:ln>
            </p:spPr>
          </p:sp>
          <p:sp>
            <p:nvSpPr>
              <p:cNvPr id="896" name="robot vector"/>
              <p:cNvSpPr/>
              <p:nvPr/>
            </p:nvSpPr>
            <p:spPr>
              <a:xfrm>
                <a:off x="14398537" y="5174551"/>
                <a:ext cx="80352" cy="102487"/>
              </a:xfrm>
              <a:custGeom>
                <a:avLst/>
                <a:gdLst/>
                <a:ahLst/>
                <a:cxnLst/>
                <a:rect l="0" t="0" r="r" b="b"/>
                <a:pathLst>
                  <a:path w="8787" h="11208" fill="norm" stroke="0">
                    <a:moveTo>
                      <a:pt x="2574" y="40"/>
                    </a:moveTo>
                    <a:cubicBezTo>
                      <a:pt x="2723" y="37"/>
                      <a:pt x="2873" y="37"/>
                      <a:pt x="3027" y="35"/>
                    </a:cubicBezTo>
                    <a:cubicBezTo>
                      <a:pt x="3340" y="32"/>
                      <a:pt x="3657" y="32"/>
                      <a:pt x="3973" y="30"/>
                    </a:cubicBezTo>
                    <a:cubicBezTo>
                      <a:pt x="4453" y="27"/>
                      <a:pt x="4936" y="20"/>
                      <a:pt x="5417" y="12"/>
                    </a:cubicBezTo>
                    <a:cubicBezTo>
                      <a:pt x="5723" y="10"/>
                      <a:pt x="6029" y="10"/>
                      <a:pt x="6337" y="10"/>
                    </a:cubicBezTo>
                    <a:cubicBezTo>
                      <a:pt x="6479" y="5"/>
                      <a:pt x="6623" y="2"/>
                      <a:pt x="6772" y="0"/>
                    </a:cubicBezTo>
                    <a:cubicBezTo>
                      <a:pt x="7391" y="2"/>
                      <a:pt x="7819" y="49"/>
                      <a:pt x="8355" y="361"/>
                    </a:cubicBezTo>
                    <a:cubicBezTo>
                      <a:pt x="8787" y="1062"/>
                      <a:pt x="8757" y="1695"/>
                      <a:pt x="8754" y="2498"/>
                    </a:cubicBezTo>
                    <a:cubicBezTo>
                      <a:pt x="8754" y="2661"/>
                      <a:pt x="8757" y="2822"/>
                      <a:pt x="8757" y="2990"/>
                    </a:cubicBezTo>
                    <a:cubicBezTo>
                      <a:pt x="8760" y="3331"/>
                      <a:pt x="8760" y="3672"/>
                      <a:pt x="8757" y="4013"/>
                    </a:cubicBezTo>
                    <a:cubicBezTo>
                      <a:pt x="8754" y="4537"/>
                      <a:pt x="8762" y="5058"/>
                      <a:pt x="8770" y="5579"/>
                    </a:cubicBezTo>
                    <a:cubicBezTo>
                      <a:pt x="8770" y="5913"/>
                      <a:pt x="8770" y="6244"/>
                      <a:pt x="8770" y="6575"/>
                    </a:cubicBezTo>
                    <a:cubicBezTo>
                      <a:pt x="8772" y="6654"/>
                      <a:pt x="8772" y="6654"/>
                      <a:pt x="8777" y="7050"/>
                    </a:cubicBezTo>
                    <a:cubicBezTo>
                      <a:pt x="8760" y="8132"/>
                      <a:pt x="8760" y="8132"/>
                      <a:pt x="8158" y="8708"/>
                    </a:cubicBezTo>
                    <a:cubicBezTo>
                      <a:pt x="7695" y="8952"/>
                      <a:pt x="7260" y="9145"/>
                      <a:pt x="6764" y="9310"/>
                    </a:cubicBezTo>
                    <a:cubicBezTo>
                      <a:pt x="5753" y="9706"/>
                      <a:pt x="5214" y="10353"/>
                      <a:pt x="4597" y="11208"/>
                    </a:cubicBezTo>
                    <a:cubicBezTo>
                      <a:pt x="3778" y="11067"/>
                      <a:pt x="3406" y="10860"/>
                      <a:pt x="2860" y="10252"/>
                    </a:cubicBezTo>
                    <a:cubicBezTo>
                      <a:pt x="2347" y="9718"/>
                      <a:pt x="1917" y="9362"/>
                      <a:pt x="1231" y="9063"/>
                    </a:cubicBezTo>
                    <a:cubicBezTo>
                      <a:pt x="551" y="8737"/>
                      <a:pt x="551" y="8737"/>
                      <a:pt x="389" y="8421"/>
                    </a:cubicBezTo>
                    <a:cubicBezTo>
                      <a:pt x="177" y="7420"/>
                      <a:pt x="177" y="6390"/>
                      <a:pt x="126" y="5372"/>
                    </a:cubicBezTo>
                    <a:cubicBezTo>
                      <a:pt x="111" y="5135"/>
                      <a:pt x="96" y="4897"/>
                      <a:pt x="78" y="4653"/>
                    </a:cubicBezTo>
                    <a:cubicBezTo>
                      <a:pt x="5" y="3180"/>
                      <a:pt x="0" y="1732"/>
                      <a:pt x="551" y="336"/>
                    </a:cubicBezTo>
                    <a:cubicBezTo>
                      <a:pt x="1221" y="10"/>
                      <a:pt x="1841" y="44"/>
                      <a:pt x="2574" y="40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897" name="robot vector"/>
              <p:cNvSpPr/>
              <p:nvPr/>
            </p:nvSpPr>
            <p:spPr>
              <a:xfrm>
                <a:off x="14604109" y="4852257"/>
                <a:ext cx="152078" cy="155719"/>
              </a:xfrm>
              <a:custGeom>
                <a:avLst/>
                <a:gdLst/>
                <a:ahLst/>
                <a:cxnLst/>
                <a:rect l="0" t="0" r="r" b="b"/>
                <a:pathLst>
                  <a:path w="16631" h="17030" fill="norm" stroke="0">
                    <a:moveTo>
                      <a:pt x="12917" y="1977"/>
                    </a:moveTo>
                    <a:cubicBezTo>
                      <a:pt x="13331" y="2276"/>
                      <a:pt x="13640" y="2585"/>
                      <a:pt x="13979" y="2968"/>
                    </a:cubicBezTo>
                    <a:cubicBezTo>
                      <a:pt x="14060" y="3059"/>
                      <a:pt x="14143" y="3153"/>
                      <a:pt x="14227" y="3249"/>
                    </a:cubicBezTo>
                    <a:cubicBezTo>
                      <a:pt x="15944" y="5231"/>
                      <a:pt x="16631" y="6931"/>
                      <a:pt x="16444" y="9577"/>
                    </a:cubicBezTo>
                    <a:cubicBezTo>
                      <a:pt x="16106" y="12231"/>
                      <a:pt x="14871" y="13981"/>
                      <a:pt x="12745" y="15698"/>
                    </a:cubicBezTo>
                    <a:cubicBezTo>
                      <a:pt x="10927" y="16936"/>
                      <a:pt x="8787" y="17030"/>
                      <a:pt x="6646" y="16805"/>
                    </a:cubicBezTo>
                    <a:cubicBezTo>
                      <a:pt x="4466" y="16412"/>
                      <a:pt x="2688" y="15169"/>
                      <a:pt x="1343" y="13469"/>
                    </a:cubicBezTo>
                    <a:cubicBezTo>
                      <a:pt x="0" y="11554"/>
                      <a:pt x="3" y="9681"/>
                      <a:pt x="71" y="7415"/>
                    </a:cubicBezTo>
                    <a:cubicBezTo>
                      <a:pt x="71" y="7255"/>
                      <a:pt x="73" y="7097"/>
                      <a:pt x="73" y="6933"/>
                    </a:cubicBezTo>
                    <a:cubicBezTo>
                      <a:pt x="182" y="5308"/>
                      <a:pt x="1242" y="3971"/>
                      <a:pt x="2440" y="2906"/>
                    </a:cubicBezTo>
                    <a:cubicBezTo>
                      <a:pt x="5616" y="252"/>
                      <a:pt x="9245" y="0"/>
                      <a:pt x="12917" y="1977"/>
                    </a:cubicBezTo>
                    <a:close/>
                    <a:moveTo>
                      <a:pt x="3864" y="2968"/>
                    </a:moveTo>
                    <a:cubicBezTo>
                      <a:pt x="3737" y="3042"/>
                      <a:pt x="3611" y="3116"/>
                      <a:pt x="3480" y="3192"/>
                    </a:cubicBezTo>
                    <a:cubicBezTo>
                      <a:pt x="2549" y="3827"/>
                      <a:pt x="2084" y="4710"/>
                      <a:pt x="1588" y="5686"/>
                    </a:cubicBezTo>
                    <a:cubicBezTo>
                      <a:pt x="1512" y="5819"/>
                      <a:pt x="1436" y="5955"/>
                      <a:pt x="1358" y="6093"/>
                    </a:cubicBezTo>
                    <a:cubicBezTo>
                      <a:pt x="718" y="7331"/>
                      <a:pt x="566" y="8522"/>
                      <a:pt x="829" y="9886"/>
                    </a:cubicBezTo>
                    <a:cubicBezTo>
                      <a:pt x="1654" y="12246"/>
                      <a:pt x="2883" y="14139"/>
                      <a:pt x="5207" y="15275"/>
                    </a:cubicBezTo>
                    <a:cubicBezTo>
                      <a:pt x="6974" y="15930"/>
                      <a:pt x="8856" y="15895"/>
                      <a:pt x="10691" y="15569"/>
                    </a:cubicBezTo>
                    <a:cubicBezTo>
                      <a:pt x="10691" y="14801"/>
                      <a:pt x="10555" y="14494"/>
                      <a:pt x="10186" y="13840"/>
                    </a:cubicBezTo>
                    <a:cubicBezTo>
                      <a:pt x="10327" y="13825"/>
                      <a:pt x="10466" y="13808"/>
                      <a:pt x="10613" y="13793"/>
                    </a:cubicBezTo>
                    <a:cubicBezTo>
                      <a:pt x="11683" y="13425"/>
                      <a:pt x="12242" y="12762"/>
                      <a:pt x="12768" y="11794"/>
                    </a:cubicBezTo>
                    <a:cubicBezTo>
                      <a:pt x="13392" y="10388"/>
                      <a:pt x="13908" y="9049"/>
                      <a:pt x="13337" y="7551"/>
                    </a:cubicBezTo>
                    <a:cubicBezTo>
                      <a:pt x="12740" y="6182"/>
                      <a:pt x="12115" y="4932"/>
                      <a:pt x="10944" y="3956"/>
                    </a:cubicBezTo>
                    <a:cubicBezTo>
                      <a:pt x="10777" y="3956"/>
                      <a:pt x="10611" y="3956"/>
                      <a:pt x="10439" y="3956"/>
                    </a:cubicBezTo>
                    <a:cubicBezTo>
                      <a:pt x="10459" y="3766"/>
                      <a:pt x="10479" y="3578"/>
                      <a:pt x="10502" y="3385"/>
                    </a:cubicBezTo>
                    <a:cubicBezTo>
                      <a:pt x="10439" y="2720"/>
                      <a:pt x="10439" y="2720"/>
                      <a:pt x="10026" y="2315"/>
                    </a:cubicBezTo>
                    <a:cubicBezTo>
                      <a:pt x="9293" y="1905"/>
                      <a:pt x="8686" y="1856"/>
                      <a:pt x="7862" y="1870"/>
                    </a:cubicBezTo>
                    <a:cubicBezTo>
                      <a:pt x="7718" y="1873"/>
                      <a:pt x="7574" y="1873"/>
                      <a:pt x="7424" y="1875"/>
                    </a:cubicBezTo>
                    <a:cubicBezTo>
                      <a:pt x="6082" y="1922"/>
                      <a:pt x="5014" y="2286"/>
                      <a:pt x="3864" y="2968"/>
                    </a:cubicBezTo>
                    <a:close/>
                  </a:path>
                </a:pathLst>
              </a:custGeom>
              <a:solidFill>
                <a:srgbClr val="575349"/>
              </a:solidFill>
              <a:ln w="0">
                <a:noFill/>
              </a:ln>
            </p:spPr>
          </p:sp>
          <p:sp>
            <p:nvSpPr>
              <p:cNvPr id="898" name="robot vector"/>
              <p:cNvSpPr/>
              <p:nvPr/>
            </p:nvSpPr>
            <p:spPr>
              <a:xfrm>
                <a:off x="14495921" y="4755884"/>
                <a:ext cx="86826" cy="99143"/>
              </a:xfrm>
              <a:custGeom>
                <a:avLst/>
                <a:gdLst/>
                <a:ahLst/>
                <a:cxnLst/>
                <a:rect l="0" t="0" r="r" b="b"/>
                <a:pathLst>
                  <a:path w="9495" h="10842" fill="norm" stroke="0">
                    <a:moveTo>
                      <a:pt x="7831" y="1025"/>
                    </a:moveTo>
                    <a:cubicBezTo>
                      <a:pt x="9033" y="2320"/>
                      <a:pt x="9495" y="3583"/>
                      <a:pt x="9435" y="5320"/>
                    </a:cubicBezTo>
                    <a:cubicBezTo>
                      <a:pt x="9184" y="7477"/>
                      <a:pt x="8137" y="8913"/>
                      <a:pt x="6509" y="10341"/>
                    </a:cubicBezTo>
                    <a:cubicBezTo>
                      <a:pt x="5449" y="10842"/>
                      <a:pt x="3942" y="10749"/>
                      <a:pt x="2799" y="10541"/>
                    </a:cubicBezTo>
                    <a:cubicBezTo>
                      <a:pt x="1626" y="9995"/>
                      <a:pt x="814" y="9029"/>
                      <a:pt x="379" y="7835"/>
                    </a:cubicBezTo>
                    <a:cubicBezTo>
                      <a:pt x="0" y="6076"/>
                      <a:pt x="116" y="4445"/>
                      <a:pt x="1029" y="2881"/>
                    </a:cubicBezTo>
                    <a:cubicBezTo>
                      <a:pt x="1057" y="2824"/>
                      <a:pt x="1057" y="2824"/>
                      <a:pt x="1204" y="2538"/>
                    </a:cubicBezTo>
                    <a:cubicBezTo>
                      <a:pt x="1803" y="1431"/>
                      <a:pt x="2668" y="746"/>
                      <a:pt x="3859" y="319"/>
                    </a:cubicBezTo>
                    <a:cubicBezTo>
                      <a:pt x="5219" y="0"/>
                      <a:pt x="6714" y="170"/>
                      <a:pt x="7831" y="1025"/>
                    </a:cubicBezTo>
                    <a:close/>
                  </a:path>
                </a:pathLst>
              </a:custGeom>
              <a:solidFill>
                <a:srgbClr val="1D1D1D"/>
              </a:solidFill>
              <a:ln w="0">
                <a:noFill/>
              </a:ln>
            </p:spPr>
          </p:sp>
          <p:sp>
            <p:nvSpPr>
              <p:cNvPr id="899" name="robot vector"/>
              <p:cNvSpPr/>
              <p:nvPr/>
            </p:nvSpPr>
            <p:spPr>
              <a:xfrm>
                <a:off x="14294910" y="5322233"/>
                <a:ext cx="295971" cy="29870"/>
              </a:xfrm>
              <a:custGeom>
                <a:avLst/>
                <a:gdLst/>
                <a:ahLst/>
                <a:cxnLst/>
                <a:rect l="0" t="0" r="r" b="b"/>
                <a:pathLst>
                  <a:path w="32368" h="3267" fill="norm" stroke="0">
                    <a:moveTo>
                      <a:pt x="0" y="0"/>
                    </a:moveTo>
                    <a:cubicBezTo>
                      <a:pt x="10681" y="0"/>
                      <a:pt x="21363" y="0"/>
                      <a:pt x="32368" y="0"/>
                    </a:cubicBezTo>
                    <a:cubicBezTo>
                      <a:pt x="31402" y="630"/>
                      <a:pt x="30433" y="894"/>
                      <a:pt x="29333" y="1235"/>
                    </a:cubicBezTo>
                    <a:cubicBezTo>
                      <a:pt x="29091" y="1315"/>
                      <a:pt x="28848" y="1396"/>
                      <a:pt x="28605" y="1478"/>
                    </a:cubicBezTo>
                    <a:cubicBezTo>
                      <a:pt x="24546" y="2795"/>
                      <a:pt x="20318" y="3267"/>
                      <a:pt x="16057" y="3259"/>
                    </a:cubicBezTo>
                    <a:cubicBezTo>
                      <a:pt x="15913" y="3259"/>
                      <a:pt x="15772" y="3259"/>
                      <a:pt x="15623" y="3259"/>
                    </a:cubicBezTo>
                    <a:cubicBezTo>
                      <a:pt x="11961" y="3247"/>
                      <a:pt x="8474" y="2975"/>
                      <a:pt x="4977" y="1863"/>
                    </a:cubicBezTo>
                    <a:cubicBezTo>
                      <a:pt x="4534" y="1725"/>
                      <a:pt x="4091" y="1594"/>
                      <a:pt x="3646" y="1463"/>
                    </a:cubicBezTo>
                    <a:cubicBezTo>
                      <a:pt x="2410" y="1102"/>
                      <a:pt x="1194" y="731"/>
                      <a:pt x="0" y="247"/>
                    </a:cubicBezTo>
                    <a:cubicBezTo>
                      <a:pt x="0" y="166"/>
                      <a:pt x="0" y="84"/>
                      <a:pt x="0" y="0"/>
                    </a:cubicBezTo>
                    <a:close/>
                  </a:path>
                </a:pathLst>
              </a:custGeom>
              <a:solidFill>
                <a:srgbClr val="FBD272"/>
              </a:solidFill>
              <a:ln w="0">
                <a:noFill/>
              </a:ln>
            </p:spPr>
          </p:sp>
          <p:sp>
            <p:nvSpPr>
              <p:cNvPr id="900" name="robot vector"/>
              <p:cNvSpPr/>
              <p:nvPr/>
            </p:nvSpPr>
            <p:spPr>
              <a:xfrm>
                <a:off x="14549260" y="4633111"/>
                <a:ext cx="265033" cy="666528"/>
              </a:xfrm>
              <a:custGeom>
                <a:avLst/>
                <a:gdLst/>
                <a:ahLst/>
                <a:cxnLst/>
                <a:rect l="0" t="0" r="r" b="b"/>
                <a:pathLst>
                  <a:path w="28984" h="72892" fill="norm" stroke="0">
                    <a:moveTo>
                      <a:pt x="0" y="0"/>
                    </a:moveTo>
                    <a:cubicBezTo>
                      <a:pt x="1644" y="230"/>
                      <a:pt x="2981" y="650"/>
                      <a:pt x="4446" y="1413"/>
                    </a:cubicBezTo>
                    <a:cubicBezTo>
                      <a:pt x="4999" y="1700"/>
                      <a:pt x="5553" y="1942"/>
                      <a:pt x="6132" y="2177"/>
                    </a:cubicBezTo>
                    <a:cubicBezTo>
                      <a:pt x="15198" y="6091"/>
                      <a:pt x="22569" y="14272"/>
                      <a:pt x="26198" y="23195"/>
                    </a:cubicBezTo>
                    <a:cubicBezTo>
                      <a:pt x="26463" y="23889"/>
                      <a:pt x="26703" y="24591"/>
                      <a:pt x="26929" y="25297"/>
                    </a:cubicBezTo>
                    <a:cubicBezTo>
                      <a:pt x="27057" y="25698"/>
                      <a:pt x="27194" y="26095"/>
                      <a:pt x="27331" y="26493"/>
                    </a:cubicBezTo>
                    <a:cubicBezTo>
                      <a:pt x="28580" y="30187"/>
                      <a:pt x="28959" y="33713"/>
                      <a:pt x="28941" y="37600"/>
                    </a:cubicBezTo>
                    <a:cubicBezTo>
                      <a:pt x="28939" y="38107"/>
                      <a:pt x="28939" y="38611"/>
                      <a:pt x="28946" y="39117"/>
                    </a:cubicBezTo>
                    <a:cubicBezTo>
                      <a:pt x="28984" y="42495"/>
                      <a:pt x="28719" y="45650"/>
                      <a:pt x="27816" y="48924"/>
                    </a:cubicBezTo>
                    <a:cubicBezTo>
                      <a:pt x="27776" y="49070"/>
                      <a:pt x="27738" y="49214"/>
                      <a:pt x="27697" y="49364"/>
                    </a:cubicBezTo>
                    <a:cubicBezTo>
                      <a:pt x="27460" y="50217"/>
                      <a:pt x="27189" y="51054"/>
                      <a:pt x="26901" y="51890"/>
                    </a:cubicBezTo>
                    <a:cubicBezTo>
                      <a:pt x="26878" y="51951"/>
                      <a:pt x="26878" y="51951"/>
                      <a:pt x="26772" y="52260"/>
                    </a:cubicBezTo>
                    <a:cubicBezTo>
                      <a:pt x="25447" y="56080"/>
                      <a:pt x="23459" y="59537"/>
                      <a:pt x="20989" y="62762"/>
                    </a:cubicBezTo>
                    <a:cubicBezTo>
                      <a:pt x="20844" y="62954"/>
                      <a:pt x="20700" y="63147"/>
                      <a:pt x="20551" y="63347"/>
                    </a:cubicBezTo>
                    <a:cubicBezTo>
                      <a:pt x="17825" y="66898"/>
                      <a:pt x="14469" y="70375"/>
                      <a:pt x="10368" y="72398"/>
                    </a:cubicBezTo>
                    <a:cubicBezTo>
                      <a:pt x="10201" y="72398"/>
                      <a:pt x="10034" y="72398"/>
                      <a:pt x="9862" y="72398"/>
                    </a:cubicBezTo>
                    <a:cubicBezTo>
                      <a:pt x="9779" y="72561"/>
                      <a:pt x="9695" y="72724"/>
                      <a:pt x="9609" y="72892"/>
                    </a:cubicBezTo>
                    <a:cubicBezTo>
                      <a:pt x="9690" y="72168"/>
                      <a:pt x="9824" y="71936"/>
                      <a:pt x="10398" y="71454"/>
                    </a:cubicBezTo>
                    <a:cubicBezTo>
                      <a:pt x="10628" y="71299"/>
                      <a:pt x="10861" y="71143"/>
                      <a:pt x="11096" y="70992"/>
                    </a:cubicBezTo>
                    <a:cubicBezTo>
                      <a:pt x="11349" y="70819"/>
                      <a:pt x="11604" y="70646"/>
                      <a:pt x="11857" y="70471"/>
                    </a:cubicBezTo>
                    <a:cubicBezTo>
                      <a:pt x="11989" y="70382"/>
                      <a:pt x="12118" y="70293"/>
                      <a:pt x="12254" y="70199"/>
                    </a:cubicBezTo>
                    <a:cubicBezTo>
                      <a:pt x="14211" y="68835"/>
                      <a:pt x="15893" y="67306"/>
                      <a:pt x="17451" y="65517"/>
                    </a:cubicBezTo>
                    <a:cubicBezTo>
                      <a:pt x="17676" y="65260"/>
                      <a:pt x="17911" y="65010"/>
                      <a:pt x="18146" y="64758"/>
                    </a:cubicBezTo>
                    <a:cubicBezTo>
                      <a:pt x="20273" y="62487"/>
                      <a:pt x="22000" y="59952"/>
                      <a:pt x="23421" y="57214"/>
                    </a:cubicBezTo>
                    <a:cubicBezTo>
                      <a:pt x="23770" y="56584"/>
                      <a:pt x="23770" y="56584"/>
                      <a:pt x="24276" y="56090"/>
                    </a:cubicBezTo>
                    <a:cubicBezTo>
                      <a:pt x="25055" y="54694"/>
                      <a:pt x="25459" y="53108"/>
                      <a:pt x="25935" y="51595"/>
                    </a:cubicBezTo>
                    <a:cubicBezTo>
                      <a:pt x="26086" y="51114"/>
                      <a:pt x="26241" y="50632"/>
                      <a:pt x="26395" y="50150"/>
                    </a:cubicBezTo>
                    <a:cubicBezTo>
                      <a:pt x="26461" y="49938"/>
                      <a:pt x="26529" y="49725"/>
                      <a:pt x="26597" y="49508"/>
                    </a:cubicBezTo>
                    <a:cubicBezTo>
                      <a:pt x="26805" y="48924"/>
                      <a:pt x="26805" y="48924"/>
                      <a:pt x="27073" y="48410"/>
                    </a:cubicBezTo>
                    <a:cubicBezTo>
                      <a:pt x="27318" y="47921"/>
                      <a:pt x="27401" y="47548"/>
                      <a:pt x="27462" y="47009"/>
                    </a:cubicBezTo>
                    <a:cubicBezTo>
                      <a:pt x="27482" y="46839"/>
                      <a:pt x="27503" y="46668"/>
                      <a:pt x="27523" y="46493"/>
                    </a:cubicBezTo>
                    <a:cubicBezTo>
                      <a:pt x="27540" y="46315"/>
                      <a:pt x="27561" y="46140"/>
                      <a:pt x="27578" y="45959"/>
                    </a:cubicBezTo>
                    <a:cubicBezTo>
                      <a:pt x="27619" y="45608"/>
                      <a:pt x="27659" y="45260"/>
                      <a:pt x="27700" y="44909"/>
                    </a:cubicBezTo>
                    <a:cubicBezTo>
                      <a:pt x="27715" y="44756"/>
                      <a:pt x="27733" y="44600"/>
                      <a:pt x="27748" y="44442"/>
                    </a:cubicBezTo>
                    <a:cubicBezTo>
                      <a:pt x="27816" y="43983"/>
                      <a:pt x="27816" y="43983"/>
                      <a:pt x="27948" y="43545"/>
                    </a:cubicBezTo>
                    <a:cubicBezTo>
                      <a:pt x="28122" y="42750"/>
                      <a:pt x="28109" y="41969"/>
                      <a:pt x="28112" y="41156"/>
                    </a:cubicBezTo>
                    <a:cubicBezTo>
                      <a:pt x="28112" y="40978"/>
                      <a:pt x="28112" y="40798"/>
                      <a:pt x="28114" y="40615"/>
                    </a:cubicBezTo>
                    <a:cubicBezTo>
                      <a:pt x="28114" y="40237"/>
                      <a:pt x="28117" y="39859"/>
                      <a:pt x="28117" y="39481"/>
                    </a:cubicBezTo>
                    <a:cubicBezTo>
                      <a:pt x="28117" y="38910"/>
                      <a:pt x="28122" y="38339"/>
                      <a:pt x="28125" y="37771"/>
                    </a:cubicBezTo>
                    <a:cubicBezTo>
                      <a:pt x="28132" y="35955"/>
                      <a:pt x="28082" y="34247"/>
                      <a:pt x="27690" y="32468"/>
                    </a:cubicBezTo>
                    <a:cubicBezTo>
                      <a:pt x="27566" y="31887"/>
                      <a:pt x="27497" y="31324"/>
                      <a:pt x="27442" y="30736"/>
                    </a:cubicBezTo>
                    <a:cubicBezTo>
                      <a:pt x="27323" y="29580"/>
                      <a:pt x="27037" y="28495"/>
                      <a:pt x="26709" y="27380"/>
                    </a:cubicBezTo>
                    <a:cubicBezTo>
                      <a:pt x="26683" y="27286"/>
                      <a:pt x="26683" y="27286"/>
                      <a:pt x="26549" y="26807"/>
                    </a:cubicBezTo>
                    <a:cubicBezTo>
                      <a:pt x="26269" y="25831"/>
                      <a:pt x="25950" y="24949"/>
                      <a:pt x="25462" y="24057"/>
                    </a:cubicBezTo>
                    <a:cubicBezTo>
                      <a:pt x="25186" y="23528"/>
                      <a:pt x="25017" y="22970"/>
                      <a:pt x="24830" y="22409"/>
                    </a:cubicBezTo>
                    <a:cubicBezTo>
                      <a:pt x="24420" y="21243"/>
                      <a:pt x="23851" y="20304"/>
                      <a:pt x="23118" y="19295"/>
                    </a:cubicBezTo>
                    <a:cubicBezTo>
                      <a:pt x="22791" y="18828"/>
                      <a:pt x="22554" y="18384"/>
                      <a:pt x="22316" y="17867"/>
                    </a:cubicBezTo>
                    <a:cubicBezTo>
                      <a:pt x="20028" y="13232"/>
                      <a:pt x="14677" y="7287"/>
                      <a:pt x="9789" y="5157"/>
                    </a:cubicBezTo>
                    <a:cubicBezTo>
                      <a:pt x="9167" y="4848"/>
                      <a:pt x="8595" y="4465"/>
                      <a:pt x="8014" y="4092"/>
                    </a:cubicBezTo>
                    <a:cubicBezTo>
                      <a:pt x="6817" y="3336"/>
                      <a:pt x="5621" y="2745"/>
                      <a:pt x="4299" y="2224"/>
                    </a:cubicBezTo>
                    <a:cubicBezTo>
                      <a:pt x="3932" y="2076"/>
                      <a:pt x="3568" y="1927"/>
                      <a:pt x="3201" y="1779"/>
                    </a:cubicBezTo>
                    <a:cubicBezTo>
                      <a:pt x="2134" y="1349"/>
                      <a:pt x="1067" y="922"/>
                      <a:pt x="0" y="494"/>
                    </a:cubicBezTo>
                    <a:cubicBezTo>
                      <a:pt x="0" y="331"/>
                      <a:pt x="0" y="168"/>
                      <a:pt x="0" y="0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901" name="robot vector"/>
              <p:cNvSpPr/>
              <p:nvPr/>
            </p:nvSpPr>
            <p:spPr>
              <a:xfrm>
                <a:off x="14058757" y="4639889"/>
                <a:ext cx="240777" cy="655231"/>
              </a:xfrm>
              <a:custGeom>
                <a:avLst/>
                <a:gdLst/>
                <a:ahLst/>
                <a:cxnLst/>
                <a:rect l="0" t="0" r="r" b="b"/>
                <a:pathLst>
                  <a:path w="26332" h="71657" fill="norm" stroke="0">
                    <a:moveTo>
                      <a:pt x="25826" y="0"/>
                    </a:moveTo>
                    <a:cubicBezTo>
                      <a:pt x="25909" y="40"/>
                      <a:pt x="25909" y="40"/>
                      <a:pt x="26332" y="247"/>
                    </a:cubicBezTo>
                    <a:cubicBezTo>
                      <a:pt x="25641" y="1028"/>
                      <a:pt x="25052" y="1379"/>
                      <a:pt x="24079" y="1757"/>
                    </a:cubicBezTo>
                    <a:cubicBezTo>
                      <a:pt x="20078" y="3420"/>
                      <a:pt x="16606" y="6039"/>
                      <a:pt x="13435" y="8895"/>
                    </a:cubicBezTo>
                    <a:cubicBezTo>
                      <a:pt x="13324" y="8994"/>
                      <a:pt x="13215" y="9093"/>
                      <a:pt x="13101" y="9197"/>
                    </a:cubicBezTo>
                    <a:cubicBezTo>
                      <a:pt x="11283" y="10852"/>
                      <a:pt x="9832" y="12755"/>
                      <a:pt x="8494" y="14791"/>
                    </a:cubicBezTo>
                    <a:cubicBezTo>
                      <a:pt x="8218" y="15186"/>
                      <a:pt x="7943" y="15535"/>
                      <a:pt x="7629" y="15898"/>
                    </a:cubicBezTo>
                    <a:cubicBezTo>
                      <a:pt x="7032" y="16617"/>
                      <a:pt x="6635" y="17405"/>
                      <a:pt x="6228" y="18238"/>
                    </a:cubicBezTo>
                    <a:cubicBezTo>
                      <a:pt x="6074" y="18549"/>
                      <a:pt x="5920" y="18858"/>
                      <a:pt x="5766" y="19167"/>
                    </a:cubicBezTo>
                    <a:cubicBezTo>
                      <a:pt x="5692" y="19315"/>
                      <a:pt x="5619" y="19461"/>
                      <a:pt x="5543" y="19614"/>
                    </a:cubicBezTo>
                    <a:cubicBezTo>
                      <a:pt x="5303" y="20096"/>
                      <a:pt x="5045" y="20573"/>
                      <a:pt x="4789" y="21050"/>
                    </a:cubicBezTo>
                    <a:cubicBezTo>
                      <a:pt x="3854" y="22886"/>
                      <a:pt x="3254" y="24838"/>
                      <a:pt x="2726" y="26815"/>
                    </a:cubicBezTo>
                    <a:cubicBezTo>
                      <a:pt x="2594" y="27304"/>
                      <a:pt x="2450" y="27781"/>
                      <a:pt x="2294" y="28262"/>
                    </a:cubicBezTo>
                    <a:cubicBezTo>
                      <a:pt x="1623" y="30556"/>
                      <a:pt x="1431" y="33014"/>
                      <a:pt x="1317" y="35386"/>
                    </a:cubicBezTo>
                    <a:cubicBezTo>
                      <a:pt x="1305" y="35673"/>
                      <a:pt x="1290" y="35957"/>
                      <a:pt x="1272" y="36244"/>
                    </a:cubicBezTo>
                    <a:cubicBezTo>
                      <a:pt x="1120" y="38791"/>
                      <a:pt x="1444" y="41289"/>
                      <a:pt x="1773" y="43812"/>
                    </a:cubicBezTo>
                    <a:cubicBezTo>
                      <a:pt x="1793" y="43985"/>
                      <a:pt x="1816" y="44160"/>
                      <a:pt x="1838" y="44338"/>
                    </a:cubicBezTo>
                    <a:cubicBezTo>
                      <a:pt x="1902" y="44838"/>
                      <a:pt x="1970" y="45334"/>
                      <a:pt x="2038" y="45833"/>
                    </a:cubicBezTo>
                    <a:cubicBezTo>
                      <a:pt x="2058" y="45984"/>
                      <a:pt x="2076" y="46135"/>
                      <a:pt x="2096" y="46290"/>
                    </a:cubicBezTo>
                    <a:cubicBezTo>
                      <a:pt x="2205" y="47044"/>
                      <a:pt x="2326" y="47585"/>
                      <a:pt x="2814" y="48183"/>
                    </a:cubicBezTo>
                    <a:cubicBezTo>
                      <a:pt x="2931" y="48628"/>
                      <a:pt x="2931" y="48628"/>
                      <a:pt x="3019" y="49142"/>
                    </a:cubicBezTo>
                    <a:cubicBezTo>
                      <a:pt x="3351" y="50703"/>
                      <a:pt x="3965" y="52149"/>
                      <a:pt x="4585" y="53619"/>
                    </a:cubicBezTo>
                    <a:cubicBezTo>
                      <a:pt x="4666" y="53812"/>
                      <a:pt x="4746" y="54007"/>
                      <a:pt x="4830" y="54207"/>
                    </a:cubicBezTo>
                    <a:cubicBezTo>
                      <a:pt x="6289" y="57550"/>
                      <a:pt x="8226" y="60508"/>
                      <a:pt x="10654" y="63256"/>
                    </a:cubicBezTo>
                    <a:cubicBezTo>
                      <a:pt x="10853" y="63493"/>
                      <a:pt x="11053" y="63730"/>
                      <a:pt x="11255" y="63967"/>
                    </a:cubicBezTo>
                    <a:cubicBezTo>
                      <a:pt x="11362" y="64089"/>
                      <a:pt x="11468" y="64212"/>
                      <a:pt x="11577" y="64341"/>
                    </a:cubicBezTo>
                    <a:cubicBezTo>
                      <a:pt x="11812" y="64615"/>
                      <a:pt x="12044" y="64894"/>
                      <a:pt x="12274" y="65176"/>
                    </a:cubicBezTo>
                    <a:cubicBezTo>
                      <a:pt x="13562" y="66695"/>
                      <a:pt x="15081" y="67901"/>
                      <a:pt x="16637" y="69151"/>
                    </a:cubicBezTo>
                    <a:cubicBezTo>
                      <a:pt x="16975" y="69433"/>
                      <a:pt x="16975" y="69433"/>
                      <a:pt x="17403" y="69858"/>
                    </a:cubicBezTo>
                    <a:cubicBezTo>
                      <a:pt x="17759" y="70199"/>
                      <a:pt x="18088" y="70384"/>
                      <a:pt x="18541" y="70592"/>
                    </a:cubicBezTo>
                    <a:cubicBezTo>
                      <a:pt x="18675" y="70654"/>
                      <a:pt x="18809" y="70716"/>
                      <a:pt x="18945" y="70780"/>
                    </a:cubicBezTo>
                    <a:cubicBezTo>
                      <a:pt x="19046" y="70824"/>
                      <a:pt x="19148" y="70869"/>
                      <a:pt x="19251" y="70916"/>
                    </a:cubicBezTo>
                    <a:cubicBezTo>
                      <a:pt x="19168" y="71160"/>
                      <a:pt x="19084" y="71405"/>
                      <a:pt x="18998" y="71657"/>
                    </a:cubicBezTo>
                    <a:cubicBezTo>
                      <a:pt x="16467" y="70288"/>
                      <a:pt x="14485" y="68432"/>
                      <a:pt x="12424" y="66468"/>
                    </a:cubicBezTo>
                    <a:cubicBezTo>
                      <a:pt x="12168" y="66228"/>
                      <a:pt x="11910" y="65986"/>
                      <a:pt x="11655" y="65747"/>
                    </a:cubicBezTo>
                    <a:cubicBezTo>
                      <a:pt x="9794" y="63985"/>
                      <a:pt x="9794" y="63985"/>
                      <a:pt x="9146" y="62925"/>
                    </a:cubicBezTo>
                    <a:cubicBezTo>
                      <a:pt x="8858" y="62475"/>
                      <a:pt x="8537" y="62055"/>
                      <a:pt x="8211" y="61632"/>
                    </a:cubicBezTo>
                    <a:cubicBezTo>
                      <a:pt x="5882" y="58593"/>
                      <a:pt x="4253" y="55534"/>
                      <a:pt x="3007" y="51936"/>
                    </a:cubicBezTo>
                    <a:cubicBezTo>
                      <a:pt x="2837" y="51457"/>
                      <a:pt x="2655" y="50988"/>
                      <a:pt x="2460" y="50518"/>
                    </a:cubicBezTo>
                    <a:cubicBezTo>
                      <a:pt x="1019" y="46985"/>
                      <a:pt x="400" y="43049"/>
                      <a:pt x="298" y="39256"/>
                    </a:cubicBezTo>
                    <a:cubicBezTo>
                      <a:pt x="291" y="38937"/>
                      <a:pt x="278" y="38616"/>
                      <a:pt x="263" y="38297"/>
                    </a:cubicBezTo>
                    <a:cubicBezTo>
                      <a:pt x="0" y="32772"/>
                      <a:pt x="1209" y="26780"/>
                      <a:pt x="3591" y="21752"/>
                    </a:cubicBezTo>
                    <a:cubicBezTo>
                      <a:pt x="3823" y="21255"/>
                      <a:pt x="4041" y="20751"/>
                      <a:pt x="4253" y="20247"/>
                    </a:cubicBezTo>
                    <a:cubicBezTo>
                      <a:pt x="5958" y="16518"/>
                      <a:pt x="8223" y="13234"/>
                      <a:pt x="11071" y="10264"/>
                    </a:cubicBezTo>
                    <a:cubicBezTo>
                      <a:pt x="11559" y="9755"/>
                      <a:pt x="12009" y="9224"/>
                      <a:pt x="12454" y="8678"/>
                    </a:cubicBezTo>
                    <a:cubicBezTo>
                      <a:pt x="15630" y="5144"/>
                      <a:pt x="20184" y="2382"/>
                      <a:pt x="24562" y="494"/>
                    </a:cubicBezTo>
                    <a:cubicBezTo>
                      <a:pt x="24673" y="445"/>
                      <a:pt x="24673" y="445"/>
                      <a:pt x="25229" y="203"/>
                    </a:cubicBezTo>
                    <a:cubicBezTo>
                      <a:pt x="25426" y="136"/>
                      <a:pt x="25624" y="69"/>
                      <a:pt x="25826" y="0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902" name="robot vector"/>
              <p:cNvSpPr/>
              <p:nvPr/>
            </p:nvSpPr>
            <p:spPr>
              <a:xfrm>
                <a:off x="14451492" y="5264389"/>
                <a:ext cx="162738" cy="35541"/>
              </a:xfrm>
              <a:custGeom>
                <a:avLst/>
                <a:gdLst/>
                <a:ahLst/>
                <a:cxnLst/>
                <a:rect l="0" t="0" r="r" b="b"/>
                <a:pathLst>
                  <a:path w="17797" h="3887" fill="norm" stroke="0">
                    <a:moveTo>
                      <a:pt x="6079" y="17"/>
                    </a:moveTo>
                    <a:cubicBezTo>
                      <a:pt x="6203" y="17"/>
                      <a:pt x="6203" y="17"/>
                      <a:pt x="6835" y="15"/>
                    </a:cubicBezTo>
                    <a:cubicBezTo>
                      <a:pt x="7361" y="12"/>
                      <a:pt x="7885" y="15"/>
                      <a:pt x="8408" y="20"/>
                    </a:cubicBezTo>
                    <a:cubicBezTo>
                      <a:pt x="9073" y="25"/>
                      <a:pt x="9741" y="22"/>
                      <a:pt x="10406" y="17"/>
                    </a:cubicBezTo>
                    <a:cubicBezTo>
                      <a:pt x="11051" y="12"/>
                      <a:pt x="11693" y="15"/>
                      <a:pt x="12338" y="17"/>
                    </a:cubicBezTo>
                    <a:cubicBezTo>
                      <a:pt x="12573" y="15"/>
                      <a:pt x="12811" y="12"/>
                      <a:pt x="13053" y="12"/>
                    </a:cubicBezTo>
                    <a:cubicBezTo>
                      <a:pt x="14829" y="37"/>
                      <a:pt x="16186" y="427"/>
                      <a:pt x="17534" y="1584"/>
                    </a:cubicBezTo>
                    <a:cubicBezTo>
                      <a:pt x="17797" y="2184"/>
                      <a:pt x="17767" y="2397"/>
                      <a:pt x="17661" y="3024"/>
                    </a:cubicBezTo>
                    <a:cubicBezTo>
                      <a:pt x="17648" y="3101"/>
                      <a:pt x="17648" y="3101"/>
                      <a:pt x="17582" y="3496"/>
                    </a:cubicBezTo>
                    <a:cubicBezTo>
                      <a:pt x="17562" y="3615"/>
                      <a:pt x="17542" y="3734"/>
                      <a:pt x="17519" y="3855"/>
                    </a:cubicBezTo>
                    <a:cubicBezTo>
                      <a:pt x="15319" y="3860"/>
                      <a:pt x="13119" y="3865"/>
                      <a:pt x="10919" y="3867"/>
                    </a:cubicBezTo>
                    <a:cubicBezTo>
                      <a:pt x="9897" y="3869"/>
                      <a:pt x="8876" y="3872"/>
                      <a:pt x="7854" y="3874"/>
                    </a:cubicBezTo>
                    <a:cubicBezTo>
                      <a:pt x="6868" y="3877"/>
                      <a:pt x="5882" y="3877"/>
                      <a:pt x="4898" y="3879"/>
                    </a:cubicBezTo>
                    <a:cubicBezTo>
                      <a:pt x="4521" y="3879"/>
                      <a:pt x="4145" y="3879"/>
                      <a:pt x="3768" y="3882"/>
                    </a:cubicBezTo>
                    <a:cubicBezTo>
                      <a:pt x="3242" y="3882"/>
                      <a:pt x="2716" y="3884"/>
                      <a:pt x="2190" y="3882"/>
                    </a:cubicBezTo>
                    <a:cubicBezTo>
                      <a:pt x="2111" y="3884"/>
                      <a:pt x="2111" y="3884"/>
                      <a:pt x="1714" y="3887"/>
                    </a:cubicBezTo>
                    <a:cubicBezTo>
                      <a:pt x="635" y="3884"/>
                      <a:pt x="635" y="3884"/>
                      <a:pt x="71" y="3608"/>
                    </a:cubicBezTo>
                    <a:cubicBezTo>
                      <a:pt x="0" y="2800"/>
                      <a:pt x="28" y="2123"/>
                      <a:pt x="506" y="1431"/>
                    </a:cubicBezTo>
                    <a:cubicBezTo>
                      <a:pt x="1980" y="96"/>
                      <a:pt x="4183" y="0"/>
                      <a:pt x="6079" y="17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03" name="robot vector"/>
              <p:cNvSpPr/>
              <p:nvPr/>
            </p:nvSpPr>
            <p:spPr>
              <a:xfrm>
                <a:off x="14378152" y="4933613"/>
                <a:ext cx="173791" cy="159312"/>
              </a:xfrm>
              <a:custGeom>
                <a:avLst/>
                <a:gdLst/>
                <a:ahLst/>
                <a:cxnLst/>
                <a:rect l="0" t="0" r="r" b="b"/>
                <a:pathLst>
                  <a:path w="19006" h="17423" fill="norm" stroke="0">
                    <a:moveTo>
                      <a:pt x="14667" y="0"/>
                    </a:moveTo>
                    <a:cubicBezTo>
                      <a:pt x="16616" y="7"/>
                      <a:pt x="16616" y="7"/>
                      <a:pt x="17357" y="551"/>
                    </a:cubicBezTo>
                    <a:cubicBezTo>
                      <a:pt x="18874" y="2291"/>
                      <a:pt x="19006" y="4324"/>
                      <a:pt x="18998" y="6516"/>
                    </a:cubicBezTo>
                    <a:cubicBezTo>
                      <a:pt x="18998" y="6684"/>
                      <a:pt x="18998" y="6852"/>
                      <a:pt x="19001" y="7022"/>
                    </a:cubicBezTo>
                    <a:cubicBezTo>
                      <a:pt x="19001" y="7376"/>
                      <a:pt x="18998" y="7729"/>
                      <a:pt x="18998" y="8082"/>
                    </a:cubicBezTo>
                    <a:cubicBezTo>
                      <a:pt x="18998" y="8614"/>
                      <a:pt x="18998" y="9147"/>
                      <a:pt x="19001" y="9681"/>
                    </a:cubicBezTo>
                    <a:cubicBezTo>
                      <a:pt x="19003" y="14979"/>
                      <a:pt x="19003" y="14979"/>
                      <a:pt x="17701" y="16308"/>
                    </a:cubicBezTo>
                    <a:cubicBezTo>
                      <a:pt x="16937" y="17049"/>
                      <a:pt x="16361" y="17408"/>
                      <a:pt x="15274" y="17423"/>
                    </a:cubicBezTo>
                    <a:cubicBezTo>
                      <a:pt x="15129" y="17420"/>
                      <a:pt x="14988" y="17415"/>
                      <a:pt x="14839" y="17413"/>
                    </a:cubicBezTo>
                    <a:cubicBezTo>
                      <a:pt x="14760" y="17413"/>
                      <a:pt x="14760" y="17413"/>
                      <a:pt x="14371" y="17415"/>
                    </a:cubicBezTo>
                    <a:cubicBezTo>
                      <a:pt x="13863" y="17415"/>
                      <a:pt x="13354" y="17408"/>
                      <a:pt x="12846" y="17403"/>
                    </a:cubicBezTo>
                    <a:cubicBezTo>
                      <a:pt x="12492" y="17400"/>
                      <a:pt x="12138" y="17400"/>
                      <a:pt x="11784" y="17400"/>
                    </a:cubicBezTo>
                    <a:cubicBezTo>
                      <a:pt x="11043" y="17398"/>
                      <a:pt x="10302" y="17393"/>
                      <a:pt x="9564" y="17385"/>
                    </a:cubicBezTo>
                    <a:cubicBezTo>
                      <a:pt x="8613" y="17376"/>
                      <a:pt x="7662" y="17371"/>
                      <a:pt x="6714" y="17368"/>
                    </a:cubicBezTo>
                    <a:cubicBezTo>
                      <a:pt x="5809" y="17366"/>
                      <a:pt x="4901" y="17361"/>
                      <a:pt x="3995" y="17356"/>
                    </a:cubicBezTo>
                    <a:cubicBezTo>
                      <a:pt x="3823" y="17353"/>
                      <a:pt x="3649" y="17353"/>
                      <a:pt x="3472" y="17353"/>
                    </a:cubicBezTo>
                    <a:cubicBezTo>
                      <a:pt x="2981" y="17351"/>
                      <a:pt x="2493" y="17346"/>
                      <a:pt x="2005" y="17341"/>
                    </a:cubicBezTo>
                    <a:cubicBezTo>
                      <a:pt x="1861" y="17339"/>
                      <a:pt x="1714" y="17339"/>
                      <a:pt x="1565" y="17339"/>
                    </a:cubicBezTo>
                    <a:cubicBezTo>
                      <a:pt x="958" y="17331"/>
                      <a:pt x="551" y="17319"/>
                      <a:pt x="0" y="17049"/>
                    </a:cubicBezTo>
                    <a:cubicBezTo>
                      <a:pt x="83" y="16723"/>
                      <a:pt x="167" y="16397"/>
                      <a:pt x="253" y="16061"/>
                    </a:cubicBezTo>
                    <a:cubicBezTo>
                      <a:pt x="5760" y="15980"/>
                      <a:pt x="11268" y="15898"/>
                      <a:pt x="16943" y="15814"/>
                    </a:cubicBezTo>
                    <a:cubicBezTo>
                      <a:pt x="17180" y="15120"/>
                      <a:pt x="17228" y="14692"/>
                      <a:pt x="17233" y="13976"/>
                    </a:cubicBezTo>
                    <a:cubicBezTo>
                      <a:pt x="17233" y="13756"/>
                      <a:pt x="17236" y="13533"/>
                      <a:pt x="17236" y="13306"/>
                    </a:cubicBezTo>
                    <a:cubicBezTo>
                      <a:pt x="17238" y="13069"/>
                      <a:pt x="17238" y="12832"/>
                      <a:pt x="17238" y="12584"/>
                    </a:cubicBezTo>
                    <a:cubicBezTo>
                      <a:pt x="17238" y="12340"/>
                      <a:pt x="17238" y="12095"/>
                      <a:pt x="17241" y="11843"/>
                    </a:cubicBezTo>
                    <a:cubicBezTo>
                      <a:pt x="17241" y="11327"/>
                      <a:pt x="17243" y="10810"/>
                      <a:pt x="17243" y="10294"/>
                    </a:cubicBezTo>
                    <a:cubicBezTo>
                      <a:pt x="17243" y="9632"/>
                      <a:pt x="17246" y="8967"/>
                      <a:pt x="17251" y="8305"/>
                    </a:cubicBezTo>
                    <a:cubicBezTo>
                      <a:pt x="17254" y="7672"/>
                      <a:pt x="17254" y="7040"/>
                      <a:pt x="17254" y="6407"/>
                    </a:cubicBezTo>
                    <a:cubicBezTo>
                      <a:pt x="17254" y="6289"/>
                      <a:pt x="17254" y="6289"/>
                      <a:pt x="17259" y="5686"/>
                    </a:cubicBezTo>
                    <a:cubicBezTo>
                      <a:pt x="17259" y="5577"/>
                      <a:pt x="17259" y="5577"/>
                      <a:pt x="17256" y="5018"/>
                    </a:cubicBezTo>
                    <a:cubicBezTo>
                      <a:pt x="17256" y="4823"/>
                      <a:pt x="17259" y="4631"/>
                      <a:pt x="17259" y="4430"/>
                    </a:cubicBezTo>
                    <a:cubicBezTo>
                      <a:pt x="17195" y="3953"/>
                      <a:pt x="17195" y="3953"/>
                      <a:pt x="16690" y="3459"/>
                    </a:cubicBezTo>
                    <a:cubicBezTo>
                      <a:pt x="16207" y="3385"/>
                      <a:pt x="15754" y="3333"/>
                      <a:pt x="15269" y="3306"/>
                    </a:cubicBezTo>
                    <a:cubicBezTo>
                      <a:pt x="15137" y="3296"/>
                      <a:pt x="15006" y="3286"/>
                      <a:pt x="14871" y="3276"/>
                    </a:cubicBezTo>
                    <a:cubicBezTo>
                      <a:pt x="14550" y="3252"/>
                      <a:pt x="14229" y="3232"/>
                      <a:pt x="13908" y="3212"/>
                    </a:cubicBezTo>
                    <a:cubicBezTo>
                      <a:pt x="13986" y="2770"/>
                      <a:pt x="14065" y="2328"/>
                      <a:pt x="14146" y="1883"/>
                    </a:cubicBezTo>
                    <a:cubicBezTo>
                      <a:pt x="14166" y="1759"/>
                      <a:pt x="14189" y="1633"/>
                      <a:pt x="14211" y="1505"/>
                    </a:cubicBezTo>
                    <a:cubicBezTo>
                      <a:pt x="14313" y="956"/>
                      <a:pt x="14411" y="502"/>
                      <a:pt x="146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04" name="robot vector"/>
              <p:cNvSpPr/>
              <p:nvPr/>
            </p:nvSpPr>
            <p:spPr>
              <a:xfrm>
                <a:off x="14359653" y="4718373"/>
                <a:ext cx="213030" cy="19544"/>
              </a:xfrm>
              <a:custGeom>
                <a:avLst/>
                <a:gdLst/>
                <a:ahLst/>
                <a:cxnLst/>
                <a:rect l="0" t="0" r="r" b="b"/>
                <a:pathLst>
                  <a:path w="23297" h="2137" fill="norm" stroke="0">
                    <a:moveTo>
                      <a:pt x="1651" y="32"/>
                    </a:moveTo>
                    <a:cubicBezTo>
                      <a:pt x="1745" y="32"/>
                      <a:pt x="1745" y="32"/>
                      <a:pt x="2213" y="30"/>
                    </a:cubicBezTo>
                    <a:cubicBezTo>
                      <a:pt x="2314" y="30"/>
                      <a:pt x="2314" y="30"/>
                      <a:pt x="2827" y="30"/>
                    </a:cubicBezTo>
                    <a:cubicBezTo>
                      <a:pt x="3042" y="30"/>
                      <a:pt x="3254" y="27"/>
                      <a:pt x="3474" y="27"/>
                    </a:cubicBezTo>
                    <a:cubicBezTo>
                      <a:pt x="4185" y="25"/>
                      <a:pt x="4893" y="25"/>
                      <a:pt x="5604" y="25"/>
                    </a:cubicBezTo>
                    <a:cubicBezTo>
                      <a:pt x="6094" y="22"/>
                      <a:pt x="6585" y="22"/>
                      <a:pt x="7078" y="22"/>
                    </a:cubicBezTo>
                    <a:cubicBezTo>
                      <a:pt x="8107" y="20"/>
                      <a:pt x="9139" y="20"/>
                      <a:pt x="10168" y="20"/>
                    </a:cubicBezTo>
                    <a:cubicBezTo>
                      <a:pt x="11362" y="20"/>
                      <a:pt x="12553" y="17"/>
                      <a:pt x="13744" y="12"/>
                    </a:cubicBezTo>
                    <a:cubicBezTo>
                      <a:pt x="14889" y="10"/>
                      <a:pt x="16037" y="7"/>
                      <a:pt x="17183" y="10"/>
                    </a:cubicBezTo>
                    <a:cubicBezTo>
                      <a:pt x="17671" y="7"/>
                      <a:pt x="18159" y="7"/>
                      <a:pt x="18647" y="5"/>
                    </a:cubicBezTo>
                    <a:cubicBezTo>
                      <a:pt x="19327" y="2"/>
                      <a:pt x="20007" y="2"/>
                      <a:pt x="20690" y="5"/>
                    </a:cubicBezTo>
                    <a:cubicBezTo>
                      <a:pt x="20892" y="5"/>
                      <a:pt x="21095" y="2"/>
                      <a:pt x="21305" y="0"/>
                    </a:cubicBezTo>
                    <a:cubicBezTo>
                      <a:pt x="21489" y="2"/>
                      <a:pt x="21676" y="2"/>
                      <a:pt x="21866" y="5"/>
                    </a:cubicBezTo>
                    <a:cubicBezTo>
                      <a:pt x="22028" y="5"/>
                      <a:pt x="22187" y="5"/>
                      <a:pt x="22354" y="2"/>
                    </a:cubicBezTo>
                    <a:cubicBezTo>
                      <a:pt x="22759" y="64"/>
                      <a:pt x="22759" y="64"/>
                      <a:pt x="23264" y="558"/>
                    </a:cubicBezTo>
                    <a:cubicBezTo>
                      <a:pt x="23297" y="1208"/>
                      <a:pt x="23297" y="1208"/>
                      <a:pt x="23264" y="1794"/>
                    </a:cubicBezTo>
                    <a:cubicBezTo>
                      <a:pt x="22721" y="2061"/>
                      <a:pt x="22465" y="2073"/>
                      <a:pt x="21869" y="2076"/>
                    </a:cubicBezTo>
                    <a:cubicBezTo>
                      <a:pt x="21684" y="2078"/>
                      <a:pt x="21499" y="2081"/>
                      <a:pt x="21307" y="2081"/>
                    </a:cubicBezTo>
                    <a:cubicBezTo>
                      <a:pt x="21105" y="2081"/>
                      <a:pt x="20903" y="2081"/>
                      <a:pt x="20693" y="2081"/>
                    </a:cubicBezTo>
                    <a:cubicBezTo>
                      <a:pt x="20480" y="2083"/>
                      <a:pt x="20268" y="2083"/>
                      <a:pt x="20048" y="2085"/>
                    </a:cubicBezTo>
                    <a:cubicBezTo>
                      <a:pt x="19340" y="2088"/>
                      <a:pt x="18632" y="2090"/>
                      <a:pt x="17924" y="2093"/>
                    </a:cubicBezTo>
                    <a:cubicBezTo>
                      <a:pt x="17433" y="2093"/>
                      <a:pt x="16943" y="2095"/>
                      <a:pt x="16452" y="2095"/>
                    </a:cubicBezTo>
                    <a:cubicBezTo>
                      <a:pt x="15554" y="2098"/>
                      <a:pt x="14657" y="2100"/>
                      <a:pt x="13759" y="2100"/>
                    </a:cubicBezTo>
                    <a:cubicBezTo>
                      <a:pt x="12436" y="2103"/>
                      <a:pt x="11114" y="2105"/>
                      <a:pt x="9794" y="2113"/>
                    </a:cubicBezTo>
                    <a:cubicBezTo>
                      <a:pt x="8648" y="2120"/>
                      <a:pt x="7503" y="2123"/>
                      <a:pt x="6360" y="2123"/>
                    </a:cubicBezTo>
                    <a:cubicBezTo>
                      <a:pt x="5872" y="2123"/>
                      <a:pt x="5384" y="2125"/>
                      <a:pt x="4898" y="2127"/>
                    </a:cubicBezTo>
                    <a:cubicBezTo>
                      <a:pt x="4218" y="2132"/>
                      <a:pt x="3538" y="2132"/>
                      <a:pt x="2857" y="2130"/>
                    </a:cubicBezTo>
                    <a:cubicBezTo>
                      <a:pt x="2655" y="2132"/>
                      <a:pt x="2453" y="2135"/>
                      <a:pt x="2243" y="2137"/>
                    </a:cubicBezTo>
                    <a:cubicBezTo>
                      <a:pt x="885" y="2127"/>
                      <a:pt x="885" y="2127"/>
                      <a:pt x="245" y="1698"/>
                    </a:cubicBezTo>
                    <a:cubicBezTo>
                      <a:pt x="0" y="1300"/>
                      <a:pt x="0" y="1300"/>
                      <a:pt x="48" y="776"/>
                    </a:cubicBezTo>
                    <a:cubicBezTo>
                      <a:pt x="387" y="10"/>
                      <a:pt x="875" y="35"/>
                      <a:pt x="1651" y="3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05" name="robot vector"/>
              <p:cNvSpPr/>
              <p:nvPr/>
            </p:nvSpPr>
            <p:spPr>
              <a:xfrm>
                <a:off x="14203274" y="5020827"/>
                <a:ext cx="66200" cy="93540"/>
              </a:xfrm>
              <a:custGeom>
                <a:avLst/>
                <a:gdLst/>
                <a:ahLst/>
                <a:cxnLst/>
                <a:rect l="0" t="0" r="r" b="b"/>
                <a:pathLst>
                  <a:path w="7240" h="10230" fill="norm" stroke="0">
                    <a:moveTo>
                      <a:pt x="3952" y="346"/>
                    </a:moveTo>
                    <a:cubicBezTo>
                      <a:pt x="4314" y="588"/>
                      <a:pt x="4567" y="855"/>
                      <a:pt x="4853" y="1181"/>
                    </a:cubicBezTo>
                    <a:cubicBezTo>
                      <a:pt x="5217" y="1581"/>
                      <a:pt x="5217" y="1581"/>
                      <a:pt x="5753" y="2061"/>
                    </a:cubicBezTo>
                    <a:cubicBezTo>
                      <a:pt x="5849" y="2145"/>
                      <a:pt x="5943" y="2229"/>
                      <a:pt x="6039" y="2315"/>
                    </a:cubicBezTo>
                    <a:cubicBezTo>
                      <a:pt x="6314" y="2560"/>
                      <a:pt x="6590" y="2805"/>
                      <a:pt x="6866" y="3049"/>
                    </a:cubicBezTo>
                    <a:cubicBezTo>
                      <a:pt x="7240" y="3558"/>
                      <a:pt x="7240" y="3558"/>
                      <a:pt x="7194" y="4178"/>
                    </a:cubicBezTo>
                    <a:cubicBezTo>
                      <a:pt x="7015" y="4715"/>
                      <a:pt x="6820" y="5231"/>
                      <a:pt x="6592" y="5752"/>
                    </a:cubicBezTo>
                    <a:cubicBezTo>
                      <a:pt x="5993" y="7269"/>
                      <a:pt x="6208" y="8658"/>
                      <a:pt x="6481" y="10230"/>
                    </a:cubicBezTo>
                    <a:cubicBezTo>
                      <a:pt x="5293" y="10101"/>
                      <a:pt x="4547" y="9609"/>
                      <a:pt x="3588" y="8932"/>
                    </a:cubicBezTo>
                    <a:cubicBezTo>
                      <a:pt x="3520" y="8885"/>
                      <a:pt x="3520" y="8885"/>
                      <a:pt x="3169" y="8646"/>
                    </a:cubicBezTo>
                    <a:cubicBezTo>
                      <a:pt x="271" y="6642"/>
                      <a:pt x="271" y="6642"/>
                      <a:pt x="81" y="5599"/>
                    </a:cubicBezTo>
                    <a:cubicBezTo>
                      <a:pt x="0" y="4294"/>
                      <a:pt x="281" y="3363"/>
                      <a:pt x="870" y="2214"/>
                    </a:cubicBezTo>
                    <a:cubicBezTo>
                      <a:pt x="936" y="2085"/>
                      <a:pt x="1001" y="1957"/>
                      <a:pt x="1070" y="1826"/>
                    </a:cubicBezTo>
                    <a:cubicBezTo>
                      <a:pt x="1732" y="613"/>
                      <a:pt x="2496" y="0"/>
                      <a:pt x="3952" y="3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06" name="robot vector"/>
              <p:cNvSpPr/>
              <p:nvPr/>
            </p:nvSpPr>
            <p:spPr>
              <a:xfrm>
                <a:off x="14331912" y="4931811"/>
                <a:ext cx="67056" cy="112542"/>
              </a:xfrm>
              <a:custGeom>
                <a:avLst/>
                <a:gdLst/>
                <a:ahLst/>
                <a:cxnLst/>
                <a:rect l="0" t="0" r="r" b="b"/>
                <a:pathLst>
                  <a:path w="7333" h="12308" fill="norm" stroke="0">
                    <a:moveTo>
                      <a:pt x="2228" y="89"/>
                    </a:moveTo>
                    <a:cubicBezTo>
                      <a:pt x="4031" y="91"/>
                      <a:pt x="4031" y="91"/>
                      <a:pt x="4772" y="722"/>
                    </a:cubicBezTo>
                    <a:cubicBezTo>
                      <a:pt x="4853" y="833"/>
                      <a:pt x="4934" y="946"/>
                      <a:pt x="5020" y="1060"/>
                    </a:cubicBezTo>
                    <a:cubicBezTo>
                      <a:pt x="5528" y="1712"/>
                      <a:pt x="6254" y="2120"/>
                      <a:pt x="6934" y="2587"/>
                    </a:cubicBezTo>
                    <a:cubicBezTo>
                      <a:pt x="7065" y="2696"/>
                      <a:pt x="7197" y="2802"/>
                      <a:pt x="7333" y="2916"/>
                    </a:cubicBezTo>
                    <a:cubicBezTo>
                      <a:pt x="7333" y="3079"/>
                      <a:pt x="7333" y="3242"/>
                      <a:pt x="7333" y="3410"/>
                    </a:cubicBezTo>
                    <a:cubicBezTo>
                      <a:pt x="7159" y="3430"/>
                      <a:pt x="6984" y="3452"/>
                      <a:pt x="6807" y="3474"/>
                    </a:cubicBezTo>
                    <a:cubicBezTo>
                      <a:pt x="6691" y="3491"/>
                      <a:pt x="6691" y="3491"/>
                      <a:pt x="6117" y="3578"/>
                    </a:cubicBezTo>
                    <a:cubicBezTo>
                      <a:pt x="5889" y="3610"/>
                      <a:pt x="5664" y="3642"/>
                      <a:pt x="5432" y="3674"/>
                    </a:cubicBezTo>
                    <a:cubicBezTo>
                      <a:pt x="4741" y="3926"/>
                      <a:pt x="4549" y="4154"/>
                      <a:pt x="4198" y="4771"/>
                    </a:cubicBezTo>
                    <a:cubicBezTo>
                      <a:pt x="3925" y="5429"/>
                      <a:pt x="3952" y="6071"/>
                      <a:pt x="3970" y="6773"/>
                    </a:cubicBezTo>
                    <a:cubicBezTo>
                      <a:pt x="3973" y="6926"/>
                      <a:pt x="3973" y="7077"/>
                      <a:pt x="3975" y="7232"/>
                    </a:cubicBezTo>
                    <a:cubicBezTo>
                      <a:pt x="3978" y="7714"/>
                      <a:pt x="3988" y="8194"/>
                      <a:pt x="3998" y="8675"/>
                    </a:cubicBezTo>
                    <a:cubicBezTo>
                      <a:pt x="4003" y="9004"/>
                      <a:pt x="4006" y="9330"/>
                      <a:pt x="4008" y="9659"/>
                    </a:cubicBezTo>
                    <a:cubicBezTo>
                      <a:pt x="4016" y="10459"/>
                      <a:pt x="4031" y="11258"/>
                      <a:pt x="4046" y="12058"/>
                    </a:cubicBezTo>
                    <a:cubicBezTo>
                      <a:pt x="3378" y="12300"/>
                      <a:pt x="3062" y="12308"/>
                      <a:pt x="2385" y="12058"/>
                    </a:cubicBezTo>
                    <a:cubicBezTo>
                      <a:pt x="2235" y="12006"/>
                      <a:pt x="2084" y="11957"/>
                      <a:pt x="1927" y="11902"/>
                    </a:cubicBezTo>
                    <a:cubicBezTo>
                      <a:pt x="1186" y="11290"/>
                      <a:pt x="1057" y="10286"/>
                      <a:pt x="963" y="9370"/>
                    </a:cubicBezTo>
                    <a:cubicBezTo>
                      <a:pt x="941" y="8885"/>
                      <a:pt x="936" y="8401"/>
                      <a:pt x="933" y="7917"/>
                    </a:cubicBezTo>
                    <a:cubicBezTo>
                      <a:pt x="926" y="7554"/>
                      <a:pt x="920" y="7193"/>
                      <a:pt x="913" y="6832"/>
                    </a:cubicBezTo>
                    <a:cubicBezTo>
                      <a:pt x="905" y="6269"/>
                      <a:pt x="900" y="5705"/>
                      <a:pt x="895" y="5142"/>
                    </a:cubicBezTo>
                    <a:cubicBezTo>
                      <a:pt x="890" y="4596"/>
                      <a:pt x="880" y="4047"/>
                      <a:pt x="870" y="3499"/>
                    </a:cubicBezTo>
                    <a:cubicBezTo>
                      <a:pt x="870" y="3331"/>
                      <a:pt x="870" y="3163"/>
                      <a:pt x="870" y="2990"/>
                    </a:cubicBezTo>
                    <a:cubicBezTo>
                      <a:pt x="847" y="1994"/>
                      <a:pt x="736" y="1443"/>
                      <a:pt x="0" y="692"/>
                    </a:cubicBezTo>
                    <a:cubicBezTo>
                      <a:pt x="708" y="0"/>
                      <a:pt x="1262" y="91"/>
                      <a:pt x="2228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07" name="robot vector"/>
              <p:cNvSpPr/>
              <p:nvPr/>
            </p:nvSpPr>
            <p:spPr>
              <a:xfrm>
                <a:off x="14260220" y="5269226"/>
                <a:ext cx="154922" cy="25893"/>
              </a:xfrm>
              <a:custGeom>
                <a:avLst/>
                <a:gdLst/>
                <a:ahLst/>
                <a:cxnLst/>
                <a:rect l="0" t="0" r="r" b="b"/>
                <a:pathLst>
                  <a:path w="16943" h="2832" fill="norm" stroke="0">
                    <a:moveTo>
                      <a:pt x="5571" y="40"/>
                    </a:moveTo>
                    <a:cubicBezTo>
                      <a:pt x="5811" y="40"/>
                      <a:pt x="6051" y="37"/>
                      <a:pt x="6297" y="37"/>
                    </a:cubicBezTo>
                    <a:cubicBezTo>
                      <a:pt x="6802" y="35"/>
                      <a:pt x="7306" y="35"/>
                      <a:pt x="7811" y="37"/>
                    </a:cubicBezTo>
                    <a:cubicBezTo>
                      <a:pt x="8454" y="37"/>
                      <a:pt x="9093" y="32"/>
                      <a:pt x="9736" y="27"/>
                    </a:cubicBezTo>
                    <a:cubicBezTo>
                      <a:pt x="10355" y="22"/>
                      <a:pt x="10972" y="25"/>
                      <a:pt x="11592" y="25"/>
                    </a:cubicBezTo>
                    <a:cubicBezTo>
                      <a:pt x="11819" y="22"/>
                      <a:pt x="12047" y="20"/>
                      <a:pt x="12282" y="17"/>
                    </a:cubicBezTo>
                    <a:cubicBezTo>
                      <a:pt x="13890" y="30"/>
                      <a:pt x="15306" y="235"/>
                      <a:pt x="16637" y="1174"/>
                    </a:cubicBezTo>
                    <a:cubicBezTo>
                      <a:pt x="16738" y="1315"/>
                      <a:pt x="16839" y="1453"/>
                      <a:pt x="16943" y="1596"/>
                    </a:cubicBezTo>
                    <a:cubicBezTo>
                      <a:pt x="16859" y="2004"/>
                      <a:pt x="16776" y="2412"/>
                      <a:pt x="16690" y="2832"/>
                    </a:cubicBezTo>
                    <a:cubicBezTo>
                      <a:pt x="11266" y="2832"/>
                      <a:pt x="5841" y="2832"/>
                      <a:pt x="253" y="2832"/>
                    </a:cubicBezTo>
                    <a:cubicBezTo>
                      <a:pt x="0" y="1843"/>
                      <a:pt x="0" y="1843"/>
                      <a:pt x="190" y="1495"/>
                    </a:cubicBezTo>
                    <a:cubicBezTo>
                      <a:pt x="296" y="1396"/>
                      <a:pt x="400" y="1297"/>
                      <a:pt x="506" y="1196"/>
                    </a:cubicBezTo>
                    <a:cubicBezTo>
                      <a:pt x="556" y="1144"/>
                      <a:pt x="556" y="1144"/>
                      <a:pt x="807" y="892"/>
                    </a:cubicBezTo>
                    <a:cubicBezTo>
                      <a:pt x="2248" y="0"/>
                      <a:pt x="3920" y="37"/>
                      <a:pt x="5571" y="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08" name="robot vector"/>
              <p:cNvSpPr/>
              <p:nvPr/>
            </p:nvSpPr>
            <p:spPr>
              <a:xfrm>
                <a:off x="14284875" y="4700238"/>
                <a:ext cx="40095" cy="179285"/>
              </a:xfrm>
              <a:custGeom>
                <a:avLst/>
                <a:gdLst/>
                <a:ahLst/>
                <a:cxnLst/>
                <a:rect l="0" t="0" r="r" b="b"/>
                <a:pathLst>
                  <a:path w="4385" h="19607" fill="norm" stroke="0">
                    <a:moveTo>
                      <a:pt x="4385" y="72"/>
                    </a:moveTo>
                    <a:cubicBezTo>
                      <a:pt x="3879" y="1307"/>
                      <a:pt x="3879" y="1307"/>
                      <a:pt x="3621" y="1856"/>
                    </a:cubicBezTo>
                    <a:cubicBezTo>
                      <a:pt x="3351" y="2609"/>
                      <a:pt x="3303" y="3267"/>
                      <a:pt x="3308" y="4055"/>
                    </a:cubicBezTo>
                    <a:cubicBezTo>
                      <a:pt x="3308" y="4201"/>
                      <a:pt x="3305" y="4346"/>
                      <a:pt x="3305" y="4497"/>
                    </a:cubicBezTo>
                    <a:cubicBezTo>
                      <a:pt x="3303" y="4976"/>
                      <a:pt x="3305" y="5456"/>
                      <a:pt x="3305" y="5935"/>
                    </a:cubicBezTo>
                    <a:cubicBezTo>
                      <a:pt x="3305" y="6269"/>
                      <a:pt x="3305" y="6602"/>
                      <a:pt x="3305" y="6938"/>
                    </a:cubicBezTo>
                    <a:cubicBezTo>
                      <a:pt x="3305" y="7638"/>
                      <a:pt x="3305" y="8337"/>
                      <a:pt x="3308" y="9034"/>
                    </a:cubicBezTo>
                    <a:cubicBezTo>
                      <a:pt x="3310" y="9931"/>
                      <a:pt x="3308" y="10828"/>
                      <a:pt x="3305" y="11722"/>
                    </a:cubicBezTo>
                    <a:cubicBezTo>
                      <a:pt x="3303" y="12411"/>
                      <a:pt x="3305" y="13103"/>
                      <a:pt x="3305" y="13793"/>
                    </a:cubicBezTo>
                    <a:cubicBezTo>
                      <a:pt x="3305" y="14121"/>
                      <a:pt x="3305" y="14452"/>
                      <a:pt x="3305" y="14784"/>
                    </a:cubicBezTo>
                    <a:cubicBezTo>
                      <a:pt x="3303" y="15246"/>
                      <a:pt x="3305" y="15705"/>
                      <a:pt x="3308" y="16167"/>
                    </a:cubicBezTo>
                    <a:cubicBezTo>
                      <a:pt x="3308" y="16303"/>
                      <a:pt x="3305" y="16439"/>
                      <a:pt x="3305" y="16580"/>
                    </a:cubicBezTo>
                    <a:cubicBezTo>
                      <a:pt x="3313" y="17339"/>
                      <a:pt x="3411" y="17756"/>
                      <a:pt x="3879" y="18357"/>
                    </a:cubicBezTo>
                    <a:cubicBezTo>
                      <a:pt x="3909" y="19021"/>
                      <a:pt x="3909" y="19021"/>
                      <a:pt x="3879" y="19592"/>
                    </a:cubicBezTo>
                    <a:cubicBezTo>
                      <a:pt x="2860" y="19607"/>
                      <a:pt x="1962" y="19590"/>
                      <a:pt x="1105" y="19004"/>
                    </a:cubicBezTo>
                    <a:cubicBezTo>
                      <a:pt x="556" y="18438"/>
                      <a:pt x="139" y="17954"/>
                      <a:pt x="15" y="17168"/>
                    </a:cubicBezTo>
                    <a:cubicBezTo>
                      <a:pt x="101" y="16227"/>
                      <a:pt x="491" y="15542"/>
                      <a:pt x="1087" y="14811"/>
                    </a:cubicBezTo>
                    <a:cubicBezTo>
                      <a:pt x="1765" y="13756"/>
                      <a:pt x="1955" y="12622"/>
                      <a:pt x="1952" y="11391"/>
                    </a:cubicBezTo>
                    <a:cubicBezTo>
                      <a:pt x="1950" y="11255"/>
                      <a:pt x="1950" y="11117"/>
                      <a:pt x="1950" y="10973"/>
                    </a:cubicBezTo>
                    <a:cubicBezTo>
                      <a:pt x="1909" y="9493"/>
                      <a:pt x="1512" y="7828"/>
                      <a:pt x="564" y="6639"/>
                    </a:cubicBezTo>
                    <a:cubicBezTo>
                      <a:pt x="0" y="5661"/>
                      <a:pt x="169" y="4126"/>
                      <a:pt x="339" y="3037"/>
                    </a:cubicBezTo>
                    <a:cubicBezTo>
                      <a:pt x="797" y="1809"/>
                      <a:pt x="1591" y="887"/>
                      <a:pt x="2744" y="222"/>
                    </a:cubicBezTo>
                    <a:cubicBezTo>
                      <a:pt x="3303" y="0"/>
                      <a:pt x="3793" y="2"/>
                      <a:pt x="4385" y="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09" name="robot vector"/>
              <p:cNvSpPr/>
              <p:nvPr/>
            </p:nvSpPr>
            <p:spPr>
              <a:xfrm>
                <a:off x="14458550" y="4896220"/>
                <a:ext cx="135707" cy="56553"/>
              </a:xfrm>
              <a:custGeom>
                <a:avLst/>
                <a:gdLst/>
                <a:ahLst/>
                <a:cxnLst/>
                <a:rect l="0" t="0" r="r" b="b"/>
                <a:pathLst>
                  <a:path w="14841" h="6185" fill="norm" stroke="0">
                    <a:moveTo>
                      <a:pt x="14725" y="136"/>
                    </a:moveTo>
                    <a:cubicBezTo>
                      <a:pt x="14755" y="939"/>
                      <a:pt x="14773" y="1742"/>
                      <a:pt x="14788" y="2545"/>
                    </a:cubicBezTo>
                    <a:cubicBezTo>
                      <a:pt x="14796" y="2772"/>
                      <a:pt x="14806" y="3000"/>
                      <a:pt x="14813" y="3234"/>
                    </a:cubicBezTo>
                    <a:cubicBezTo>
                      <a:pt x="14841" y="5120"/>
                      <a:pt x="14841" y="5120"/>
                      <a:pt x="14270" y="5728"/>
                    </a:cubicBezTo>
                    <a:cubicBezTo>
                      <a:pt x="13534" y="6175"/>
                      <a:pt x="13210" y="6185"/>
                      <a:pt x="12386" y="6022"/>
                    </a:cubicBezTo>
                    <a:cubicBezTo>
                      <a:pt x="11544" y="5636"/>
                      <a:pt x="11086" y="4883"/>
                      <a:pt x="10679" y="4089"/>
                    </a:cubicBezTo>
                    <a:cubicBezTo>
                      <a:pt x="10679" y="3926"/>
                      <a:pt x="10679" y="3763"/>
                      <a:pt x="10679" y="3595"/>
                    </a:cubicBezTo>
                    <a:cubicBezTo>
                      <a:pt x="10259" y="3422"/>
                      <a:pt x="9839" y="3262"/>
                      <a:pt x="9414" y="3101"/>
                    </a:cubicBezTo>
                    <a:cubicBezTo>
                      <a:pt x="9255" y="3037"/>
                      <a:pt x="9096" y="2970"/>
                      <a:pt x="8931" y="2903"/>
                    </a:cubicBezTo>
                    <a:cubicBezTo>
                      <a:pt x="7174" y="2246"/>
                      <a:pt x="5219" y="1999"/>
                      <a:pt x="3404" y="2587"/>
                    </a:cubicBezTo>
                    <a:cubicBezTo>
                      <a:pt x="2840" y="2854"/>
                      <a:pt x="2840" y="2854"/>
                      <a:pt x="2476" y="3254"/>
                    </a:cubicBezTo>
                    <a:cubicBezTo>
                      <a:pt x="2026" y="3642"/>
                      <a:pt x="1886" y="3655"/>
                      <a:pt x="1307" y="3672"/>
                    </a:cubicBezTo>
                    <a:cubicBezTo>
                      <a:pt x="564" y="3595"/>
                      <a:pt x="564" y="3595"/>
                      <a:pt x="58" y="3101"/>
                    </a:cubicBezTo>
                    <a:cubicBezTo>
                      <a:pt x="0" y="2691"/>
                      <a:pt x="0" y="2691"/>
                      <a:pt x="10" y="2236"/>
                    </a:cubicBezTo>
                    <a:cubicBezTo>
                      <a:pt x="13" y="2085"/>
                      <a:pt x="15" y="1935"/>
                      <a:pt x="15" y="1782"/>
                    </a:cubicBezTo>
                    <a:cubicBezTo>
                      <a:pt x="58" y="1371"/>
                      <a:pt x="58" y="1371"/>
                      <a:pt x="311" y="877"/>
                    </a:cubicBezTo>
                    <a:cubicBezTo>
                      <a:pt x="384" y="877"/>
                      <a:pt x="384" y="877"/>
                      <a:pt x="754" y="882"/>
                    </a:cubicBezTo>
                    <a:cubicBezTo>
                      <a:pt x="2134" y="897"/>
                      <a:pt x="3515" y="909"/>
                      <a:pt x="4896" y="917"/>
                    </a:cubicBezTo>
                    <a:cubicBezTo>
                      <a:pt x="5604" y="919"/>
                      <a:pt x="6314" y="924"/>
                      <a:pt x="7022" y="934"/>
                    </a:cubicBezTo>
                    <a:cubicBezTo>
                      <a:pt x="7708" y="941"/>
                      <a:pt x="8393" y="946"/>
                      <a:pt x="9078" y="946"/>
                    </a:cubicBezTo>
                    <a:cubicBezTo>
                      <a:pt x="9339" y="949"/>
                      <a:pt x="9602" y="951"/>
                      <a:pt x="9862" y="956"/>
                    </a:cubicBezTo>
                    <a:cubicBezTo>
                      <a:pt x="11655" y="981"/>
                      <a:pt x="13114" y="0"/>
                      <a:pt x="14725" y="136"/>
                    </a:cubicBezTo>
                    <a:close/>
                  </a:path>
                </a:pathLst>
              </a:custGeom>
              <a:solidFill>
                <a:srgbClr val="655E50"/>
              </a:solidFill>
              <a:ln w="0">
                <a:noFill/>
              </a:ln>
            </p:spPr>
          </p:sp>
          <p:sp>
            <p:nvSpPr>
              <p:cNvPr id="910" name="robot vector"/>
              <p:cNvSpPr/>
              <p:nvPr/>
            </p:nvSpPr>
            <p:spPr>
              <a:xfrm>
                <a:off x="14286678" y="5057825"/>
                <a:ext cx="65021" cy="66269"/>
              </a:xfrm>
              <a:custGeom>
                <a:avLst/>
                <a:gdLst/>
                <a:ahLst/>
                <a:cxnLst/>
                <a:rect l="0" t="0" r="r" b="b"/>
                <a:pathLst>
                  <a:path w="7111" h="7247" fill="norm" stroke="0">
                    <a:moveTo>
                      <a:pt x="5389" y="531"/>
                    </a:moveTo>
                    <a:cubicBezTo>
                      <a:pt x="6274" y="1250"/>
                      <a:pt x="6873" y="1885"/>
                      <a:pt x="7058" y="3024"/>
                    </a:cubicBezTo>
                    <a:cubicBezTo>
                      <a:pt x="7111" y="4411"/>
                      <a:pt x="6896" y="5182"/>
                      <a:pt x="5953" y="6222"/>
                    </a:cubicBezTo>
                    <a:cubicBezTo>
                      <a:pt x="5406" y="6783"/>
                      <a:pt x="4994" y="7141"/>
                      <a:pt x="4190" y="7223"/>
                    </a:cubicBezTo>
                    <a:cubicBezTo>
                      <a:pt x="2928" y="7247"/>
                      <a:pt x="2127" y="7247"/>
                      <a:pt x="1153" y="6432"/>
                    </a:cubicBezTo>
                    <a:cubicBezTo>
                      <a:pt x="384" y="5661"/>
                      <a:pt x="68" y="4944"/>
                      <a:pt x="0" y="3867"/>
                    </a:cubicBezTo>
                    <a:cubicBezTo>
                      <a:pt x="61" y="2604"/>
                      <a:pt x="556" y="1685"/>
                      <a:pt x="1406" y="749"/>
                    </a:cubicBezTo>
                    <a:cubicBezTo>
                      <a:pt x="2584" y="0"/>
                      <a:pt x="4114" y="22"/>
                      <a:pt x="5389" y="5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11" name="robot vector"/>
              <p:cNvSpPr/>
              <p:nvPr/>
            </p:nvSpPr>
            <p:spPr>
              <a:xfrm>
                <a:off x="14498251" y="5123676"/>
                <a:ext cx="67842" cy="61750"/>
              </a:xfrm>
              <a:custGeom>
                <a:avLst/>
                <a:gdLst/>
                <a:ahLst/>
                <a:cxnLst/>
                <a:rect l="0" t="0" r="r" b="b"/>
                <a:pathLst>
                  <a:path w="7419" h="6753" fill="norm" stroke="0">
                    <a:moveTo>
                      <a:pt x="3555" y="465"/>
                    </a:moveTo>
                    <a:cubicBezTo>
                      <a:pt x="5047" y="1092"/>
                      <a:pt x="6377" y="2130"/>
                      <a:pt x="7032" y="3610"/>
                    </a:cubicBezTo>
                    <a:cubicBezTo>
                      <a:pt x="7338" y="4549"/>
                      <a:pt x="7419" y="5414"/>
                      <a:pt x="7349" y="6395"/>
                    </a:cubicBezTo>
                    <a:cubicBezTo>
                      <a:pt x="6982" y="6753"/>
                      <a:pt x="6643" y="6674"/>
                      <a:pt x="6147" y="6676"/>
                    </a:cubicBezTo>
                    <a:cubicBezTo>
                      <a:pt x="6018" y="6676"/>
                      <a:pt x="5887" y="6674"/>
                      <a:pt x="5753" y="6674"/>
                    </a:cubicBezTo>
                    <a:cubicBezTo>
                      <a:pt x="5619" y="6674"/>
                      <a:pt x="5485" y="6674"/>
                      <a:pt x="5346" y="6676"/>
                    </a:cubicBezTo>
                    <a:cubicBezTo>
                      <a:pt x="5065" y="6676"/>
                      <a:pt x="4782" y="6674"/>
                      <a:pt x="4499" y="6674"/>
                    </a:cubicBezTo>
                    <a:cubicBezTo>
                      <a:pt x="4064" y="6674"/>
                      <a:pt x="3629" y="6674"/>
                      <a:pt x="3194" y="6676"/>
                    </a:cubicBezTo>
                    <a:cubicBezTo>
                      <a:pt x="2918" y="6676"/>
                      <a:pt x="2645" y="6674"/>
                      <a:pt x="2369" y="6674"/>
                    </a:cubicBezTo>
                    <a:cubicBezTo>
                      <a:pt x="2240" y="6674"/>
                      <a:pt x="2109" y="6676"/>
                      <a:pt x="1975" y="6676"/>
                    </a:cubicBezTo>
                    <a:cubicBezTo>
                      <a:pt x="1054" y="6669"/>
                      <a:pt x="1054" y="6669"/>
                      <a:pt x="774" y="6395"/>
                    </a:cubicBezTo>
                    <a:cubicBezTo>
                      <a:pt x="726" y="5985"/>
                      <a:pt x="693" y="5572"/>
                      <a:pt x="663" y="5159"/>
                    </a:cubicBezTo>
                    <a:cubicBezTo>
                      <a:pt x="579" y="4045"/>
                      <a:pt x="387" y="3017"/>
                      <a:pt x="68" y="1940"/>
                    </a:cubicBezTo>
                    <a:cubicBezTo>
                      <a:pt x="0" y="1302"/>
                      <a:pt x="167" y="996"/>
                      <a:pt x="521" y="465"/>
                    </a:cubicBezTo>
                    <a:cubicBezTo>
                      <a:pt x="1469" y="0"/>
                      <a:pt x="2546" y="255"/>
                      <a:pt x="3555" y="4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12" name="robot vector"/>
              <p:cNvSpPr/>
              <p:nvPr/>
            </p:nvSpPr>
            <p:spPr>
              <a:xfrm>
                <a:off x="14647920" y="5063818"/>
                <a:ext cx="56905" cy="60417"/>
              </a:xfrm>
              <a:custGeom>
                <a:avLst/>
                <a:gdLst/>
                <a:ahLst/>
                <a:cxnLst/>
                <a:rect l="0" t="0" r="r" b="b"/>
                <a:pathLst>
                  <a:path w="6223" h="6607" fill="norm" stroke="0">
                    <a:moveTo>
                      <a:pt x="2468" y="12"/>
                    </a:moveTo>
                    <a:cubicBezTo>
                      <a:pt x="2572" y="12"/>
                      <a:pt x="2572" y="12"/>
                      <a:pt x="3103" y="15"/>
                    </a:cubicBezTo>
                    <a:cubicBezTo>
                      <a:pt x="3310" y="10"/>
                      <a:pt x="3520" y="7"/>
                      <a:pt x="3735" y="2"/>
                    </a:cubicBezTo>
                    <a:cubicBezTo>
                      <a:pt x="3834" y="2"/>
                      <a:pt x="3834" y="2"/>
                      <a:pt x="4342" y="2"/>
                    </a:cubicBezTo>
                    <a:cubicBezTo>
                      <a:pt x="4526" y="2"/>
                      <a:pt x="4709" y="0"/>
                      <a:pt x="4898" y="0"/>
                    </a:cubicBezTo>
                    <a:cubicBezTo>
                      <a:pt x="5551" y="121"/>
                      <a:pt x="5771" y="306"/>
                      <a:pt x="6152" y="833"/>
                    </a:cubicBezTo>
                    <a:cubicBezTo>
                      <a:pt x="6223" y="1359"/>
                      <a:pt x="6223" y="1359"/>
                      <a:pt x="6190" y="1959"/>
                    </a:cubicBezTo>
                    <a:cubicBezTo>
                      <a:pt x="6183" y="2068"/>
                      <a:pt x="6183" y="2068"/>
                      <a:pt x="6155" y="2619"/>
                    </a:cubicBezTo>
                    <a:cubicBezTo>
                      <a:pt x="6137" y="2844"/>
                      <a:pt x="6122" y="3071"/>
                      <a:pt x="6104" y="3304"/>
                    </a:cubicBezTo>
                    <a:cubicBezTo>
                      <a:pt x="6099" y="3417"/>
                      <a:pt x="6099" y="3417"/>
                      <a:pt x="6071" y="3991"/>
                    </a:cubicBezTo>
                    <a:cubicBezTo>
                      <a:pt x="5953" y="5965"/>
                      <a:pt x="5953" y="5965"/>
                      <a:pt x="5394" y="6516"/>
                    </a:cubicBezTo>
                    <a:cubicBezTo>
                      <a:pt x="4931" y="6607"/>
                      <a:pt x="4931" y="6607"/>
                      <a:pt x="4375" y="6607"/>
                    </a:cubicBezTo>
                    <a:cubicBezTo>
                      <a:pt x="4175" y="6605"/>
                      <a:pt x="3975" y="6605"/>
                      <a:pt x="3768" y="6605"/>
                    </a:cubicBezTo>
                    <a:cubicBezTo>
                      <a:pt x="3560" y="6602"/>
                      <a:pt x="3351" y="6597"/>
                      <a:pt x="3133" y="6592"/>
                    </a:cubicBezTo>
                    <a:cubicBezTo>
                      <a:pt x="2926" y="6595"/>
                      <a:pt x="2718" y="6595"/>
                      <a:pt x="2503" y="6595"/>
                    </a:cubicBezTo>
                    <a:cubicBezTo>
                      <a:pt x="711" y="6580"/>
                      <a:pt x="711" y="6580"/>
                      <a:pt x="83" y="6022"/>
                    </a:cubicBezTo>
                    <a:cubicBezTo>
                      <a:pt x="20" y="5495"/>
                      <a:pt x="0" y="5048"/>
                      <a:pt x="20" y="4524"/>
                    </a:cubicBezTo>
                    <a:cubicBezTo>
                      <a:pt x="23" y="4381"/>
                      <a:pt x="28" y="4238"/>
                      <a:pt x="30" y="4089"/>
                    </a:cubicBezTo>
                    <a:cubicBezTo>
                      <a:pt x="144" y="32"/>
                      <a:pt x="144" y="32"/>
                      <a:pt x="2468" y="1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13" name="robot vector"/>
              <p:cNvSpPr/>
              <p:nvPr/>
            </p:nvSpPr>
            <p:spPr>
              <a:xfrm>
                <a:off x="14306199" y="5208589"/>
                <a:ext cx="70201" cy="43923"/>
              </a:xfrm>
              <a:custGeom>
                <a:avLst/>
                <a:gdLst/>
                <a:ahLst/>
                <a:cxnLst/>
                <a:rect l="0" t="0" r="r" b="b"/>
                <a:pathLst>
                  <a:path w="7677" h="4803" fill="norm" stroke="0">
                    <a:moveTo>
                      <a:pt x="2005" y="32"/>
                    </a:moveTo>
                    <a:cubicBezTo>
                      <a:pt x="2149" y="32"/>
                      <a:pt x="2294" y="30"/>
                      <a:pt x="2443" y="30"/>
                    </a:cubicBezTo>
                    <a:cubicBezTo>
                      <a:pt x="2746" y="27"/>
                      <a:pt x="3050" y="27"/>
                      <a:pt x="3356" y="27"/>
                    </a:cubicBezTo>
                    <a:cubicBezTo>
                      <a:pt x="3821" y="27"/>
                      <a:pt x="4286" y="22"/>
                      <a:pt x="4754" y="17"/>
                    </a:cubicBezTo>
                    <a:cubicBezTo>
                      <a:pt x="5050" y="17"/>
                      <a:pt x="5346" y="17"/>
                      <a:pt x="5642" y="17"/>
                    </a:cubicBezTo>
                    <a:cubicBezTo>
                      <a:pt x="5710" y="15"/>
                      <a:pt x="5710" y="15"/>
                      <a:pt x="6064" y="12"/>
                    </a:cubicBezTo>
                    <a:cubicBezTo>
                      <a:pt x="7053" y="17"/>
                      <a:pt x="7053" y="17"/>
                      <a:pt x="7617" y="568"/>
                    </a:cubicBezTo>
                    <a:cubicBezTo>
                      <a:pt x="7677" y="983"/>
                      <a:pt x="7677" y="983"/>
                      <a:pt x="7675" y="1473"/>
                    </a:cubicBezTo>
                    <a:cubicBezTo>
                      <a:pt x="7675" y="1648"/>
                      <a:pt x="7672" y="1824"/>
                      <a:pt x="7672" y="2004"/>
                    </a:cubicBezTo>
                    <a:cubicBezTo>
                      <a:pt x="7672" y="2095"/>
                      <a:pt x="7672" y="2095"/>
                      <a:pt x="7665" y="2560"/>
                    </a:cubicBezTo>
                    <a:cubicBezTo>
                      <a:pt x="7662" y="2745"/>
                      <a:pt x="7662" y="2928"/>
                      <a:pt x="7662" y="3118"/>
                    </a:cubicBezTo>
                    <a:cubicBezTo>
                      <a:pt x="7652" y="4487"/>
                      <a:pt x="7652" y="4487"/>
                      <a:pt x="7364" y="4769"/>
                    </a:cubicBezTo>
                    <a:cubicBezTo>
                      <a:pt x="6838" y="4794"/>
                      <a:pt x="6322" y="4803"/>
                      <a:pt x="5798" y="4801"/>
                    </a:cubicBezTo>
                    <a:cubicBezTo>
                      <a:pt x="5720" y="4801"/>
                      <a:pt x="5720" y="4801"/>
                      <a:pt x="5326" y="4801"/>
                    </a:cubicBezTo>
                    <a:cubicBezTo>
                      <a:pt x="4994" y="4801"/>
                      <a:pt x="4663" y="4801"/>
                      <a:pt x="4332" y="4801"/>
                    </a:cubicBezTo>
                    <a:cubicBezTo>
                      <a:pt x="3826" y="4799"/>
                      <a:pt x="3318" y="4801"/>
                      <a:pt x="2809" y="4801"/>
                    </a:cubicBezTo>
                    <a:cubicBezTo>
                      <a:pt x="2488" y="4801"/>
                      <a:pt x="2167" y="4801"/>
                      <a:pt x="1849" y="4801"/>
                    </a:cubicBezTo>
                    <a:cubicBezTo>
                      <a:pt x="1694" y="4801"/>
                      <a:pt x="1543" y="4801"/>
                      <a:pt x="1383" y="4803"/>
                    </a:cubicBezTo>
                    <a:cubicBezTo>
                      <a:pt x="311" y="4796"/>
                      <a:pt x="311" y="4796"/>
                      <a:pt x="30" y="4522"/>
                    </a:cubicBezTo>
                    <a:cubicBezTo>
                      <a:pt x="0" y="4107"/>
                      <a:pt x="0" y="4107"/>
                      <a:pt x="5" y="3578"/>
                    </a:cubicBezTo>
                    <a:cubicBezTo>
                      <a:pt x="5" y="3390"/>
                      <a:pt x="8" y="3200"/>
                      <a:pt x="8" y="3007"/>
                    </a:cubicBezTo>
                    <a:cubicBezTo>
                      <a:pt x="10" y="2807"/>
                      <a:pt x="13" y="2609"/>
                      <a:pt x="13" y="2407"/>
                    </a:cubicBezTo>
                    <a:cubicBezTo>
                      <a:pt x="15" y="2207"/>
                      <a:pt x="15" y="2006"/>
                      <a:pt x="18" y="1801"/>
                    </a:cubicBezTo>
                    <a:cubicBezTo>
                      <a:pt x="20" y="1307"/>
                      <a:pt x="25" y="815"/>
                      <a:pt x="30" y="321"/>
                    </a:cubicBezTo>
                    <a:cubicBezTo>
                      <a:pt x="688" y="0"/>
                      <a:pt x="1285" y="35"/>
                      <a:pt x="2005" y="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14" name="robot vector"/>
              <p:cNvSpPr/>
              <p:nvPr/>
            </p:nvSpPr>
            <p:spPr>
              <a:xfrm>
                <a:off x="14305708" y="5127923"/>
                <a:ext cx="70709" cy="56802"/>
              </a:xfrm>
              <a:custGeom>
                <a:avLst/>
                <a:gdLst/>
                <a:ahLst/>
                <a:cxnLst/>
                <a:rect l="0" t="0" r="r" b="b"/>
                <a:pathLst>
                  <a:path w="7733" h="6212" fill="norm" stroke="0">
                    <a:moveTo>
                      <a:pt x="6405" y="0"/>
                    </a:moveTo>
                    <a:cubicBezTo>
                      <a:pt x="6754" y="62"/>
                      <a:pt x="6754" y="62"/>
                      <a:pt x="7164" y="247"/>
                    </a:cubicBezTo>
                    <a:cubicBezTo>
                      <a:pt x="7617" y="966"/>
                      <a:pt x="7733" y="1512"/>
                      <a:pt x="7728" y="2350"/>
                    </a:cubicBezTo>
                    <a:cubicBezTo>
                      <a:pt x="7728" y="2557"/>
                      <a:pt x="7728" y="2765"/>
                      <a:pt x="7725" y="2980"/>
                    </a:cubicBezTo>
                    <a:cubicBezTo>
                      <a:pt x="7725" y="3086"/>
                      <a:pt x="7725" y="3086"/>
                      <a:pt x="7718" y="3630"/>
                    </a:cubicBezTo>
                    <a:cubicBezTo>
                      <a:pt x="7718" y="3847"/>
                      <a:pt x="7718" y="4065"/>
                      <a:pt x="7718" y="4287"/>
                    </a:cubicBezTo>
                    <a:cubicBezTo>
                      <a:pt x="7705" y="5896"/>
                      <a:pt x="7705" y="5896"/>
                      <a:pt x="7417" y="6177"/>
                    </a:cubicBezTo>
                    <a:cubicBezTo>
                      <a:pt x="6893" y="6202"/>
                      <a:pt x="6377" y="6212"/>
                      <a:pt x="5851" y="6209"/>
                    </a:cubicBezTo>
                    <a:cubicBezTo>
                      <a:pt x="5773" y="6209"/>
                      <a:pt x="5773" y="6209"/>
                      <a:pt x="5379" y="6212"/>
                    </a:cubicBezTo>
                    <a:cubicBezTo>
                      <a:pt x="5047" y="6212"/>
                      <a:pt x="4716" y="6209"/>
                      <a:pt x="4387" y="6209"/>
                    </a:cubicBezTo>
                    <a:cubicBezTo>
                      <a:pt x="3879" y="6209"/>
                      <a:pt x="3371" y="6209"/>
                      <a:pt x="2863" y="6212"/>
                    </a:cubicBezTo>
                    <a:cubicBezTo>
                      <a:pt x="2541" y="6212"/>
                      <a:pt x="2223" y="6209"/>
                      <a:pt x="1902" y="6209"/>
                    </a:cubicBezTo>
                    <a:cubicBezTo>
                      <a:pt x="1747" y="6209"/>
                      <a:pt x="1596" y="6212"/>
                      <a:pt x="1439" y="6212"/>
                    </a:cubicBezTo>
                    <a:cubicBezTo>
                      <a:pt x="364" y="6205"/>
                      <a:pt x="364" y="6205"/>
                      <a:pt x="83" y="5930"/>
                    </a:cubicBezTo>
                    <a:cubicBezTo>
                      <a:pt x="33" y="5401"/>
                      <a:pt x="33" y="5401"/>
                      <a:pt x="20" y="4742"/>
                    </a:cubicBezTo>
                    <a:cubicBezTo>
                      <a:pt x="13" y="4524"/>
                      <a:pt x="8" y="4309"/>
                      <a:pt x="0" y="4087"/>
                    </a:cubicBezTo>
                    <a:cubicBezTo>
                      <a:pt x="101" y="3321"/>
                      <a:pt x="273" y="3005"/>
                      <a:pt x="842" y="2471"/>
                    </a:cubicBezTo>
                    <a:cubicBezTo>
                      <a:pt x="1454" y="2310"/>
                      <a:pt x="1454" y="2310"/>
                      <a:pt x="2154" y="2239"/>
                    </a:cubicBezTo>
                    <a:cubicBezTo>
                      <a:pt x="3937" y="1982"/>
                      <a:pt x="5169" y="1263"/>
                      <a:pt x="6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15" name="robot vector"/>
              <p:cNvSpPr/>
              <p:nvPr/>
            </p:nvSpPr>
            <p:spPr>
              <a:xfrm>
                <a:off x="14398959" y="5115737"/>
                <a:ext cx="79357" cy="44511"/>
              </a:xfrm>
              <a:custGeom>
                <a:avLst/>
                <a:gdLst/>
                <a:ahLst/>
                <a:cxnLst/>
                <a:rect l="0" t="0" r="r" b="b"/>
                <a:pathLst>
                  <a:path w="8679" h="4868" fill="norm" stroke="0">
                    <a:moveTo>
                      <a:pt x="1876" y="22"/>
                    </a:moveTo>
                    <a:cubicBezTo>
                      <a:pt x="1952" y="22"/>
                      <a:pt x="1952" y="22"/>
                      <a:pt x="2331" y="22"/>
                    </a:cubicBezTo>
                    <a:cubicBezTo>
                      <a:pt x="2486" y="22"/>
                      <a:pt x="2640" y="20"/>
                      <a:pt x="2799" y="20"/>
                    </a:cubicBezTo>
                    <a:cubicBezTo>
                      <a:pt x="3126" y="17"/>
                      <a:pt x="3454" y="17"/>
                      <a:pt x="3780" y="20"/>
                    </a:cubicBezTo>
                    <a:cubicBezTo>
                      <a:pt x="4281" y="20"/>
                      <a:pt x="4779" y="15"/>
                      <a:pt x="5280" y="7"/>
                    </a:cubicBezTo>
                    <a:cubicBezTo>
                      <a:pt x="5599" y="7"/>
                      <a:pt x="5917" y="7"/>
                      <a:pt x="6233" y="7"/>
                    </a:cubicBezTo>
                    <a:cubicBezTo>
                      <a:pt x="6309" y="7"/>
                      <a:pt x="6309" y="7"/>
                      <a:pt x="6686" y="0"/>
                    </a:cubicBezTo>
                    <a:cubicBezTo>
                      <a:pt x="7369" y="7"/>
                      <a:pt x="7763" y="42"/>
                      <a:pt x="8317" y="445"/>
                    </a:cubicBezTo>
                    <a:cubicBezTo>
                      <a:pt x="8679" y="951"/>
                      <a:pt x="8653" y="1179"/>
                      <a:pt x="8550" y="1782"/>
                    </a:cubicBezTo>
                    <a:cubicBezTo>
                      <a:pt x="8522" y="1952"/>
                      <a:pt x="8491" y="2125"/>
                      <a:pt x="8461" y="2303"/>
                    </a:cubicBezTo>
                    <a:cubicBezTo>
                      <a:pt x="8304" y="2992"/>
                      <a:pt x="8094" y="3637"/>
                      <a:pt x="7839" y="4297"/>
                    </a:cubicBezTo>
                    <a:cubicBezTo>
                      <a:pt x="2949" y="4868"/>
                      <a:pt x="2949" y="4868"/>
                      <a:pt x="1011" y="4297"/>
                    </a:cubicBezTo>
                    <a:cubicBezTo>
                      <a:pt x="283" y="3585"/>
                      <a:pt x="157" y="2807"/>
                      <a:pt x="0" y="1826"/>
                    </a:cubicBezTo>
                    <a:cubicBezTo>
                      <a:pt x="119" y="504"/>
                      <a:pt x="493" y="44"/>
                      <a:pt x="1876" y="22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16" name="robot vector"/>
              <p:cNvSpPr/>
              <p:nvPr/>
            </p:nvSpPr>
            <p:spPr>
              <a:xfrm>
                <a:off x="14504769" y="5208962"/>
                <a:ext cx="60674" cy="44940"/>
              </a:xfrm>
              <a:custGeom>
                <a:avLst/>
                <a:gdLst/>
                <a:ahLst/>
                <a:cxnLst/>
                <a:rect l="0" t="0" r="r" b="b"/>
                <a:pathLst>
                  <a:path w="6635" h="4915" fill="norm" stroke="0">
                    <a:moveTo>
                      <a:pt x="1593" y="0"/>
                    </a:moveTo>
                    <a:cubicBezTo>
                      <a:pt x="1656" y="0"/>
                      <a:pt x="1656" y="0"/>
                      <a:pt x="1980" y="0"/>
                    </a:cubicBezTo>
                    <a:cubicBezTo>
                      <a:pt x="2251" y="0"/>
                      <a:pt x="2521" y="0"/>
                      <a:pt x="2789" y="0"/>
                    </a:cubicBezTo>
                    <a:cubicBezTo>
                      <a:pt x="3204" y="2"/>
                      <a:pt x="3616" y="0"/>
                      <a:pt x="4031" y="0"/>
                    </a:cubicBezTo>
                    <a:cubicBezTo>
                      <a:pt x="4294" y="0"/>
                      <a:pt x="4554" y="0"/>
                      <a:pt x="4817" y="0"/>
                    </a:cubicBezTo>
                    <a:cubicBezTo>
                      <a:pt x="5057" y="0"/>
                      <a:pt x="5295" y="0"/>
                      <a:pt x="5543" y="0"/>
                    </a:cubicBezTo>
                    <a:cubicBezTo>
                      <a:pt x="6130" y="32"/>
                      <a:pt x="6130" y="32"/>
                      <a:pt x="6635" y="279"/>
                    </a:cubicBezTo>
                    <a:cubicBezTo>
                      <a:pt x="6635" y="1665"/>
                      <a:pt x="6635" y="3052"/>
                      <a:pt x="6635" y="4480"/>
                    </a:cubicBezTo>
                    <a:cubicBezTo>
                      <a:pt x="5745" y="4915"/>
                      <a:pt x="4724" y="4774"/>
                      <a:pt x="3743" y="4774"/>
                    </a:cubicBezTo>
                    <a:cubicBezTo>
                      <a:pt x="3351" y="4774"/>
                      <a:pt x="2956" y="4779"/>
                      <a:pt x="2564" y="4784"/>
                    </a:cubicBezTo>
                    <a:cubicBezTo>
                      <a:pt x="2440" y="4784"/>
                      <a:pt x="2440" y="4784"/>
                      <a:pt x="1816" y="4784"/>
                    </a:cubicBezTo>
                    <a:cubicBezTo>
                      <a:pt x="1588" y="4786"/>
                      <a:pt x="1360" y="4786"/>
                      <a:pt x="1128" y="4789"/>
                    </a:cubicBezTo>
                    <a:cubicBezTo>
                      <a:pt x="566" y="4727"/>
                      <a:pt x="566" y="4727"/>
                      <a:pt x="61" y="4233"/>
                    </a:cubicBezTo>
                    <a:cubicBezTo>
                      <a:pt x="0" y="3818"/>
                      <a:pt x="0" y="3818"/>
                      <a:pt x="3" y="3328"/>
                    </a:cubicBezTo>
                    <a:cubicBezTo>
                      <a:pt x="3" y="3153"/>
                      <a:pt x="3" y="2977"/>
                      <a:pt x="5" y="2797"/>
                    </a:cubicBezTo>
                    <a:cubicBezTo>
                      <a:pt x="8" y="2614"/>
                      <a:pt x="10" y="2429"/>
                      <a:pt x="13" y="2241"/>
                    </a:cubicBezTo>
                    <a:cubicBezTo>
                      <a:pt x="13" y="2056"/>
                      <a:pt x="15" y="1873"/>
                      <a:pt x="15" y="1683"/>
                    </a:cubicBezTo>
                    <a:cubicBezTo>
                      <a:pt x="28" y="2"/>
                      <a:pt x="28" y="2"/>
                      <a:pt x="15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17" name="robot vector"/>
              <p:cNvSpPr/>
              <p:nvPr/>
            </p:nvSpPr>
            <p:spPr>
              <a:xfrm>
                <a:off x="14241398" y="4759214"/>
                <a:ext cx="38939" cy="85429"/>
              </a:xfrm>
              <a:custGeom>
                <a:avLst/>
                <a:gdLst/>
                <a:ahLst/>
                <a:cxnLst/>
                <a:rect l="0" t="0" r="r" b="b"/>
                <a:pathLst>
                  <a:path w="4258" h="9343" fill="norm" stroke="0">
                    <a:moveTo>
                      <a:pt x="2549" y="185"/>
                    </a:moveTo>
                    <a:cubicBezTo>
                      <a:pt x="3297" y="694"/>
                      <a:pt x="3725" y="1196"/>
                      <a:pt x="4081" y="2024"/>
                    </a:cubicBezTo>
                    <a:cubicBezTo>
                      <a:pt x="4215" y="2886"/>
                      <a:pt x="4238" y="3729"/>
                      <a:pt x="4228" y="4601"/>
                    </a:cubicBezTo>
                    <a:cubicBezTo>
                      <a:pt x="4223" y="5004"/>
                      <a:pt x="4233" y="5406"/>
                      <a:pt x="4243" y="5809"/>
                    </a:cubicBezTo>
                    <a:cubicBezTo>
                      <a:pt x="4258" y="7954"/>
                      <a:pt x="4258" y="7954"/>
                      <a:pt x="3480" y="8745"/>
                    </a:cubicBezTo>
                    <a:cubicBezTo>
                      <a:pt x="3024" y="9108"/>
                      <a:pt x="2777" y="9199"/>
                      <a:pt x="2185" y="9343"/>
                    </a:cubicBezTo>
                    <a:cubicBezTo>
                      <a:pt x="1441" y="9162"/>
                      <a:pt x="1085" y="8960"/>
                      <a:pt x="559" y="8423"/>
                    </a:cubicBezTo>
                    <a:cubicBezTo>
                      <a:pt x="0" y="7450"/>
                      <a:pt x="114" y="6271"/>
                      <a:pt x="139" y="5184"/>
                    </a:cubicBezTo>
                    <a:cubicBezTo>
                      <a:pt x="147" y="4742"/>
                      <a:pt x="144" y="4302"/>
                      <a:pt x="139" y="3862"/>
                    </a:cubicBezTo>
                    <a:cubicBezTo>
                      <a:pt x="139" y="3578"/>
                      <a:pt x="142" y="3294"/>
                      <a:pt x="147" y="3012"/>
                    </a:cubicBezTo>
                    <a:cubicBezTo>
                      <a:pt x="144" y="2881"/>
                      <a:pt x="144" y="2750"/>
                      <a:pt x="142" y="2617"/>
                    </a:cubicBezTo>
                    <a:cubicBezTo>
                      <a:pt x="172" y="1710"/>
                      <a:pt x="437" y="1208"/>
                      <a:pt x="1009" y="536"/>
                    </a:cubicBezTo>
                    <a:cubicBezTo>
                      <a:pt x="1527" y="104"/>
                      <a:pt x="1897" y="0"/>
                      <a:pt x="2549" y="185"/>
                    </a:cubicBezTo>
                    <a:close/>
                  </a:path>
                </a:pathLst>
              </a:custGeom>
              <a:solidFill>
                <a:srgbClr val="585348"/>
              </a:solidFill>
              <a:ln w="0">
                <a:noFill/>
              </a:ln>
            </p:spPr>
          </p:sp>
          <p:sp>
            <p:nvSpPr>
              <p:cNvPr id="918" name="robot vector"/>
              <p:cNvSpPr/>
              <p:nvPr/>
            </p:nvSpPr>
            <p:spPr>
              <a:xfrm>
                <a:off x="14607853" y="4856545"/>
                <a:ext cx="128701" cy="147246"/>
              </a:xfrm>
              <a:custGeom>
                <a:avLst/>
                <a:gdLst/>
                <a:ahLst/>
                <a:cxnLst/>
                <a:rect l="0" t="0" r="r" b="b"/>
                <a:pathLst>
                  <a:path w="14075" h="16103" fill="norm" stroke="0">
                    <a:moveTo>
                      <a:pt x="11546" y="1757"/>
                    </a:moveTo>
                    <a:cubicBezTo>
                      <a:pt x="11379" y="2357"/>
                      <a:pt x="11263" y="2528"/>
                      <a:pt x="10788" y="2992"/>
                    </a:cubicBezTo>
                    <a:cubicBezTo>
                      <a:pt x="10886" y="3096"/>
                      <a:pt x="10982" y="3202"/>
                      <a:pt x="11083" y="3311"/>
                    </a:cubicBezTo>
                    <a:cubicBezTo>
                      <a:pt x="11503" y="3771"/>
                      <a:pt x="11905" y="4245"/>
                      <a:pt x="12305" y="4722"/>
                    </a:cubicBezTo>
                    <a:cubicBezTo>
                      <a:pt x="12358" y="4781"/>
                      <a:pt x="12358" y="4781"/>
                      <a:pt x="12631" y="5083"/>
                    </a:cubicBezTo>
                    <a:cubicBezTo>
                      <a:pt x="13729" y="6543"/>
                      <a:pt x="13557" y="8685"/>
                      <a:pt x="13316" y="10405"/>
                    </a:cubicBezTo>
                    <a:cubicBezTo>
                      <a:pt x="13084" y="11099"/>
                      <a:pt x="12790" y="11586"/>
                      <a:pt x="12305" y="12135"/>
                    </a:cubicBezTo>
                    <a:cubicBezTo>
                      <a:pt x="12156" y="12335"/>
                      <a:pt x="12009" y="12535"/>
                      <a:pt x="11862" y="12738"/>
                    </a:cubicBezTo>
                    <a:cubicBezTo>
                      <a:pt x="11809" y="12802"/>
                      <a:pt x="11809" y="12802"/>
                      <a:pt x="11546" y="13123"/>
                    </a:cubicBezTo>
                    <a:cubicBezTo>
                      <a:pt x="11665" y="13074"/>
                      <a:pt x="11784" y="13022"/>
                      <a:pt x="11908" y="12970"/>
                    </a:cubicBezTo>
                    <a:cubicBezTo>
                      <a:pt x="12065" y="12903"/>
                      <a:pt x="12221" y="12836"/>
                      <a:pt x="12383" y="12767"/>
                    </a:cubicBezTo>
                    <a:cubicBezTo>
                      <a:pt x="12540" y="12703"/>
                      <a:pt x="12694" y="12636"/>
                      <a:pt x="12856" y="12567"/>
                    </a:cubicBezTo>
                    <a:cubicBezTo>
                      <a:pt x="13258" y="12407"/>
                      <a:pt x="13660" y="12263"/>
                      <a:pt x="14075" y="12135"/>
                    </a:cubicBezTo>
                    <a:cubicBezTo>
                      <a:pt x="13734" y="13514"/>
                      <a:pt x="12674" y="14275"/>
                      <a:pt x="11546" y="15100"/>
                    </a:cubicBezTo>
                    <a:cubicBezTo>
                      <a:pt x="9708" y="16103"/>
                      <a:pt x="7460" y="16073"/>
                      <a:pt x="5462" y="15564"/>
                    </a:cubicBezTo>
                    <a:cubicBezTo>
                      <a:pt x="3260" y="14855"/>
                      <a:pt x="1747" y="13439"/>
                      <a:pt x="655" y="11490"/>
                    </a:cubicBezTo>
                    <a:cubicBezTo>
                      <a:pt x="96" y="10383"/>
                      <a:pt x="0" y="9419"/>
                      <a:pt x="25" y="8196"/>
                    </a:cubicBezTo>
                    <a:cubicBezTo>
                      <a:pt x="28" y="8001"/>
                      <a:pt x="30" y="7806"/>
                      <a:pt x="30" y="7606"/>
                    </a:cubicBezTo>
                    <a:cubicBezTo>
                      <a:pt x="101" y="5656"/>
                      <a:pt x="695" y="4465"/>
                      <a:pt x="2063" y="3039"/>
                    </a:cubicBezTo>
                    <a:cubicBezTo>
                      <a:pt x="2271" y="2856"/>
                      <a:pt x="2483" y="2676"/>
                      <a:pt x="2696" y="2498"/>
                    </a:cubicBezTo>
                    <a:cubicBezTo>
                      <a:pt x="2789" y="2409"/>
                      <a:pt x="2880" y="2323"/>
                      <a:pt x="2976" y="2231"/>
                    </a:cubicBezTo>
                    <a:cubicBezTo>
                      <a:pt x="5472" y="0"/>
                      <a:pt x="8737" y="588"/>
                      <a:pt x="11546" y="1757"/>
                    </a:cubicBezTo>
                    <a:close/>
                    <a:moveTo>
                      <a:pt x="3454" y="2498"/>
                    </a:moveTo>
                    <a:cubicBezTo>
                      <a:pt x="3328" y="2572"/>
                      <a:pt x="3201" y="2646"/>
                      <a:pt x="3070" y="2723"/>
                    </a:cubicBezTo>
                    <a:cubicBezTo>
                      <a:pt x="2139" y="3358"/>
                      <a:pt x="1674" y="4240"/>
                      <a:pt x="1178" y="5216"/>
                    </a:cubicBezTo>
                    <a:cubicBezTo>
                      <a:pt x="1103" y="5352"/>
                      <a:pt x="1027" y="5485"/>
                      <a:pt x="948" y="5626"/>
                    </a:cubicBezTo>
                    <a:cubicBezTo>
                      <a:pt x="309" y="6864"/>
                      <a:pt x="157" y="8055"/>
                      <a:pt x="420" y="9417"/>
                    </a:cubicBezTo>
                    <a:cubicBezTo>
                      <a:pt x="1244" y="11776"/>
                      <a:pt x="2476" y="13669"/>
                      <a:pt x="4797" y="14806"/>
                    </a:cubicBezTo>
                    <a:cubicBezTo>
                      <a:pt x="6565" y="15461"/>
                      <a:pt x="8446" y="15426"/>
                      <a:pt x="10282" y="15100"/>
                    </a:cubicBezTo>
                    <a:cubicBezTo>
                      <a:pt x="10282" y="14331"/>
                      <a:pt x="10145" y="14025"/>
                      <a:pt x="9776" y="13370"/>
                    </a:cubicBezTo>
                    <a:cubicBezTo>
                      <a:pt x="9918" y="13355"/>
                      <a:pt x="10057" y="13341"/>
                      <a:pt x="10203" y="13323"/>
                    </a:cubicBezTo>
                    <a:cubicBezTo>
                      <a:pt x="11273" y="12958"/>
                      <a:pt x="11832" y="12295"/>
                      <a:pt x="12358" y="11327"/>
                    </a:cubicBezTo>
                    <a:cubicBezTo>
                      <a:pt x="12985" y="9918"/>
                      <a:pt x="13498" y="8579"/>
                      <a:pt x="12927" y="7082"/>
                    </a:cubicBezTo>
                    <a:cubicBezTo>
                      <a:pt x="12333" y="5713"/>
                      <a:pt x="11706" y="4462"/>
                      <a:pt x="10535" y="3486"/>
                    </a:cubicBezTo>
                    <a:cubicBezTo>
                      <a:pt x="10368" y="3486"/>
                      <a:pt x="10201" y="3486"/>
                      <a:pt x="10029" y="3486"/>
                    </a:cubicBezTo>
                    <a:cubicBezTo>
                      <a:pt x="10049" y="3299"/>
                      <a:pt x="10072" y="3108"/>
                      <a:pt x="10092" y="2916"/>
                    </a:cubicBezTo>
                    <a:cubicBezTo>
                      <a:pt x="10029" y="2251"/>
                      <a:pt x="10029" y="2251"/>
                      <a:pt x="9617" y="1846"/>
                    </a:cubicBezTo>
                    <a:cubicBezTo>
                      <a:pt x="8883" y="1436"/>
                      <a:pt x="8277" y="1386"/>
                      <a:pt x="7452" y="1401"/>
                    </a:cubicBezTo>
                    <a:cubicBezTo>
                      <a:pt x="7308" y="1403"/>
                      <a:pt x="7164" y="1403"/>
                      <a:pt x="7015" y="1406"/>
                    </a:cubicBezTo>
                    <a:cubicBezTo>
                      <a:pt x="5672" y="1453"/>
                      <a:pt x="4605" y="1816"/>
                      <a:pt x="3454" y="249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19" name="robot vector"/>
              <p:cNvSpPr/>
              <p:nvPr/>
            </p:nvSpPr>
            <p:spPr>
              <a:xfrm>
                <a:off x="14295303" y="5117236"/>
                <a:ext cx="91173" cy="77701"/>
              </a:xfrm>
              <a:custGeom>
                <a:avLst/>
                <a:gdLst/>
                <a:ahLst/>
                <a:cxnLst/>
                <a:rect l="0" t="0" r="r" b="b"/>
                <a:pathLst>
                  <a:path w="9971" h="8498" fill="norm" stroke="0">
                    <a:moveTo>
                      <a:pt x="8808" y="180"/>
                    </a:moveTo>
                    <a:cubicBezTo>
                      <a:pt x="9728" y="1843"/>
                      <a:pt x="9971" y="3215"/>
                      <a:pt x="9930" y="5093"/>
                    </a:cubicBezTo>
                    <a:cubicBezTo>
                      <a:pt x="9930" y="5322"/>
                      <a:pt x="9933" y="5555"/>
                      <a:pt x="9935" y="5792"/>
                    </a:cubicBezTo>
                    <a:cubicBezTo>
                      <a:pt x="9920" y="7433"/>
                      <a:pt x="9920" y="7433"/>
                      <a:pt x="9546" y="8028"/>
                    </a:cubicBezTo>
                    <a:cubicBezTo>
                      <a:pt x="8803" y="8498"/>
                      <a:pt x="8110" y="8436"/>
                      <a:pt x="7242" y="8423"/>
                    </a:cubicBezTo>
                    <a:cubicBezTo>
                      <a:pt x="7065" y="8423"/>
                      <a:pt x="6888" y="8423"/>
                      <a:pt x="6706" y="8423"/>
                    </a:cubicBezTo>
                    <a:cubicBezTo>
                      <a:pt x="6334" y="8423"/>
                      <a:pt x="5960" y="8421"/>
                      <a:pt x="5589" y="8418"/>
                    </a:cubicBezTo>
                    <a:cubicBezTo>
                      <a:pt x="5017" y="8411"/>
                      <a:pt x="4446" y="8414"/>
                      <a:pt x="3874" y="8414"/>
                    </a:cubicBezTo>
                    <a:cubicBezTo>
                      <a:pt x="3512" y="8414"/>
                      <a:pt x="3148" y="8411"/>
                      <a:pt x="2787" y="8409"/>
                    </a:cubicBezTo>
                    <a:cubicBezTo>
                      <a:pt x="2615" y="8409"/>
                      <a:pt x="2445" y="8409"/>
                      <a:pt x="2268" y="8409"/>
                    </a:cubicBezTo>
                    <a:cubicBezTo>
                      <a:pt x="1603" y="8399"/>
                      <a:pt x="1095" y="8389"/>
                      <a:pt x="483" y="8127"/>
                    </a:cubicBezTo>
                    <a:cubicBezTo>
                      <a:pt x="0" y="7620"/>
                      <a:pt x="101" y="6966"/>
                      <a:pt x="114" y="6311"/>
                    </a:cubicBezTo>
                    <a:cubicBezTo>
                      <a:pt x="111" y="6175"/>
                      <a:pt x="109" y="6039"/>
                      <a:pt x="106" y="5898"/>
                    </a:cubicBezTo>
                    <a:cubicBezTo>
                      <a:pt x="114" y="4823"/>
                      <a:pt x="276" y="3763"/>
                      <a:pt x="969" y="2898"/>
                    </a:cubicBezTo>
                    <a:cubicBezTo>
                      <a:pt x="1603" y="2575"/>
                      <a:pt x="2243" y="2468"/>
                      <a:pt x="2943" y="2357"/>
                    </a:cubicBezTo>
                    <a:cubicBezTo>
                      <a:pt x="4539" y="2078"/>
                      <a:pt x="5824" y="1730"/>
                      <a:pt x="6911" y="489"/>
                    </a:cubicBezTo>
                    <a:cubicBezTo>
                      <a:pt x="7510" y="0"/>
                      <a:pt x="8046" y="131"/>
                      <a:pt x="8808" y="180"/>
                    </a:cubicBezTo>
                    <a:moveTo>
                      <a:pt x="6737" y="1863"/>
                    </a:moveTo>
                    <a:cubicBezTo>
                      <a:pt x="5404" y="3005"/>
                      <a:pt x="4205" y="3464"/>
                      <a:pt x="2435" y="3516"/>
                    </a:cubicBezTo>
                    <a:cubicBezTo>
                      <a:pt x="1980" y="3640"/>
                      <a:pt x="1980" y="3640"/>
                      <a:pt x="1545" y="4062"/>
                    </a:cubicBezTo>
                    <a:cubicBezTo>
                      <a:pt x="1161" y="4734"/>
                      <a:pt x="1135" y="5144"/>
                      <a:pt x="1158" y="5910"/>
                    </a:cubicBezTo>
                    <a:cubicBezTo>
                      <a:pt x="1163" y="6128"/>
                      <a:pt x="1166" y="6345"/>
                      <a:pt x="1171" y="6570"/>
                    </a:cubicBezTo>
                    <a:cubicBezTo>
                      <a:pt x="1221" y="7099"/>
                      <a:pt x="1221" y="7099"/>
                      <a:pt x="1474" y="7346"/>
                    </a:cubicBezTo>
                    <a:cubicBezTo>
                      <a:pt x="1998" y="7371"/>
                      <a:pt x="2514" y="7381"/>
                      <a:pt x="3040" y="7378"/>
                    </a:cubicBezTo>
                    <a:cubicBezTo>
                      <a:pt x="3196" y="7378"/>
                      <a:pt x="3351" y="7378"/>
                      <a:pt x="3512" y="7381"/>
                    </a:cubicBezTo>
                    <a:cubicBezTo>
                      <a:pt x="3844" y="7381"/>
                      <a:pt x="4175" y="7378"/>
                      <a:pt x="4504" y="7378"/>
                    </a:cubicBezTo>
                    <a:cubicBezTo>
                      <a:pt x="5012" y="7378"/>
                      <a:pt x="5520" y="7378"/>
                      <a:pt x="6029" y="7381"/>
                    </a:cubicBezTo>
                    <a:cubicBezTo>
                      <a:pt x="6350" y="7381"/>
                      <a:pt x="6668" y="7378"/>
                      <a:pt x="6989" y="7378"/>
                    </a:cubicBezTo>
                    <a:cubicBezTo>
                      <a:pt x="7144" y="7378"/>
                      <a:pt x="7295" y="7381"/>
                      <a:pt x="7452" y="7381"/>
                    </a:cubicBezTo>
                    <a:cubicBezTo>
                      <a:pt x="8527" y="7373"/>
                      <a:pt x="8527" y="7373"/>
                      <a:pt x="8808" y="7099"/>
                    </a:cubicBezTo>
                    <a:cubicBezTo>
                      <a:pt x="8878" y="6340"/>
                      <a:pt x="8866" y="5577"/>
                      <a:pt x="8871" y="4813"/>
                    </a:cubicBezTo>
                    <a:cubicBezTo>
                      <a:pt x="8876" y="4601"/>
                      <a:pt x="8881" y="4388"/>
                      <a:pt x="8886" y="4168"/>
                    </a:cubicBezTo>
                    <a:cubicBezTo>
                      <a:pt x="8894" y="2953"/>
                      <a:pt x="8873" y="2115"/>
                      <a:pt x="8049" y="1169"/>
                    </a:cubicBezTo>
                    <a:cubicBezTo>
                      <a:pt x="7366" y="1169"/>
                      <a:pt x="7227" y="1413"/>
                      <a:pt x="6737" y="1863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20" name="robot vector"/>
              <p:cNvSpPr/>
              <p:nvPr/>
            </p:nvSpPr>
            <p:spPr>
              <a:xfrm>
                <a:off x="14198627" y="5008152"/>
                <a:ext cx="93971" cy="111005"/>
              </a:xfrm>
              <a:custGeom>
                <a:avLst/>
                <a:gdLst/>
                <a:ahLst/>
                <a:cxnLst/>
                <a:rect l="0" t="0" r="r" b="b"/>
                <a:pathLst>
                  <a:path w="10277" h="12140" fill="norm" stroke="0">
                    <a:moveTo>
                      <a:pt x="6231" y="250"/>
                    </a:moveTo>
                    <a:cubicBezTo>
                      <a:pt x="6815" y="494"/>
                      <a:pt x="7263" y="843"/>
                      <a:pt x="7748" y="1238"/>
                    </a:cubicBezTo>
                    <a:cubicBezTo>
                      <a:pt x="7943" y="1391"/>
                      <a:pt x="8137" y="1542"/>
                      <a:pt x="8340" y="1700"/>
                    </a:cubicBezTo>
                    <a:cubicBezTo>
                      <a:pt x="8550" y="1870"/>
                      <a:pt x="8757" y="2041"/>
                      <a:pt x="8964" y="2211"/>
                    </a:cubicBezTo>
                    <a:cubicBezTo>
                      <a:pt x="9066" y="2291"/>
                      <a:pt x="9167" y="2370"/>
                      <a:pt x="9270" y="2454"/>
                    </a:cubicBezTo>
                    <a:cubicBezTo>
                      <a:pt x="9791" y="2898"/>
                      <a:pt x="10024" y="3217"/>
                      <a:pt x="10249" y="3865"/>
                    </a:cubicBezTo>
                    <a:cubicBezTo>
                      <a:pt x="10254" y="3961"/>
                      <a:pt x="10254" y="3961"/>
                      <a:pt x="10277" y="4450"/>
                    </a:cubicBezTo>
                    <a:cubicBezTo>
                      <a:pt x="9771" y="4944"/>
                      <a:pt x="9771" y="4944"/>
                      <a:pt x="9169" y="5098"/>
                    </a:cubicBezTo>
                    <a:cubicBezTo>
                      <a:pt x="8158" y="5616"/>
                      <a:pt x="7859" y="6385"/>
                      <a:pt x="7495" y="7415"/>
                    </a:cubicBezTo>
                    <a:cubicBezTo>
                      <a:pt x="7144" y="8918"/>
                      <a:pt x="7257" y="10351"/>
                      <a:pt x="7495" y="11863"/>
                    </a:cubicBezTo>
                    <a:cubicBezTo>
                      <a:pt x="7002" y="12063"/>
                      <a:pt x="6757" y="12140"/>
                      <a:pt x="6231" y="12110"/>
                    </a:cubicBezTo>
                    <a:cubicBezTo>
                      <a:pt x="5460" y="11769"/>
                      <a:pt x="4779" y="11309"/>
                      <a:pt x="4081" y="10845"/>
                    </a:cubicBezTo>
                    <a:cubicBezTo>
                      <a:pt x="3892" y="10724"/>
                      <a:pt x="3705" y="10603"/>
                      <a:pt x="3510" y="10479"/>
                    </a:cubicBezTo>
                    <a:cubicBezTo>
                      <a:pt x="397" y="8456"/>
                      <a:pt x="397" y="8456"/>
                      <a:pt x="58" y="6961"/>
                    </a:cubicBezTo>
                    <a:cubicBezTo>
                      <a:pt x="0" y="5693"/>
                      <a:pt x="278" y="4754"/>
                      <a:pt x="842" y="3632"/>
                    </a:cubicBezTo>
                    <a:cubicBezTo>
                      <a:pt x="903" y="3506"/>
                      <a:pt x="963" y="3383"/>
                      <a:pt x="1029" y="3254"/>
                    </a:cubicBezTo>
                    <a:cubicBezTo>
                      <a:pt x="1515" y="2357"/>
                      <a:pt x="2101" y="1821"/>
                      <a:pt x="2943" y="1238"/>
                    </a:cubicBezTo>
                    <a:cubicBezTo>
                      <a:pt x="3072" y="1134"/>
                      <a:pt x="3204" y="1030"/>
                      <a:pt x="3335" y="924"/>
                    </a:cubicBezTo>
                    <a:cubicBezTo>
                      <a:pt x="4274" y="242"/>
                      <a:pt x="5070" y="0"/>
                      <a:pt x="6231" y="250"/>
                    </a:cubicBezTo>
                    <a:close/>
                    <a:moveTo>
                      <a:pt x="1376" y="3467"/>
                    </a:moveTo>
                    <a:cubicBezTo>
                      <a:pt x="713" y="4764"/>
                      <a:pt x="394" y="5970"/>
                      <a:pt x="668" y="7415"/>
                    </a:cubicBezTo>
                    <a:cubicBezTo>
                      <a:pt x="1398" y="8779"/>
                      <a:pt x="2918" y="9553"/>
                      <a:pt x="4208" y="10380"/>
                    </a:cubicBezTo>
                    <a:cubicBezTo>
                      <a:pt x="4304" y="10445"/>
                      <a:pt x="4304" y="10445"/>
                      <a:pt x="4794" y="10766"/>
                    </a:cubicBezTo>
                    <a:cubicBezTo>
                      <a:pt x="6130" y="11616"/>
                      <a:pt x="6130" y="11616"/>
                      <a:pt x="6989" y="11616"/>
                    </a:cubicBezTo>
                    <a:cubicBezTo>
                      <a:pt x="6959" y="11396"/>
                      <a:pt x="6929" y="11174"/>
                      <a:pt x="6898" y="10946"/>
                    </a:cubicBezTo>
                    <a:cubicBezTo>
                      <a:pt x="6689" y="9123"/>
                      <a:pt x="6661" y="7862"/>
                      <a:pt x="7543" y="6202"/>
                    </a:cubicBezTo>
                    <a:cubicBezTo>
                      <a:pt x="7799" y="5562"/>
                      <a:pt x="7776" y="5322"/>
                      <a:pt x="7495" y="4697"/>
                    </a:cubicBezTo>
                    <a:cubicBezTo>
                      <a:pt x="7063" y="4203"/>
                      <a:pt x="7063" y="4203"/>
                      <a:pt x="6532" y="3709"/>
                    </a:cubicBezTo>
                    <a:cubicBezTo>
                      <a:pt x="6357" y="3546"/>
                      <a:pt x="6183" y="3383"/>
                      <a:pt x="6006" y="3215"/>
                    </a:cubicBezTo>
                    <a:cubicBezTo>
                      <a:pt x="5917" y="3133"/>
                      <a:pt x="5917" y="3133"/>
                      <a:pt x="5472" y="2720"/>
                    </a:cubicBezTo>
                    <a:cubicBezTo>
                      <a:pt x="5384" y="2629"/>
                      <a:pt x="5298" y="2538"/>
                      <a:pt x="5207" y="2444"/>
                    </a:cubicBezTo>
                    <a:cubicBezTo>
                      <a:pt x="4683" y="1900"/>
                      <a:pt x="4496" y="1740"/>
                      <a:pt x="3717" y="1594"/>
                    </a:cubicBezTo>
                    <a:cubicBezTo>
                      <a:pt x="2514" y="1688"/>
                      <a:pt x="1955" y="2513"/>
                      <a:pt x="1376" y="3467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21" name="robot vector"/>
              <p:cNvSpPr/>
              <p:nvPr/>
            </p:nvSpPr>
            <p:spPr>
              <a:xfrm>
                <a:off x="14488460" y="5113478"/>
                <a:ext cx="87520" cy="80910"/>
              </a:xfrm>
              <a:custGeom>
                <a:avLst/>
                <a:gdLst/>
                <a:ahLst/>
                <a:cxnLst/>
                <a:rect l="0" t="0" r="r" b="b"/>
                <a:pathLst>
                  <a:path w="9571" h="8848" fill="norm" stroke="0">
                    <a:moveTo>
                      <a:pt x="4337" y="462"/>
                    </a:moveTo>
                    <a:cubicBezTo>
                      <a:pt x="6441" y="1243"/>
                      <a:pt x="7897" y="2622"/>
                      <a:pt x="8924" y="4544"/>
                    </a:cubicBezTo>
                    <a:cubicBezTo>
                      <a:pt x="9017" y="4702"/>
                      <a:pt x="9109" y="4858"/>
                      <a:pt x="9205" y="5021"/>
                    </a:cubicBezTo>
                    <a:cubicBezTo>
                      <a:pt x="9475" y="5634"/>
                      <a:pt x="9523" y="6118"/>
                      <a:pt x="9541" y="6785"/>
                    </a:cubicBezTo>
                    <a:cubicBezTo>
                      <a:pt x="9546" y="6889"/>
                      <a:pt x="9546" y="6889"/>
                      <a:pt x="9571" y="7425"/>
                    </a:cubicBezTo>
                    <a:cubicBezTo>
                      <a:pt x="9430" y="8003"/>
                      <a:pt x="9430" y="8003"/>
                      <a:pt x="8881" y="8406"/>
                    </a:cubicBezTo>
                    <a:cubicBezTo>
                      <a:pt x="8168" y="8794"/>
                      <a:pt x="7500" y="8848"/>
                      <a:pt x="6696" y="8836"/>
                    </a:cubicBezTo>
                    <a:cubicBezTo>
                      <a:pt x="6560" y="8836"/>
                      <a:pt x="6423" y="8836"/>
                      <a:pt x="6284" y="8836"/>
                    </a:cubicBezTo>
                    <a:cubicBezTo>
                      <a:pt x="5998" y="8836"/>
                      <a:pt x="5712" y="8834"/>
                      <a:pt x="5427" y="8829"/>
                    </a:cubicBezTo>
                    <a:cubicBezTo>
                      <a:pt x="4989" y="8824"/>
                      <a:pt x="4554" y="8824"/>
                      <a:pt x="4119" y="8826"/>
                    </a:cubicBezTo>
                    <a:cubicBezTo>
                      <a:pt x="3841" y="8824"/>
                      <a:pt x="3560" y="8821"/>
                      <a:pt x="3282" y="8819"/>
                    </a:cubicBezTo>
                    <a:cubicBezTo>
                      <a:pt x="3153" y="8821"/>
                      <a:pt x="3024" y="8821"/>
                      <a:pt x="2890" y="8821"/>
                    </a:cubicBezTo>
                    <a:cubicBezTo>
                      <a:pt x="2089" y="8804"/>
                      <a:pt x="1500" y="8700"/>
                      <a:pt x="832" y="8250"/>
                    </a:cubicBezTo>
                    <a:cubicBezTo>
                      <a:pt x="726" y="7699"/>
                      <a:pt x="680" y="7247"/>
                      <a:pt x="675" y="6691"/>
                    </a:cubicBezTo>
                    <a:cubicBezTo>
                      <a:pt x="650" y="5599"/>
                      <a:pt x="506" y="4828"/>
                      <a:pt x="73" y="3803"/>
                    </a:cubicBezTo>
                    <a:cubicBezTo>
                      <a:pt x="0" y="2730"/>
                      <a:pt x="116" y="1673"/>
                      <a:pt x="832" y="823"/>
                    </a:cubicBezTo>
                    <a:cubicBezTo>
                      <a:pt x="1841" y="0"/>
                      <a:pt x="3133" y="161"/>
                      <a:pt x="4337" y="462"/>
                    </a:cubicBezTo>
                    <a:close/>
                    <a:moveTo>
                      <a:pt x="1338" y="1826"/>
                    </a:moveTo>
                    <a:cubicBezTo>
                      <a:pt x="1037" y="2827"/>
                      <a:pt x="1054" y="3356"/>
                      <a:pt x="1454" y="4334"/>
                    </a:cubicBezTo>
                    <a:cubicBezTo>
                      <a:pt x="1707" y="5179"/>
                      <a:pt x="1722" y="6069"/>
                      <a:pt x="1783" y="6943"/>
                    </a:cubicBezTo>
                    <a:cubicBezTo>
                      <a:pt x="1843" y="7509"/>
                      <a:pt x="1843" y="7509"/>
                      <a:pt x="2096" y="7756"/>
                    </a:cubicBezTo>
                    <a:cubicBezTo>
                      <a:pt x="2549" y="7781"/>
                      <a:pt x="2989" y="7791"/>
                      <a:pt x="3442" y="7791"/>
                    </a:cubicBezTo>
                    <a:cubicBezTo>
                      <a:pt x="3507" y="7791"/>
                      <a:pt x="3507" y="7791"/>
                      <a:pt x="3846" y="7791"/>
                    </a:cubicBezTo>
                    <a:cubicBezTo>
                      <a:pt x="4129" y="7791"/>
                      <a:pt x="4413" y="7791"/>
                      <a:pt x="4696" y="7788"/>
                    </a:cubicBezTo>
                    <a:cubicBezTo>
                      <a:pt x="5131" y="7788"/>
                      <a:pt x="5566" y="7788"/>
                      <a:pt x="5998" y="7791"/>
                    </a:cubicBezTo>
                    <a:cubicBezTo>
                      <a:pt x="6274" y="7791"/>
                      <a:pt x="6549" y="7791"/>
                      <a:pt x="6823" y="7791"/>
                    </a:cubicBezTo>
                    <a:cubicBezTo>
                      <a:pt x="6954" y="7791"/>
                      <a:pt x="7086" y="7791"/>
                      <a:pt x="7220" y="7791"/>
                    </a:cubicBezTo>
                    <a:cubicBezTo>
                      <a:pt x="8137" y="7786"/>
                      <a:pt x="8137" y="7786"/>
                      <a:pt x="8418" y="7509"/>
                    </a:cubicBezTo>
                    <a:cubicBezTo>
                      <a:pt x="8436" y="5700"/>
                      <a:pt x="8069" y="4309"/>
                      <a:pt x="6830" y="2955"/>
                    </a:cubicBezTo>
                    <a:cubicBezTo>
                      <a:pt x="5664" y="1888"/>
                      <a:pt x="4203" y="1423"/>
                      <a:pt x="2635" y="1255"/>
                    </a:cubicBezTo>
                    <a:cubicBezTo>
                      <a:pt x="1752" y="1381"/>
                      <a:pt x="1752" y="1381"/>
                      <a:pt x="1338" y="1826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22" name="robot vector"/>
              <p:cNvSpPr/>
              <p:nvPr/>
            </p:nvSpPr>
            <p:spPr>
              <a:xfrm>
                <a:off x="14293005" y="5201854"/>
                <a:ext cx="93208" cy="60304"/>
              </a:xfrm>
              <a:custGeom>
                <a:avLst/>
                <a:gdLst/>
                <a:ahLst/>
                <a:cxnLst/>
                <a:rect l="0" t="0" r="r" b="b"/>
                <a:pathLst>
                  <a:path w="10193" h="6595" fill="norm" stroke="0">
                    <a:moveTo>
                      <a:pt x="1806" y="5"/>
                    </a:moveTo>
                    <a:cubicBezTo>
                      <a:pt x="1975" y="2"/>
                      <a:pt x="2147" y="2"/>
                      <a:pt x="2321" y="0"/>
                    </a:cubicBezTo>
                    <a:cubicBezTo>
                      <a:pt x="2506" y="0"/>
                      <a:pt x="2691" y="2"/>
                      <a:pt x="2880" y="2"/>
                    </a:cubicBezTo>
                    <a:cubicBezTo>
                      <a:pt x="3067" y="2"/>
                      <a:pt x="3257" y="2"/>
                      <a:pt x="3452" y="2"/>
                    </a:cubicBezTo>
                    <a:cubicBezTo>
                      <a:pt x="3851" y="2"/>
                      <a:pt x="4251" y="2"/>
                      <a:pt x="4650" y="5"/>
                    </a:cubicBezTo>
                    <a:cubicBezTo>
                      <a:pt x="5262" y="7"/>
                      <a:pt x="5877" y="5"/>
                      <a:pt x="6489" y="2"/>
                    </a:cubicBezTo>
                    <a:cubicBezTo>
                      <a:pt x="6876" y="2"/>
                      <a:pt x="7265" y="2"/>
                      <a:pt x="7652" y="2"/>
                    </a:cubicBezTo>
                    <a:cubicBezTo>
                      <a:pt x="7837" y="2"/>
                      <a:pt x="8021" y="2"/>
                      <a:pt x="8208" y="0"/>
                    </a:cubicBezTo>
                    <a:cubicBezTo>
                      <a:pt x="8294" y="0"/>
                      <a:pt x="8294" y="0"/>
                      <a:pt x="8727" y="5"/>
                    </a:cubicBezTo>
                    <a:cubicBezTo>
                      <a:pt x="8800" y="5"/>
                      <a:pt x="8800" y="5"/>
                      <a:pt x="9182" y="5"/>
                    </a:cubicBezTo>
                    <a:cubicBezTo>
                      <a:pt x="9564" y="69"/>
                      <a:pt x="9564" y="69"/>
                      <a:pt x="10069" y="563"/>
                    </a:cubicBezTo>
                    <a:cubicBezTo>
                      <a:pt x="10191" y="1418"/>
                      <a:pt x="10163" y="2281"/>
                      <a:pt x="10166" y="3143"/>
                    </a:cubicBezTo>
                    <a:cubicBezTo>
                      <a:pt x="10171" y="3380"/>
                      <a:pt x="10178" y="3620"/>
                      <a:pt x="10183" y="3867"/>
                    </a:cubicBezTo>
                    <a:cubicBezTo>
                      <a:pt x="10183" y="3981"/>
                      <a:pt x="10183" y="3981"/>
                      <a:pt x="10186" y="4561"/>
                    </a:cubicBezTo>
                    <a:cubicBezTo>
                      <a:pt x="10188" y="4771"/>
                      <a:pt x="10191" y="4984"/>
                      <a:pt x="10193" y="5199"/>
                    </a:cubicBezTo>
                    <a:cubicBezTo>
                      <a:pt x="10069" y="5752"/>
                      <a:pt x="10069" y="5752"/>
                      <a:pt x="9665" y="6192"/>
                    </a:cubicBezTo>
                    <a:cubicBezTo>
                      <a:pt x="8861" y="6592"/>
                      <a:pt x="8226" y="6595"/>
                      <a:pt x="7336" y="6583"/>
                    </a:cubicBezTo>
                    <a:cubicBezTo>
                      <a:pt x="7171" y="6583"/>
                      <a:pt x="7007" y="6583"/>
                      <a:pt x="6838" y="6583"/>
                    </a:cubicBezTo>
                    <a:cubicBezTo>
                      <a:pt x="6491" y="6583"/>
                      <a:pt x="6145" y="6580"/>
                      <a:pt x="5796" y="6575"/>
                    </a:cubicBezTo>
                    <a:cubicBezTo>
                      <a:pt x="5267" y="6570"/>
                      <a:pt x="4739" y="6570"/>
                      <a:pt x="4208" y="6573"/>
                    </a:cubicBezTo>
                    <a:cubicBezTo>
                      <a:pt x="3871" y="6573"/>
                      <a:pt x="3533" y="6570"/>
                      <a:pt x="3196" y="6568"/>
                    </a:cubicBezTo>
                    <a:cubicBezTo>
                      <a:pt x="3037" y="6568"/>
                      <a:pt x="2880" y="6568"/>
                      <a:pt x="2718" y="6568"/>
                    </a:cubicBezTo>
                    <a:cubicBezTo>
                      <a:pt x="1846" y="6555"/>
                      <a:pt x="1206" y="6491"/>
                      <a:pt x="460" y="5999"/>
                    </a:cubicBezTo>
                    <a:cubicBezTo>
                      <a:pt x="0" y="5095"/>
                      <a:pt x="235" y="4023"/>
                      <a:pt x="288" y="3034"/>
                    </a:cubicBezTo>
                    <a:cubicBezTo>
                      <a:pt x="296" y="2805"/>
                      <a:pt x="306" y="2575"/>
                      <a:pt x="314" y="2340"/>
                    </a:cubicBezTo>
                    <a:cubicBezTo>
                      <a:pt x="326" y="2120"/>
                      <a:pt x="336" y="1900"/>
                      <a:pt x="346" y="1675"/>
                    </a:cubicBezTo>
                    <a:cubicBezTo>
                      <a:pt x="357" y="1473"/>
                      <a:pt x="367" y="1273"/>
                      <a:pt x="377" y="1065"/>
                    </a:cubicBezTo>
                    <a:cubicBezTo>
                      <a:pt x="526" y="180"/>
                      <a:pt x="971" y="7"/>
                      <a:pt x="1806" y="5"/>
                    </a:cubicBezTo>
                    <a:close/>
                    <a:moveTo>
                      <a:pt x="1472" y="1058"/>
                    </a:moveTo>
                    <a:cubicBezTo>
                      <a:pt x="1464" y="1752"/>
                      <a:pt x="1462" y="2446"/>
                      <a:pt x="1457" y="3143"/>
                    </a:cubicBezTo>
                    <a:cubicBezTo>
                      <a:pt x="1454" y="3341"/>
                      <a:pt x="1451" y="3538"/>
                      <a:pt x="1451" y="3743"/>
                    </a:cubicBezTo>
                    <a:cubicBezTo>
                      <a:pt x="1449" y="3931"/>
                      <a:pt x="1449" y="4122"/>
                      <a:pt x="1449" y="4314"/>
                    </a:cubicBezTo>
                    <a:cubicBezTo>
                      <a:pt x="1446" y="4490"/>
                      <a:pt x="1446" y="4665"/>
                      <a:pt x="1444" y="4843"/>
                    </a:cubicBezTo>
                    <a:cubicBezTo>
                      <a:pt x="1472" y="5258"/>
                      <a:pt x="1472" y="5258"/>
                      <a:pt x="1725" y="5505"/>
                    </a:cubicBezTo>
                    <a:cubicBezTo>
                      <a:pt x="2251" y="5530"/>
                      <a:pt x="2766" y="5540"/>
                      <a:pt x="3290" y="5537"/>
                    </a:cubicBezTo>
                    <a:cubicBezTo>
                      <a:pt x="3447" y="5537"/>
                      <a:pt x="3603" y="5537"/>
                      <a:pt x="3763" y="5537"/>
                    </a:cubicBezTo>
                    <a:cubicBezTo>
                      <a:pt x="4094" y="5540"/>
                      <a:pt x="4425" y="5537"/>
                      <a:pt x="4757" y="5537"/>
                    </a:cubicBezTo>
                    <a:cubicBezTo>
                      <a:pt x="5265" y="5535"/>
                      <a:pt x="5771" y="5537"/>
                      <a:pt x="6279" y="5540"/>
                    </a:cubicBezTo>
                    <a:cubicBezTo>
                      <a:pt x="6600" y="5537"/>
                      <a:pt x="6921" y="5537"/>
                      <a:pt x="7242" y="5537"/>
                    </a:cubicBezTo>
                    <a:cubicBezTo>
                      <a:pt x="7394" y="5537"/>
                      <a:pt x="7546" y="5540"/>
                      <a:pt x="7705" y="5540"/>
                    </a:cubicBezTo>
                    <a:cubicBezTo>
                      <a:pt x="8777" y="5532"/>
                      <a:pt x="8777" y="5532"/>
                      <a:pt x="9058" y="5258"/>
                    </a:cubicBezTo>
                    <a:cubicBezTo>
                      <a:pt x="9121" y="4606"/>
                      <a:pt x="9106" y="3951"/>
                      <a:pt x="9106" y="3296"/>
                    </a:cubicBezTo>
                    <a:cubicBezTo>
                      <a:pt x="9109" y="3205"/>
                      <a:pt x="9109" y="3205"/>
                      <a:pt x="9116" y="2740"/>
                    </a:cubicBezTo>
                    <a:cubicBezTo>
                      <a:pt x="9116" y="2565"/>
                      <a:pt x="9116" y="2389"/>
                      <a:pt x="9116" y="2209"/>
                    </a:cubicBezTo>
                    <a:cubicBezTo>
                      <a:pt x="9119" y="2127"/>
                      <a:pt x="9119" y="2127"/>
                      <a:pt x="9121" y="1720"/>
                    </a:cubicBezTo>
                    <a:cubicBezTo>
                      <a:pt x="9058" y="1305"/>
                      <a:pt x="9058" y="1305"/>
                      <a:pt x="8552" y="810"/>
                    </a:cubicBezTo>
                    <a:cubicBezTo>
                      <a:pt x="8051" y="764"/>
                      <a:pt x="7586" y="746"/>
                      <a:pt x="7083" y="754"/>
                    </a:cubicBezTo>
                    <a:cubicBezTo>
                      <a:pt x="7012" y="754"/>
                      <a:pt x="7012" y="754"/>
                      <a:pt x="6648" y="754"/>
                    </a:cubicBezTo>
                    <a:cubicBezTo>
                      <a:pt x="6342" y="754"/>
                      <a:pt x="6039" y="756"/>
                      <a:pt x="5733" y="759"/>
                    </a:cubicBezTo>
                    <a:cubicBezTo>
                      <a:pt x="5267" y="764"/>
                      <a:pt x="4802" y="764"/>
                      <a:pt x="4334" y="764"/>
                    </a:cubicBezTo>
                    <a:cubicBezTo>
                      <a:pt x="4038" y="766"/>
                      <a:pt x="3745" y="766"/>
                      <a:pt x="3449" y="768"/>
                    </a:cubicBezTo>
                    <a:cubicBezTo>
                      <a:pt x="3308" y="768"/>
                      <a:pt x="3169" y="768"/>
                      <a:pt x="3024" y="768"/>
                    </a:cubicBezTo>
                    <a:cubicBezTo>
                      <a:pt x="2420" y="776"/>
                      <a:pt x="2020" y="791"/>
                      <a:pt x="1472" y="1058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23" name="robot vector"/>
              <p:cNvSpPr/>
              <p:nvPr/>
            </p:nvSpPr>
            <p:spPr>
              <a:xfrm>
                <a:off x="14492904" y="5201540"/>
                <a:ext cx="82918" cy="60665"/>
              </a:xfrm>
              <a:custGeom>
                <a:avLst/>
                <a:gdLst/>
                <a:ahLst/>
                <a:cxnLst/>
                <a:rect l="0" t="0" r="r" b="b"/>
                <a:pathLst>
                  <a:path w="9068" h="6634" fill="norm" stroke="0">
                    <a:moveTo>
                      <a:pt x="2544" y="62"/>
                    </a:moveTo>
                    <a:cubicBezTo>
                      <a:pt x="2627" y="62"/>
                      <a:pt x="2627" y="62"/>
                      <a:pt x="3047" y="59"/>
                    </a:cubicBezTo>
                    <a:cubicBezTo>
                      <a:pt x="3401" y="57"/>
                      <a:pt x="3753" y="57"/>
                      <a:pt x="4104" y="57"/>
                    </a:cubicBezTo>
                    <a:cubicBezTo>
                      <a:pt x="4643" y="57"/>
                      <a:pt x="5184" y="52"/>
                      <a:pt x="5723" y="47"/>
                    </a:cubicBezTo>
                    <a:cubicBezTo>
                      <a:pt x="6064" y="47"/>
                      <a:pt x="6405" y="47"/>
                      <a:pt x="6747" y="47"/>
                    </a:cubicBezTo>
                    <a:cubicBezTo>
                      <a:pt x="6909" y="44"/>
                      <a:pt x="7070" y="42"/>
                      <a:pt x="7237" y="42"/>
                    </a:cubicBezTo>
                    <a:cubicBezTo>
                      <a:pt x="8380" y="47"/>
                      <a:pt x="8380" y="47"/>
                      <a:pt x="8944" y="598"/>
                    </a:cubicBezTo>
                    <a:cubicBezTo>
                      <a:pt x="9066" y="1453"/>
                      <a:pt x="9038" y="2315"/>
                      <a:pt x="9040" y="3178"/>
                    </a:cubicBezTo>
                    <a:cubicBezTo>
                      <a:pt x="9045" y="3415"/>
                      <a:pt x="9053" y="3655"/>
                      <a:pt x="9058" y="3902"/>
                    </a:cubicBezTo>
                    <a:cubicBezTo>
                      <a:pt x="9058" y="4015"/>
                      <a:pt x="9058" y="4015"/>
                      <a:pt x="9060" y="4596"/>
                    </a:cubicBezTo>
                    <a:cubicBezTo>
                      <a:pt x="9063" y="4806"/>
                      <a:pt x="9066" y="5016"/>
                      <a:pt x="9068" y="5233"/>
                    </a:cubicBezTo>
                    <a:cubicBezTo>
                      <a:pt x="8944" y="5787"/>
                      <a:pt x="8944" y="5787"/>
                      <a:pt x="8524" y="6224"/>
                    </a:cubicBezTo>
                    <a:cubicBezTo>
                      <a:pt x="7811" y="6590"/>
                      <a:pt x="7220" y="6634"/>
                      <a:pt x="6433" y="6627"/>
                    </a:cubicBezTo>
                    <a:cubicBezTo>
                      <a:pt x="6289" y="6627"/>
                      <a:pt x="6147" y="6627"/>
                      <a:pt x="6001" y="6630"/>
                    </a:cubicBezTo>
                    <a:cubicBezTo>
                      <a:pt x="5702" y="6630"/>
                      <a:pt x="5404" y="6627"/>
                      <a:pt x="5103" y="6625"/>
                    </a:cubicBezTo>
                    <a:cubicBezTo>
                      <a:pt x="4648" y="6620"/>
                      <a:pt x="4193" y="6625"/>
                      <a:pt x="3735" y="6630"/>
                    </a:cubicBezTo>
                    <a:cubicBezTo>
                      <a:pt x="3444" y="6630"/>
                      <a:pt x="3151" y="6627"/>
                      <a:pt x="2860" y="6627"/>
                    </a:cubicBezTo>
                    <a:cubicBezTo>
                      <a:pt x="2792" y="6627"/>
                      <a:pt x="2792" y="6627"/>
                      <a:pt x="2450" y="6630"/>
                    </a:cubicBezTo>
                    <a:cubicBezTo>
                      <a:pt x="1522" y="6615"/>
                      <a:pt x="1011" y="6422"/>
                      <a:pt x="346" y="5787"/>
                    </a:cubicBezTo>
                    <a:cubicBezTo>
                      <a:pt x="0" y="4613"/>
                      <a:pt x="91" y="3457"/>
                      <a:pt x="172" y="2251"/>
                    </a:cubicBezTo>
                    <a:cubicBezTo>
                      <a:pt x="182" y="2071"/>
                      <a:pt x="192" y="1890"/>
                      <a:pt x="200" y="1705"/>
                    </a:cubicBezTo>
                    <a:cubicBezTo>
                      <a:pt x="212" y="1534"/>
                      <a:pt x="223" y="1364"/>
                      <a:pt x="233" y="1186"/>
                    </a:cubicBezTo>
                    <a:cubicBezTo>
                      <a:pt x="243" y="1033"/>
                      <a:pt x="253" y="877"/>
                      <a:pt x="263" y="719"/>
                    </a:cubicBezTo>
                    <a:cubicBezTo>
                      <a:pt x="291" y="595"/>
                      <a:pt x="319" y="474"/>
                      <a:pt x="346" y="351"/>
                    </a:cubicBezTo>
                    <a:cubicBezTo>
                      <a:pt x="1062" y="0"/>
                      <a:pt x="1760" y="64"/>
                      <a:pt x="2544" y="62"/>
                    </a:cubicBezTo>
                    <a:close/>
                    <a:moveTo>
                      <a:pt x="1358" y="1092"/>
                    </a:moveTo>
                    <a:cubicBezTo>
                      <a:pt x="1297" y="1744"/>
                      <a:pt x="1312" y="2399"/>
                      <a:pt x="1310" y="3054"/>
                    </a:cubicBezTo>
                    <a:cubicBezTo>
                      <a:pt x="1307" y="3237"/>
                      <a:pt x="1305" y="3420"/>
                      <a:pt x="1302" y="3608"/>
                    </a:cubicBezTo>
                    <a:cubicBezTo>
                      <a:pt x="1302" y="3783"/>
                      <a:pt x="1300" y="3961"/>
                      <a:pt x="1300" y="4141"/>
                    </a:cubicBezTo>
                    <a:cubicBezTo>
                      <a:pt x="1300" y="4302"/>
                      <a:pt x="1297" y="4463"/>
                      <a:pt x="1297" y="4631"/>
                    </a:cubicBezTo>
                    <a:cubicBezTo>
                      <a:pt x="1358" y="5046"/>
                      <a:pt x="1358" y="5046"/>
                      <a:pt x="1864" y="5540"/>
                    </a:cubicBezTo>
                    <a:cubicBezTo>
                      <a:pt x="2425" y="5599"/>
                      <a:pt x="2425" y="5599"/>
                      <a:pt x="3113" y="5597"/>
                    </a:cubicBezTo>
                    <a:cubicBezTo>
                      <a:pt x="3361" y="5597"/>
                      <a:pt x="3606" y="5594"/>
                      <a:pt x="3861" y="5594"/>
                    </a:cubicBezTo>
                    <a:cubicBezTo>
                      <a:pt x="3927" y="5594"/>
                      <a:pt x="3927" y="5594"/>
                      <a:pt x="4251" y="5589"/>
                    </a:cubicBezTo>
                    <a:cubicBezTo>
                      <a:pt x="4645" y="5587"/>
                      <a:pt x="5037" y="5584"/>
                      <a:pt x="5429" y="5584"/>
                    </a:cubicBezTo>
                    <a:cubicBezTo>
                      <a:pt x="7356" y="5574"/>
                      <a:pt x="7356" y="5574"/>
                      <a:pt x="7933" y="5293"/>
                    </a:cubicBezTo>
                    <a:cubicBezTo>
                      <a:pt x="7933" y="3907"/>
                      <a:pt x="7933" y="2520"/>
                      <a:pt x="7933" y="1092"/>
                    </a:cubicBezTo>
                    <a:cubicBezTo>
                      <a:pt x="7290" y="778"/>
                      <a:pt x="6833" y="813"/>
                      <a:pt x="6114" y="813"/>
                    </a:cubicBezTo>
                    <a:cubicBezTo>
                      <a:pt x="5988" y="810"/>
                      <a:pt x="5859" y="810"/>
                      <a:pt x="5728" y="810"/>
                    </a:cubicBezTo>
                    <a:cubicBezTo>
                      <a:pt x="5457" y="810"/>
                      <a:pt x="5189" y="810"/>
                      <a:pt x="4918" y="813"/>
                    </a:cubicBezTo>
                    <a:cubicBezTo>
                      <a:pt x="4504" y="813"/>
                      <a:pt x="4091" y="813"/>
                      <a:pt x="3677" y="810"/>
                    </a:cubicBezTo>
                    <a:cubicBezTo>
                      <a:pt x="3414" y="810"/>
                      <a:pt x="3153" y="810"/>
                      <a:pt x="2890" y="813"/>
                    </a:cubicBezTo>
                    <a:cubicBezTo>
                      <a:pt x="2653" y="813"/>
                      <a:pt x="2412" y="813"/>
                      <a:pt x="2167" y="813"/>
                    </a:cubicBezTo>
                    <a:cubicBezTo>
                      <a:pt x="1611" y="845"/>
                      <a:pt x="1611" y="845"/>
                      <a:pt x="1358" y="1092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24" name="robot vector"/>
              <p:cNvSpPr/>
              <p:nvPr/>
            </p:nvSpPr>
            <p:spPr>
              <a:xfrm>
                <a:off x="14463699" y="5272593"/>
                <a:ext cx="141049" cy="18008"/>
              </a:xfrm>
              <a:custGeom>
                <a:avLst/>
                <a:gdLst/>
                <a:ahLst/>
                <a:cxnLst/>
                <a:rect l="0" t="0" r="r" b="b"/>
                <a:pathLst>
                  <a:path w="15425" h="1969" fill="norm" stroke="0">
                    <a:moveTo>
                      <a:pt x="6787" y="208"/>
                    </a:moveTo>
                    <a:cubicBezTo>
                      <a:pt x="7283" y="210"/>
                      <a:pt x="7778" y="208"/>
                      <a:pt x="8274" y="205"/>
                    </a:cubicBezTo>
                    <a:cubicBezTo>
                      <a:pt x="9786" y="205"/>
                      <a:pt x="11296" y="225"/>
                      <a:pt x="12806" y="319"/>
                    </a:cubicBezTo>
                    <a:cubicBezTo>
                      <a:pt x="12922" y="326"/>
                      <a:pt x="12922" y="326"/>
                      <a:pt x="13509" y="361"/>
                    </a:cubicBezTo>
                    <a:cubicBezTo>
                      <a:pt x="14323" y="519"/>
                      <a:pt x="14765" y="739"/>
                      <a:pt x="15425" y="1228"/>
                    </a:cubicBezTo>
                    <a:cubicBezTo>
                      <a:pt x="15425" y="1473"/>
                      <a:pt x="15425" y="1717"/>
                      <a:pt x="15425" y="1969"/>
                    </a:cubicBezTo>
                    <a:cubicBezTo>
                      <a:pt x="10335" y="1969"/>
                      <a:pt x="5245" y="1969"/>
                      <a:pt x="0" y="1969"/>
                    </a:cubicBezTo>
                    <a:cubicBezTo>
                      <a:pt x="0" y="1643"/>
                      <a:pt x="0" y="1317"/>
                      <a:pt x="0" y="981"/>
                    </a:cubicBezTo>
                    <a:cubicBezTo>
                      <a:pt x="2076" y="0"/>
                      <a:pt x="4534" y="200"/>
                      <a:pt x="6787" y="20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25" name="robot vector"/>
              <p:cNvSpPr/>
              <p:nvPr/>
            </p:nvSpPr>
            <p:spPr>
              <a:xfrm>
                <a:off x="14568914" y="4951892"/>
                <a:ext cx="48697" cy="61727"/>
              </a:xfrm>
              <a:custGeom>
                <a:avLst/>
                <a:gdLst/>
                <a:ahLst/>
                <a:cxnLst/>
                <a:rect l="0" t="0" r="r" b="b"/>
                <a:pathLst>
                  <a:path w="5326" h="6751" fill="norm" stroke="0">
                    <a:moveTo>
                      <a:pt x="2655" y="225"/>
                    </a:moveTo>
                    <a:cubicBezTo>
                      <a:pt x="3434" y="820"/>
                      <a:pt x="3834" y="1737"/>
                      <a:pt x="4241" y="2594"/>
                    </a:cubicBezTo>
                    <a:cubicBezTo>
                      <a:pt x="4425" y="2943"/>
                      <a:pt x="4425" y="2943"/>
                      <a:pt x="4853" y="3452"/>
                    </a:cubicBezTo>
                    <a:cubicBezTo>
                      <a:pt x="5184" y="3931"/>
                      <a:pt x="5184" y="3931"/>
                      <a:pt x="5326" y="4534"/>
                    </a:cubicBezTo>
                    <a:cubicBezTo>
                      <a:pt x="5141" y="5359"/>
                      <a:pt x="4800" y="5653"/>
                      <a:pt x="4119" y="6150"/>
                    </a:cubicBezTo>
                    <a:cubicBezTo>
                      <a:pt x="3396" y="6553"/>
                      <a:pt x="2731" y="6751"/>
                      <a:pt x="1897" y="6649"/>
                    </a:cubicBezTo>
                    <a:cubicBezTo>
                      <a:pt x="1019" y="6029"/>
                      <a:pt x="248" y="5078"/>
                      <a:pt x="48" y="4013"/>
                    </a:cubicBezTo>
                    <a:cubicBezTo>
                      <a:pt x="15" y="3561"/>
                      <a:pt x="10" y="3118"/>
                      <a:pt x="15" y="2666"/>
                    </a:cubicBezTo>
                    <a:cubicBezTo>
                      <a:pt x="10" y="2510"/>
                      <a:pt x="5" y="2357"/>
                      <a:pt x="0" y="2202"/>
                    </a:cubicBezTo>
                    <a:cubicBezTo>
                      <a:pt x="3" y="1403"/>
                      <a:pt x="8" y="1087"/>
                      <a:pt x="592" y="497"/>
                    </a:cubicBezTo>
                    <a:cubicBezTo>
                      <a:pt x="1325" y="131"/>
                      <a:pt x="1854" y="0"/>
                      <a:pt x="2655" y="225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26" name="robot vector"/>
              <p:cNvSpPr/>
              <p:nvPr/>
            </p:nvSpPr>
            <p:spPr>
              <a:xfrm>
                <a:off x="14279396" y="5046659"/>
                <a:ext cx="82386" cy="87327"/>
              </a:xfrm>
              <a:custGeom>
                <a:avLst/>
                <a:gdLst/>
                <a:ahLst/>
                <a:cxnLst/>
                <a:rect l="0" t="0" r="r" b="b"/>
                <a:pathLst>
                  <a:path w="9010" h="9550" fill="norm" stroke="0">
                    <a:moveTo>
                      <a:pt x="7169" y="1255"/>
                    </a:moveTo>
                    <a:cubicBezTo>
                      <a:pt x="7500" y="1554"/>
                      <a:pt x="7758" y="1856"/>
                      <a:pt x="8019" y="2216"/>
                    </a:cubicBezTo>
                    <a:cubicBezTo>
                      <a:pt x="8100" y="2320"/>
                      <a:pt x="8178" y="2422"/>
                      <a:pt x="8261" y="2530"/>
                    </a:cubicBezTo>
                    <a:cubicBezTo>
                      <a:pt x="9010" y="3694"/>
                      <a:pt x="8964" y="5093"/>
                      <a:pt x="8777" y="6417"/>
                    </a:cubicBezTo>
                    <a:cubicBezTo>
                      <a:pt x="8532" y="7003"/>
                      <a:pt x="8259" y="7482"/>
                      <a:pt x="7766" y="7900"/>
                    </a:cubicBezTo>
                    <a:cubicBezTo>
                      <a:pt x="7599" y="7900"/>
                      <a:pt x="7432" y="7900"/>
                      <a:pt x="7260" y="7900"/>
                    </a:cubicBezTo>
                    <a:cubicBezTo>
                      <a:pt x="7235" y="7976"/>
                      <a:pt x="7235" y="7976"/>
                      <a:pt x="7101" y="8362"/>
                    </a:cubicBezTo>
                    <a:cubicBezTo>
                      <a:pt x="6704" y="8962"/>
                      <a:pt x="6385" y="9118"/>
                      <a:pt x="5685" y="9303"/>
                    </a:cubicBezTo>
                    <a:cubicBezTo>
                      <a:pt x="4397" y="9528"/>
                      <a:pt x="3204" y="9550"/>
                      <a:pt x="2046" y="8900"/>
                    </a:cubicBezTo>
                    <a:cubicBezTo>
                      <a:pt x="1201" y="8270"/>
                      <a:pt x="425" y="7447"/>
                      <a:pt x="180" y="6417"/>
                    </a:cubicBezTo>
                    <a:cubicBezTo>
                      <a:pt x="0" y="4638"/>
                      <a:pt x="114" y="3202"/>
                      <a:pt x="1191" y="1722"/>
                    </a:cubicBezTo>
                    <a:cubicBezTo>
                      <a:pt x="1634" y="1273"/>
                      <a:pt x="1634" y="1273"/>
                      <a:pt x="2203" y="981"/>
                    </a:cubicBezTo>
                    <a:cubicBezTo>
                      <a:pt x="2342" y="904"/>
                      <a:pt x="2483" y="828"/>
                      <a:pt x="2627" y="749"/>
                    </a:cubicBezTo>
                    <a:cubicBezTo>
                      <a:pt x="4223" y="0"/>
                      <a:pt x="5715" y="292"/>
                      <a:pt x="7169" y="1255"/>
                    </a:cubicBezTo>
                    <a:close/>
                    <a:moveTo>
                      <a:pt x="1631" y="2572"/>
                    </a:moveTo>
                    <a:cubicBezTo>
                      <a:pt x="979" y="3533"/>
                      <a:pt x="754" y="4455"/>
                      <a:pt x="804" y="5604"/>
                    </a:cubicBezTo>
                    <a:cubicBezTo>
                      <a:pt x="1047" y="6634"/>
                      <a:pt x="1682" y="7425"/>
                      <a:pt x="2455" y="8147"/>
                    </a:cubicBezTo>
                    <a:cubicBezTo>
                      <a:pt x="3065" y="8441"/>
                      <a:pt x="3664" y="8433"/>
                      <a:pt x="4337" y="8438"/>
                    </a:cubicBezTo>
                    <a:cubicBezTo>
                      <a:pt x="4433" y="8441"/>
                      <a:pt x="4433" y="8441"/>
                      <a:pt x="4921" y="8451"/>
                    </a:cubicBezTo>
                    <a:cubicBezTo>
                      <a:pt x="5700" y="8372"/>
                      <a:pt x="6246" y="8139"/>
                      <a:pt x="6812" y="7606"/>
                    </a:cubicBezTo>
                    <a:cubicBezTo>
                      <a:pt x="6893" y="7504"/>
                      <a:pt x="6972" y="7403"/>
                      <a:pt x="7055" y="7297"/>
                    </a:cubicBezTo>
                    <a:cubicBezTo>
                      <a:pt x="7136" y="7195"/>
                      <a:pt x="7217" y="7094"/>
                      <a:pt x="7303" y="6988"/>
                    </a:cubicBezTo>
                    <a:cubicBezTo>
                      <a:pt x="7945" y="5997"/>
                      <a:pt x="7907" y="4831"/>
                      <a:pt x="7766" y="3699"/>
                    </a:cubicBezTo>
                    <a:cubicBezTo>
                      <a:pt x="7422" y="2847"/>
                      <a:pt x="6898" y="2333"/>
                      <a:pt x="6185" y="1752"/>
                    </a:cubicBezTo>
                    <a:cubicBezTo>
                      <a:pt x="4595" y="1117"/>
                      <a:pt x="2802" y="1260"/>
                      <a:pt x="1631" y="2572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27" name="robot vector"/>
              <p:cNvSpPr/>
              <p:nvPr/>
            </p:nvSpPr>
            <p:spPr>
              <a:xfrm>
                <a:off x="14393205" y="5167925"/>
                <a:ext cx="91959" cy="118168"/>
              </a:xfrm>
              <a:custGeom>
                <a:avLst/>
                <a:gdLst/>
                <a:ahLst/>
                <a:cxnLst/>
                <a:rect l="0" t="0" r="r" b="b"/>
                <a:pathLst>
                  <a:path w="10057" h="12923" fill="norm" stroke="0">
                    <a:moveTo>
                      <a:pt x="3411" y="7"/>
                    </a:moveTo>
                    <a:cubicBezTo>
                      <a:pt x="3553" y="7"/>
                      <a:pt x="3694" y="7"/>
                      <a:pt x="3839" y="5"/>
                    </a:cubicBezTo>
                    <a:cubicBezTo>
                      <a:pt x="4134" y="5"/>
                      <a:pt x="4433" y="7"/>
                      <a:pt x="4729" y="7"/>
                    </a:cubicBezTo>
                    <a:cubicBezTo>
                      <a:pt x="5181" y="12"/>
                      <a:pt x="5631" y="7"/>
                      <a:pt x="6082" y="5"/>
                    </a:cubicBezTo>
                    <a:cubicBezTo>
                      <a:pt x="6372" y="5"/>
                      <a:pt x="6661" y="7"/>
                      <a:pt x="6951" y="7"/>
                    </a:cubicBezTo>
                    <a:cubicBezTo>
                      <a:pt x="7017" y="7"/>
                      <a:pt x="7017" y="7"/>
                      <a:pt x="7356" y="5"/>
                    </a:cubicBezTo>
                    <a:cubicBezTo>
                      <a:pt x="8274" y="15"/>
                      <a:pt x="8914" y="198"/>
                      <a:pt x="9733" y="568"/>
                    </a:cubicBezTo>
                    <a:cubicBezTo>
                      <a:pt x="10057" y="4801"/>
                      <a:pt x="10057" y="4801"/>
                      <a:pt x="9986" y="6746"/>
                    </a:cubicBezTo>
                    <a:cubicBezTo>
                      <a:pt x="9983" y="6864"/>
                      <a:pt x="9983" y="6864"/>
                      <a:pt x="9963" y="7472"/>
                    </a:cubicBezTo>
                    <a:cubicBezTo>
                      <a:pt x="9951" y="7717"/>
                      <a:pt x="9938" y="7961"/>
                      <a:pt x="9923" y="8211"/>
                    </a:cubicBezTo>
                    <a:cubicBezTo>
                      <a:pt x="9910" y="8433"/>
                      <a:pt x="9900" y="8653"/>
                      <a:pt x="9887" y="8883"/>
                    </a:cubicBezTo>
                    <a:cubicBezTo>
                      <a:pt x="9733" y="9464"/>
                      <a:pt x="9733" y="9464"/>
                      <a:pt x="9270" y="9896"/>
                    </a:cubicBezTo>
                    <a:cubicBezTo>
                      <a:pt x="8777" y="10173"/>
                      <a:pt x="8385" y="10341"/>
                      <a:pt x="7837" y="10467"/>
                    </a:cubicBezTo>
                    <a:cubicBezTo>
                      <a:pt x="6438" y="10833"/>
                      <a:pt x="6438" y="10833"/>
                      <a:pt x="5940" y="11193"/>
                    </a:cubicBezTo>
                    <a:cubicBezTo>
                      <a:pt x="5791" y="11574"/>
                      <a:pt x="5690" y="11942"/>
                      <a:pt x="5609" y="12345"/>
                    </a:cubicBezTo>
                    <a:cubicBezTo>
                      <a:pt x="5434" y="12676"/>
                      <a:pt x="5434" y="12676"/>
                      <a:pt x="4913" y="12844"/>
                    </a:cubicBezTo>
                    <a:cubicBezTo>
                      <a:pt x="4832" y="12856"/>
                      <a:pt x="4832" y="12856"/>
                      <a:pt x="4423" y="12923"/>
                    </a:cubicBezTo>
                    <a:cubicBezTo>
                      <a:pt x="4294" y="12770"/>
                      <a:pt x="4165" y="12619"/>
                      <a:pt x="4033" y="12461"/>
                    </a:cubicBezTo>
                    <a:cubicBezTo>
                      <a:pt x="3067" y="11344"/>
                      <a:pt x="2299" y="10516"/>
                      <a:pt x="883" y="9958"/>
                    </a:cubicBezTo>
                    <a:cubicBezTo>
                      <a:pt x="230" y="9320"/>
                      <a:pt x="281" y="8824"/>
                      <a:pt x="255" y="7971"/>
                    </a:cubicBezTo>
                    <a:cubicBezTo>
                      <a:pt x="248" y="7823"/>
                      <a:pt x="243" y="7675"/>
                      <a:pt x="235" y="7522"/>
                    </a:cubicBezTo>
                    <a:cubicBezTo>
                      <a:pt x="223" y="7208"/>
                      <a:pt x="212" y="6891"/>
                      <a:pt x="202" y="6578"/>
                    </a:cubicBezTo>
                    <a:cubicBezTo>
                      <a:pt x="187" y="6103"/>
                      <a:pt x="167" y="5629"/>
                      <a:pt x="144" y="5152"/>
                    </a:cubicBezTo>
                    <a:cubicBezTo>
                      <a:pt x="0" y="1515"/>
                      <a:pt x="0" y="1515"/>
                      <a:pt x="630" y="568"/>
                    </a:cubicBezTo>
                    <a:cubicBezTo>
                      <a:pt x="1545" y="86"/>
                      <a:pt x="2390" y="0"/>
                      <a:pt x="3411" y="7"/>
                    </a:cubicBezTo>
                    <a:close/>
                    <a:moveTo>
                      <a:pt x="1176" y="1129"/>
                    </a:moveTo>
                    <a:cubicBezTo>
                      <a:pt x="230" y="2501"/>
                      <a:pt x="620" y="4752"/>
                      <a:pt x="708" y="6328"/>
                    </a:cubicBezTo>
                    <a:cubicBezTo>
                      <a:pt x="718" y="6545"/>
                      <a:pt x="726" y="6763"/>
                      <a:pt x="736" y="6985"/>
                    </a:cubicBezTo>
                    <a:cubicBezTo>
                      <a:pt x="746" y="7195"/>
                      <a:pt x="759" y="7405"/>
                      <a:pt x="769" y="7623"/>
                    </a:cubicBezTo>
                    <a:cubicBezTo>
                      <a:pt x="779" y="7811"/>
                      <a:pt x="789" y="7998"/>
                      <a:pt x="799" y="8191"/>
                    </a:cubicBezTo>
                    <a:cubicBezTo>
                      <a:pt x="893" y="8782"/>
                      <a:pt x="1077" y="9197"/>
                      <a:pt x="1388" y="9711"/>
                    </a:cubicBezTo>
                    <a:cubicBezTo>
                      <a:pt x="1717" y="9916"/>
                      <a:pt x="1717" y="9916"/>
                      <a:pt x="2084" y="10049"/>
                    </a:cubicBezTo>
                    <a:cubicBezTo>
                      <a:pt x="2943" y="10415"/>
                      <a:pt x="3447" y="10966"/>
                      <a:pt x="4046" y="11660"/>
                    </a:cubicBezTo>
                    <a:cubicBezTo>
                      <a:pt x="4423" y="11935"/>
                      <a:pt x="4423" y="11935"/>
                      <a:pt x="4939" y="11895"/>
                    </a:cubicBezTo>
                    <a:cubicBezTo>
                      <a:pt x="5497" y="11660"/>
                      <a:pt x="5657" y="11480"/>
                      <a:pt x="5988" y="10991"/>
                    </a:cubicBezTo>
                    <a:cubicBezTo>
                      <a:pt x="6673" y="10118"/>
                      <a:pt x="7465" y="9800"/>
                      <a:pt x="8497" y="9404"/>
                    </a:cubicBezTo>
                    <a:cubicBezTo>
                      <a:pt x="8974" y="9217"/>
                      <a:pt x="8974" y="9217"/>
                      <a:pt x="9227" y="8969"/>
                    </a:cubicBezTo>
                    <a:cubicBezTo>
                      <a:pt x="9260" y="8426"/>
                      <a:pt x="9275" y="7892"/>
                      <a:pt x="9278" y="7349"/>
                    </a:cubicBezTo>
                    <a:cubicBezTo>
                      <a:pt x="9280" y="7267"/>
                      <a:pt x="9280" y="7267"/>
                      <a:pt x="9283" y="6857"/>
                    </a:cubicBezTo>
                    <a:cubicBezTo>
                      <a:pt x="9286" y="6513"/>
                      <a:pt x="9288" y="6167"/>
                      <a:pt x="9288" y="5824"/>
                    </a:cubicBezTo>
                    <a:cubicBezTo>
                      <a:pt x="9291" y="5298"/>
                      <a:pt x="9298" y="4771"/>
                      <a:pt x="9306" y="4243"/>
                    </a:cubicBezTo>
                    <a:cubicBezTo>
                      <a:pt x="9308" y="3909"/>
                      <a:pt x="9308" y="3575"/>
                      <a:pt x="9311" y="3242"/>
                    </a:cubicBezTo>
                    <a:cubicBezTo>
                      <a:pt x="9313" y="3084"/>
                      <a:pt x="9316" y="2926"/>
                      <a:pt x="9321" y="2762"/>
                    </a:cubicBezTo>
                    <a:cubicBezTo>
                      <a:pt x="9316" y="2088"/>
                      <a:pt x="9298" y="1673"/>
                      <a:pt x="8939" y="1085"/>
                    </a:cubicBezTo>
                    <a:cubicBezTo>
                      <a:pt x="8279" y="704"/>
                      <a:pt x="7672" y="709"/>
                      <a:pt x="6929" y="717"/>
                    </a:cubicBezTo>
                    <a:cubicBezTo>
                      <a:pt x="6853" y="717"/>
                      <a:pt x="6853" y="717"/>
                      <a:pt x="6476" y="714"/>
                    </a:cubicBezTo>
                    <a:cubicBezTo>
                      <a:pt x="6163" y="714"/>
                      <a:pt x="5849" y="714"/>
                      <a:pt x="5535" y="717"/>
                    </a:cubicBezTo>
                    <a:cubicBezTo>
                      <a:pt x="5057" y="722"/>
                      <a:pt x="4577" y="717"/>
                      <a:pt x="4097" y="714"/>
                    </a:cubicBezTo>
                    <a:cubicBezTo>
                      <a:pt x="3793" y="714"/>
                      <a:pt x="3487" y="714"/>
                      <a:pt x="3181" y="717"/>
                    </a:cubicBezTo>
                    <a:cubicBezTo>
                      <a:pt x="3040" y="714"/>
                      <a:pt x="2895" y="714"/>
                      <a:pt x="2749" y="712"/>
                    </a:cubicBezTo>
                    <a:cubicBezTo>
                      <a:pt x="2106" y="722"/>
                      <a:pt x="1709" y="768"/>
                      <a:pt x="1176" y="1129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28" name="robot vector"/>
              <p:cNvSpPr/>
              <p:nvPr/>
            </p:nvSpPr>
            <p:spPr>
              <a:xfrm>
                <a:off x="14368903" y="4723487"/>
                <a:ext cx="196543" cy="9038"/>
              </a:xfrm>
              <a:custGeom>
                <a:avLst/>
                <a:gdLst/>
                <a:ahLst/>
                <a:cxnLst/>
                <a:rect l="0" t="0" r="r" b="b"/>
                <a:pathLst>
                  <a:path w="21494" h="988" fill="norm" stroke="0">
                    <a:moveTo>
                      <a:pt x="0" y="0"/>
                    </a:moveTo>
                    <a:cubicBezTo>
                      <a:pt x="7093" y="0"/>
                      <a:pt x="14186" y="0"/>
                      <a:pt x="21494" y="0"/>
                    </a:cubicBezTo>
                    <a:cubicBezTo>
                      <a:pt x="21494" y="326"/>
                      <a:pt x="21494" y="652"/>
                      <a:pt x="21494" y="988"/>
                    </a:cubicBezTo>
                    <a:cubicBezTo>
                      <a:pt x="14401" y="988"/>
                      <a:pt x="7308" y="988"/>
                      <a:pt x="0" y="988"/>
                    </a:cubicBezTo>
                    <a:cubicBezTo>
                      <a:pt x="0" y="662"/>
                      <a:pt x="0" y="336"/>
                      <a:pt x="0" y="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29" name="robot vector"/>
              <p:cNvSpPr/>
              <p:nvPr/>
            </p:nvSpPr>
            <p:spPr>
              <a:xfrm>
                <a:off x="14294910" y="5321827"/>
                <a:ext cx="295971" cy="30276"/>
              </a:xfrm>
              <a:custGeom>
                <a:avLst/>
                <a:gdLst/>
                <a:ahLst/>
                <a:cxnLst/>
                <a:rect l="0" t="0" r="r" b="b"/>
                <a:pathLst>
                  <a:path w="32368" h="3311" fill="norm" stroke="0">
                    <a:moveTo>
                      <a:pt x="0" y="44"/>
                    </a:moveTo>
                    <a:cubicBezTo>
                      <a:pt x="1353" y="143"/>
                      <a:pt x="2663" y="351"/>
                      <a:pt x="3983" y="647"/>
                    </a:cubicBezTo>
                    <a:cubicBezTo>
                      <a:pt x="4119" y="677"/>
                      <a:pt x="4256" y="707"/>
                      <a:pt x="4397" y="739"/>
                    </a:cubicBezTo>
                    <a:cubicBezTo>
                      <a:pt x="4531" y="768"/>
                      <a:pt x="4663" y="801"/>
                      <a:pt x="4800" y="830"/>
                    </a:cubicBezTo>
                    <a:cubicBezTo>
                      <a:pt x="4858" y="845"/>
                      <a:pt x="4858" y="845"/>
                      <a:pt x="5154" y="912"/>
                    </a:cubicBezTo>
                    <a:cubicBezTo>
                      <a:pt x="5563" y="1033"/>
                      <a:pt x="5563" y="1033"/>
                      <a:pt x="6152" y="1275"/>
                    </a:cubicBezTo>
                    <a:cubicBezTo>
                      <a:pt x="6853" y="1537"/>
                      <a:pt x="7533" y="1685"/>
                      <a:pt x="8269" y="1801"/>
                    </a:cubicBezTo>
                    <a:cubicBezTo>
                      <a:pt x="8406" y="1821"/>
                      <a:pt x="8545" y="1843"/>
                      <a:pt x="8686" y="1868"/>
                    </a:cubicBezTo>
                    <a:cubicBezTo>
                      <a:pt x="9136" y="1937"/>
                      <a:pt x="9586" y="2004"/>
                      <a:pt x="10037" y="2068"/>
                    </a:cubicBezTo>
                    <a:cubicBezTo>
                      <a:pt x="10191" y="2090"/>
                      <a:pt x="10345" y="2113"/>
                      <a:pt x="10507" y="2135"/>
                    </a:cubicBezTo>
                    <a:cubicBezTo>
                      <a:pt x="16439" y="2968"/>
                      <a:pt x="22291" y="2335"/>
                      <a:pt x="28036" y="766"/>
                    </a:cubicBezTo>
                    <a:cubicBezTo>
                      <a:pt x="28206" y="719"/>
                      <a:pt x="28372" y="675"/>
                      <a:pt x="28547" y="628"/>
                    </a:cubicBezTo>
                    <a:cubicBezTo>
                      <a:pt x="28873" y="541"/>
                      <a:pt x="29197" y="450"/>
                      <a:pt x="29523" y="358"/>
                    </a:cubicBezTo>
                    <a:cubicBezTo>
                      <a:pt x="30504" y="91"/>
                      <a:pt x="31349" y="0"/>
                      <a:pt x="32368" y="44"/>
                    </a:cubicBezTo>
                    <a:cubicBezTo>
                      <a:pt x="31445" y="699"/>
                      <a:pt x="30411" y="949"/>
                      <a:pt x="29333" y="1280"/>
                    </a:cubicBezTo>
                    <a:cubicBezTo>
                      <a:pt x="29091" y="1359"/>
                      <a:pt x="28848" y="1441"/>
                      <a:pt x="28605" y="1522"/>
                    </a:cubicBezTo>
                    <a:cubicBezTo>
                      <a:pt x="24546" y="2839"/>
                      <a:pt x="20318" y="3311"/>
                      <a:pt x="16057" y="3304"/>
                    </a:cubicBezTo>
                    <a:cubicBezTo>
                      <a:pt x="15913" y="3304"/>
                      <a:pt x="15772" y="3304"/>
                      <a:pt x="15623" y="3304"/>
                    </a:cubicBezTo>
                    <a:cubicBezTo>
                      <a:pt x="11961" y="3291"/>
                      <a:pt x="8474" y="3019"/>
                      <a:pt x="4977" y="1908"/>
                    </a:cubicBezTo>
                    <a:cubicBezTo>
                      <a:pt x="4534" y="1769"/>
                      <a:pt x="4091" y="1638"/>
                      <a:pt x="3646" y="1507"/>
                    </a:cubicBezTo>
                    <a:cubicBezTo>
                      <a:pt x="2410" y="1147"/>
                      <a:pt x="1194" y="776"/>
                      <a:pt x="0" y="292"/>
                    </a:cubicBezTo>
                    <a:cubicBezTo>
                      <a:pt x="0" y="210"/>
                      <a:pt x="0" y="128"/>
                      <a:pt x="0" y="44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930" name="robot vector"/>
              <p:cNvSpPr/>
              <p:nvPr/>
            </p:nvSpPr>
            <p:spPr>
              <a:xfrm>
                <a:off x="14391391" y="4998623"/>
                <a:ext cx="42245" cy="50182"/>
              </a:xfrm>
              <a:custGeom>
                <a:avLst/>
                <a:gdLst/>
                <a:ahLst/>
                <a:cxnLst/>
                <a:rect l="0" t="0" r="r" b="b"/>
                <a:pathLst>
                  <a:path w="4620" h="5488" fill="norm" stroke="0">
                    <a:moveTo>
                      <a:pt x="1004" y="0"/>
                    </a:moveTo>
                    <a:cubicBezTo>
                      <a:pt x="1171" y="2"/>
                      <a:pt x="1338" y="5"/>
                      <a:pt x="1510" y="7"/>
                    </a:cubicBezTo>
                    <a:cubicBezTo>
                      <a:pt x="1689" y="10"/>
                      <a:pt x="1871" y="10"/>
                      <a:pt x="2058" y="12"/>
                    </a:cubicBezTo>
                    <a:cubicBezTo>
                      <a:pt x="2152" y="15"/>
                      <a:pt x="2152" y="15"/>
                      <a:pt x="2630" y="25"/>
                    </a:cubicBezTo>
                    <a:cubicBezTo>
                      <a:pt x="2820" y="27"/>
                      <a:pt x="3012" y="30"/>
                      <a:pt x="3206" y="32"/>
                    </a:cubicBezTo>
                    <a:cubicBezTo>
                      <a:pt x="3679" y="37"/>
                      <a:pt x="4150" y="47"/>
                      <a:pt x="4620" y="57"/>
                    </a:cubicBezTo>
                    <a:cubicBezTo>
                      <a:pt x="4620" y="791"/>
                      <a:pt x="4585" y="924"/>
                      <a:pt x="4226" y="1507"/>
                    </a:cubicBezTo>
                    <a:cubicBezTo>
                      <a:pt x="3927" y="2068"/>
                      <a:pt x="3859" y="2244"/>
                      <a:pt x="3909" y="2898"/>
                    </a:cubicBezTo>
                    <a:cubicBezTo>
                      <a:pt x="3978" y="3101"/>
                      <a:pt x="4046" y="3306"/>
                      <a:pt x="4114" y="3516"/>
                    </a:cubicBezTo>
                    <a:cubicBezTo>
                      <a:pt x="4160" y="3650"/>
                      <a:pt x="4203" y="3783"/>
                      <a:pt x="4248" y="3921"/>
                    </a:cubicBezTo>
                    <a:cubicBezTo>
                      <a:pt x="4367" y="4282"/>
                      <a:pt x="4494" y="4640"/>
                      <a:pt x="4620" y="4999"/>
                    </a:cubicBezTo>
                    <a:cubicBezTo>
                      <a:pt x="4119" y="5488"/>
                      <a:pt x="3163" y="5290"/>
                      <a:pt x="2488" y="5290"/>
                    </a:cubicBezTo>
                    <a:cubicBezTo>
                      <a:pt x="2400" y="5293"/>
                      <a:pt x="2400" y="5293"/>
                      <a:pt x="1955" y="5300"/>
                    </a:cubicBezTo>
                    <a:cubicBezTo>
                      <a:pt x="1788" y="5300"/>
                      <a:pt x="1618" y="5303"/>
                      <a:pt x="1446" y="5303"/>
                    </a:cubicBezTo>
                    <a:cubicBezTo>
                      <a:pt x="1290" y="5303"/>
                      <a:pt x="1135" y="5305"/>
                      <a:pt x="976" y="5305"/>
                    </a:cubicBezTo>
                    <a:cubicBezTo>
                      <a:pt x="574" y="5246"/>
                      <a:pt x="574" y="5246"/>
                      <a:pt x="68" y="4752"/>
                    </a:cubicBezTo>
                    <a:cubicBezTo>
                      <a:pt x="5" y="4317"/>
                      <a:pt x="5" y="4317"/>
                      <a:pt x="3" y="3800"/>
                    </a:cubicBezTo>
                    <a:cubicBezTo>
                      <a:pt x="3" y="3615"/>
                      <a:pt x="0" y="3430"/>
                      <a:pt x="0" y="3239"/>
                    </a:cubicBezTo>
                    <a:cubicBezTo>
                      <a:pt x="3" y="3044"/>
                      <a:pt x="5" y="2851"/>
                      <a:pt x="5" y="2651"/>
                    </a:cubicBezTo>
                    <a:cubicBezTo>
                      <a:pt x="5" y="2456"/>
                      <a:pt x="3" y="2263"/>
                      <a:pt x="0" y="2063"/>
                    </a:cubicBezTo>
                    <a:cubicBezTo>
                      <a:pt x="0" y="1878"/>
                      <a:pt x="3" y="1693"/>
                      <a:pt x="3" y="1500"/>
                    </a:cubicBezTo>
                    <a:cubicBezTo>
                      <a:pt x="3" y="1329"/>
                      <a:pt x="3" y="1159"/>
                      <a:pt x="5" y="983"/>
                    </a:cubicBezTo>
                    <a:cubicBezTo>
                      <a:pt x="99" y="358"/>
                      <a:pt x="357" y="84"/>
                      <a:pt x="10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31" name="robot vector"/>
              <p:cNvSpPr/>
              <p:nvPr/>
            </p:nvSpPr>
            <p:spPr>
              <a:xfrm>
                <a:off x="14475267" y="4998368"/>
                <a:ext cx="39933" cy="48736"/>
              </a:xfrm>
              <a:custGeom>
                <a:avLst/>
                <a:gdLst/>
                <a:ahLst/>
                <a:cxnLst/>
                <a:rect l="0" t="0" r="r" b="b"/>
                <a:pathLst>
                  <a:path w="4367" h="5330" fill="norm" stroke="0">
                    <a:moveTo>
                      <a:pt x="0" y="84"/>
                    </a:moveTo>
                    <a:cubicBezTo>
                      <a:pt x="622" y="62"/>
                      <a:pt x="1244" y="49"/>
                      <a:pt x="1866" y="37"/>
                    </a:cubicBezTo>
                    <a:cubicBezTo>
                      <a:pt x="2041" y="32"/>
                      <a:pt x="2218" y="25"/>
                      <a:pt x="2400" y="20"/>
                    </a:cubicBezTo>
                    <a:cubicBezTo>
                      <a:pt x="2569" y="17"/>
                      <a:pt x="2739" y="15"/>
                      <a:pt x="2913" y="12"/>
                    </a:cubicBezTo>
                    <a:cubicBezTo>
                      <a:pt x="3070" y="7"/>
                      <a:pt x="3227" y="5"/>
                      <a:pt x="3389" y="0"/>
                    </a:cubicBezTo>
                    <a:cubicBezTo>
                      <a:pt x="3793" y="84"/>
                      <a:pt x="3793" y="84"/>
                      <a:pt x="4097" y="403"/>
                    </a:cubicBezTo>
                    <a:cubicBezTo>
                      <a:pt x="4327" y="885"/>
                      <a:pt x="4365" y="1213"/>
                      <a:pt x="4367" y="1744"/>
                    </a:cubicBezTo>
                    <a:cubicBezTo>
                      <a:pt x="4367" y="1831"/>
                      <a:pt x="4367" y="1831"/>
                      <a:pt x="4367" y="2271"/>
                    </a:cubicBezTo>
                    <a:cubicBezTo>
                      <a:pt x="4367" y="2451"/>
                      <a:pt x="4365" y="2632"/>
                      <a:pt x="4362" y="2817"/>
                    </a:cubicBezTo>
                    <a:cubicBezTo>
                      <a:pt x="4365" y="3000"/>
                      <a:pt x="4367" y="3180"/>
                      <a:pt x="4367" y="3365"/>
                    </a:cubicBezTo>
                    <a:cubicBezTo>
                      <a:pt x="4367" y="3541"/>
                      <a:pt x="4367" y="3714"/>
                      <a:pt x="4367" y="3892"/>
                    </a:cubicBezTo>
                    <a:cubicBezTo>
                      <a:pt x="4365" y="4050"/>
                      <a:pt x="4365" y="4208"/>
                      <a:pt x="4365" y="4371"/>
                    </a:cubicBezTo>
                    <a:cubicBezTo>
                      <a:pt x="4299" y="4779"/>
                      <a:pt x="4299" y="4779"/>
                      <a:pt x="3793" y="5273"/>
                    </a:cubicBezTo>
                    <a:cubicBezTo>
                      <a:pt x="3434" y="5330"/>
                      <a:pt x="3434" y="5330"/>
                      <a:pt x="3024" y="5322"/>
                    </a:cubicBezTo>
                    <a:cubicBezTo>
                      <a:pt x="2878" y="5320"/>
                      <a:pt x="2731" y="5317"/>
                      <a:pt x="2579" y="5317"/>
                    </a:cubicBezTo>
                    <a:cubicBezTo>
                      <a:pt x="2428" y="5312"/>
                      <a:pt x="2276" y="5308"/>
                      <a:pt x="2119" y="5303"/>
                    </a:cubicBezTo>
                    <a:cubicBezTo>
                      <a:pt x="1962" y="5303"/>
                      <a:pt x="1808" y="5300"/>
                      <a:pt x="1649" y="5298"/>
                    </a:cubicBezTo>
                    <a:cubicBezTo>
                      <a:pt x="1269" y="5290"/>
                      <a:pt x="888" y="5283"/>
                      <a:pt x="506" y="5273"/>
                    </a:cubicBezTo>
                    <a:cubicBezTo>
                      <a:pt x="488" y="4556"/>
                      <a:pt x="564" y="3897"/>
                      <a:pt x="680" y="3188"/>
                    </a:cubicBezTo>
                    <a:cubicBezTo>
                      <a:pt x="814" y="2103"/>
                      <a:pt x="650" y="1690"/>
                      <a:pt x="0" y="825"/>
                    </a:cubicBezTo>
                    <a:cubicBezTo>
                      <a:pt x="0" y="581"/>
                      <a:pt x="0" y="336"/>
                      <a:pt x="0" y="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32" name="robot vector"/>
              <p:cNvSpPr/>
              <p:nvPr/>
            </p:nvSpPr>
            <p:spPr>
              <a:xfrm>
                <a:off x="14592326" y="5006062"/>
                <a:ext cx="56373" cy="58587"/>
              </a:xfrm>
              <a:custGeom>
                <a:avLst/>
                <a:gdLst/>
                <a:ahLst/>
                <a:cxnLst/>
                <a:rect l="0" t="0" r="r" b="b"/>
                <a:pathLst>
                  <a:path w="6165" h="6407" fill="norm" stroke="0">
                    <a:moveTo>
                      <a:pt x="5184" y="447"/>
                    </a:moveTo>
                    <a:cubicBezTo>
                      <a:pt x="5730" y="768"/>
                      <a:pt x="5887" y="924"/>
                      <a:pt x="6165" y="1497"/>
                    </a:cubicBezTo>
                    <a:cubicBezTo>
                      <a:pt x="6165" y="1651"/>
                      <a:pt x="6165" y="1804"/>
                      <a:pt x="6165" y="1959"/>
                    </a:cubicBezTo>
                    <a:cubicBezTo>
                      <a:pt x="5738" y="2377"/>
                      <a:pt x="5126" y="2305"/>
                      <a:pt x="4544" y="2362"/>
                    </a:cubicBezTo>
                    <a:cubicBezTo>
                      <a:pt x="4410" y="2392"/>
                      <a:pt x="4279" y="2424"/>
                      <a:pt x="4142" y="2454"/>
                    </a:cubicBezTo>
                    <a:cubicBezTo>
                      <a:pt x="4056" y="2617"/>
                      <a:pt x="3975" y="2780"/>
                      <a:pt x="3889" y="2948"/>
                    </a:cubicBezTo>
                    <a:cubicBezTo>
                      <a:pt x="4140" y="2948"/>
                      <a:pt x="4387" y="2948"/>
                      <a:pt x="4648" y="2948"/>
                    </a:cubicBezTo>
                    <a:cubicBezTo>
                      <a:pt x="4564" y="3274"/>
                      <a:pt x="4481" y="3600"/>
                      <a:pt x="4395" y="3936"/>
                    </a:cubicBezTo>
                    <a:cubicBezTo>
                      <a:pt x="4228" y="3936"/>
                      <a:pt x="4061" y="3936"/>
                      <a:pt x="3889" y="3936"/>
                    </a:cubicBezTo>
                    <a:cubicBezTo>
                      <a:pt x="3821" y="4117"/>
                      <a:pt x="3753" y="4294"/>
                      <a:pt x="3682" y="4477"/>
                    </a:cubicBezTo>
                    <a:cubicBezTo>
                      <a:pt x="3391" y="5179"/>
                      <a:pt x="3075" y="5792"/>
                      <a:pt x="2625" y="6407"/>
                    </a:cubicBezTo>
                    <a:cubicBezTo>
                      <a:pt x="2372" y="6407"/>
                      <a:pt x="2124" y="6407"/>
                      <a:pt x="1866" y="6407"/>
                    </a:cubicBezTo>
                    <a:cubicBezTo>
                      <a:pt x="1780" y="5836"/>
                      <a:pt x="1699" y="5266"/>
                      <a:pt x="1613" y="4677"/>
                    </a:cubicBezTo>
                    <a:cubicBezTo>
                      <a:pt x="1409" y="4603"/>
                      <a:pt x="1206" y="4527"/>
                      <a:pt x="996" y="4448"/>
                    </a:cubicBezTo>
                    <a:cubicBezTo>
                      <a:pt x="349" y="4183"/>
                      <a:pt x="349" y="4183"/>
                      <a:pt x="96" y="3936"/>
                    </a:cubicBezTo>
                    <a:cubicBezTo>
                      <a:pt x="0" y="3365"/>
                      <a:pt x="0" y="3365"/>
                      <a:pt x="96" y="2701"/>
                    </a:cubicBezTo>
                    <a:cubicBezTo>
                      <a:pt x="516" y="2261"/>
                      <a:pt x="840" y="2026"/>
                      <a:pt x="1360" y="1712"/>
                    </a:cubicBezTo>
                    <a:cubicBezTo>
                      <a:pt x="1459" y="1648"/>
                      <a:pt x="1560" y="1581"/>
                      <a:pt x="1664" y="1515"/>
                    </a:cubicBezTo>
                    <a:cubicBezTo>
                      <a:pt x="4000" y="0"/>
                      <a:pt x="4000" y="0"/>
                      <a:pt x="5184" y="447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33" name="robot vector"/>
              <p:cNvSpPr/>
              <p:nvPr/>
            </p:nvSpPr>
            <p:spPr>
              <a:xfrm>
                <a:off x="14260220" y="5269226"/>
                <a:ext cx="154922" cy="25893"/>
              </a:xfrm>
              <a:custGeom>
                <a:avLst/>
                <a:gdLst/>
                <a:ahLst/>
                <a:cxnLst/>
                <a:rect l="0" t="0" r="r" b="b"/>
                <a:pathLst>
                  <a:path w="16943" h="2832" fill="norm" stroke="0">
                    <a:moveTo>
                      <a:pt x="5571" y="40"/>
                    </a:moveTo>
                    <a:cubicBezTo>
                      <a:pt x="5811" y="40"/>
                      <a:pt x="6051" y="37"/>
                      <a:pt x="6297" y="37"/>
                    </a:cubicBezTo>
                    <a:cubicBezTo>
                      <a:pt x="6802" y="35"/>
                      <a:pt x="7306" y="35"/>
                      <a:pt x="7811" y="37"/>
                    </a:cubicBezTo>
                    <a:cubicBezTo>
                      <a:pt x="8454" y="37"/>
                      <a:pt x="9093" y="32"/>
                      <a:pt x="9736" y="27"/>
                    </a:cubicBezTo>
                    <a:cubicBezTo>
                      <a:pt x="10355" y="22"/>
                      <a:pt x="10972" y="25"/>
                      <a:pt x="11592" y="25"/>
                    </a:cubicBezTo>
                    <a:cubicBezTo>
                      <a:pt x="11819" y="22"/>
                      <a:pt x="12047" y="20"/>
                      <a:pt x="12282" y="17"/>
                    </a:cubicBezTo>
                    <a:cubicBezTo>
                      <a:pt x="13890" y="30"/>
                      <a:pt x="15306" y="235"/>
                      <a:pt x="16637" y="1174"/>
                    </a:cubicBezTo>
                    <a:cubicBezTo>
                      <a:pt x="16738" y="1315"/>
                      <a:pt x="16839" y="1453"/>
                      <a:pt x="16943" y="1596"/>
                    </a:cubicBezTo>
                    <a:cubicBezTo>
                      <a:pt x="16859" y="2004"/>
                      <a:pt x="16776" y="2412"/>
                      <a:pt x="16690" y="2832"/>
                    </a:cubicBezTo>
                    <a:cubicBezTo>
                      <a:pt x="11266" y="2832"/>
                      <a:pt x="5841" y="2832"/>
                      <a:pt x="253" y="2832"/>
                    </a:cubicBezTo>
                    <a:cubicBezTo>
                      <a:pt x="0" y="1843"/>
                      <a:pt x="0" y="1843"/>
                      <a:pt x="190" y="1495"/>
                    </a:cubicBezTo>
                    <a:cubicBezTo>
                      <a:pt x="296" y="1396"/>
                      <a:pt x="400" y="1297"/>
                      <a:pt x="506" y="1196"/>
                    </a:cubicBezTo>
                    <a:cubicBezTo>
                      <a:pt x="556" y="1144"/>
                      <a:pt x="556" y="1144"/>
                      <a:pt x="807" y="892"/>
                    </a:cubicBezTo>
                    <a:cubicBezTo>
                      <a:pt x="2248" y="0"/>
                      <a:pt x="3920" y="37"/>
                      <a:pt x="5571" y="40"/>
                    </a:cubicBezTo>
                    <a:close/>
                    <a:moveTo>
                      <a:pt x="759" y="1596"/>
                    </a:moveTo>
                    <a:cubicBezTo>
                      <a:pt x="759" y="1841"/>
                      <a:pt x="759" y="2085"/>
                      <a:pt x="759" y="2337"/>
                    </a:cubicBezTo>
                    <a:cubicBezTo>
                      <a:pt x="3305" y="2380"/>
                      <a:pt x="3305" y="2380"/>
                      <a:pt x="16184" y="2585"/>
                    </a:cubicBezTo>
                    <a:cubicBezTo>
                      <a:pt x="16267" y="2258"/>
                      <a:pt x="16351" y="1932"/>
                      <a:pt x="16437" y="1596"/>
                    </a:cubicBezTo>
                    <a:cubicBezTo>
                      <a:pt x="15021" y="707"/>
                      <a:pt x="13600" y="717"/>
                      <a:pt x="11966" y="684"/>
                    </a:cubicBezTo>
                    <a:cubicBezTo>
                      <a:pt x="11683" y="677"/>
                      <a:pt x="11400" y="670"/>
                      <a:pt x="11119" y="662"/>
                    </a:cubicBezTo>
                    <a:cubicBezTo>
                      <a:pt x="10411" y="642"/>
                      <a:pt x="9703" y="628"/>
                      <a:pt x="8997" y="615"/>
                    </a:cubicBezTo>
                    <a:cubicBezTo>
                      <a:pt x="8623" y="608"/>
                      <a:pt x="8249" y="600"/>
                      <a:pt x="7874" y="591"/>
                    </a:cubicBezTo>
                    <a:cubicBezTo>
                      <a:pt x="1919" y="462"/>
                      <a:pt x="1919" y="462"/>
                      <a:pt x="759" y="1596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34" name="robot vector"/>
              <p:cNvSpPr/>
              <p:nvPr/>
            </p:nvSpPr>
            <p:spPr>
              <a:xfrm>
                <a:off x="14254059" y="5264305"/>
                <a:ext cx="165836" cy="35654"/>
              </a:xfrm>
              <a:custGeom>
                <a:avLst/>
                <a:gdLst/>
                <a:ahLst/>
                <a:cxnLst/>
                <a:rect l="0" t="0" r="r" b="b"/>
                <a:pathLst>
                  <a:path w="18136" h="3899" fill="norm" stroke="0">
                    <a:moveTo>
                      <a:pt x="5887" y="42"/>
                    </a:moveTo>
                    <a:cubicBezTo>
                      <a:pt x="6145" y="40"/>
                      <a:pt x="6403" y="40"/>
                      <a:pt x="6661" y="37"/>
                    </a:cubicBezTo>
                    <a:cubicBezTo>
                      <a:pt x="7199" y="32"/>
                      <a:pt x="7738" y="32"/>
                      <a:pt x="8277" y="35"/>
                    </a:cubicBezTo>
                    <a:cubicBezTo>
                      <a:pt x="8959" y="35"/>
                      <a:pt x="9640" y="27"/>
                      <a:pt x="10322" y="17"/>
                    </a:cubicBezTo>
                    <a:cubicBezTo>
                      <a:pt x="10856" y="12"/>
                      <a:pt x="11387" y="10"/>
                      <a:pt x="11920" y="12"/>
                    </a:cubicBezTo>
                    <a:cubicBezTo>
                      <a:pt x="12292" y="12"/>
                      <a:pt x="12664" y="5"/>
                      <a:pt x="13036" y="0"/>
                    </a:cubicBezTo>
                    <a:cubicBezTo>
                      <a:pt x="14783" y="17"/>
                      <a:pt x="16197" y="376"/>
                      <a:pt x="17618" y="1394"/>
                    </a:cubicBezTo>
                    <a:cubicBezTo>
                      <a:pt x="18045" y="2041"/>
                      <a:pt x="18136" y="2268"/>
                      <a:pt x="18043" y="3047"/>
                    </a:cubicBezTo>
                    <a:cubicBezTo>
                      <a:pt x="17871" y="3617"/>
                      <a:pt x="17871" y="3617"/>
                      <a:pt x="17618" y="3865"/>
                    </a:cubicBezTo>
                    <a:cubicBezTo>
                      <a:pt x="17079" y="3889"/>
                      <a:pt x="16551" y="3897"/>
                      <a:pt x="16014" y="3897"/>
                    </a:cubicBezTo>
                    <a:cubicBezTo>
                      <a:pt x="15931" y="3897"/>
                      <a:pt x="15931" y="3897"/>
                      <a:pt x="15506" y="3897"/>
                    </a:cubicBezTo>
                    <a:cubicBezTo>
                      <a:pt x="14950" y="3899"/>
                      <a:pt x="14396" y="3897"/>
                      <a:pt x="13840" y="3897"/>
                    </a:cubicBezTo>
                    <a:cubicBezTo>
                      <a:pt x="13455" y="3897"/>
                      <a:pt x="13071" y="3897"/>
                      <a:pt x="12687" y="3897"/>
                    </a:cubicBezTo>
                    <a:cubicBezTo>
                      <a:pt x="11880" y="3899"/>
                      <a:pt x="11071" y="3897"/>
                      <a:pt x="10264" y="3897"/>
                    </a:cubicBezTo>
                    <a:cubicBezTo>
                      <a:pt x="9227" y="3894"/>
                      <a:pt x="8191" y="3897"/>
                      <a:pt x="7156" y="3897"/>
                    </a:cubicBezTo>
                    <a:cubicBezTo>
                      <a:pt x="6360" y="3899"/>
                      <a:pt x="5566" y="3899"/>
                      <a:pt x="4772" y="3897"/>
                    </a:cubicBezTo>
                    <a:cubicBezTo>
                      <a:pt x="4390" y="3897"/>
                      <a:pt x="4008" y="3897"/>
                      <a:pt x="3626" y="3899"/>
                    </a:cubicBezTo>
                    <a:cubicBezTo>
                      <a:pt x="3093" y="3899"/>
                      <a:pt x="2559" y="3897"/>
                      <a:pt x="2026" y="3897"/>
                    </a:cubicBezTo>
                    <a:cubicBezTo>
                      <a:pt x="1866" y="3897"/>
                      <a:pt x="1707" y="3897"/>
                      <a:pt x="1543" y="3897"/>
                    </a:cubicBezTo>
                    <a:cubicBezTo>
                      <a:pt x="450" y="3892"/>
                      <a:pt x="450" y="3892"/>
                      <a:pt x="169" y="3617"/>
                    </a:cubicBezTo>
                    <a:cubicBezTo>
                      <a:pt x="0" y="2402"/>
                      <a:pt x="0" y="2402"/>
                      <a:pt x="389" y="1789"/>
                    </a:cubicBezTo>
                    <a:cubicBezTo>
                      <a:pt x="1912" y="183"/>
                      <a:pt x="3755" y="42"/>
                      <a:pt x="5887" y="42"/>
                    </a:cubicBezTo>
                    <a:close/>
                    <a:moveTo>
                      <a:pt x="895" y="1873"/>
                    </a:moveTo>
                    <a:cubicBezTo>
                      <a:pt x="675" y="2382"/>
                      <a:pt x="675" y="2382"/>
                      <a:pt x="928" y="3370"/>
                    </a:cubicBezTo>
                    <a:cubicBezTo>
                      <a:pt x="6352" y="3370"/>
                      <a:pt x="11776" y="3370"/>
                      <a:pt x="17365" y="3370"/>
                    </a:cubicBezTo>
                    <a:cubicBezTo>
                      <a:pt x="17448" y="2963"/>
                      <a:pt x="17532" y="2555"/>
                      <a:pt x="17618" y="2135"/>
                    </a:cubicBezTo>
                    <a:cubicBezTo>
                      <a:pt x="17529" y="2058"/>
                      <a:pt x="17529" y="2058"/>
                      <a:pt x="17079" y="1670"/>
                    </a:cubicBezTo>
                    <a:cubicBezTo>
                      <a:pt x="17029" y="1628"/>
                      <a:pt x="17029" y="1628"/>
                      <a:pt x="16778" y="1411"/>
                    </a:cubicBezTo>
                    <a:cubicBezTo>
                      <a:pt x="15385" y="544"/>
                      <a:pt x="13933" y="576"/>
                      <a:pt x="12333" y="578"/>
                    </a:cubicBezTo>
                    <a:cubicBezTo>
                      <a:pt x="12214" y="578"/>
                      <a:pt x="12214" y="578"/>
                      <a:pt x="11607" y="573"/>
                    </a:cubicBezTo>
                    <a:cubicBezTo>
                      <a:pt x="11104" y="573"/>
                      <a:pt x="10598" y="573"/>
                      <a:pt x="10092" y="573"/>
                    </a:cubicBezTo>
                    <a:cubicBezTo>
                      <a:pt x="9450" y="576"/>
                      <a:pt x="8810" y="571"/>
                      <a:pt x="8170" y="566"/>
                    </a:cubicBezTo>
                    <a:cubicBezTo>
                      <a:pt x="7551" y="561"/>
                      <a:pt x="6931" y="561"/>
                      <a:pt x="6312" y="563"/>
                    </a:cubicBezTo>
                    <a:cubicBezTo>
                      <a:pt x="6084" y="561"/>
                      <a:pt x="5859" y="558"/>
                      <a:pt x="5624" y="556"/>
                    </a:cubicBezTo>
                    <a:cubicBezTo>
                      <a:pt x="3950" y="568"/>
                      <a:pt x="2180" y="729"/>
                      <a:pt x="895" y="1873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35" name="robot vector"/>
              <p:cNvSpPr/>
              <p:nvPr/>
            </p:nvSpPr>
            <p:spPr>
              <a:xfrm>
                <a:off x="14459090" y="5268729"/>
                <a:ext cx="150298" cy="26390"/>
              </a:xfrm>
              <a:custGeom>
                <a:avLst/>
                <a:gdLst/>
                <a:ahLst/>
                <a:cxnLst/>
                <a:rect l="0" t="0" r="r" b="b"/>
                <a:pathLst>
                  <a:path w="16437" h="2886" fill="norm" stroke="0">
                    <a:moveTo>
                      <a:pt x="5419" y="94"/>
                    </a:moveTo>
                    <a:cubicBezTo>
                      <a:pt x="5642" y="94"/>
                      <a:pt x="5862" y="91"/>
                      <a:pt x="6092" y="91"/>
                    </a:cubicBezTo>
                    <a:cubicBezTo>
                      <a:pt x="6557" y="89"/>
                      <a:pt x="7025" y="89"/>
                      <a:pt x="7490" y="91"/>
                    </a:cubicBezTo>
                    <a:cubicBezTo>
                      <a:pt x="8198" y="91"/>
                      <a:pt x="8906" y="84"/>
                      <a:pt x="9614" y="79"/>
                    </a:cubicBezTo>
                    <a:cubicBezTo>
                      <a:pt x="10069" y="79"/>
                      <a:pt x="10527" y="79"/>
                      <a:pt x="10982" y="79"/>
                    </a:cubicBezTo>
                    <a:cubicBezTo>
                      <a:pt x="11192" y="77"/>
                      <a:pt x="11400" y="74"/>
                      <a:pt x="11614" y="72"/>
                    </a:cubicBezTo>
                    <a:cubicBezTo>
                      <a:pt x="13218" y="84"/>
                      <a:pt x="14801" y="301"/>
                      <a:pt x="16136" y="1228"/>
                    </a:cubicBezTo>
                    <a:cubicBezTo>
                      <a:pt x="16234" y="1369"/>
                      <a:pt x="16333" y="1507"/>
                      <a:pt x="16437" y="1651"/>
                    </a:cubicBezTo>
                    <a:cubicBezTo>
                      <a:pt x="16353" y="2058"/>
                      <a:pt x="16270" y="2466"/>
                      <a:pt x="16184" y="2886"/>
                    </a:cubicBezTo>
                    <a:cubicBezTo>
                      <a:pt x="10927" y="2886"/>
                      <a:pt x="5669" y="2886"/>
                      <a:pt x="253" y="2886"/>
                    </a:cubicBezTo>
                    <a:cubicBezTo>
                      <a:pt x="0" y="1651"/>
                      <a:pt x="0" y="1651"/>
                      <a:pt x="362" y="1109"/>
                    </a:cubicBezTo>
                    <a:cubicBezTo>
                      <a:pt x="1699" y="0"/>
                      <a:pt x="3768" y="91"/>
                      <a:pt x="5419" y="94"/>
                    </a:cubicBezTo>
                    <a:moveTo>
                      <a:pt x="506" y="1403"/>
                    </a:moveTo>
                    <a:cubicBezTo>
                      <a:pt x="506" y="1730"/>
                      <a:pt x="506" y="2056"/>
                      <a:pt x="506" y="2392"/>
                    </a:cubicBezTo>
                    <a:cubicBezTo>
                      <a:pt x="5596" y="2392"/>
                      <a:pt x="10686" y="2392"/>
                      <a:pt x="15931" y="2392"/>
                    </a:cubicBezTo>
                    <a:cubicBezTo>
                      <a:pt x="15678" y="1403"/>
                      <a:pt x="15678" y="1403"/>
                      <a:pt x="15241" y="1105"/>
                    </a:cubicBezTo>
                    <a:cubicBezTo>
                      <a:pt x="13142" y="393"/>
                      <a:pt x="10530" y="615"/>
                      <a:pt x="8327" y="618"/>
                    </a:cubicBezTo>
                    <a:cubicBezTo>
                      <a:pt x="7839" y="615"/>
                      <a:pt x="7349" y="613"/>
                      <a:pt x="6860" y="608"/>
                    </a:cubicBezTo>
                    <a:cubicBezTo>
                      <a:pt x="2177" y="586"/>
                      <a:pt x="2177" y="586"/>
                      <a:pt x="506" y="1403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36" name="robot vector"/>
              <p:cNvSpPr/>
              <p:nvPr/>
            </p:nvSpPr>
            <p:spPr>
              <a:xfrm>
                <a:off x="14535386" y="4896875"/>
                <a:ext cx="57807" cy="49120"/>
              </a:xfrm>
              <a:custGeom>
                <a:avLst/>
                <a:gdLst/>
                <a:ahLst/>
                <a:cxnLst/>
                <a:rect l="0" t="0" r="r" b="b"/>
                <a:pathLst>
                  <a:path w="6322" h="5372" fill="norm" stroke="0">
                    <a:moveTo>
                      <a:pt x="6322" y="64"/>
                    </a:moveTo>
                    <a:cubicBezTo>
                      <a:pt x="6251" y="791"/>
                      <a:pt x="6178" y="1517"/>
                      <a:pt x="6099" y="2241"/>
                    </a:cubicBezTo>
                    <a:cubicBezTo>
                      <a:pt x="6092" y="2345"/>
                      <a:pt x="6092" y="2345"/>
                      <a:pt x="6041" y="2866"/>
                    </a:cubicBezTo>
                    <a:cubicBezTo>
                      <a:pt x="6018" y="3064"/>
                      <a:pt x="5998" y="3262"/>
                      <a:pt x="5975" y="3467"/>
                    </a:cubicBezTo>
                    <a:cubicBezTo>
                      <a:pt x="5968" y="3558"/>
                      <a:pt x="5968" y="3558"/>
                      <a:pt x="5920" y="4020"/>
                    </a:cubicBezTo>
                    <a:cubicBezTo>
                      <a:pt x="5809" y="4549"/>
                      <a:pt x="5674" y="4848"/>
                      <a:pt x="5310" y="5253"/>
                    </a:cubicBezTo>
                    <a:cubicBezTo>
                      <a:pt x="4716" y="5372"/>
                      <a:pt x="4716" y="5372"/>
                      <a:pt x="4046" y="5253"/>
                    </a:cubicBezTo>
                    <a:cubicBezTo>
                      <a:pt x="3606" y="4917"/>
                      <a:pt x="3282" y="4509"/>
                      <a:pt x="2938" y="4080"/>
                    </a:cubicBezTo>
                    <a:cubicBezTo>
                      <a:pt x="2074" y="3061"/>
                      <a:pt x="1267" y="2328"/>
                      <a:pt x="0" y="1794"/>
                    </a:cubicBezTo>
                    <a:cubicBezTo>
                      <a:pt x="0" y="1631"/>
                      <a:pt x="0" y="1468"/>
                      <a:pt x="0" y="1300"/>
                    </a:cubicBezTo>
                    <a:cubicBezTo>
                      <a:pt x="109" y="1290"/>
                      <a:pt x="217" y="1277"/>
                      <a:pt x="329" y="1265"/>
                    </a:cubicBezTo>
                    <a:cubicBezTo>
                      <a:pt x="824" y="1213"/>
                      <a:pt x="1320" y="1156"/>
                      <a:pt x="1818" y="1100"/>
                    </a:cubicBezTo>
                    <a:cubicBezTo>
                      <a:pt x="1988" y="1082"/>
                      <a:pt x="2157" y="1065"/>
                      <a:pt x="2334" y="1045"/>
                    </a:cubicBezTo>
                    <a:cubicBezTo>
                      <a:pt x="3141" y="951"/>
                      <a:pt x="3786" y="862"/>
                      <a:pt x="4471" y="418"/>
                    </a:cubicBezTo>
                    <a:cubicBezTo>
                      <a:pt x="5149" y="10"/>
                      <a:pt x="5540" y="0"/>
                      <a:pt x="6322" y="64"/>
                    </a:cubicBezTo>
                    <a:close/>
                  </a:path>
                </a:pathLst>
              </a:custGeom>
              <a:solidFill>
                <a:srgbClr val="FAD272"/>
              </a:solidFill>
              <a:ln w="0">
                <a:noFill/>
              </a:ln>
            </p:spPr>
          </p:sp>
          <p:sp>
            <p:nvSpPr>
              <p:cNvPr id="937" name="robot vector"/>
              <p:cNvSpPr/>
              <p:nvPr/>
            </p:nvSpPr>
            <p:spPr>
              <a:xfrm>
                <a:off x="14351631" y="4751122"/>
                <a:ext cx="113278" cy="113717"/>
              </a:xfrm>
              <a:custGeom>
                <a:avLst/>
                <a:gdLst/>
                <a:ahLst/>
                <a:cxnLst/>
                <a:rect l="0" t="0" r="r" b="b"/>
                <a:pathLst>
                  <a:path w="12388" h="12436" fill="norm" stroke="0">
                    <a:moveTo>
                      <a:pt x="9660" y="1416"/>
                    </a:moveTo>
                    <a:cubicBezTo>
                      <a:pt x="11101" y="2436"/>
                      <a:pt x="11926" y="4201"/>
                      <a:pt x="12272" y="5873"/>
                    </a:cubicBezTo>
                    <a:cubicBezTo>
                      <a:pt x="12388" y="7571"/>
                      <a:pt x="11498" y="9115"/>
                      <a:pt x="10454" y="10412"/>
                    </a:cubicBezTo>
                    <a:cubicBezTo>
                      <a:pt x="9245" y="11663"/>
                      <a:pt x="7687" y="12303"/>
                      <a:pt x="5935" y="12436"/>
                    </a:cubicBezTo>
                    <a:cubicBezTo>
                      <a:pt x="4129" y="12325"/>
                      <a:pt x="2584" y="11359"/>
                      <a:pt x="1383" y="10089"/>
                    </a:cubicBezTo>
                    <a:cubicBezTo>
                      <a:pt x="245" y="8685"/>
                      <a:pt x="0" y="7561"/>
                      <a:pt x="38" y="5772"/>
                    </a:cubicBezTo>
                    <a:cubicBezTo>
                      <a:pt x="223" y="4319"/>
                      <a:pt x="966" y="2634"/>
                      <a:pt x="2142" y="1673"/>
                    </a:cubicBezTo>
                    <a:cubicBezTo>
                      <a:pt x="4648" y="180"/>
                      <a:pt x="7050" y="0"/>
                      <a:pt x="9660" y="1416"/>
                    </a:cubicBezTo>
                    <a:close/>
                    <a:moveTo>
                      <a:pt x="1578" y="3037"/>
                    </a:moveTo>
                    <a:cubicBezTo>
                      <a:pt x="511" y="4519"/>
                      <a:pt x="458" y="6056"/>
                      <a:pt x="685" y="7823"/>
                    </a:cubicBezTo>
                    <a:cubicBezTo>
                      <a:pt x="1014" y="9268"/>
                      <a:pt x="1907" y="10353"/>
                      <a:pt x="3174" y="11144"/>
                    </a:cubicBezTo>
                    <a:cubicBezTo>
                      <a:pt x="4494" y="11784"/>
                      <a:pt x="5738" y="12078"/>
                      <a:pt x="7199" y="11804"/>
                    </a:cubicBezTo>
                    <a:cubicBezTo>
                      <a:pt x="8754" y="11270"/>
                      <a:pt x="10203" y="10548"/>
                      <a:pt x="10992" y="9086"/>
                    </a:cubicBezTo>
                    <a:cubicBezTo>
                      <a:pt x="11741" y="7408"/>
                      <a:pt x="11900" y="6032"/>
                      <a:pt x="11296" y="4287"/>
                    </a:cubicBezTo>
                    <a:cubicBezTo>
                      <a:pt x="10590" y="2807"/>
                      <a:pt x="9672" y="1752"/>
                      <a:pt x="8084" y="1179"/>
                    </a:cubicBezTo>
                    <a:cubicBezTo>
                      <a:pt x="5540" y="526"/>
                      <a:pt x="3270" y="988"/>
                      <a:pt x="1578" y="3037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38" name="robot vector"/>
              <p:cNvSpPr/>
              <p:nvPr/>
            </p:nvSpPr>
            <p:spPr>
              <a:xfrm>
                <a:off x="14398537" y="5174551"/>
                <a:ext cx="80352" cy="102487"/>
              </a:xfrm>
              <a:custGeom>
                <a:avLst/>
                <a:gdLst/>
                <a:ahLst/>
                <a:cxnLst/>
                <a:rect l="0" t="0" r="r" b="b"/>
                <a:pathLst>
                  <a:path w="8787" h="11208" fill="norm" stroke="0">
                    <a:moveTo>
                      <a:pt x="2574" y="40"/>
                    </a:moveTo>
                    <a:cubicBezTo>
                      <a:pt x="2723" y="37"/>
                      <a:pt x="2873" y="37"/>
                      <a:pt x="3027" y="35"/>
                    </a:cubicBezTo>
                    <a:cubicBezTo>
                      <a:pt x="3340" y="32"/>
                      <a:pt x="3657" y="32"/>
                      <a:pt x="3973" y="30"/>
                    </a:cubicBezTo>
                    <a:cubicBezTo>
                      <a:pt x="4453" y="27"/>
                      <a:pt x="4936" y="20"/>
                      <a:pt x="5417" y="12"/>
                    </a:cubicBezTo>
                    <a:cubicBezTo>
                      <a:pt x="5723" y="10"/>
                      <a:pt x="6029" y="10"/>
                      <a:pt x="6337" y="10"/>
                    </a:cubicBezTo>
                    <a:cubicBezTo>
                      <a:pt x="6479" y="5"/>
                      <a:pt x="6623" y="2"/>
                      <a:pt x="6772" y="0"/>
                    </a:cubicBezTo>
                    <a:cubicBezTo>
                      <a:pt x="7391" y="2"/>
                      <a:pt x="7819" y="49"/>
                      <a:pt x="8355" y="361"/>
                    </a:cubicBezTo>
                    <a:cubicBezTo>
                      <a:pt x="8787" y="1062"/>
                      <a:pt x="8757" y="1695"/>
                      <a:pt x="8754" y="2498"/>
                    </a:cubicBezTo>
                    <a:cubicBezTo>
                      <a:pt x="8754" y="2661"/>
                      <a:pt x="8757" y="2822"/>
                      <a:pt x="8757" y="2990"/>
                    </a:cubicBezTo>
                    <a:cubicBezTo>
                      <a:pt x="8760" y="3331"/>
                      <a:pt x="8760" y="3672"/>
                      <a:pt x="8757" y="4013"/>
                    </a:cubicBezTo>
                    <a:cubicBezTo>
                      <a:pt x="8754" y="4537"/>
                      <a:pt x="8762" y="5058"/>
                      <a:pt x="8770" y="5579"/>
                    </a:cubicBezTo>
                    <a:cubicBezTo>
                      <a:pt x="8770" y="5913"/>
                      <a:pt x="8770" y="6244"/>
                      <a:pt x="8770" y="6575"/>
                    </a:cubicBezTo>
                    <a:cubicBezTo>
                      <a:pt x="8772" y="6654"/>
                      <a:pt x="8772" y="6654"/>
                      <a:pt x="8777" y="7050"/>
                    </a:cubicBezTo>
                    <a:cubicBezTo>
                      <a:pt x="8760" y="8132"/>
                      <a:pt x="8760" y="8132"/>
                      <a:pt x="8158" y="8708"/>
                    </a:cubicBezTo>
                    <a:cubicBezTo>
                      <a:pt x="7695" y="8952"/>
                      <a:pt x="7260" y="9145"/>
                      <a:pt x="6764" y="9310"/>
                    </a:cubicBezTo>
                    <a:cubicBezTo>
                      <a:pt x="5753" y="9706"/>
                      <a:pt x="5214" y="10353"/>
                      <a:pt x="4597" y="11208"/>
                    </a:cubicBezTo>
                    <a:cubicBezTo>
                      <a:pt x="3778" y="11067"/>
                      <a:pt x="3406" y="10860"/>
                      <a:pt x="2860" y="10252"/>
                    </a:cubicBezTo>
                    <a:cubicBezTo>
                      <a:pt x="2347" y="9718"/>
                      <a:pt x="1917" y="9362"/>
                      <a:pt x="1231" y="9063"/>
                    </a:cubicBezTo>
                    <a:cubicBezTo>
                      <a:pt x="551" y="8737"/>
                      <a:pt x="551" y="8737"/>
                      <a:pt x="389" y="8421"/>
                    </a:cubicBezTo>
                    <a:cubicBezTo>
                      <a:pt x="177" y="7420"/>
                      <a:pt x="177" y="6390"/>
                      <a:pt x="126" y="5372"/>
                    </a:cubicBezTo>
                    <a:cubicBezTo>
                      <a:pt x="111" y="5135"/>
                      <a:pt x="96" y="4897"/>
                      <a:pt x="78" y="4653"/>
                    </a:cubicBezTo>
                    <a:cubicBezTo>
                      <a:pt x="5" y="3180"/>
                      <a:pt x="0" y="1732"/>
                      <a:pt x="551" y="336"/>
                    </a:cubicBezTo>
                    <a:cubicBezTo>
                      <a:pt x="1221" y="10"/>
                      <a:pt x="1841" y="44"/>
                      <a:pt x="2574" y="40"/>
                    </a:cubicBezTo>
                    <a:close/>
                    <a:moveTo>
                      <a:pt x="804" y="830"/>
                    </a:moveTo>
                    <a:cubicBezTo>
                      <a:pt x="700" y="1861"/>
                      <a:pt x="673" y="2889"/>
                      <a:pt x="647" y="3921"/>
                    </a:cubicBezTo>
                    <a:cubicBezTo>
                      <a:pt x="637" y="4267"/>
                      <a:pt x="622" y="4613"/>
                      <a:pt x="599" y="4959"/>
                    </a:cubicBezTo>
                    <a:cubicBezTo>
                      <a:pt x="437" y="7751"/>
                      <a:pt x="437" y="7751"/>
                      <a:pt x="1047" y="8567"/>
                    </a:cubicBezTo>
                    <a:cubicBezTo>
                      <a:pt x="1725" y="9189"/>
                      <a:pt x="2509" y="9567"/>
                      <a:pt x="3333" y="9973"/>
                    </a:cubicBezTo>
                    <a:cubicBezTo>
                      <a:pt x="3677" y="10215"/>
                      <a:pt x="4016" y="10459"/>
                      <a:pt x="4344" y="10714"/>
                    </a:cubicBezTo>
                    <a:cubicBezTo>
                      <a:pt x="4461" y="10536"/>
                      <a:pt x="4574" y="10358"/>
                      <a:pt x="4693" y="10175"/>
                    </a:cubicBezTo>
                    <a:cubicBezTo>
                      <a:pt x="5381" y="9313"/>
                      <a:pt x="6350" y="8955"/>
                      <a:pt x="7343" y="8520"/>
                    </a:cubicBezTo>
                    <a:cubicBezTo>
                      <a:pt x="7885" y="8243"/>
                      <a:pt x="7885" y="8243"/>
                      <a:pt x="8137" y="7749"/>
                    </a:cubicBezTo>
                    <a:cubicBezTo>
                      <a:pt x="8165" y="7250"/>
                      <a:pt x="8180" y="6758"/>
                      <a:pt x="8180" y="6259"/>
                    </a:cubicBezTo>
                    <a:cubicBezTo>
                      <a:pt x="8183" y="6113"/>
                      <a:pt x="8183" y="5967"/>
                      <a:pt x="8183" y="5817"/>
                    </a:cubicBezTo>
                    <a:cubicBezTo>
                      <a:pt x="8186" y="5508"/>
                      <a:pt x="8186" y="5199"/>
                      <a:pt x="8186" y="4890"/>
                    </a:cubicBezTo>
                    <a:cubicBezTo>
                      <a:pt x="8186" y="4416"/>
                      <a:pt x="8191" y="3941"/>
                      <a:pt x="8196" y="3469"/>
                    </a:cubicBezTo>
                    <a:cubicBezTo>
                      <a:pt x="8196" y="3168"/>
                      <a:pt x="8196" y="2869"/>
                      <a:pt x="8196" y="2567"/>
                    </a:cubicBezTo>
                    <a:cubicBezTo>
                      <a:pt x="8198" y="2426"/>
                      <a:pt x="8201" y="2286"/>
                      <a:pt x="8203" y="2137"/>
                    </a:cubicBezTo>
                    <a:cubicBezTo>
                      <a:pt x="8196" y="1134"/>
                      <a:pt x="8196" y="1134"/>
                      <a:pt x="7632" y="583"/>
                    </a:cubicBezTo>
                    <a:cubicBezTo>
                      <a:pt x="7129" y="539"/>
                      <a:pt x="6658" y="521"/>
                      <a:pt x="6155" y="526"/>
                    </a:cubicBezTo>
                    <a:cubicBezTo>
                      <a:pt x="6008" y="526"/>
                      <a:pt x="5864" y="526"/>
                      <a:pt x="5715" y="526"/>
                    </a:cubicBezTo>
                    <a:cubicBezTo>
                      <a:pt x="5411" y="529"/>
                      <a:pt x="5106" y="529"/>
                      <a:pt x="4800" y="534"/>
                    </a:cubicBezTo>
                    <a:cubicBezTo>
                      <a:pt x="4332" y="539"/>
                      <a:pt x="3861" y="539"/>
                      <a:pt x="3394" y="539"/>
                    </a:cubicBezTo>
                    <a:cubicBezTo>
                      <a:pt x="3095" y="539"/>
                      <a:pt x="2799" y="541"/>
                      <a:pt x="2503" y="544"/>
                    </a:cubicBezTo>
                    <a:cubicBezTo>
                      <a:pt x="2362" y="544"/>
                      <a:pt x="2220" y="544"/>
                      <a:pt x="2076" y="544"/>
                    </a:cubicBezTo>
                    <a:cubicBezTo>
                      <a:pt x="1087" y="556"/>
                      <a:pt x="1087" y="556"/>
                      <a:pt x="804" y="83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39" name="robot vector"/>
              <p:cNvSpPr/>
              <p:nvPr/>
            </p:nvSpPr>
            <p:spPr>
              <a:xfrm>
                <a:off x="14356216" y="4754551"/>
                <a:ext cx="102873" cy="106532"/>
              </a:xfrm>
              <a:custGeom>
                <a:avLst/>
                <a:gdLst/>
                <a:ahLst/>
                <a:cxnLst/>
                <a:rect l="0" t="0" r="r" b="b"/>
                <a:pathLst>
                  <a:path w="11250" h="11650" fill="norm" stroke="0">
                    <a:moveTo>
                      <a:pt x="9232" y="1683"/>
                    </a:moveTo>
                    <a:cubicBezTo>
                      <a:pt x="10507" y="2945"/>
                      <a:pt x="11174" y="4470"/>
                      <a:pt x="11250" y="6239"/>
                    </a:cubicBezTo>
                    <a:cubicBezTo>
                      <a:pt x="11068" y="7778"/>
                      <a:pt x="10482" y="9207"/>
                      <a:pt x="9227" y="10193"/>
                    </a:cubicBezTo>
                    <a:cubicBezTo>
                      <a:pt x="7907" y="11043"/>
                      <a:pt x="6605" y="11650"/>
                      <a:pt x="5002" y="11547"/>
                    </a:cubicBezTo>
                    <a:cubicBezTo>
                      <a:pt x="3100" y="11159"/>
                      <a:pt x="1709" y="10264"/>
                      <a:pt x="642" y="8685"/>
                    </a:cubicBezTo>
                    <a:cubicBezTo>
                      <a:pt x="303" y="8090"/>
                      <a:pt x="157" y="7665"/>
                      <a:pt x="124" y="6980"/>
                    </a:cubicBezTo>
                    <a:cubicBezTo>
                      <a:pt x="111" y="6812"/>
                      <a:pt x="99" y="6644"/>
                      <a:pt x="86" y="6471"/>
                    </a:cubicBezTo>
                    <a:cubicBezTo>
                      <a:pt x="0" y="4584"/>
                      <a:pt x="531" y="3269"/>
                      <a:pt x="1813" y="1863"/>
                    </a:cubicBezTo>
                    <a:cubicBezTo>
                      <a:pt x="3770" y="0"/>
                      <a:pt x="7123" y="94"/>
                      <a:pt x="9232" y="1683"/>
                    </a:cubicBezTo>
                    <a:close/>
                    <a:moveTo>
                      <a:pt x="1176" y="3328"/>
                    </a:moveTo>
                    <a:cubicBezTo>
                      <a:pt x="389" y="4507"/>
                      <a:pt x="508" y="6036"/>
                      <a:pt x="680" y="7386"/>
                    </a:cubicBezTo>
                    <a:cubicBezTo>
                      <a:pt x="1001" y="8626"/>
                      <a:pt x="1947" y="9612"/>
                      <a:pt x="2906" y="10440"/>
                    </a:cubicBezTo>
                    <a:cubicBezTo>
                      <a:pt x="3492" y="10749"/>
                      <a:pt x="4013" y="10867"/>
                      <a:pt x="4676" y="10934"/>
                    </a:cubicBezTo>
                    <a:cubicBezTo>
                      <a:pt x="4815" y="10954"/>
                      <a:pt x="4956" y="10973"/>
                      <a:pt x="5100" y="10993"/>
                    </a:cubicBezTo>
                    <a:cubicBezTo>
                      <a:pt x="6438" y="11097"/>
                      <a:pt x="7596" y="10627"/>
                      <a:pt x="8722" y="9945"/>
                    </a:cubicBezTo>
                    <a:cubicBezTo>
                      <a:pt x="9506" y="9271"/>
                      <a:pt x="10097" y="8591"/>
                      <a:pt x="10459" y="7630"/>
                    </a:cubicBezTo>
                    <a:cubicBezTo>
                      <a:pt x="10469" y="7415"/>
                      <a:pt x="10479" y="7200"/>
                      <a:pt x="10492" y="6980"/>
                    </a:cubicBezTo>
                    <a:cubicBezTo>
                      <a:pt x="10504" y="6812"/>
                      <a:pt x="10514" y="6644"/>
                      <a:pt x="10527" y="6471"/>
                    </a:cubicBezTo>
                    <a:cubicBezTo>
                      <a:pt x="10585" y="5186"/>
                      <a:pt x="10499" y="4102"/>
                      <a:pt x="9733" y="3027"/>
                    </a:cubicBezTo>
                    <a:cubicBezTo>
                      <a:pt x="8418" y="1690"/>
                      <a:pt x="7523" y="1023"/>
                      <a:pt x="5624" y="974"/>
                    </a:cubicBezTo>
                    <a:cubicBezTo>
                      <a:pt x="3528" y="1001"/>
                      <a:pt x="2496" y="1809"/>
                      <a:pt x="1176" y="3328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40" name="robot vector"/>
              <p:cNvSpPr/>
              <p:nvPr/>
            </p:nvSpPr>
            <p:spPr>
              <a:xfrm>
                <a:off x="14322662" y="4614294"/>
                <a:ext cx="198856" cy="25757"/>
              </a:xfrm>
              <a:custGeom>
                <a:avLst/>
                <a:gdLst/>
                <a:ahLst/>
                <a:cxnLst/>
                <a:rect l="0" t="0" r="r" b="b"/>
                <a:pathLst>
                  <a:path w="21747" h="2817" fill="norm" stroke="0">
                    <a:moveTo>
                      <a:pt x="14401" y="141"/>
                    </a:moveTo>
                    <a:cubicBezTo>
                      <a:pt x="14877" y="158"/>
                      <a:pt x="15349" y="173"/>
                      <a:pt x="15825" y="185"/>
                    </a:cubicBezTo>
                    <a:cubicBezTo>
                      <a:pt x="17514" y="240"/>
                      <a:pt x="19100" y="373"/>
                      <a:pt x="20736" y="823"/>
                    </a:cubicBezTo>
                    <a:cubicBezTo>
                      <a:pt x="20819" y="660"/>
                      <a:pt x="20903" y="497"/>
                      <a:pt x="20989" y="329"/>
                    </a:cubicBezTo>
                    <a:cubicBezTo>
                      <a:pt x="21239" y="736"/>
                      <a:pt x="21489" y="1144"/>
                      <a:pt x="21747" y="1564"/>
                    </a:cubicBezTo>
                    <a:cubicBezTo>
                      <a:pt x="21062" y="1858"/>
                      <a:pt x="20559" y="1786"/>
                      <a:pt x="19828" y="1673"/>
                    </a:cubicBezTo>
                    <a:cubicBezTo>
                      <a:pt x="19711" y="1656"/>
                      <a:pt x="19711" y="1656"/>
                      <a:pt x="19122" y="1569"/>
                    </a:cubicBezTo>
                    <a:cubicBezTo>
                      <a:pt x="18998" y="1549"/>
                      <a:pt x="18874" y="1532"/>
                      <a:pt x="18748" y="1512"/>
                    </a:cubicBezTo>
                    <a:cubicBezTo>
                      <a:pt x="15117" y="976"/>
                      <a:pt x="11334" y="633"/>
                      <a:pt x="7720" y="1441"/>
                    </a:cubicBezTo>
                    <a:cubicBezTo>
                      <a:pt x="6962" y="1586"/>
                      <a:pt x="6223" y="1621"/>
                      <a:pt x="5452" y="1656"/>
                    </a:cubicBezTo>
                    <a:cubicBezTo>
                      <a:pt x="4122" y="1725"/>
                      <a:pt x="2974" y="2006"/>
                      <a:pt x="1737" y="2481"/>
                    </a:cubicBezTo>
                    <a:cubicBezTo>
                      <a:pt x="845" y="2817"/>
                      <a:pt x="845" y="2817"/>
                      <a:pt x="293" y="2706"/>
                    </a:cubicBezTo>
                    <a:cubicBezTo>
                      <a:pt x="197" y="2654"/>
                      <a:pt x="99" y="2604"/>
                      <a:pt x="0" y="2552"/>
                    </a:cubicBezTo>
                    <a:cubicBezTo>
                      <a:pt x="83" y="2145"/>
                      <a:pt x="167" y="1737"/>
                      <a:pt x="253" y="1317"/>
                    </a:cubicBezTo>
                    <a:cubicBezTo>
                      <a:pt x="336" y="1480"/>
                      <a:pt x="420" y="1643"/>
                      <a:pt x="506" y="1811"/>
                    </a:cubicBezTo>
                    <a:cubicBezTo>
                      <a:pt x="566" y="1786"/>
                      <a:pt x="566" y="1786"/>
                      <a:pt x="877" y="1665"/>
                    </a:cubicBezTo>
                    <a:cubicBezTo>
                      <a:pt x="2526" y="1075"/>
                      <a:pt x="4152" y="838"/>
                      <a:pt x="5889" y="637"/>
                    </a:cubicBezTo>
                    <a:cubicBezTo>
                      <a:pt x="6228" y="588"/>
                      <a:pt x="6567" y="524"/>
                      <a:pt x="6903" y="455"/>
                    </a:cubicBezTo>
                    <a:cubicBezTo>
                      <a:pt x="9364" y="0"/>
                      <a:pt x="11908" y="47"/>
                      <a:pt x="14401" y="141"/>
                    </a:cubicBezTo>
                    <a:close/>
                  </a:path>
                </a:pathLst>
              </a:custGeom>
              <a:solidFill>
                <a:srgbClr val="F7D98A"/>
              </a:solidFill>
              <a:ln w="0">
                <a:noFill/>
              </a:ln>
            </p:spPr>
          </p:sp>
          <p:sp>
            <p:nvSpPr>
              <p:cNvPr id="941" name="robot vector"/>
              <p:cNvSpPr/>
              <p:nvPr/>
            </p:nvSpPr>
            <p:spPr>
              <a:xfrm>
                <a:off x="14492980" y="4748657"/>
                <a:ext cx="93578" cy="109040"/>
              </a:xfrm>
              <a:custGeom>
                <a:avLst/>
                <a:gdLst/>
                <a:ahLst/>
                <a:cxnLst/>
                <a:rect l="0" t="0" r="r" b="b"/>
                <a:pathLst>
                  <a:path w="10234" h="11925" fill="norm" stroke="0">
                    <a:moveTo>
                      <a:pt x="8173" y="1324"/>
                    </a:moveTo>
                    <a:cubicBezTo>
                      <a:pt x="9114" y="2006"/>
                      <a:pt x="9619" y="2832"/>
                      <a:pt x="9948" y="3919"/>
                    </a:cubicBezTo>
                    <a:cubicBezTo>
                      <a:pt x="10234" y="6177"/>
                      <a:pt x="10115" y="8228"/>
                      <a:pt x="8684" y="10096"/>
                    </a:cubicBezTo>
                    <a:cubicBezTo>
                      <a:pt x="7576" y="11253"/>
                      <a:pt x="6719" y="11841"/>
                      <a:pt x="5085" y="11898"/>
                    </a:cubicBezTo>
                    <a:cubicBezTo>
                      <a:pt x="2850" y="11925"/>
                      <a:pt x="2850" y="11925"/>
                      <a:pt x="1917" y="11169"/>
                    </a:cubicBezTo>
                    <a:cubicBezTo>
                      <a:pt x="384" y="9553"/>
                      <a:pt x="0" y="8287"/>
                      <a:pt x="35" y="6093"/>
                    </a:cubicBezTo>
                    <a:cubicBezTo>
                      <a:pt x="190" y="4008"/>
                      <a:pt x="1328" y="2570"/>
                      <a:pt x="2868" y="1201"/>
                    </a:cubicBezTo>
                    <a:cubicBezTo>
                      <a:pt x="4693" y="0"/>
                      <a:pt x="6357" y="259"/>
                      <a:pt x="8173" y="1324"/>
                    </a:cubicBezTo>
                    <a:close/>
                    <a:moveTo>
                      <a:pt x="2132" y="2380"/>
                    </a:moveTo>
                    <a:cubicBezTo>
                      <a:pt x="779" y="3872"/>
                      <a:pt x="498" y="5481"/>
                      <a:pt x="521" y="7423"/>
                    </a:cubicBezTo>
                    <a:cubicBezTo>
                      <a:pt x="627" y="8483"/>
                      <a:pt x="974" y="9236"/>
                      <a:pt x="1603" y="10096"/>
                    </a:cubicBezTo>
                    <a:cubicBezTo>
                      <a:pt x="1699" y="10227"/>
                      <a:pt x="1793" y="10358"/>
                      <a:pt x="1891" y="10492"/>
                    </a:cubicBezTo>
                    <a:cubicBezTo>
                      <a:pt x="2589" y="11228"/>
                      <a:pt x="3305" y="11418"/>
                      <a:pt x="4299" y="11502"/>
                    </a:cubicBezTo>
                    <a:cubicBezTo>
                      <a:pt x="5609" y="11547"/>
                      <a:pt x="6519" y="11421"/>
                      <a:pt x="7561" y="10576"/>
                    </a:cubicBezTo>
                    <a:cubicBezTo>
                      <a:pt x="9136" y="8969"/>
                      <a:pt x="9789" y="7386"/>
                      <a:pt x="9748" y="5167"/>
                    </a:cubicBezTo>
                    <a:cubicBezTo>
                      <a:pt x="9660" y="4324"/>
                      <a:pt x="9366" y="3659"/>
                      <a:pt x="8937" y="2931"/>
                    </a:cubicBezTo>
                    <a:cubicBezTo>
                      <a:pt x="8856" y="2792"/>
                      <a:pt x="8777" y="2654"/>
                      <a:pt x="8694" y="2510"/>
                    </a:cubicBezTo>
                    <a:cubicBezTo>
                      <a:pt x="8087" y="1641"/>
                      <a:pt x="7500" y="1319"/>
                      <a:pt x="6456" y="1062"/>
                    </a:cubicBezTo>
                    <a:cubicBezTo>
                      <a:pt x="4807" y="825"/>
                      <a:pt x="3383" y="1305"/>
                      <a:pt x="2132" y="238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42" name="robot vector"/>
              <p:cNvSpPr/>
              <p:nvPr/>
            </p:nvSpPr>
            <p:spPr>
              <a:xfrm>
                <a:off x="14408092" y="5122134"/>
                <a:ext cx="60651" cy="26639"/>
              </a:xfrm>
              <a:custGeom>
                <a:avLst/>
                <a:gdLst/>
                <a:ahLst/>
                <a:cxnLst/>
                <a:rect l="0" t="0" r="r" b="b"/>
                <a:pathLst>
                  <a:path w="6633" h="2913" fill="norm" stroke="0">
                    <a:moveTo>
                      <a:pt x="2516" y="306"/>
                    </a:moveTo>
                    <a:cubicBezTo>
                      <a:pt x="2579" y="306"/>
                      <a:pt x="2579" y="306"/>
                      <a:pt x="2906" y="309"/>
                    </a:cubicBezTo>
                    <a:cubicBezTo>
                      <a:pt x="3300" y="309"/>
                      <a:pt x="3692" y="304"/>
                      <a:pt x="4084" y="297"/>
                    </a:cubicBezTo>
                    <a:cubicBezTo>
                      <a:pt x="4332" y="297"/>
                      <a:pt x="4580" y="297"/>
                      <a:pt x="4832" y="297"/>
                    </a:cubicBezTo>
                    <a:cubicBezTo>
                      <a:pt x="5060" y="297"/>
                      <a:pt x="5288" y="294"/>
                      <a:pt x="5523" y="294"/>
                    </a:cubicBezTo>
                    <a:cubicBezTo>
                      <a:pt x="6082" y="385"/>
                      <a:pt x="6082" y="385"/>
                      <a:pt x="6426" y="704"/>
                    </a:cubicBezTo>
                    <a:cubicBezTo>
                      <a:pt x="6633" y="1248"/>
                      <a:pt x="6554" y="1497"/>
                      <a:pt x="6367" y="2039"/>
                    </a:cubicBezTo>
                    <a:cubicBezTo>
                      <a:pt x="6314" y="2192"/>
                      <a:pt x="6264" y="2345"/>
                      <a:pt x="6211" y="2506"/>
                    </a:cubicBezTo>
                    <a:cubicBezTo>
                      <a:pt x="6168" y="2622"/>
                      <a:pt x="6125" y="2738"/>
                      <a:pt x="6082" y="2856"/>
                    </a:cubicBezTo>
                    <a:cubicBezTo>
                      <a:pt x="5336" y="2869"/>
                      <a:pt x="4587" y="2879"/>
                      <a:pt x="3841" y="2884"/>
                    </a:cubicBezTo>
                    <a:cubicBezTo>
                      <a:pt x="3462" y="2889"/>
                      <a:pt x="3083" y="2893"/>
                      <a:pt x="2703" y="2901"/>
                    </a:cubicBezTo>
                    <a:cubicBezTo>
                      <a:pt x="2466" y="2901"/>
                      <a:pt x="2228" y="2903"/>
                      <a:pt x="1983" y="2906"/>
                    </a:cubicBezTo>
                    <a:cubicBezTo>
                      <a:pt x="1874" y="2906"/>
                      <a:pt x="1874" y="2906"/>
                      <a:pt x="1317" y="2913"/>
                    </a:cubicBezTo>
                    <a:cubicBezTo>
                      <a:pt x="771" y="2856"/>
                      <a:pt x="771" y="2856"/>
                      <a:pt x="266" y="2362"/>
                    </a:cubicBezTo>
                    <a:cubicBezTo>
                      <a:pt x="144" y="2006"/>
                      <a:pt x="144" y="2006"/>
                      <a:pt x="76" y="1621"/>
                    </a:cubicBezTo>
                    <a:cubicBezTo>
                      <a:pt x="63" y="1557"/>
                      <a:pt x="63" y="1557"/>
                      <a:pt x="0" y="1235"/>
                    </a:cubicBezTo>
                    <a:cubicBezTo>
                      <a:pt x="43" y="0"/>
                      <a:pt x="1646" y="311"/>
                      <a:pt x="2516" y="3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43" name="robot vector"/>
              <p:cNvSpPr/>
              <p:nvPr/>
            </p:nvSpPr>
            <p:spPr>
              <a:xfrm>
                <a:off x="14495921" y="4755884"/>
                <a:ext cx="86826" cy="99143"/>
              </a:xfrm>
              <a:custGeom>
                <a:avLst/>
                <a:gdLst/>
                <a:ahLst/>
                <a:cxnLst/>
                <a:rect l="0" t="0" r="r" b="b"/>
                <a:pathLst>
                  <a:path w="9495" h="10842" fill="norm" stroke="0">
                    <a:moveTo>
                      <a:pt x="7831" y="1025"/>
                    </a:moveTo>
                    <a:cubicBezTo>
                      <a:pt x="9033" y="2320"/>
                      <a:pt x="9495" y="3583"/>
                      <a:pt x="9435" y="5320"/>
                    </a:cubicBezTo>
                    <a:cubicBezTo>
                      <a:pt x="9184" y="7477"/>
                      <a:pt x="8137" y="8913"/>
                      <a:pt x="6509" y="10341"/>
                    </a:cubicBezTo>
                    <a:cubicBezTo>
                      <a:pt x="5449" y="10842"/>
                      <a:pt x="3942" y="10749"/>
                      <a:pt x="2799" y="10541"/>
                    </a:cubicBezTo>
                    <a:cubicBezTo>
                      <a:pt x="1626" y="9995"/>
                      <a:pt x="814" y="9029"/>
                      <a:pt x="379" y="7835"/>
                    </a:cubicBezTo>
                    <a:cubicBezTo>
                      <a:pt x="0" y="6076"/>
                      <a:pt x="116" y="4445"/>
                      <a:pt x="1029" y="2881"/>
                    </a:cubicBezTo>
                    <a:cubicBezTo>
                      <a:pt x="1057" y="2824"/>
                      <a:pt x="1057" y="2824"/>
                      <a:pt x="1204" y="2538"/>
                    </a:cubicBezTo>
                    <a:cubicBezTo>
                      <a:pt x="1803" y="1431"/>
                      <a:pt x="2668" y="746"/>
                      <a:pt x="3859" y="319"/>
                    </a:cubicBezTo>
                    <a:cubicBezTo>
                      <a:pt x="5219" y="0"/>
                      <a:pt x="6714" y="170"/>
                      <a:pt x="7831" y="1025"/>
                    </a:cubicBezTo>
                    <a:close/>
                    <a:moveTo>
                      <a:pt x="2132" y="1900"/>
                    </a:moveTo>
                    <a:cubicBezTo>
                      <a:pt x="1082" y="3380"/>
                      <a:pt x="483" y="5036"/>
                      <a:pt x="776" y="6835"/>
                    </a:cubicBezTo>
                    <a:cubicBezTo>
                      <a:pt x="1019" y="7934"/>
                      <a:pt x="1264" y="8942"/>
                      <a:pt x="2182" y="9676"/>
                    </a:cubicBezTo>
                    <a:cubicBezTo>
                      <a:pt x="3335" y="10370"/>
                      <a:pt x="4236" y="10509"/>
                      <a:pt x="5581" y="10294"/>
                    </a:cubicBezTo>
                    <a:cubicBezTo>
                      <a:pt x="6982" y="9656"/>
                      <a:pt x="7971" y="8579"/>
                      <a:pt x="8651" y="7235"/>
                    </a:cubicBezTo>
                    <a:cubicBezTo>
                      <a:pt x="9096" y="5906"/>
                      <a:pt x="9265" y="4346"/>
                      <a:pt x="8722" y="3019"/>
                    </a:cubicBezTo>
                    <a:cubicBezTo>
                      <a:pt x="8264" y="2162"/>
                      <a:pt x="7740" y="1342"/>
                      <a:pt x="6845" y="904"/>
                    </a:cubicBezTo>
                    <a:cubicBezTo>
                      <a:pt x="5085" y="714"/>
                      <a:pt x="3439" y="556"/>
                      <a:pt x="2132" y="1900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44" name="robot vector"/>
              <p:cNvSpPr/>
              <p:nvPr/>
            </p:nvSpPr>
            <p:spPr>
              <a:xfrm>
                <a:off x="14299442" y="5123404"/>
                <a:ext cx="82340" cy="66156"/>
              </a:xfrm>
              <a:custGeom>
                <a:avLst/>
                <a:gdLst/>
                <a:ahLst/>
                <a:cxnLst/>
                <a:rect l="0" t="0" r="r" b="b"/>
                <a:pathLst>
                  <a:path w="9005" h="7235" fill="norm" stroke="0">
                    <a:moveTo>
                      <a:pt x="6838" y="0"/>
                    </a:moveTo>
                    <a:cubicBezTo>
                      <a:pt x="7422" y="15"/>
                      <a:pt x="7422" y="15"/>
                      <a:pt x="8102" y="247"/>
                    </a:cubicBezTo>
                    <a:cubicBezTo>
                      <a:pt x="9005" y="1487"/>
                      <a:pt x="8969" y="2943"/>
                      <a:pt x="8939" y="4401"/>
                    </a:cubicBezTo>
                    <a:cubicBezTo>
                      <a:pt x="8942" y="4613"/>
                      <a:pt x="8942" y="4826"/>
                      <a:pt x="8942" y="5043"/>
                    </a:cubicBezTo>
                    <a:cubicBezTo>
                      <a:pt x="8929" y="6605"/>
                      <a:pt x="8929" y="6605"/>
                      <a:pt x="8355" y="7166"/>
                    </a:cubicBezTo>
                    <a:cubicBezTo>
                      <a:pt x="7781" y="7215"/>
                      <a:pt x="7237" y="7235"/>
                      <a:pt x="6663" y="7232"/>
                    </a:cubicBezTo>
                    <a:cubicBezTo>
                      <a:pt x="6496" y="7232"/>
                      <a:pt x="6332" y="7232"/>
                      <a:pt x="6160" y="7232"/>
                    </a:cubicBezTo>
                    <a:cubicBezTo>
                      <a:pt x="5809" y="7232"/>
                      <a:pt x="5454" y="7232"/>
                      <a:pt x="5103" y="7230"/>
                    </a:cubicBezTo>
                    <a:cubicBezTo>
                      <a:pt x="4564" y="7227"/>
                      <a:pt x="4026" y="7230"/>
                      <a:pt x="3485" y="7232"/>
                    </a:cubicBezTo>
                    <a:cubicBezTo>
                      <a:pt x="3143" y="7232"/>
                      <a:pt x="2802" y="7232"/>
                      <a:pt x="2460" y="7232"/>
                    </a:cubicBezTo>
                    <a:cubicBezTo>
                      <a:pt x="2299" y="7232"/>
                      <a:pt x="2137" y="7232"/>
                      <a:pt x="1970" y="7235"/>
                    </a:cubicBezTo>
                    <a:cubicBezTo>
                      <a:pt x="827" y="7223"/>
                      <a:pt x="827" y="7223"/>
                      <a:pt x="263" y="6672"/>
                    </a:cubicBezTo>
                    <a:cubicBezTo>
                      <a:pt x="119" y="5530"/>
                      <a:pt x="0" y="4201"/>
                      <a:pt x="627" y="3183"/>
                    </a:cubicBezTo>
                    <a:cubicBezTo>
                      <a:pt x="1125" y="2597"/>
                      <a:pt x="1272" y="2449"/>
                      <a:pt x="2020" y="2320"/>
                    </a:cubicBezTo>
                    <a:cubicBezTo>
                      <a:pt x="5677" y="1653"/>
                      <a:pt x="5677" y="1653"/>
                      <a:pt x="6620" y="341"/>
                    </a:cubicBezTo>
                    <a:cubicBezTo>
                      <a:pt x="6691" y="227"/>
                      <a:pt x="6764" y="116"/>
                      <a:pt x="6838" y="0"/>
                    </a:cubicBezTo>
                    <a:close/>
                    <a:moveTo>
                      <a:pt x="6284" y="1189"/>
                    </a:moveTo>
                    <a:cubicBezTo>
                      <a:pt x="4951" y="2330"/>
                      <a:pt x="3753" y="2790"/>
                      <a:pt x="1983" y="2842"/>
                    </a:cubicBezTo>
                    <a:cubicBezTo>
                      <a:pt x="1527" y="2965"/>
                      <a:pt x="1527" y="2965"/>
                      <a:pt x="1092" y="3388"/>
                    </a:cubicBezTo>
                    <a:cubicBezTo>
                      <a:pt x="708" y="4060"/>
                      <a:pt x="683" y="4470"/>
                      <a:pt x="706" y="5236"/>
                    </a:cubicBezTo>
                    <a:cubicBezTo>
                      <a:pt x="711" y="5453"/>
                      <a:pt x="713" y="5671"/>
                      <a:pt x="718" y="5896"/>
                    </a:cubicBezTo>
                    <a:cubicBezTo>
                      <a:pt x="769" y="6424"/>
                      <a:pt x="769" y="6424"/>
                      <a:pt x="1022" y="6672"/>
                    </a:cubicBezTo>
                    <a:cubicBezTo>
                      <a:pt x="1545" y="6696"/>
                      <a:pt x="2061" y="6706"/>
                      <a:pt x="2587" y="6704"/>
                    </a:cubicBezTo>
                    <a:cubicBezTo>
                      <a:pt x="2744" y="6704"/>
                      <a:pt x="2898" y="6704"/>
                      <a:pt x="3060" y="6706"/>
                    </a:cubicBezTo>
                    <a:cubicBezTo>
                      <a:pt x="3391" y="6706"/>
                      <a:pt x="3722" y="6704"/>
                      <a:pt x="4051" y="6704"/>
                    </a:cubicBezTo>
                    <a:cubicBezTo>
                      <a:pt x="4559" y="6704"/>
                      <a:pt x="5068" y="6704"/>
                      <a:pt x="5576" y="6706"/>
                    </a:cubicBezTo>
                    <a:cubicBezTo>
                      <a:pt x="5897" y="6706"/>
                      <a:pt x="6216" y="6704"/>
                      <a:pt x="6537" y="6704"/>
                    </a:cubicBezTo>
                    <a:cubicBezTo>
                      <a:pt x="6691" y="6704"/>
                      <a:pt x="6843" y="6706"/>
                      <a:pt x="7000" y="6706"/>
                    </a:cubicBezTo>
                    <a:cubicBezTo>
                      <a:pt x="8074" y="6699"/>
                      <a:pt x="8074" y="6699"/>
                      <a:pt x="8355" y="6424"/>
                    </a:cubicBezTo>
                    <a:cubicBezTo>
                      <a:pt x="8426" y="5666"/>
                      <a:pt x="8413" y="4902"/>
                      <a:pt x="8418" y="4139"/>
                    </a:cubicBezTo>
                    <a:cubicBezTo>
                      <a:pt x="8423" y="3926"/>
                      <a:pt x="8428" y="3714"/>
                      <a:pt x="8433" y="3494"/>
                    </a:cubicBezTo>
                    <a:cubicBezTo>
                      <a:pt x="8441" y="2278"/>
                      <a:pt x="8421" y="1441"/>
                      <a:pt x="7596" y="494"/>
                    </a:cubicBezTo>
                    <a:cubicBezTo>
                      <a:pt x="6914" y="494"/>
                      <a:pt x="6774" y="739"/>
                      <a:pt x="6284" y="1189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45" name="robot vector"/>
              <p:cNvSpPr/>
              <p:nvPr/>
            </p:nvSpPr>
            <p:spPr>
              <a:xfrm>
                <a:off x="14643133" y="5057277"/>
                <a:ext cx="66894" cy="72347"/>
              </a:xfrm>
              <a:custGeom>
                <a:avLst/>
                <a:gdLst/>
                <a:ahLst/>
                <a:cxnLst/>
                <a:rect l="0" t="0" r="r" b="b"/>
                <a:pathLst>
                  <a:path w="7316" h="7912" fill="norm" stroke="0">
                    <a:moveTo>
                      <a:pt x="3626" y="205"/>
                    </a:moveTo>
                    <a:cubicBezTo>
                      <a:pt x="3740" y="203"/>
                      <a:pt x="3740" y="203"/>
                      <a:pt x="4322" y="190"/>
                    </a:cubicBezTo>
                    <a:cubicBezTo>
                      <a:pt x="6198" y="190"/>
                      <a:pt x="6198" y="190"/>
                      <a:pt x="6830" y="719"/>
                    </a:cubicBezTo>
                    <a:cubicBezTo>
                      <a:pt x="7265" y="1436"/>
                      <a:pt x="7316" y="2006"/>
                      <a:pt x="7278" y="2814"/>
                    </a:cubicBezTo>
                    <a:cubicBezTo>
                      <a:pt x="7273" y="2955"/>
                      <a:pt x="7270" y="3096"/>
                      <a:pt x="7265" y="3242"/>
                    </a:cubicBezTo>
                    <a:cubicBezTo>
                      <a:pt x="7146" y="6244"/>
                      <a:pt x="7146" y="6244"/>
                      <a:pt x="6403" y="7418"/>
                    </a:cubicBezTo>
                    <a:cubicBezTo>
                      <a:pt x="5626" y="7912"/>
                      <a:pt x="4848" y="7823"/>
                      <a:pt x="3942" y="7803"/>
                    </a:cubicBezTo>
                    <a:cubicBezTo>
                      <a:pt x="3765" y="7803"/>
                      <a:pt x="3588" y="7806"/>
                      <a:pt x="3406" y="7806"/>
                    </a:cubicBezTo>
                    <a:cubicBezTo>
                      <a:pt x="2291" y="7793"/>
                      <a:pt x="1383" y="7667"/>
                      <a:pt x="354" y="7232"/>
                    </a:cubicBezTo>
                    <a:cubicBezTo>
                      <a:pt x="0" y="6541"/>
                      <a:pt x="63" y="5873"/>
                      <a:pt x="71" y="5117"/>
                    </a:cubicBezTo>
                    <a:cubicBezTo>
                      <a:pt x="71" y="4962"/>
                      <a:pt x="73" y="4806"/>
                      <a:pt x="73" y="4645"/>
                    </a:cubicBezTo>
                    <a:cubicBezTo>
                      <a:pt x="114" y="1354"/>
                      <a:pt x="114" y="1354"/>
                      <a:pt x="670" y="662"/>
                    </a:cubicBezTo>
                    <a:cubicBezTo>
                      <a:pt x="1507" y="0"/>
                      <a:pt x="2592" y="198"/>
                      <a:pt x="3626" y="205"/>
                    </a:cubicBezTo>
                    <a:close/>
                    <a:moveTo>
                      <a:pt x="860" y="1302"/>
                    </a:moveTo>
                    <a:cubicBezTo>
                      <a:pt x="546" y="2567"/>
                      <a:pt x="574" y="3939"/>
                      <a:pt x="544" y="5241"/>
                    </a:cubicBezTo>
                    <a:cubicBezTo>
                      <a:pt x="539" y="5379"/>
                      <a:pt x="534" y="5520"/>
                      <a:pt x="529" y="5663"/>
                    </a:cubicBezTo>
                    <a:cubicBezTo>
                      <a:pt x="523" y="6064"/>
                      <a:pt x="523" y="6064"/>
                      <a:pt x="607" y="6738"/>
                    </a:cubicBezTo>
                    <a:cubicBezTo>
                      <a:pt x="1462" y="7499"/>
                      <a:pt x="2569" y="7314"/>
                      <a:pt x="3657" y="7309"/>
                    </a:cubicBezTo>
                    <a:cubicBezTo>
                      <a:pt x="3866" y="7314"/>
                      <a:pt x="4076" y="7316"/>
                      <a:pt x="4291" y="7321"/>
                    </a:cubicBezTo>
                    <a:cubicBezTo>
                      <a:pt x="4494" y="7321"/>
                      <a:pt x="4693" y="7321"/>
                      <a:pt x="4901" y="7321"/>
                    </a:cubicBezTo>
                    <a:cubicBezTo>
                      <a:pt x="4992" y="7321"/>
                      <a:pt x="4992" y="7321"/>
                      <a:pt x="5454" y="7324"/>
                    </a:cubicBezTo>
                    <a:cubicBezTo>
                      <a:pt x="5917" y="7232"/>
                      <a:pt x="5917" y="7232"/>
                      <a:pt x="6226" y="6926"/>
                    </a:cubicBezTo>
                    <a:cubicBezTo>
                      <a:pt x="6638" y="6019"/>
                      <a:pt x="6580" y="4999"/>
                      <a:pt x="6630" y="4020"/>
                    </a:cubicBezTo>
                    <a:cubicBezTo>
                      <a:pt x="6646" y="3793"/>
                      <a:pt x="6661" y="3568"/>
                      <a:pt x="6678" y="3333"/>
                    </a:cubicBezTo>
                    <a:cubicBezTo>
                      <a:pt x="6683" y="3225"/>
                      <a:pt x="6683" y="3225"/>
                      <a:pt x="6714" y="2676"/>
                    </a:cubicBezTo>
                    <a:cubicBezTo>
                      <a:pt x="6724" y="2478"/>
                      <a:pt x="6737" y="2278"/>
                      <a:pt x="6747" y="2076"/>
                    </a:cubicBezTo>
                    <a:cubicBezTo>
                      <a:pt x="6676" y="1549"/>
                      <a:pt x="6676" y="1549"/>
                      <a:pt x="6360" y="1114"/>
                    </a:cubicBezTo>
                    <a:cubicBezTo>
                      <a:pt x="5819" y="739"/>
                      <a:pt x="5525" y="714"/>
                      <a:pt x="4865" y="717"/>
                    </a:cubicBezTo>
                    <a:cubicBezTo>
                      <a:pt x="4666" y="717"/>
                      <a:pt x="4466" y="719"/>
                      <a:pt x="4258" y="719"/>
                    </a:cubicBezTo>
                    <a:cubicBezTo>
                      <a:pt x="4049" y="722"/>
                      <a:pt x="3841" y="726"/>
                      <a:pt x="3626" y="729"/>
                    </a:cubicBezTo>
                    <a:cubicBezTo>
                      <a:pt x="3523" y="729"/>
                      <a:pt x="3523" y="729"/>
                      <a:pt x="2991" y="729"/>
                    </a:cubicBezTo>
                    <a:cubicBezTo>
                      <a:pt x="1434" y="741"/>
                      <a:pt x="1434" y="741"/>
                      <a:pt x="860" y="1302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46" name="robot vector"/>
              <p:cNvSpPr/>
              <p:nvPr/>
            </p:nvSpPr>
            <p:spPr>
              <a:xfrm>
                <a:off x="14493661" y="5116739"/>
                <a:ext cx="78987" cy="73092"/>
              </a:xfrm>
              <a:custGeom>
                <a:avLst/>
                <a:gdLst/>
                <a:ahLst/>
                <a:cxnLst/>
                <a:rect l="0" t="0" r="r" b="b"/>
                <a:pathLst>
                  <a:path w="8638" h="7993" fill="norm" stroke="0">
                    <a:moveTo>
                      <a:pt x="4026" y="729"/>
                    </a:moveTo>
                    <a:cubicBezTo>
                      <a:pt x="5733" y="1423"/>
                      <a:pt x="7179" y="2686"/>
                      <a:pt x="7993" y="4312"/>
                    </a:cubicBezTo>
                    <a:cubicBezTo>
                      <a:pt x="8373" y="5295"/>
                      <a:pt x="8638" y="6363"/>
                      <a:pt x="8355" y="7400"/>
                    </a:cubicBezTo>
                    <a:cubicBezTo>
                      <a:pt x="7700" y="7993"/>
                      <a:pt x="7007" y="7966"/>
                      <a:pt x="6157" y="7961"/>
                    </a:cubicBezTo>
                    <a:cubicBezTo>
                      <a:pt x="6021" y="7961"/>
                      <a:pt x="5882" y="7961"/>
                      <a:pt x="5740" y="7961"/>
                    </a:cubicBezTo>
                    <a:cubicBezTo>
                      <a:pt x="5449" y="7961"/>
                      <a:pt x="5159" y="7961"/>
                      <a:pt x="4868" y="7959"/>
                    </a:cubicBezTo>
                    <a:cubicBezTo>
                      <a:pt x="4420" y="7956"/>
                      <a:pt x="3975" y="7959"/>
                      <a:pt x="3530" y="7961"/>
                    </a:cubicBezTo>
                    <a:cubicBezTo>
                      <a:pt x="3247" y="7961"/>
                      <a:pt x="2964" y="7961"/>
                      <a:pt x="2680" y="7961"/>
                    </a:cubicBezTo>
                    <a:cubicBezTo>
                      <a:pt x="2549" y="7961"/>
                      <a:pt x="2415" y="7961"/>
                      <a:pt x="2278" y="7964"/>
                    </a:cubicBezTo>
                    <a:cubicBezTo>
                      <a:pt x="1515" y="7954"/>
                      <a:pt x="1333" y="7951"/>
                      <a:pt x="769" y="7400"/>
                    </a:cubicBezTo>
                    <a:cubicBezTo>
                      <a:pt x="670" y="7025"/>
                      <a:pt x="670" y="7025"/>
                      <a:pt x="620" y="6585"/>
                    </a:cubicBezTo>
                    <a:cubicBezTo>
                      <a:pt x="599" y="6424"/>
                      <a:pt x="579" y="6264"/>
                      <a:pt x="559" y="6101"/>
                    </a:cubicBezTo>
                    <a:cubicBezTo>
                      <a:pt x="539" y="5933"/>
                      <a:pt x="521" y="5765"/>
                      <a:pt x="501" y="5594"/>
                    </a:cubicBezTo>
                    <a:cubicBezTo>
                      <a:pt x="463" y="5266"/>
                      <a:pt x="422" y="4937"/>
                      <a:pt x="382" y="4608"/>
                    </a:cubicBezTo>
                    <a:cubicBezTo>
                      <a:pt x="372" y="4529"/>
                      <a:pt x="372" y="4529"/>
                      <a:pt x="326" y="4131"/>
                    </a:cubicBezTo>
                    <a:cubicBezTo>
                      <a:pt x="263" y="3694"/>
                      <a:pt x="263" y="3694"/>
                      <a:pt x="101" y="3015"/>
                    </a:cubicBezTo>
                    <a:cubicBezTo>
                      <a:pt x="0" y="2387"/>
                      <a:pt x="71" y="2103"/>
                      <a:pt x="344" y="1532"/>
                    </a:cubicBezTo>
                    <a:cubicBezTo>
                      <a:pt x="410" y="1386"/>
                      <a:pt x="478" y="1238"/>
                      <a:pt x="546" y="1087"/>
                    </a:cubicBezTo>
                    <a:cubicBezTo>
                      <a:pt x="1226" y="0"/>
                      <a:pt x="2981" y="410"/>
                      <a:pt x="4026" y="729"/>
                    </a:cubicBezTo>
                    <a:close/>
                    <a:moveTo>
                      <a:pt x="769" y="1470"/>
                    </a:moveTo>
                    <a:cubicBezTo>
                      <a:pt x="468" y="2468"/>
                      <a:pt x="486" y="3000"/>
                      <a:pt x="885" y="3978"/>
                    </a:cubicBezTo>
                    <a:cubicBezTo>
                      <a:pt x="1138" y="4823"/>
                      <a:pt x="1153" y="5713"/>
                      <a:pt x="1214" y="6587"/>
                    </a:cubicBezTo>
                    <a:cubicBezTo>
                      <a:pt x="1274" y="7153"/>
                      <a:pt x="1274" y="7153"/>
                      <a:pt x="1527" y="7400"/>
                    </a:cubicBezTo>
                    <a:cubicBezTo>
                      <a:pt x="1980" y="7425"/>
                      <a:pt x="2420" y="7435"/>
                      <a:pt x="2873" y="7433"/>
                    </a:cubicBezTo>
                    <a:cubicBezTo>
                      <a:pt x="2938" y="7433"/>
                      <a:pt x="2938" y="7433"/>
                      <a:pt x="3277" y="7435"/>
                    </a:cubicBezTo>
                    <a:cubicBezTo>
                      <a:pt x="3560" y="7435"/>
                      <a:pt x="3844" y="7433"/>
                      <a:pt x="4127" y="7433"/>
                    </a:cubicBezTo>
                    <a:cubicBezTo>
                      <a:pt x="4562" y="7433"/>
                      <a:pt x="4997" y="7433"/>
                      <a:pt x="5429" y="7435"/>
                    </a:cubicBezTo>
                    <a:cubicBezTo>
                      <a:pt x="5705" y="7435"/>
                      <a:pt x="5980" y="7433"/>
                      <a:pt x="6254" y="7433"/>
                    </a:cubicBezTo>
                    <a:cubicBezTo>
                      <a:pt x="6385" y="7433"/>
                      <a:pt x="6517" y="7435"/>
                      <a:pt x="6651" y="7435"/>
                    </a:cubicBezTo>
                    <a:cubicBezTo>
                      <a:pt x="7569" y="7428"/>
                      <a:pt x="7569" y="7428"/>
                      <a:pt x="7849" y="7153"/>
                    </a:cubicBezTo>
                    <a:cubicBezTo>
                      <a:pt x="7869" y="5342"/>
                      <a:pt x="7500" y="3951"/>
                      <a:pt x="6261" y="2599"/>
                    </a:cubicBezTo>
                    <a:cubicBezTo>
                      <a:pt x="5095" y="1532"/>
                      <a:pt x="3634" y="1065"/>
                      <a:pt x="2066" y="899"/>
                    </a:cubicBezTo>
                    <a:cubicBezTo>
                      <a:pt x="1183" y="1025"/>
                      <a:pt x="1183" y="1025"/>
                      <a:pt x="769" y="147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47" name="robot vector"/>
              <p:cNvSpPr/>
              <p:nvPr/>
            </p:nvSpPr>
            <p:spPr>
              <a:xfrm>
                <a:off x="14500176" y="5204121"/>
                <a:ext cx="70686" cy="53232"/>
              </a:xfrm>
              <a:custGeom>
                <a:avLst/>
                <a:gdLst/>
                <a:ahLst/>
                <a:cxnLst/>
                <a:rect l="0" t="0" r="r" b="b"/>
                <a:pathLst>
                  <a:path w="7730" h="5822" fill="norm" stroke="0">
                    <a:moveTo>
                      <a:pt x="2349" y="2"/>
                    </a:moveTo>
                    <a:cubicBezTo>
                      <a:pt x="2592" y="2"/>
                      <a:pt x="2835" y="0"/>
                      <a:pt x="3085" y="0"/>
                    </a:cubicBezTo>
                    <a:cubicBezTo>
                      <a:pt x="3211" y="2"/>
                      <a:pt x="3338" y="2"/>
                      <a:pt x="3467" y="2"/>
                    </a:cubicBezTo>
                    <a:cubicBezTo>
                      <a:pt x="3849" y="7"/>
                      <a:pt x="4233" y="2"/>
                      <a:pt x="4615" y="0"/>
                    </a:cubicBezTo>
                    <a:cubicBezTo>
                      <a:pt x="4736" y="0"/>
                      <a:pt x="4736" y="0"/>
                      <a:pt x="5353" y="2"/>
                    </a:cubicBezTo>
                    <a:cubicBezTo>
                      <a:pt x="5573" y="2"/>
                      <a:pt x="5796" y="2"/>
                      <a:pt x="6023" y="5"/>
                    </a:cubicBezTo>
                    <a:cubicBezTo>
                      <a:pt x="6671" y="72"/>
                      <a:pt x="7086" y="245"/>
                      <a:pt x="7644" y="563"/>
                    </a:cubicBezTo>
                    <a:cubicBezTo>
                      <a:pt x="7665" y="1334"/>
                      <a:pt x="7680" y="2105"/>
                      <a:pt x="7690" y="2879"/>
                    </a:cubicBezTo>
                    <a:cubicBezTo>
                      <a:pt x="7697" y="3099"/>
                      <a:pt x="7705" y="3318"/>
                      <a:pt x="7710" y="3546"/>
                    </a:cubicBezTo>
                    <a:cubicBezTo>
                      <a:pt x="7713" y="3756"/>
                      <a:pt x="7715" y="3966"/>
                      <a:pt x="7718" y="4181"/>
                    </a:cubicBezTo>
                    <a:cubicBezTo>
                      <a:pt x="7723" y="4376"/>
                      <a:pt x="7725" y="4571"/>
                      <a:pt x="7730" y="4769"/>
                    </a:cubicBezTo>
                    <a:cubicBezTo>
                      <a:pt x="7644" y="5258"/>
                      <a:pt x="7644" y="5258"/>
                      <a:pt x="7349" y="5567"/>
                    </a:cubicBezTo>
                    <a:cubicBezTo>
                      <a:pt x="6716" y="5819"/>
                      <a:pt x="6120" y="5822"/>
                      <a:pt x="5447" y="5817"/>
                    </a:cubicBezTo>
                    <a:cubicBezTo>
                      <a:pt x="5308" y="5817"/>
                      <a:pt x="5169" y="5819"/>
                      <a:pt x="5027" y="5819"/>
                    </a:cubicBezTo>
                    <a:cubicBezTo>
                      <a:pt x="4736" y="5819"/>
                      <a:pt x="4446" y="5817"/>
                      <a:pt x="4155" y="5817"/>
                    </a:cubicBezTo>
                    <a:cubicBezTo>
                      <a:pt x="3710" y="5814"/>
                      <a:pt x="3265" y="5817"/>
                      <a:pt x="2817" y="5819"/>
                    </a:cubicBezTo>
                    <a:cubicBezTo>
                      <a:pt x="2534" y="5819"/>
                      <a:pt x="2253" y="5819"/>
                      <a:pt x="1970" y="5817"/>
                    </a:cubicBezTo>
                    <a:cubicBezTo>
                      <a:pt x="1836" y="5819"/>
                      <a:pt x="1702" y="5819"/>
                      <a:pt x="1565" y="5819"/>
                    </a:cubicBezTo>
                    <a:cubicBezTo>
                      <a:pt x="802" y="5809"/>
                      <a:pt x="622" y="5807"/>
                      <a:pt x="58" y="5258"/>
                    </a:cubicBezTo>
                    <a:cubicBezTo>
                      <a:pt x="0" y="4769"/>
                      <a:pt x="0" y="4769"/>
                      <a:pt x="8" y="4181"/>
                    </a:cubicBezTo>
                    <a:cubicBezTo>
                      <a:pt x="10" y="3971"/>
                      <a:pt x="13" y="3761"/>
                      <a:pt x="13" y="3546"/>
                    </a:cubicBezTo>
                    <a:cubicBezTo>
                      <a:pt x="18" y="3326"/>
                      <a:pt x="23" y="3106"/>
                      <a:pt x="25" y="2879"/>
                    </a:cubicBezTo>
                    <a:cubicBezTo>
                      <a:pt x="28" y="2656"/>
                      <a:pt x="30" y="2436"/>
                      <a:pt x="33" y="2207"/>
                    </a:cubicBezTo>
                    <a:cubicBezTo>
                      <a:pt x="38" y="1658"/>
                      <a:pt x="48" y="1109"/>
                      <a:pt x="58" y="563"/>
                    </a:cubicBezTo>
                    <a:cubicBezTo>
                      <a:pt x="852" y="109"/>
                      <a:pt x="1434" y="5"/>
                      <a:pt x="2349" y="2"/>
                    </a:cubicBezTo>
                    <a:close/>
                    <a:moveTo>
                      <a:pt x="564" y="810"/>
                    </a:moveTo>
                    <a:cubicBezTo>
                      <a:pt x="501" y="1460"/>
                      <a:pt x="516" y="2118"/>
                      <a:pt x="516" y="2770"/>
                    </a:cubicBezTo>
                    <a:cubicBezTo>
                      <a:pt x="513" y="2953"/>
                      <a:pt x="511" y="3138"/>
                      <a:pt x="506" y="3326"/>
                    </a:cubicBezTo>
                    <a:cubicBezTo>
                      <a:pt x="506" y="3501"/>
                      <a:pt x="506" y="3677"/>
                      <a:pt x="506" y="3860"/>
                    </a:cubicBezTo>
                    <a:cubicBezTo>
                      <a:pt x="503" y="4020"/>
                      <a:pt x="503" y="4181"/>
                      <a:pt x="501" y="4349"/>
                    </a:cubicBezTo>
                    <a:cubicBezTo>
                      <a:pt x="564" y="4764"/>
                      <a:pt x="564" y="4764"/>
                      <a:pt x="1070" y="5258"/>
                    </a:cubicBezTo>
                    <a:cubicBezTo>
                      <a:pt x="1629" y="5317"/>
                      <a:pt x="1629" y="5317"/>
                      <a:pt x="2319" y="5315"/>
                    </a:cubicBezTo>
                    <a:cubicBezTo>
                      <a:pt x="2564" y="5312"/>
                      <a:pt x="2812" y="5312"/>
                      <a:pt x="3067" y="5312"/>
                    </a:cubicBezTo>
                    <a:cubicBezTo>
                      <a:pt x="3131" y="5312"/>
                      <a:pt x="3131" y="5312"/>
                      <a:pt x="3457" y="5308"/>
                    </a:cubicBezTo>
                    <a:cubicBezTo>
                      <a:pt x="3849" y="5303"/>
                      <a:pt x="4243" y="5303"/>
                      <a:pt x="4635" y="5303"/>
                    </a:cubicBezTo>
                    <a:cubicBezTo>
                      <a:pt x="6562" y="5293"/>
                      <a:pt x="6562" y="5293"/>
                      <a:pt x="7139" y="5011"/>
                    </a:cubicBezTo>
                    <a:cubicBezTo>
                      <a:pt x="7139" y="3625"/>
                      <a:pt x="7139" y="2239"/>
                      <a:pt x="7139" y="810"/>
                    </a:cubicBezTo>
                    <a:cubicBezTo>
                      <a:pt x="6494" y="494"/>
                      <a:pt x="6039" y="531"/>
                      <a:pt x="5320" y="529"/>
                    </a:cubicBezTo>
                    <a:cubicBezTo>
                      <a:pt x="5191" y="529"/>
                      <a:pt x="5065" y="529"/>
                      <a:pt x="4931" y="529"/>
                    </a:cubicBezTo>
                    <a:cubicBezTo>
                      <a:pt x="4663" y="529"/>
                      <a:pt x="4392" y="529"/>
                      <a:pt x="4122" y="531"/>
                    </a:cubicBezTo>
                    <a:cubicBezTo>
                      <a:pt x="3710" y="531"/>
                      <a:pt x="3295" y="531"/>
                      <a:pt x="2880" y="529"/>
                    </a:cubicBezTo>
                    <a:cubicBezTo>
                      <a:pt x="2620" y="529"/>
                      <a:pt x="2357" y="529"/>
                      <a:pt x="2096" y="529"/>
                    </a:cubicBezTo>
                    <a:cubicBezTo>
                      <a:pt x="1856" y="529"/>
                      <a:pt x="1616" y="531"/>
                      <a:pt x="1371" y="531"/>
                    </a:cubicBezTo>
                    <a:cubicBezTo>
                      <a:pt x="817" y="563"/>
                      <a:pt x="817" y="563"/>
                      <a:pt x="564" y="81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48" name="robot vector"/>
              <p:cNvSpPr/>
              <p:nvPr/>
            </p:nvSpPr>
            <p:spPr>
              <a:xfrm>
                <a:off x="14301323" y="5204121"/>
                <a:ext cx="79704" cy="53480"/>
              </a:xfrm>
              <a:custGeom>
                <a:avLst/>
                <a:gdLst/>
                <a:ahLst/>
                <a:cxnLst/>
                <a:rect l="0" t="0" r="r" b="b"/>
                <a:pathLst>
                  <a:path w="8717" h="5849" fill="norm" stroke="0">
                    <a:moveTo>
                      <a:pt x="2673" y="2"/>
                    </a:moveTo>
                    <a:cubicBezTo>
                      <a:pt x="2797" y="2"/>
                      <a:pt x="2921" y="2"/>
                      <a:pt x="3050" y="0"/>
                    </a:cubicBezTo>
                    <a:cubicBezTo>
                      <a:pt x="3310" y="0"/>
                      <a:pt x="3571" y="2"/>
                      <a:pt x="3834" y="2"/>
                    </a:cubicBezTo>
                    <a:cubicBezTo>
                      <a:pt x="4228" y="7"/>
                      <a:pt x="4625" y="2"/>
                      <a:pt x="5022" y="0"/>
                    </a:cubicBezTo>
                    <a:cubicBezTo>
                      <a:pt x="5275" y="0"/>
                      <a:pt x="5530" y="2"/>
                      <a:pt x="5786" y="2"/>
                    </a:cubicBezTo>
                    <a:cubicBezTo>
                      <a:pt x="6016" y="2"/>
                      <a:pt x="6243" y="2"/>
                      <a:pt x="6481" y="5"/>
                    </a:cubicBezTo>
                    <a:cubicBezTo>
                      <a:pt x="7270" y="82"/>
                      <a:pt x="8077" y="242"/>
                      <a:pt x="8656" y="810"/>
                    </a:cubicBezTo>
                    <a:cubicBezTo>
                      <a:pt x="8717" y="1497"/>
                      <a:pt x="8701" y="2189"/>
                      <a:pt x="8701" y="2879"/>
                    </a:cubicBezTo>
                    <a:cubicBezTo>
                      <a:pt x="8706" y="3071"/>
                      <a:pt x="8709" y="3264"/>
                      <a:pt x="8711" y="3464"/>
                    </a:cubicBezTo>
                    <a:cubicBezTo>
                      <a:pt x="8711" y="3650"/>
                      <a:pt x="8711" y="3835"/>
                      <a:pt x="8714" y="4028"/>
                    </a:cubicBezTo>
                    <a:cubicBezTo>
                      <a:pt x="8714" y="4198"/>
                      <a:pt x="8714" y="4369"/>
                      <a:pt x="8717" y="4544"/>
                    </a:cubicBezTo>
                    <a:cubicBezTo>
                      <a:pt x="8641" y="5120"/>
                      <a:pt x="8593" y="5357"/>
                      <a:pt x="8150" y="5752"/>
                    </a:cubicBezTo>
                    <a:cubicBezTo>
                      <a:pt x="7563" y="5824"/>
                      <a:pt x="7045" y="5849"/>
                      <a:pt x="6458" y="5841"/>
                    </a:cubicBezTo>
                    <a:cubicBezTo>
                      <a:pt x="6291" y="5841"/>
                      <a:pt x="6125" y="5841"/>
                      <a:pt x="5953" y="5841"/>
                    </a:cubicBezTo>
                    <a:cubicBezTo>
                      <a:pt x="5601" y="5841"/>
                      <a:pt x="5250" y="5839"/>
                      <a:pt x="4898" y="5834"/>
                    </a:cubicBezTo>
                    <a:cubicBezTo>
                      <a:pt x="4357" y="5829"/>
                      <a:pt x="3818" y="5829"/>
                      <a:pt x="3280" y="5831"/>
                    </a:cubicBezTo>
                    <a:cubicBezTo>
                      <a:pt x="2938" y="5829"/>
                      <a:pt x="2597" y="5829"/>
                      <a:pt x="2253" y="5826"/>
                    </a:cubicBezTo>
                    <a:cubicBezTo>
                      <a:pt x="2091" y="5826"/>
                      <a:pt x="1929" y="5826"/>
                      <a:pt x="1765" y="5826"/>
                    </a:cubicBezTo>
                    <a:cubicBezTo>
                      <a:pt x="622" y="5809"/>
                      <a:pt x="622" y="5809"/>
                      <a:pt x="58" y="5258"/>
                    </a:cubicBezTo>
                    <a:cubicBezTo>
                      <a:pt x="0" y="4769"/>
                      <a:pt x="0" y="4769"/>
                      <a:pt x="8" y="4181"/>
                    </a:cubicBezTo>
                    <a:cubicBezTo>
                      <a:pt x="10" y="3971"/>
                      <a:pt x="10" y="3761"/>
                      <a:pt x="13" y="3546"/>
                    </a:cubicBezTo>
                    <a:cubicBezTo>
                      <a:pt x="18" y="3326"/>
                      <a:pt x="20" y="3106"/>
                      <a:pt x="25" y="2879"/>
                    </a:cubicBezTo>
                    <a:cubicBezTo>
                      <a:pt x="28" y="2656"/>
                      <a:pt x="30" y="2436"/>
                      <a:pt x="33" y="2207"/>
                    </a:cubicBezTo>
                    <a:cubicBezTo>
                      <a:pt x="38" y="1658"/>
                      <a:pt x="48" y="1109"/>
                      <a:pt x="58" y="563"/>
                    </a:cubicBezTo>
                    <a:cubicBezTo>
                      <a:pt x="969" y="158"/>
                      <a:pt x="1656" y="5"/>
                      <a:pt x="2673" y="2"/>
                    </a:cubicBezTo>
                    <a:close/>
                    <a:moveTo>
                      <a:pt x="564" y="810"/>
                    </a:moveTo>
                    <a:cubicBezTo>
                      <a:pt x="556" y="1505"/>
                      <a:pt x="551" y="2199"/>
                      <a:pt x="546" y="2893"/>
                    </a:cubicBezTo>
                    <a:cubicBezTo>
                      <a:pt x="546" y="3094"/>
                      <a:pt x="544" y="3291"/>
                      <a:pt x="541" y="3494"/>
                    </a:cubicBezTo>
                    <a:cubicBezTo>
                      <a:pt x="541" y="3684"/>
                      <a:pt x="539" y="3872"/>
                      <a:pt x="539" y="4067"/>
                    </a:cubicBezTo>
                    <a:cubicBezTo>
                      <a:pt x="536" y="4243"/>
                      <a:pt x="536" y="4416"/>
                      <a:pt x="534" y="4596"/>
                    </a:cubicBezTo>
                    <a:cubicBezTo>
                      <a:pt x="564" y="5011"/>
                      <a:pt x="564" y="5011"/>
                      <a:pt x="817" y="5258"/>
                    </a:cubicBezTo>
                    <a:cubicBezTo>
                      <a:pt x="1340" y="5283"/>
                      <a:pt x="1856" y="5293"/>
                      <a:pt x="2380" y="5290"/>
                    </a:cubicBezTo>
                    <a:cubicBezTo>
                      <a:pt x="2536" y="5290"/>
                      <a:pt x="2693" y="5290"/>
                      <a:pt x="2855" y="5290"/>
                    </a:cubicBezTo>
                    <a:cubicBezTo>
                      <a:pt x="3184" y="5290"/>
                      <a:pt x="3515" y="5290"/>
                      <a:pt x="3846" y="5290"/>
                    </a:cubicBezTo>
                    <a:cubicBezTo>
                      <a:pt x="4354" y="5288"/>
                      <a:pt x="4863" y="5290"/>
                      <a:pt x="5369" y="5290"/>
                    </a:cubicBezTo>
                    <a:cubicBezTo>
                      <a:pt x="5690" y="5290"/>
                      <a:pt x="6011" y="5290"/>
                      <a:pt x="6332" y="5290"/>
                    </a:cubicBezTo>
                    <a:cubicBezTo>
                      <a:pt x="6484" y="5290"/>
                      <a:pt x="6638" y="5290"/>
                      <a:pt x="6795" y="5290"/>
                    </a:cubicBezTo>
                    <a:cubicBezTo>
                      <a:pt x="7867" y="5285"/>
                      <a:pt x="7867" y="5285"/>
                      <a:pt x="8150" y="5011"/>
                    </a:cubicBezTo>
                    <a:cubicBezTo>
                      <a:pt x="8211" y="4359"/>
                      <a:pt x="8196" y="3704"/>
                      <a:pt x="8196" y="3049"/>
                    </a:cubicBezTo>
                    <a:cubicBezTo>
                      <a:pt x="8198" y="2958"/>
                      <a:pt x="8198" y="2958"/>
                      <a:pt x="8206" y="2493"/>
                    </a:cubicBezTo>
                    <a:cubicBezTo>
                      <a:pt x="8206" y="2318"/>
                      <a:pt x="8206" y="2142"/>
                      <a:pt x="8208" y="1962"/>
                    </a:cubicBezTo>
                    <a:cubicBezTo>
                      <a:pt x="8208" y="1880"/>
                      <a:pt x="8208" y="1880"/>
                      <a:pt x="8211" y="1473"/>
                    </a:cubicBezTo>
                    <a:cubicBezTo>
                      <a:pt x="8150" y="1058"/>
                      <a:pt x="8150" y="1058"/>
                      <a:pt x="7644" y="563"/>
                    </a:cubicBezTo>
                    <a:cubicBezTo>
                      <a:pt x="7141" y="516"/>
                      <a:pt x="6676" y="499"/>
                      <a:pt x="6173" y="507"/>
                    </a:cubicBezTo>
                    <a:cubicBezTo>
                      <a:pt x="6102" y="507"/>
                      <a:pt x="6102" y="507"/>
                      <a:pt x="5738" y="507"/>
                    </a:cubicBezTo>
                    <a:cubicBezTo>
                      <a:pt x="5432" y="507"/>
                      <a:pt x="5128" y="509"/>
                      <a:pt x="4825" y="511"/>
                    </a:cubicBezTo>
                    <a:cubicBezTo>
                      <a:pt x="4357" y="516"/>
                      <a:pt x="3892" y="516"/>
                      <a:pt x="3426" y="516"/>
                    </a:cubicBezTo>
                    <a:cubicBezTo>
                      <a:pt x="3131" y="516"/>
                      <a:pt x="2835" y="519"/>
                      <a:pt x="2539" y="521"/>
                    </a:cubicBezTo>
                    <a:cubicBezTo>
                      <a:pt x="2400" y="521"/>
                      <a:pt x="2258" y="521"/>
                      <a:pt x="2117" y="521"/>
                    </a:cubicBezTo>
                    <a:cubicBezTo>
                      <a:pt x="1512" y="529"/>
                      <a:pt x="1110" y="541"/>
                      <a:pt x="564" y="810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49" name="robot vector"/>
              <p:cNvSpPr/>
              <p:nvPr/>
            </p:nvSpPr>
            <p:spPr>
              <a:xfrm>
                <a:off x="14213980" y="4967505"/>
                <a:ext cx="53182" cy="28401"/>
              </a:xfrm>
              <a:custGeom>
                <a:avLst/>
                <a:gdLst/>
                <a:ahLst/>
                <a:cxnLst/>
                <a:rect l="0" t="0" r="r" b="b"/>
                <a:pathLst>
                  <a:path w="5816" h="3106" fill="norm" stroke="0">
                    <a:moveTo>
                      <a:pt x="1517" y="0"/>
                    </a:moveTo>
                    <a:cubicBezTo>
                      <a:pt x="2190" y="220"/>
                      <a:pt x="2857" y="450"/>
                      <a:pt x="3525" y="680"/>
                    </a:cubicBezTo>
                    <a:cubicBezTo>
                      <a:pt x="3715" y="741"/>
                      <a:pt x="3907" y="806"/>
                      <a:pt x="4102" y="870"/>
                    </a:cubicBezTo>
                    <a:cubicBezTo>
                      <a:pt x="4284" y="932"/>
                      <a:pt x="4466" y="996"/>
                      <a:pt x="4653" y="1062"/>
                    </a:cubicBezTo>
                    <a:cubicBezTo>
                      <a:pt x="4822" y="1119"/>
                      <a:pt x="4989" y="1176"/>
                      <a:pt x="5164" y="1235"/>
                    </a:cubicBezTo>
                    <a:cubicBezTo>
                      <a:pt x="5563" y="1483"/>
                      <a:pt x="5563" y="1483"/>
                      <a:pt x="5778" y="1972"/>
                    </a:cubicBezTo>
                    <a:cubicBezTo>
                      <a:pt x="5783" y="2053"/>
                      <a:pt x="5783" y="2053"/>
                      <a:pt x="5816" y="2471"/>
                    </a:cubicBezTo>
                    <a:cubicBezTo>
                      <a:pt x="5166" y="3106"/>
                      <a:pt x="4868" y="3034"/>
                      <a:pt x="3993" y="3044"/>
                    </a:cubicBezTo>
                    <a:cubicBezTo>
                      <a:pt x="3821" y="3044"/>
                      <a:pt x="3651" y="3044"/>
                      <a:pt x="3477" y="3042"/>
                    </a:cubicBezTo>
                    <a:cubicBezTo>
                      <a:pt x="3394" y="3044"/>
                      <a:pt x="3394" y="3044"/>
                      <a:pt x="2974" y="3054"/>
                    </a:cubicBezTo>
                    <a:cubicBezTo>
                      <a:pt x="1780" y="3057"/>
                      <a:pt x="1029" y="2814"/>
                      <a:pt x="0" y="2224"/>
                    </a:cubicBezTo>
                    <a:cubicBezTo>
                      <a:pt x="341" y="1221"/>
                      <a:pt x="733" y="729"/>
                      <a:pt x="15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50" name="robot vector"/>
              <p:cNvSpPr/>
              <p:nvPr/>
            </p:nvSpPr>
            <p:spPr>
              <a:xfrm>
                <a:off x="14284027" y="5051862"/>
                <a:ext cx="72374" cy="76775"/>
              </a:xfrm>
              <a:custGeom>
                <a:avLst/>
                <a:gdLst/>
                <a:ahLst/>
                <a:cxnLst/>
                <a:rect l="0" t="0" r="r" b="b"/>
                <a:pathLst>
                  <a:path w="7915" h="8396" fill="norm" stroke="0">
                    <a:moveTo>
                      <a:pt x="6150" y="865"/>
                    </a:moveTo>
                    <a:cubicBezTo>
                      <a:pt x="7063" y="1614"/>
                      <a:pt x="7660" y="2552"/>
                      <a:pt x="7869" y="3701"/>
                    </a:cubicBezTo>
                    <a:cubicBezTo>
                      <a:pt x="7915" y="4880"/>
                      <a:pt x="7763" y="5893"/>
                      <a:pt x="7007" y="6835"/>
                    </a:cubicBezTo>
                    <a:cubicBezTo>
                      <a:pt x="6013" y="7816"/>
                      <a:pt x="5194" y="8342"/>
                      <a:pt x="3765" y="8396"/>
                    </a:cubicBezTo>
                    <a:cubicBezTo>
                      <a:pt x="2509" y="8376"/>
                      <a:pt x="1795" y="7922"/>
                      <a:pt x="928" y="7074"/>
                    </a:cubicBezTo>
                    <a:cubicBezTo>
                      <a:pt x="177" y="6261"/>
                      <a:pt x="0" y="5616"/>
                      <a:pt x="20" y="4534"/>
                    </a:cubicBezTo>
                    <a:cubicBezTo>
                      <a:pt x="23" y="4393"/>
                      <a:pt x="23" y="4252"/>
                      <a:pt x="25" y="4109"/>
                    </a:cubicBezTo>
                    <a:cubicBezTo>
                      <a:pt x="86" y="2926"/>
                      <a:pt x="460" y="2152"/>
                      <a:pt x="1282" y="1265"/>
                    </a:cubicBezTo>
                    <a:cubicBezTo>
                      <a:pt x="2577" y="138"/>
                      <a:pt x="4640" y="0"/>
                      <a:pt x="6150" y="865"/>
                    </a:cubicBezTo>
                    <a:close/>
                    <a:moveTo>
                      <a:pt x="1125" y="2004"/>
                    </a:moveTo>
                    <a:cubicBezTo>
                      <a:pt x="473" y="2965"/>
                      <a:pt x="248" y="3884"/>
                      <a:pt x="298" y="5036"/>
                    </a:cubicBezTo>
                    <a:cubicBezTo>
                      <a:pt x="541" y="6066"/>
                      <a:pt x="1176" y="6857"/>
                      <a:pt x="1950" y="7576"/>
                    </a:cubicBezTo>
                    <a:cubicBezTo>
                      <a:pt x="2557" y="7872"/>
                      <a:pt x="3156" y="7865"/>
                      <a:pt x="3829" y="7870"/>
                    </a:cubicBezTo>
                    <a:cubicBezTo>
                      <a:pt x="3927" y="7872"/>
                      <a:pt x="3927" y="7872"/>
                      <a:pt x="4413" y="7880"/>
                    </a:cubicBezTo>
                    <a:cubicBezTo>
                      <a:pt x="5191" y="7803"/>
                      <a:pt x="5740" y="7568"/>
                      <a:pt x="6307" y="7037"/>
                    </a:cubicBezTo>
                    <a:cubicBezTo>
                      <a:pt x="6385" y="6936"/>
                      <a:pt x="6466" y="6832"/>
                      <a:pt x="6547" y="6728"/>
                    </a:cubicBezTo>
                    <a:cubicBezTo>
                      <a:pt x="6630" y="6627"/>
                      <a:pt x="6711" y="6523"/>
                      <a:pt x="6795" y="6419"/>
                    </a:cubicBezTo>
                    <a:cubicBezTo>
                      <a:pt x="7437" y="5426"/>
                      <a:pt x="7402" y="4262"/>
                      <a:pt x="7260" y="3128"/>
                    </a:cubicBezTo>
                    <a:cubicBezTo>
                      <a:pt x="6914" y="2278"/>
                      <a:pt x="6393" y="1764"/>
                      <a:pt x="5680" y="1184"/>
                    </a:cubicBezTo>
                    <a:cubicBezTo>
                      <a:pt x="4086" y="546"/>
                      <a:pt x="2296" y="692"/>
                      <a:pt x="1125" y="2004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51" name="robot vector"/>
              <p:cNvSpPr/>
              <p:nvPr/>
            </p:nvSpPr>
            <p:spPr>
              <a:xfrm>
                <a:off x="14388841" y="4994105"/>
                <a:ext cx="54061" cy="58587"/>
              </a:xfrm>
              <a:custGeom>
                <a:avLst/>
                <a:gdLst/>
                <a:ahLst/>
                <a:cxnLst/>
                <a:rect l="0" t="0" r="r" b="b"/>
                <a:pathLst>
                  <a:path w="5912" h="6407" fill="norm" stroke="0">
                    <a:moveTo>
                      <a:pt x="1123" y="0"/>
                    </a:moveTo>
                    <a:cubicBezTo>
                      <a:pt x="1333" y="2"/>
                      <a:pt x="1540" y="5"/>
                      <a:pt x="1757" y="7"/>
                    </a:cubicBezTo>
                    <a:cubicBezTo>
                      <a:pt x="1983" y="10"/>
                      <a:pt x="2210" y="10"/>
                      <a:pt x="2443" y="12"/>
                    </a:cubicBezTo>
                    <a:cubicBezTo>
                      <a:pt x="2562" y="15"/>
                      <a:pt x="2562" y="15"/>
                      <a:pt x="3161" y="25"/>
                    </a:cubicBezTo>
                    <a:cubicBezTo>
                      <a:pt x="3401" y="27"/>
                      <a:pt x="3639" y="30"/>
                      <a:pt x="3887" y="32"/>
                    </a:cubicBezTo>
                    <a:cubicBezTo>
                      <a:pt x="4476" y="37"/>
                      <a:pt x="5068" y="47"/>
                      <a:pt x="5659" y="57"/>
                    </a:cubicBezTo>
                    <a:cubicBezTo>
                      <a:pt x="5814" y="521"/>
                      <a:pt x="5814" y="521"/>
                      <a:pt x="5912" y="1045"/>
                    </a:cubicBezTo>
                    <a:cubicBezTo>
                      <a:pt x="5662" y="1280"/>
                      <a:pt x="5414" y="1515"/>
                      <a:pt x="5154" y="1740"/>
                    </a:cubicBezTo>
                    <a:cubicBezTo>
                      <a:pt x="4739" y="2219"/>
                      <a:pt x="4663" y="2701"/>
                      <a:pt x="4602" y="3316"/>
                    </a:cubicBezTo>
                    <a:cubicBezTo>
                      <a:pt x="4671" y="3986"/>
                      <a:pt x="4979" y="4393"/>
                      <a:pt x="5404" y="4910"/>
                    </a:cubicBezTo>
                    <a:cubicBezTo>
                      <a:pt x="5672" y="5261"/>
                      <a:pt x="5793" y="5567"/>
                      <a:pt x="5912" y="5987"/>
                    </a:cubicBezTo>
                    <a:cubicBezTo>
                      <a:pt x="5050" y="6407"/>
                      <a:pt x="4094" y="6279"/>
                      <a:pt x="3146" y="6279"/>
                    </a:cubicBezTo>
                    <a:cubicBezTo>
                      <a:pt x="3042" y="6281"/>
                      <a:pt x="3042" y="6281"/>
                      <a:pt x="2514" y="6289"/>
                    </a:cubicBezTo>
                    <a:cubicBezTo>
                      <a:pt x="2412" y="6289"/>
                      <a:pt x="2412" y="6289"/>
                      <a:pt x="1907" y="6291"/>
                    </a:cubicBezTo>
                    <a:cubicBezTo>
                      <a:pt x="1722" y="6291"/>
                      <a:pt x="1540" y="6293"/>
                      <a:pt x="1350" y="6293"/>
                    </a:cubicBezTo>
                    <a:cubicBezTo>
                      <a:pt x="771" y="6224"/>
                      <a:pt x="506" y="6145"/>
                      <a:pt x="96" y="5740"/>
                    </a:cubicBezTo>
                    <a:cubicBezTo>
                      <a:pt x="0" y="5214"/>
                      <a:pt x="0" y="5214"/>
                      <a:pt x="3" y="4574"/>
                    </a:cubicBezTo>
                    <a:cubicBezTo>
                      <a:pt x="3" y="4344"/>
                      <a:pt x="5" y="4112"/>
                      <a:pt x="5" y="3874"/>
                    </a:cubicBezTo>
                    <a:cubicBezTo>
                      <a:pt x="8" y="3635"/>
                      <a:pt x="13" y="3393"/>
                      <a:pt x="15" y="3145"/>
                    </a:cubicBezTo>
                    <a:cubicBezTo>
                      <a:pt x="15" y="3024"/>
                      <a:pt x="15" y="3024"/>
                      <a:pt x="13" y="2414"/>
                    </a:cubicBezTo>
                    <a:cubicBezTo>
                      <a:pt x="33" y="116"/>
                      <a:pt x="33" y="116"/>
                      <a:pt x="1123" y="0"/>
                    </a:cubicBezTo>
                    <a:close/>
                    <a:moveTo>
                      <a:pt x="349" y="1045"/>
                    </a:moveTo>
                    <a:cubicBezTo>
                      <a:pt x="283" y="1478"/>
                      <a:pt x="283" y="1478"/>
                      <a:pt x="281" y="1994"/>
                    </a:cubicBezTo>
                    <a:cubicBezTo>
                      <a:pt x="281" y="2179"/>
                      <a:pt x="281" y="2365"/>
                      <a:pt x="278" y="2557"/>
                    </a:cubicBezTo>
                    <a:cubicBezTo>
                      <a:pt x="281" y="2750"/>
                      <a:pt x="283" y="2945"/>
                      <a:pt x="286" y="3145"/>
                    </a:cubicBezTo>
                    <a:cubicBezTo>
                      <a:pt x="283" y="3338"/>
                      <a:pt x="281" y="3533"/>
                      <a:pt x="278" y="3734"/>
                    </a:cubicBezTo>
                    <a:cubicBezTo>
                      <a:pt x="281" y="3919"/>
                      <a:pt x="281" y="4104"/>
                      <a:pt x="281" y="4294"/>
                    </a:cubicBezTo>
                    <a:cubicBezTo>
                      <a:pt x="281" y="4465"/>
                      <a:pt x="283" y="4635"/>
                      <a:pt x="283" y="4811"/>
                    </a:cubicBezTo>
                    <a:cubicBezTo>
                      <a:pt x="349" y="5246"/>
                      <a:pt x="349" y="5246"/>
                      <a:pt x="855" y="5740"/>
                    </a:cubicBezTo>
                    <a:cubicBezTo>
                      <a:pt x="1259" y="5794"/>
                      <a:pt x="1259" y="5794"/>
                      <a:pt x="1732" y="5787"/>
                    </a:cubicBezTo>
                    <a:cubicBezTo>
                      <a:pt x="1902" y="5787"/>
                      <a:pt x="2071" y="5784"/>
                      <a:pt x="2246" y="5782"/>
                    </a:cubicBezTo>
                    <a:cubicBezTo>
                      <a:pt x="2334" y="5780"/>
                      <a:pt x="2334" y="5780"/>
                      <a:pt x="2782" y="5770"/>
                    </a:cubicBezTo>
                    <a:cubicBezTo>
                      <a:pt x="2961" y="5767"/>
                      <a:pt x="3138" y="5765"/>
                      <a:pt x="3323" y="5762"/>
                    </a:cubicBezTo>
                    <a:cubicBezTo>
                      <a:pt x="3765" y="5757"/>
                      <a:pt x="4205" y="5750"/>
                      <a:pt x="4648" y="5740"/>
                    </a:cubicBezTo>
                    <a:cubicBezTo>
                      <a:pt x="4797" y="5404"/>
                      <a:pt x="4797" y="5404"/>
                      <a:pt x="4901" y="4999"/>
                    </a:cubicBezTo>
                    <a:cubicBezTo>
                      <a:pt x="4774" y="4813"/>
                      <a:pt x="4650" y="4631"/>
                      <a:pt x="4521" y="4443"/>
                    </a:cubicBezTo>
                    <a:cubicBezTo>
                      <a:pt x="4056" y="3751"/>
                      <a:pt x="4102" y="3249"/>
                      <a:pt x="4261" y="2456"/>
                    </a:cubicBezTo>
                    <a:cubicBezTo>
                      <a:pt x="4461" y="1821"/>
                      <a:pt x="4764" y="1342"/>
                      <a:pt x="5154" y="798"/>
                    </a:cubicBezTo>
                    <a:cubicBezTo>
                      <a:pt x="4633" y="289"/>
                      <a:pt x="3591" y="504"/>
                      <a:pt x="2893" y="504"/>
                    </a:cubicBezTo>
                    <a:cubicBezTo>
                      <a:pt x="2706" y="502"/>
                      <a:pt x="2519" y="499"/>
                      <a:pt x="2324" y="494"/>
                    </a:cubicBezTo>
                    <a:cubicBezTo>
                      <a:pt x="2144" y="494"/>
                      <a:pt x="1965" y="494"/>
                      <a:pt x="1780" y="494"/>
                    </a:cubicBezTo>
                    <a:cubicBezTo>
                      <a:pt x="1613" y="492"/>
                      <a:pt x="1449" y="492"/>
                      <a:pt x="1280" y="489"/>
                    </a:cubicBezTo>
                    <a:cubicBezTo>
                      <a:pt x="855" y="551"/>
                      <a:pt x="855" y="551"/>
                      <a:pt x="349" y="1045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52" name="robot vector"/>
              <p:cNvSpPr/>
              <p:nvPr/>
            </p:nvSpPr>
            <p:spPr>
              <a:xfrm>
                <a:off x="14463700" y="4993042"/>
                <a:ext cx="54130" cy="58609"/>
              </a:xfrm>
              <a:custGeom>
                <a:avLst/>
                <a:gdLst/>
                <a:ahLst/>
                <a:cxnLst/>
                <a:rect l="0" t="0" r="r" b="b"/>
                <a:pathLst>
                  <a:path w="5920" h="6410" fill="norm" stroke="0">
                    <a:moveTo>
                      <a:pt x="2766" y="126"/>
                    </a:moveTo>
                    <a:cubicBezTo>
                      <a:pt x="2870" y="124"/>
                      <a:pt x="2870" y="124"/>
                      <a:pt x="3399" y="116"/>
                    </a:cubicBezTo>
                    <a:cubicBezTo>
                      <a:pt x="3497" y="116"/>
                      <a:pt x="3497" y="116"/>
                      <a:pt x="4006" y="116"/>
                    </a:cubicBezTo>
                    <a:cubicBezTo>
                      <a:pt x="4190" y="114"/>
                      <a:pt x="4372" y="114"/>
                      <a:pt x="4562" y="111"/>
                    </a:cubicBezTo>
                    <a:cubicBezTo>
                      <a:pt x="5141" y="183"/>
                      <a:pt x="5406" y="259"/>
                      <a:pt x="5816" y="667"/>
                    </a:cubicBezTo>
                    <a:cubicBezTo>
                      <a:pt x="5915" y="1191"/>
                      <a:pt x="5915" y="1191"/>
                      <a:pt x="5917" y="1833"/>
                    </a:cubicBezTo>
                    <a:cubicBezTo>
                      <a:pt x="5917" y="1947"/>
                      <a:pt x="5917" y="1947"/>
                      <a:pt x="5920" y="2530"/>
                    </a:cubicBezTo>
                    <a:cubicBezTo>
                      <a:pt x="5917" y="2772"/>
                      <a:pt x="5915" y="3012"/>
                      <a:pt x="5912" y="3262"/>
                    </a:cubicBezTo>
                    <a:cubicBezTo>
                      <a:pt x="5915" y="3501"/>
                      <a:pt x="5917" y="3743"/>
                      <a:pt x="5920" y="3991"/>
                    </a:cubicBezTo>
                    <a:cubicBezTo>
                      <a:pt x="5920" y="4223"/>
                      <a:pt x="5917" y="4453"/>
                      <a:pt x="5917" y="4690"/>
                    </a:cubicBezTo>
                    <a:cubicBezTo>
                      <a:pt x="5917" y="4796"/>
                      <a:pt x="5917" y="4796"/>
                      <a:pt x="5915" y="5330"/>
                    </a:cubicBezTo>
                    <a:cubicBezTo>
                      <a:pt x="5816" y="5856"/>
                      <a:pt x="5816" y="5856"/>
                      <a:pt x="5490" y="6172"/>
                    </a:cubicBezTo>
                    <a:cubicBezTo>
                      <a:pt x="4997" y="6375"/>
                      <a:pt x="4650" y="6410"/>
                      <a:pt x="4117" y="6407"/>
                    </a:cubicBezTo>
                    <a:cubicBezTo>
                      <a:pt x="3940" y="6407"/>
                      <a:pt x="3760" y="6405"/>
                      <a:pt x="3578" y="6405"/>
                    </a:cubicBezTo>
                    <a:cubicBezTo>
                      <a:pt x="3394" y="6402"/>
                      <a:pt x="3209" y="6400"/>
                      <a:pt x="3019" y="6397"/>
                    </a:cubicBezTo>
                    <a:cubicBezTo>
                      <a:pt x="2835" y="6395"/>
                      <a:pt x="2648" y="6395"/>
                      <a:pt x="2458" y="6395"/>
                    </a:cubicBezTo>
                    <a:cubicBezTo>
                      <a:pt x="1082" y="6385"/>
                      <a:pt x="1082" y="6385"/>
                      <a:pt x="506" y="6103"/>
                    </a:cubicBezTo>
                    <a:cubicBezTo>
                      <a:pt x="971" y="5159"/>
                      <a:pt x="971" y="5159"/>
                      <a:pt x="1297" y="4791"/>
                    </a:cubicBezTo>
                    <a:cubicBezTo>
                      <a:pt x="1737" y="3958"/>
                      <a:pt x="1555" y="2977"/>
                      <a:pt x="1454" y="2073"/>
                    </a:cubicBezTo>
                    <a:cubicBezTo>
                      <a:pt x="1194" y="1495"/>
                      <a:pt x="824" y="1423"/>
                      <a:pt x="253" y="1161"/>
                    </a:cubicBezTo>
                    <a:cubicBezTo>
                      <a:pt x="63" y="759"/>
                      <a:pt x="63" y="759"/>
                      <a:pt x="0" y="420"/>
                    </a:cubicBezTo>
                    <a:cubicBezTo>
                      <a:pt x="862" y="0"/>
                      <a:pt x="1818" y="126"/>
                      <a:pt x="2766" y="126"/>
                    </a:cubicBezTo>
                    <a:close/>
                    <a:moveTo>
                      <a:pt x="1264" y="667"/>
                    </a:moveTo>
                    <a:cubicBezTo>
                      <a:pt x="1264" y="1408"/>
                      <a:pt x="1264" y="1408"/>
                      <a:pt x="1659" y="1932"/>
                    </a:cubicBezTo>
                    <a:cubicBezTo>
                      <a:pt x="2182" y="2718"/>
                      <a:pt x="2000" y="3440"/>
                      <a:pt x="1854" y="4327"/>
                    </a:cubicBezTo>
                    <a:cubicBezTo>
                      <a:pt x="1775" y="4845"/>
                      <a:pt x="1757" y="5332"/>
                      <a:pt x="1770" y="5856"/>
                    </a:cubicBezTo>
                    <a:cubicBezTo>
                      <a:pt x="2309" y="5868"/>
                      <a:pt x="2845" y="5878"/>
                      <a:pt x="3383" y="5886"/>
                    </a:cubicBezTo>
                    <a:cubicBezTo>
                      <a:pt x="3535" y="5891"/>
                      <a:pt x="3687" y="5896"/>
                      <a:pt x="3846" y="5898"/>
                    </a:cubicBezTo>
                    <a:cubicBezTo>
                      <a:pt x="3993" y="5901"/>
                      <a:pt x="4140" y="5903"/>
                      <a:pt x="4289" y="5903"/>
                    </a:cubicBezTo>
                    <a:cubicBezTo>
                      <a:pt x="4357" y="5906"/>
                      <a:pt x="4357" y="5906"/>
                      <a:pt x="4698" y="5910"/>
                    </a:cubicBezTo>
                    <a:cubicBezTo>
                      <a:pt x="5057" y="5856"/>
                      <a:pt x="5057" y="5856"/>
                      <a:pt x="5563" y="5362"/>
                    </a:cubicBezTo>
                    <a:cubicBezTo>
                      <a:pt x="5629" y="4954"/>
                      <a:pt x="5629" y="4954"/>
                      <a:pt x="5631" y="4475"/>
                    </a:cubicBezTo>
                    <a:cubicBezTo>
                      <a:pt x="5631" y="4302"/>
                      <a:pt x="5631" y="4126"/>
                      <a:pt x="5634" y="3949"/>
                    </a:cubicBezTo>
                    <a:cubicBezTo>
                      <a:pt x="5631" y="3768"/>
                      <a:pt x="5629" y="3588"/>
                      <a:pt x="5626" y="3400"/>
                    </a:cubicBezTo>
                    <a:cubicBezTo>
                      <a:pt x="5629" y="3220"/>
                      <a:pt x="5631" y="3039"/>
                      <a:pt x="5634" y="2854"/>
                    </a:cubicBezTo>
                    <a:cubicBezTo>
                      <a:pt x="5631" y="2767"/>
                      <a:pt x="5631" y="2767"/>
                      <a:pt x="5631" y="2328"/>
                    </a:cubicBezTo>
                    <a:cubicBezTo>
                      <a:pt x="5631" y="2169"/>
                      <a:pt x="5629" y="2011"/>
                      <a:pt x="5629" y="1848"/>
                    </a:cubicBezTo>
                    <a:cubicBezTo>
                      <a:pt x="5551" y="1319"/>
                      <a:pt x="5429" y="1055"/>
                      <a:pt x="5057" y="667"/>
                    </a:cubicBezTo>
                    <a:cubicBezTo>
                      <a:pt x="4653" y="583"/>
                      <a:pt x="4653" y="583"/>
                      <a:pt x="4180" y="593"/>
                    </a:cubicBezTo>
                    <a:cubicBezTo>
                      <a:pt x="4011" y="595"/>
                      <a:pt x="3841" y="598"/>
                      <a:pt x="3664" y="600"/>
                    </a:cubicBezTo>
                    <a:cubicBezTo>
                      <a:pt x="3578" y="605"/>
                      <a:pt x="3578" y="605"/>
                      <a:pt x="3131" y="620"/>
                    </a:cubicBezTo>
                    <a:cubicBezTo>
                      <a:pt x="2951" y="623"/>
                      <a:pt x="2771" y="628"/>
                      <a:pt x="2589" y="630"/>
                    </a:cubicBezTo>
                    <a:cubicBezTo>
                      <a:pt x="2147" y="640"/>
                      <a:pt x="1707" y="652"/>
                      <a:pt x="1264" y="667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53" name="robot vector"/>
              <p:cNvSpPr/>
              <p:nvPr/>
            </p:nvSpPr>
            <p:spPr>
              <a:xfrm>
                <a:off x="14577013" y="4962845"/>
                <a:ext cx="30060" cy="41551"/>
              </a:xfrm>
              <a:custGeom>
                <a:avLst/>
                <a:gdLst/>
                <a:ahLst/>
                <a:cxnLst/>
                <a:rect l="0" t="0" r="r" b="b"/>
                <a:pathLst>
                  <a:path w="3287" h="4544" fill="norm" stroke="0">
                    <a:moveTo>
                      <a:pt x="900" y="0"/>
                    </a:moveTo>
                    <a:cubicBezTo>
                      <a:pt x="1001" y="2"/>
                      <a:pt x="1001" y="2"/>
                      <a:pt x="1517" y="15"/>
                    </a:cubicBezTo>
                    <a:cubicBezTo>
                      <a:pt x="1603" y="170"/>
                      <a:pt x="1687" y="326"/>
                      <a:pt x="1775" y="484"/>
                    </a:cubicBezTo>
                    <a:cubicBezTo>
                      <a:pt x="1889" y="687"/>
                      <a:pt x="2000" y="890"/>
                      <a:pt x="2117" y="1097"/>
                    </a:cubicBezTo>
                    <a:cubicBezTo>
                      <a:pt x="2228" y="1297"/>
                      <a:pt x="2339" y="1497"/>
                      <a:pt x="2455" y="1705"/>
                    </a:cubicBezTo>
                    <a:cubicBezTo>
                      <a:pt x="2782" y="2239"/>
                      <a:pt x="2782" y="2239"/>
                      <a:pt x="3287" y="2733"/>
                    </a:cubicBezTo>
                    <a:cubicBezTo>
                      <a:pt x="3237" y="3388"/>
                      <a:pt x="3189" y="3810"/>
                      <a:pt x="2718" y="4294"/>
                    </a:cubicBezTo>
                    <a:cubicBezTo>
                      <a:pt x="2109" y="4527"/>
                      <a:pt x="1659" y="4544"/>
                      <a:pt x="1011" y="4462"/>
                    </a:cubicBezTo>
                    <a:cubicBezTo>
                      <a:pt x="582" y="3966"/>
                      <a:pt x="427" y="3538"/>
                      <a:pt x="336" y="2901"/>
                    </a:cubicBezTo>
                    <a:cubicBezTo>
                      <a:pt x="314" y="2748"/>
                      <a:pt x="291" y="2597"/>
                      <a:pt x="268" y="2439"/>
                    </a:cubicBezTo>
                    <a:cubicBezTo>
                      <a:pt x="248" y="2281"/>
                      <a:pt x="228" y="2123"/>
                      <a:pt x="205" y="1962"/>
                    </a:cubicBezTo>
                    <a:cubicBezTo>
                      <a:pt x="182" y="1801"/>
                      <a:pt x="157" y="1643"/>
                      <a:pt x="131" y="1478"/>
                    </a:cubicBezTo>
                    <a:cubicBezTo>
                      <a:pt x="10" y="603"/>
                      <a:pt x="10" y="603"/>
                      <a:pt x="0" y="262"/>
                    </a:cubicBezTo>
                    <a:cubicBezTo>
                      <a:pt x="253" y="15"/>
                      <a:pt x="253" y="15"/>
                      <a:pt x="9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54" name="robot vector"/>
              <p:cNvSpPr/>
              <p:nvPr/>
            </p:nvSpPr>
            <p:spPr>
              <a:xfrm>
                <a:off x="14403564" y="5119224"/>
                <a:ext cx="70178" cy="34479"/>
              </a:xfrm>
              <a:custGeom>
                <a:avLst/>
                <a:gdLst/>
                <a:ahLst/>
                <a:cxnLst/>
                <a:rect l="0" t="0" r="r" b="b"/>
                <a:pathLst>
                  <a:path w="7675" h="3771" fill="norm" stroke="0">
                    <a:moveTo>
                      <a:pt x="3351" y="151"/>
                    </a:moveTo>
                    <a:cubicBezTo>
                      <a:pt x="3778" y="148"/>
                      <a:pt x="4203" y="141"/>
                      <a:pt x="4630" y="133"/>
                    </a:cubicBezTo>
                    <a:cubicBezTo>
                      <a:pt x="4903" y="131"/>
                      <a:pt x="5174" y="131"/>
                      <a:pt x="5447" y="128"/>
                    </a:cubicBezTo>
                    <a:cubicBezTo>
                      <a:pt x="5692" y="126"/>
                      <a:pt x="5940" y="124"/>
                      <a:pt x="6195" y="121"/>
                    </a:cubicBezTo>
                    <a:cubicBezTo>
                      <a:pt x="6830" y="210"/>
                      <a:pt x="6830" y="210"/>
                      <a:pt x="7293" y="556"/>
                    </a:cubicBezTo>
                    <a:cubicBezTo>
                      <a:pt x="7675" y="1067"/>
                      <a:pt x="7660" y="1317"/>
                      <a:pt x="7574" y="1940"/>
                    </a:cubicBezTo>
                    <a:cubicBezTo>
                      <a:pt x="7553" y="2108"/>
                      <a:pt x="7536" y="2276"/>
                      <a:pt x="7515" y="2449"/>
                    </a:cubicBezTo>
                    <a:cubicBezTo>
                      <a:pt x="7250" y="3155"/>
                      <a:pt x="7020" y="3328"/>
                      <a:pt x="6324" y="3669"/>
                    </a:cubicBezTo>
                    <a:cubicBezTo>
                      <a:pt x="5523" y="3771"/>
                      <a:pt x="4731" y="3761"/>
                      <a:pt x="3922" y="3746"/>
                    </a:cubicBezTo>
                    <a:cubicBezTo>
                      <a:pt x="3707" y="3748"/>
                      <a:pt x="3490" y="3748"/>
                      <a:pt x="3267" y="3748"/>
                    </a:cubicBezTo>
                    <a:cubicBezTo>
                      <a:pt x="2205" y="3741"/>
                      <a:pt x="1434" y="3734"/>
                      <a:pt x="508" y="3175"/>
                    </a:cubicBezTo>
                    <a:cubicBezTo>
                      <a:pt x="291" y="2720"/>
                      <a:pt x="291" y="2720"/>
                      <a:pt x="177" y="2202"/>
                    </a:cubicBezTo>
                    <a:cubicBezTo>
                      <a:pt x="137" y="2031"/>
                      <a:pt x="96" y="1861"/>
                      <a:pt x="53" y="1685"/>
                    </a:cubicBezTo>
                    <a:cubicBezTo>
                      <a:pt x="0" y="1181"/>
                      <a:pt x="20" y="907"/>
                      <a:pt x="255" y="457"/>
                    </a:cubicBezTo>
                    <a:cubicBezTo>
                      <a:pt x="1189" y="0"/>
                      <a:pt x="2319" y="153"/>
                      <a:pt x="3351" y="151"/>
                    </a:cubicBezTo>
                    <a:close/>
                    <a:moveTo>
                      <a:pt x="1014" y="704"/>
                    </a:moveTo>
                    <a:cubicBezTo>
                      <a:pt x="749" y="1156"/>
                      <a:pt x="749" y="1156"/>
                      <a:pt x="508" y="1693"/>
                    </a:cubicBezTo>
                    <a:cubicBezTo>
                      <a:pt x="837" y="2755"/>
                      <a:pt x="837" y="2755"/>
                      <a:pt x="1267" y="3175"/>
                    </a:cubicBezTo>
                    <a:cubicBezTo>
                      <a:pt x="1661" y="3197"/>
                      <a:pt x="2058" y="3202"/>
                      <a:pt x="2453" y="3200"/>
                    </a:cubicBezTo>
                    <a:cubicBezTo>
                      <a:pt x="2693" y="3197"/>
                      <a:pt x="2931" y="3197"/>
                      <a:pt x="3176" y="3197"/>
                    </a:cubicBezTo>
                    <a:cubicBezTo>
                      <a:pt x="3431" y="3195"/>
                      <a:pt x="3684" y="3192"/>
                      <a:pt x="3937" y="3190"/>
                    </a:cubicBezTo>
                    <a:cubicBezTo>
                      <a:pt x="4193" y="3190"/>
                      <a:pt x="4448" y="3188"/>
                      <a:pt x="4701" y="3188"/>
                    </a:cubicBezTo>
                    <a:cubicBezTo>
                      <a:pt x="5328" y="3185"/>
                      <a:pt x="5953" y="3180"/>
                      <a:pt x="6577" y="3175"/>
                    </a:cubicBezTo>
                    <a:cubicBezTo>
                      <a:pt x="6676" y="2903"/>
                      <a:pt x="6769" y="2632"/>
                      <a:pt x="6863" y="2357"/>
                    </a:cubicBezTo>
                    <a:cubicBezTo>
                      <a:pt x="6914" y="2204"/>
                      <a:pt x="6967" y="2053"/>
                      <a:pt x="7022" y="1895"/>
                    </a:cubicBezTo>
                    <a:cubicBezTo>
                      <a:pt x="7083" y="1445"/>
                      <a:pt x="7083" y="1445"/>
                      <a:pt x="6924" y="1023"/>
                    </a:cubicBezTo>
                    <a:cubicBezTo>
                      <a:pt x="6405" y="546"/>
                      <a:pt x="6011" y="620"/>
                      <a:pt x="5310" y="633"/>
                    </a:cubicBezTo>
                    <a:cubicBezTo>
                      <a:pt x="5063" y="635"/>
                      <a:pt x="4812" y="637"/>
                      <a:pt x="4554" y="640"/>
                    </a:cubicBezTo>
                    <a:cubicBezTo>
                      <a:pt x="4291" y="645"/>
                      <a:pt x="4028" y="652"/>
                      <a:pt x="3765" y="657"/>
                    </a:cubicBezTo>
                    <a:cubicBezTo>
                      <a:pt x="3497" y="662"/>
                      <a:pt x="3232" y="665"/>
                      <a:pt x="2966" y="667"/>
                    </a:cubicBezTo>
                    <a:cubicBezTo>
                      <a:pt x="2316" y="677"/>
                      <a:pt x="1664" y="689"/>
                      <a:pt x="1014" y="704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55" name="robot vector"/>
              <p:cNvSpPr/>
              <p:nvPr/>
            </p:nvSpPr>
            <p:spPr>
              <a:xfrm>
                <a:off x="14506922" y="4590182"/>
                <a:ext cx="30776" cy="79080"/>
              </a:xfrm>
              <a:custGeom>
                <a:avLst/>
                <a:gdLst/>
                <a:ahLst/>
                <a:cxnLst/>
                <a:rect l="0" t="0" r="r" b="b"/>
                <a:pathLst>
                  <a:path w="3366" h="8648" fill="norm" stroke="0">
                    <a:moveTo>
                      <a:pt x="837" y="0"/>
                    </a:moveTo>
                    <a:cubicBezTo>
                      <a:pt x="1004" y="0"/>
                      <a:pt x="1171" y="0"/>
                      <a:pt x="1343" y="0"/>
                    </a:cubicBezTo>
                    <a:cubicBezTo>
                      <a:pt x="1343" y="326"/>
                      <a:pt x="1343" y="652"/>
                      <a:pt x="1343" y="988"/>
                    </a:cubicBezTo>
                    <a:cubicBezTo>
                      <a:pt x="1462" y="964"/>
                      <a:pt x="1462" y="964"/>
                      <a:pt x="2071" y="835"/>
                    </a:cubicBezTo>
                    <a:cubicBezTo>
                      <a:pt x="2478" y="746"/>
                      <a:pt x="2478" y="746"/>
                      <a:pt x="2860" y="741"/>
                    </a:cubicBezTo>
                    <a:cubicBezTo>
                      <a:pt x="3027" y="904"/>
                      <a:pt x="3194" y="1067"/>
                      <a:pt x="3366" y="1235"/>
                    </a:cubicBezTo>
                    <a:cubicBezTo>
                      <a:pt x="3270" y="1883"/>
                      <a:pt x="3270" y="1883"/>
                      <a:pt x="3113" y="2471"/>
                    </a:cubicBezTo>
                    <a:cubicBezTo>
                      <a:pt x="2648" y="2666"/>
                      <a:pt x="2425" y="2735"/>
                      <a:pt x="1927" y="2609"/>
                    </a:cubicBezTo>
                    <a:cubicBezTo>
                      <a:pt x="1818" y="2565"/>
                      <a:pt x="1709" y="2518"/>
                      <a:pt x="1596" y="2471"/>
                    </a:cubicBezTo>
                    <a:cubicBezTo>
                      <a:pt x="1664" y="2639"/>
                      <a:pt x="1732" y="2807"/>
                      <a:pt x="1800" y="2980"/>
                    </a:cubicBezTo>
                    <a:cubicBezTo>
                      <a:pt x="1846" y="3096"/>
                      <a:pt x="1891" y="3210"/>
                      <a:pt x="1940" y="3328"/>
                    </a:cubicBezTo>
                    <a:cubicBezTo>
                      <a:pt x="2101" y="3706"/>
                      <a:pt x="2101" y="3706"/>
                      <a:pt x="2296" y="4060"/>
                    </a:cubicBezTo>
                    <a:cubicBezTo>
                      <a:pt x="3050" y="5510"/>
                      <a:pt x="3042" y="7055"/>
                      <a:pt x="3113" y="8648"/>
                    </a:cubicBezTo>
                    <a:cubicBezTo>
                      <a:pt x="3029" y="8648"/>
                      <a:pt x="2946" y="8648"/>
                      <a:pt x="2860" y="8648"/>
                    </a:cubicBezTo>
                    <a:cubicBezTo>
                      <a:pt x="2847" y="8589"/>
                      <a:pt x="2847" y="8589"/>
                      <a:pt x="2787" y="8285"/>
                    </a:cubicBezTo>
                    <a:cubicBezTo>
                      <a:pt x="2673" y="7736"/>
                      <a:pt x="2554" y="7188"/>
                      <a:pt x="2433" y="6642"/>
                    </a:cubicBezTo>
                    <a:cubicBezTo>
                      <a:pt x="2395" y="6452"/>
                      <a:pt x="2357" y="6264"/>
                      <a:pt x="2319" y="6071"/>
                    </a:cubicBezTo>
                    <a:cubicBezTo>
                      <a:pt x="2058" y="4915"/>
                      <a:pt x="1730" y="4146"/>
                      <a:pt x="890" y="3284"/>
                    </a:cubicBezTo>
                    <a:cubicBezTo>
                      <a:pt x="369" y="2740"/>
                      <a:pt x="99" y="2372"/>
                      <a:pt x="0" y="1621"/>
                    </a:cubicBezTo>
                    <a:cubicBezTo>
                      <a:pt x="94" y="870"/>
                      <a:pt x="303" y="541"/>
                      <a:pt x="837" y="0"/>
                    </a:cubicBezTo>
                    <a:close/>
                  </a:path>
                </a:pathLst>
              </a:custGeom>
              <a:solidFill>
                <a:srgbClr val="C1B493"/>
              </a:solidFill>
              <a:ln w="0">
                <a:noFill/>
              </a:ln>
            </p:spPr>
          </p:sp>
          <p:sp>
            <p:nvSpPr>
              <p:cNvPr id="956" name="robot vector"/>
              <p:cNvSpPr/>
              <p:nvPr/>
            </p:nvSpPr>
            <p:spPr>
              <a:xfrm>
                <a:off x="14643023" y="5136961"/>
                <a:ext cx="17550" cy="43019"/>
              </a:xfrm>
              <a:custGeom>
                <a:avLst/>
                <a:gdLst/>
                <a:ahLst/>
                <a:cxnLst/>
                <a:rect l="0" t="0" r="r" b="b"/>
                <a:pathLst>
                  <a:path w="1919" h="4705" fill="norm" stroke="0">
                    <a:moveTo>
                      <a:pt x="367" y="0"/>
                    </a:moveTo>
                    <a:cubicBezTo>
                      <a:pt x="1601" y="217"/>
                      <a:pt x="1601" y="217"/>
                      <a:pt x="1884" y="494"/>
                    </a:cubicBezTo>
                    <a:cubicBezTo>
                      <a:pt x="1909" y="1018"/>
                      <a:pt x="1919" y="1532"/>
                      <a:pt x="1914" y="2053"/>
                    </a:cubicBezTo>
                    <a:cubicBezTo>
                      <a:pt x="1917" y="2197"/>
                      <a:pt x="1917" y="2342"/>
                      <a:pt x="1919" y="2491"/>
                    </a:cubicBezTo>
                    <a:cubicBezTo>
                      <a:pt x="1917" y="3264"/>
                      <a:pt x="1869" y="3949"/>
                      <a:pt x="1631" y="4695"/>
                    </a:cubicBezTo>
                    <a:cubicBezTo>
                      <a:pt x="1209" y="4705"/>
                      <a:pt x="789" y="4705"/>
                      <a:pt x="367" y="4695"/>
                    </a:cubicBezTo>
                    <a:cubicBezTo>
                      <a:pt x="0" y="4336"/>
                      <a:pt x="81" y="4075"/>
                      <a:pt x="81" y="3575"/>
                    </a:cubicBezTo>
                    <a:cubicBezTo>
                      <a:pt x="81" y="3400"/>
                      <a:pt x="78" y="3225"/>
                      <a:pt x="78" y="3044"/>
                    </a:cubicBezTo>
                    <a:cubicBezTo>
                      <a:pt x="81" y="2861"/>
                      <a:pt x="81" y="2676"/>
                      <a:pt x="83" y="2486"/>
                    </a:cubicBezTo>
                    <a:cubicBezTo>
                      <a:pt x="81" y="2303"/>
                      <a:pt x="81" y="2120"/>
                      <a:pt x="78" y="1930"/>
                    </a:cubicBezTo>
                    <a:cubicBezTo>
                      <a:pt x="78" y="1754"/>
                      <a:pt x="81" y="1579"/>
                      <a:pt x="81" y="1399"/>
                    </a:cubicBezTo>
                    <a:cubicBezTo>
                      <a:pt x="81" y="1238"/>
                      <a:pt x="81" y="1075"/>
                      <a:pt x="81" y="909"/>
                    </a:cubicBezTo>
                    <a:cubicBezTo>
                      <a:pt x="114" y="494"/>
                      <a:pt x="114" y="494"/>
                      <a:pt x="367" y="0"/>
                    </a:cubicBezTo>
                    <a:close/>
                  </a:path>
                </a:pathLst>
              </a:custGeom>
              <a:solidFill>
                <a:srgbClr val="736C5A"/>
              </a:solidFill>
              <a:ln w="0">
                <a:noFill/>
              </a:ln>
            </p:spPr>
          </p:sp>
          <p:sp>
            <p:nvSpPr>
              <p:cNvPr id="957" name="robot vector"/>
              <p:cNvSpPr/>
              <p:nvPr/>
            </p:nvSpPr>
            <p:spPr>
              <a:xfrm>
                <a:off x="14209356" y="4962986"/>
                <a:ext cx="62686" cy="38116"/>
              </a:xfrm>
              <a:custGeom>
                <a:avLst/>
                <a:gdLst/>
                <a:ahLst/>
                <a:cxnLst/>
                <a:rect l="0" t="0" r="r" b="b"/>
                <a:pathLst>
                  <a:path w="6855" h="4168" fill="norm" stroke="0">
                    <a:moveTo>
                      <a:pt x="1770" y="0"/>
                    </a:moveTo>
                    <a:cubicBezTo>
                      <a:pt x="2865" y="170"/>
                      <a:pt x="3844" y="516"/>
                      <a:pt x="4868" y="927"/>
                    </a:cubicBezTo>
                    <a:cubicBezTo>
                      <a:pt x="5030" y="986"/>
                      <a:pt x="5189" y="1045"/>
                      <a:pt x="5356" y="1107"/>
                    </a:cubicBezTo>
                    <a:cubicBezTo>
                      <a:pt x="6499" y="1567"/>
                      <a:pt x="6499" y="1567"/>
                      <a:pt x="6855" y="2335"/>
                    </a:cubicBezTo>
                    <a:cubicBezTo>
                      <a:pt x="6828" y="2965"/>
                      <a:pt x="6828" y="2965"/>
                      <a:pt x="6585" y="3528"/>
                    </a:cubicBezTo>
                    <a:cubicBezTo>
                      <a:pt x="5809" y="4168"/>
                      <a:pt x="5111" y="4102"/>
                      <a:pt x="4124" y="4077"/>
                    </a:cubicBezTo>
                    <a:cubicBezTo>
                      <a:pt x="3945" y="4075"/>
                      <a:pt x="3763" y="4072"/>
                      <a:pt x="3576" y="4072"/>
                    </a:cubicBezTo>
                    <a:cubicBezTo>
                      <a:pt x="2205" y="4028"/>
                      <a:pt x="1123" y="3773"/>
                      <a:pt x="0" y="2965"/>
                    </a:cubicBezTo>
                    <a:cubicBezTo>
                      <a:pt x="81" y="1651"/>
                      <a:pt x="872" y="929"/>
                      <a:pt x="1770" y="0"/>
                    </a:cubicBezTo>
                    <a:close/>
                    <a:moveTo>
                      <a:pt x="2023" y="494"/>
                    </a:moveTo>
                    <a:cubicBezTo>
                      <a:pt x="1816" y="687"/>
                      <a:pt x="1608" y="882"/>
                      <a:pt x="1403" y="1077"/>
                    </a:cubicBezTo>
                    <a:cubicBezTo>
                      <a:pt x="1345" y="1129"/>
                      <a:pt x="1345" y="1129"/>
                      <a:pt x="1054" y="1403"/>
                    </a:cubicBezTo>
                    <a:cubicBezTo>
                      <a:pt x="680" y="1816"/>
                      <a:pt x="566" y="2174"/>
                      <a:pt x="506" y="2718"/>
                    </a:cubicBezTo>
                    <a:cubicBezTo>
                      <a:pt x="1709" y="3410"/>
                      <a:pt x="2597" y="3570"/>
                      <a:pt x="3983" y="3536"/>
                    </a:cubicBezTo>
                    <a:cubicBezTo>
                      <a:pt x="4152" y="3538"/>
                      <a:pt x="4322" y="3538"/>
                      <a:pt x="4499" y="3538"/>
                    </a:cubicBezTo>
                    <a:cubicBezTo>
                      <a:pt x="5748" y="3526"/>
                      <a:pt x="5748" y="3526"/>
                      <a:pt x="6322" y="2965"/>
                    </a:cubicBezTo>
                    <a:cubicBezTo>
                      <a:pt x="6284" y="2466"/>
                      <a:pt x="6284" y="2466"/>
                      <a:pt x="6069" y="1977"/>
                    </a:cubicBezTo>
                    <a:cubicBezTo>
                      <a:pt x="5669" y="1730"/>
                      <a:pt x="5669" y="1730"/>
                      <a:pt x="5159" y="1557"/>
                    </a:cubicBezTo>
                    <a:cubicBezTo>
                      <a:pt x="4977" y="1492"/>
                      <a:pt x="4797" y="1428"/>
                      <a:pt x="4607" y="1364"/>
                    </a:cubicBezTo>
                    <a:cubicBezTo>
                      <a:pt x="4418" y="1300"/>
                      <a:pt x="4228" y="1238"/>
                      <a:pt x="4031" y="1174"/>
                    </a:cubicBezTo>
                    <a:cubicBezTo>
                      <a:pt x="3935" y="1142"/>
                      <a:pt x="3935" y="1142"/>
                      <a:pt x="3449" y="974"/>
                    </a:cubicBezTo>
                    <a:cubicBezTo>
                      <a:pt x="2974" y="810"/>
                      <a:pt x="2498" y="650"/>
                      <a:pt x="2023" y="494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58" name="robot vector"/>
              <p:cNvSpPr/>
              <p:nvPr/>
            </p:nvSpPr>
            <p:spPr>
              <a:xfrm>
                <a:off x="14535386" y="4896875"/>
                <a:ext cx="57807" cy="49120"/>
              </a:xfrm>
              <a:custGeom>
                <a:avLst/>
                <a:gdLst/>
                <a:ahLst/>
                <a:cxnLst/>
                <a:rect l="0" t="0" r="r" b="b"/>
                <a:pathLst>
                  <a:path w="6322" h="5372" fill="norm" stroke="0">
                    <a:moveTo>
                      <a:pt x="6322" y="64"/>
                    </a:moveTo>
                    <a:cubicBezTo>
                      <a:pt x="6251" y="791"/>
                      <a:pt x="6178" y="1517"/>
                      <a:pt x="6099" y="2241"/>
                    </a:cubicBezTo>
                    <a:cubicBezTo>
                      <a:pt x="6092" y="2345"/>
                      <a:pt x="6092" y="2345"/>
                      <a:pt x="6041" y="2866"/>
                    </a:cubicBezTo>
                    <a:cubicBezTo>
                      <a:pt x="6018" y="3064"/>
                      <a:pt x="5998" y="3262"/>
                      <a:pt x="5975" y="3467"/>
                    </a:cubicBezTo>
                    <a:cubicBezTo>
                      <a:pt x="5968" y="3558"/>
                      <a:pt x="5968" y="3558"/>
                      <a:pt x="5920" y="4020"/>
                    </a:cubicBezTo>
                    <a:cubicBezTo>
                      <a:pt x="5809" y="4549"/>
                      <a:pt x="5674" y="4848"/>
                      <a:pt x="5310" y="5253"/>
                    </a:cubicBezTo>
                    <a:cubicBezTo>
                      <a:pt x="4716" y="5372"/>
                      <a:pt x="4716" y="5372"/>
                      <a:pt x="4046" y="5253"/>
                    </a:cubicBezTo>
                    <a:cubicBezTo>
                      <a:pt x="3606" y="4917"/>
                      <a:pt x="3282" y="4509"/>
                      <a:pt x="2938" y="4080"/>
                    </a:cubicBezTo>
                    <a:cubicBezTo>
                      <a:pt x="2074" y="3061"/>
                      <a:pt x="1267" y="2328"/>
                      <a:pt x="0" y="1794"/>
                    </a:cubicBezTo>
                    <a:cubicBezTo>
                      <a:pt x="0" y="1631"/>
                      <a:pt x="0" y="1468"/>
                      <a:pt x="0" y="1300"/>
                    </a:cubicBezTo>
                    <a:cubicBezTo>
                      <a:pt x="109" y="1290"/>
                      <a:pt x="217" y="1277"/>
                      <a:pt x="329" y="1265"/>
                    </a:cubicBezTo>
                    <a:cubicBezTo>
                      <a:pt x="824" y="1213"/>
                      <a:pt x="1320" y="1156"/>
                      <a:pt x="1818" y="1100"/>
                    </a:cubicBezTo>
                    <a:cubicBezTo>
                      <a:pt x="1988" y="1082"/>
                      <a:pt x="2157" y="1065"/>
                      <a:pt x="2334" y="1045"/>
                    </a:cubicBezTo>
                    <a:cubicBezTo>
                      <a:pt x="3141" y="951"/>
                      <a:pt x="3786" y="862"/>
                      <a:pt x="4471" y="418"/>
                    </a:cubicBezTo>
                    <a:cubicBezTo>
                      <a:pt x="5149" y="10"/>
                      <a:pt x="5540" y="0"/>
                      <a:pt x="6322" y="64"/>
                    </a:cubicBezTo>
                    <a:close/>
                    <a:moveTo>
                      <a:pt x="4736" y="788"/>
                    </a:moveTo>
                    <a:cubicBezTo>
                      <a:pt x="4145" y="1147"/>
                      <a:pt x="3538" y="1226"/>
                      <a:pt x="2860" y="1329"/>
                    </a:cubicBezTo>
                    <a:cubicBezTo>
                      <a:pt x="2797" y="1342"/>
                      <a:pt x="2797" y="1342"/>
                      <a:pt x="2468" y="1396"/>
                    </a:cubicBezTo>
                    <a:cubicBezTo>
                      <a:pt x="2152" y="1448"/>
                      <a:pt x="1836" y="1497"/>
                      <a:pt x="1517" y="1547"/>
                    </a:cubicBezTo>
                    <a:cubicBezTo>
                      <a:pt x="1821" y="2192"/>
                      <a:pt x="2106" y="2671"/>
                      <a:pt x="2640" y="3153"/>
                    </a:cubicBezTo>
                    <a:cubicBezTo>
                      <a:pt x="3174" y="3652"/>
                      <a:pt x="3621" y="4168"/>
                      <a:pt x="4046" y="4759"/>
                    </a:cubicBezTo>
                    <a:cubicBezTo>
                      <a:pt x="4463" y="4677"/>
                      <a:pt x="4880" y="4596"/>
                      <a:pt x="5310" y="4512"/>
                    </a:cubicBezTo>
                    <a:cubicBezTo>
                      <a:pt x="5543" y="3183"/>
                      <a:pt x="5591" y="1908"/>
                      <a:pt x="5563" y="558"/>
                    </a:cubicBezTo>
                    <a:cubicBezTo>
                      <a:pt x="5057" y="558"/>
                      <a:pt x="5057" y="558"/>
                      <a:pt x="4736" y="788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59" name="robot vector"/>
              <p:cNvSpPr/>
              <p:nvPr/>
            </p:nvSpPr>
            <p:spPr>
              <a:xfrm>
                <a:off x="14178417" y="5009552"/>
                <a:ext cx="30938" cy="37032"/>
              </a:xfrm>
              <a:custGeom>
                <a:avLst/>
                <a:gdLst/>
                <a:ahLst/>
                <a:cxnLst/>
                <a:rect l="0" t="0" r="r" b="b"/>
                <a:pathLst>
                  <a:path w="3383" h="4050" fill="norm" stroke="0">
                    <a:moveTo>
                      <a:pt x="3131" y="96"/>
                    </a:moveTo>
                    <a:cubicBezTo>
                      <a:pt x="3282" y="418"/>
                      <a:pt x="3282" y="418"/>
                      <a:pt x="3383" y="838"/>
                    </a:cubicBezTo>
                    <a:cubicBezTo>
                      <a:pt x="3227" y="1216"/>
                      <a:pt x="3227" y="1216"/>
                      <a:pt x="2966" y="1614"/>
                    </a:cubicBezTo>
                    <a:cubicBezTo>
                      <a:pt x="2873" y="1754"/>
                      <a:pt x="2782" y="1898"/>
                      <a:pt x="2686" y="2043"/>
                    </a:cubicBezTo>
                    <a:cubicBezTo>
                      <a:pt x="2587" y="2192"/>
                      <a:pt x="2488" y="2337"/>
                      <a:pt x="2387" y="2491"/>
                    </a:cubicBezTo>
                    <a:cubicBezTo>
                      <a:pt x="2291" y="2639"/>
                      <a:pt x="2192" y="2790"/>
                      <a:pt x="2091" y="2945"/>
                    </a:cubicBezTo>
                    <a:cubicBezTo>
                      <a:pt x="1851" y="3314"/>
                      <a:pt x="1606" y="3682"/>
                      <a:pt x="1360" y="4050"/>
                    </a:cubicBezTo>
                    <a:cubicBezTo>
                      <a:pt x="1027" y="3968"/>
                      <a:pt x="693" y="3887"/>
                      <a:pt x="349" y="3803"/>
                    </a:cubicBezTo>
                    <a:cubicBezTo>
                      <a:pt x="0" y="2780"/>
                      <a:pt x="154" y="2165"/>
                      <a:pt x="614" y="1228"/>
                    </a:cubicBezTo>
                    <a:cubicBezTo>
                      <a:pt x="1252" y="190"/>
                      <a:pt x="1937" y="0"/>
                      <a:pt x="3131" y="96"/>
                    </a:cubicBezTo>
                    <a:close/>
                  </a:path>
                </a:pathLst>
              </a:custGeom>
              <a:solidFill>
                <a:srgbClr val="D5CBB5"/>
              </a:solidFill>
              <a:ln w="0">
                <a:noFill/>
              </a:ln>
            </p:spPr>
          </p:sp>
          <p:sp>
            <p:nvSpPr>
              <p:cNvPr id="960" name="robot vector"/>
              <p:cNvSpPr/>
              <p:nvPr/>
            </p:nvSpPr>
            <p:spPr>
              <a:xfrm>
                <a:off x="14241727" y="4938697"/>
                <a:ext cx="36996" cy="24289"/>
              </a:xfrm>
              <a:custGeom>
                <a:avLst/>
                <a:gdLst/>
                <a:ahLst/>
                <a:cxnLst/>
                <a:rect l="0" t="0" r="r" b="b"/>
                <a:pathLst>
                  <a:path w="4046" h="2656" fill="norm" stroke="0">
                    <a:moveTo>
                      <a:pt x="506" y="185"/>
                    </a:moveTo>
                    <a:cubicBezTo>
                      <a:pt x="2430" y="0"/>
                      <a:pt x="2430" y="0"/>
                      <a:pt x="3224" y="418"/>
                    </a:cubicBezTo>
                    <a:cubicBezTo>
                      <a:pt x="3583" y="736"/>
                      <a:pt x="3826" y="996"/>
                      <a:pt x="4046" y="1421"/>
                    </a:cubicBezTo>
                    <a:cubicBezTo>
                      <a:pt x="3998" y="2115"/>
                      <a:pt x="3998" y="2115"/>
                      <a:pt x="3793" y="2656"/>
                    </a:cubicBezTo>
                    <a:cubicBezTo>
                      <a:pt x="2256" y="2604"/>
                      <a:pt x="1242" y="2029"/>
                      <a:pt x="0" y="1174"/>
                    </a:cubicBezTo>
                    <a:cubicBezTo>
                      <a:pt x="167" y="848"/>
                      <a:pt x="334" y="521"/>
                      <a:pt x="506" y="185"/>
                    </a:cubicBezTo>
                    <a:close/>
                  </a:path>
                </a:pathLst>
              </a:custGeom>
              <a:solidFill>
                <a:srgbClr val="D8D0BB"/>
              </a:solidFill>
              <a:ln w="0">
                <a:noFill/>
              </a:ln>
            </p:spPr>
          </p:sp>
          <p:sp>
            <p:nvSpPr>
              <p:cNvPr id="961" name="robot vector"/>
              <p:cNvSpPr/>
              <p:nvPr/>
            </p:nvSpPr>
            <p:spPr>
              <a:xfrm>
                <a:off x="14244040" y="5014952"/>
                <a:ext cx="43933" cy="33891"/>
              </a:xfrm>
              <a:custGeom>
                <a:avLst/>
                <a:gdLst/>
                <a:ahLst/>
                <a:cxnLst/>
                <a:rect l="0" t="0" r="r" b="b"/>
                <a:pathLst>
                  <a:path w="4805" h="3706" fill="norm" stroke="0">
                    <a:moveTo>
                      <a:pt x="253" y="0"/>
                    </a:moveTo>
                    <a:cubicBezTo>
                      <a:pt x="1861" y="40"/>
                      <a:pt x="2680" y="917"/>
                      <a:pt x="3793" y="1977"/>
                    </a:cubicBezTo>
                    <a:cubicBezTo>
                      <a:pt x="3851" y="2031"/>
                      <a:pt x="3851" y="2031"/>
                      <a:pt x="4147" y="2310"/>
                    </a:cubicBezTo>
                    <a:cubicBezTo>
                      <a:pt x="4370" y="2525"/>
                      <a:pt x="4587" y="2745"/>
                      <a:pt x="4805" y="2965"/>
                    </a:cubicBezTo>
                    <a:cubicBezTo>
                      <a:pt x="4721" y="3210"/>
                      <a:pt x="4638" y="3454"/>
                      <a:pt x="4552" y="3706"/>
                    </a:cubicBezTo>
                    <a:cubicBezTo>
                      <a:pt x="3346" y="3585"/>
                      <a:pt x="2726" y="3101"/>
                      <a:pt x="1849" y="2347"/>
                    </a:cubicBezTo>
                    <a:cubicBezTo>
                      <a:pt x="1606" y="2145"/>
                      <a:pt x="1363" y="1940"/>
                      <a:pt x="1120" y="1737"/>
                    </a:cubicBezTo>
                    <a:cubicBezTo>
                      <a:pt x="1014" y="1648"/>
                      <a:pt x="908" y="1557"/>
                      <a:pt x="799" y="1463"/>
                    </a:cubicBezTo>
                    <a:cubicBezTo>
                      <a:pt x="506" y="1235"/>
                      <a:pt x="506" y="1235"/>
                      <a:pt x="0" y="988"/>
                    </a:cubicBezTo>
                    <a:cubicBezTo>
                      <a:pt x="83" y="662"/>
                      <a:pt x="167" y="336"/>
                      <a:pt x="2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962" name="robot vector"/>
              <p:cNvSpPr/>
              <p:nvPr/>
            </p:nvSpPr>
            <p:spPr>
              <a:xfrm>
                <a:off x="14661799" y="5017212"/>
                <a:ext cx="19701" cy="34321"/>
              </a:xfrm>
              <a:custGeom>
                <a:avLst/>
                <a:gdLst/>
                <a:ahLst/>
                <a:cxnLst/>
                <a:rect l="0" t="0" r="r" b="b"/>
                <a:pathLst>
                  <a:path w="2154" h="3753" fill="norm" stroke="0">
                    <a:moveTo>
                      <a:pt x="842" y="0"/>
                    </a:moveTo>
                    <a:cubicBezTo>
                      <a:pt x="1049" y="82"/>
                      <a:pt x="1049" y="82"/>
                      <a:pt x="2106" y="494"/>
                    </a:cubicBezTo>
                    <a:cubicBezTo>
                      <a:pt x="2119" y="936"/>
                      <a:pt x="2129" y="1379"/>
                      <a:pt x="2137" y="1824"/>
                    </a:cubicBezTo>
                    <a:cubicBezTo>
                      <a:pt x="2139" y="1885"/>
                      <a:pt x="2139" y="1885"/>
                      <a:pt x="2152" y="2202"/>
                    </a:cubicBezTo>
                    <a:cubicBezTo>
                      <a:pt x="2154" y="2540"/>
                      <a:pt x="2132" y="2876"/>
                      <a:pt x="2106" y="3212"/>
                    </a:cubicBezTo>
                    <a:cubicBezTo>
                      <a:pt x="1601" y="3706"/>
                      <a:pt x="1601" y="3706"/>
                      <a:pt x="953" y="3753"/>
                    </a:cubicBezTo>
                    <a:cubicBezTo>
                      <a:pt x="336" y="3706"/>
                      <a:pt x="336" y="3706"/>
                      <a:pt x="83" y="3459"/>
                    </a:cubicBezTo>
                    <a:cubicBezTo>
                      <a:pt x="46" y="3017"/>
                      <a:pt x="28" y="2575"/>
                      <a:pt x="20" y="2130"/>
                    </a:cubicBezTo>
                    <a:cubicBezTo>
                      <a:pt x="18" y="2011"/>
                      <a:pt x="18" y="2011"/>
                      <a:pt x="0" y="1399"/>
                    </a:cubicBezTo>
                    <a:cubicBezTo>
                      <a:pt x="83" y="741"/>
                      <a:pt x="83" y="741"/>
                      <a:pt x="468" y="284"/>
                    </a:cubicBezTo>
                    <a:cubicBezTo>
                      <a:pt x="592" y="190"/>
                      <a:pt x="716" y="96"/>
                      <a:pt x="842" y="0"/>
                    </a:cubicBezTo>
                    <a:close/>
                  </a:path>
                </a:pathLst>
              </a:custGeom>
              <a:solidFill>
                <a:srgbClr val="575349"/>
              </a:solidFill>
              <a:ln w="0">
                <a:noFill/>
              </a:ln>
            </p:spPr>
          </p:sp>
          <p:sp>
            <p:nvSpPr>
              <p:cNvPr id="963" name="robot vector"/>
              <p:cNvSpPr/>
              <p:nvPr/>
            </p:nvSpPr>
            <p:spPr>
              <a:xfrm>
                <a:off x="14237103" y="4933975"/>
                <a:ext cx="49483" cy="35089"/>
              </a:xfrm>
              <a:custGeom>
                <a:avLst/>
                <a:gdLst/>
                <a:ahLst/>
                <a:cxnLst/>
                <a:rect l="0" t="0" r="r" b="b"/>
                <a:pathLst>
                  <a:path w="5411" h="3837" fill="norm" stroke="0">
                    <a:moveTo>
                      <a:pt x="3540" y="208"/>
                    </a:moveTo>
                    <a:cubicBezTo>
                      <a:pt x="4119" y="474"/>
                      <a:pt x="4360" y="722"/>
                      <a:pt x="4805" y="1196"/>
                    </a:cubicBezTo>
                    <a:cubicBezTo>
                      <a:pt x="4918" y="1307"/>
                      <a:pt x="5035" y="1421"/>
                      <a:pt x="5154" y="1537"/>
                    </a:cubicBezTo>
                    <a:cubicBezTo>
                      <a:pt x="5411" y="2192"/>
                      <a:pt x="5212" y="2743"/>
                      <a:pt x="5057" y="3420"/>
                    </a:cubicBezTo>
                    <a:cubicBezTo>
                      <a:pt x="3717" y="3837"/>
                      <a:pt x="2900" y="3598"/>
                      <a:pt x="1674" y="3019"/>
                    </a:cubicBezTo>
                    <a:cubicBezTo>
                      <a:pt x="1540" y="2958"/>
                      <a:pt x="1403" y="2896"/>
                      <a:pt x="1264" y="2832"/>
                    </a:cubicBezTo>
                    <a:cubicBezTo>
                      <a:pt x="885" y="2641"/>
                      <a:pt x="569" y="2464"/>
                      <a:pt x="253" y="2184"/>
                    </a:cubicBezTo>
                    <a:cubicBezTo>
                      <a:pt x="38" y="1515"/>
                      <a:pt x="38" y="1515"/>
                      <a:pt x="0" y="949"/>
                    </a:cubicBezTo>
                    <a:cubicBezTo>
                      <a:pt x="1110" y="2"/>
                      <a:pt x="2119" y="0"/>
                      <a:pt x="3540" y="208"/>
                    </a:cubicBezTo>
                    <a:close/>
                    <a:moveTo>
                      <a:pt x="1011" y="702"/>
                    </a:moveTo>
                    <a:cubicBezTo>
                      <a:pt x="845" y="1028"/>
                      <a:pt x="678" y="1354"/>
                      <a:pt x="506" y="1690"/>
                    </a:cubicBezTo>
                    <a:cubicBezTo>
                      <a:pt x="1747" y="2545"/>
                      <a:pt x="2761" y="3121"/>
                      <a:pt x="4299" y="3173"/>
                    </a:cubicBezTo>
                    <a:cubicBezTo>
                      <a:pt x="4504" y="2632"/>
                      <a:pt x="4504" y="2632"/>
                      <a:pt x="4552" y="1937"/>
                    </a:cubicBezTo>
                    <a:cubicBezTo>
                      <a:pt x="4248" y="1352"/>
                      <a:pt x="3877" y="1011"/>
                      <a:pt x="3287" y="702"/>
                    </a:cubicBezTo>
                    <a:cubicBezTo>
                      <a:pt x="2516" y="600"/>
                      <a:pt x="1785" y="628"/>
                      <a:pt x="1011" y="702"/>
                    </a:cubicBezTo>
                    <a:close/>
                  </a:path>
                </a:pathLst>
              </a:custGeom>
              <a:solidFill>
                <a:srgbClr val="555148"/>
              </a:solidFill>
              <a:ln w="0">
                <a:noFill/>
              </a:ln>
            </p:spPr>
          </p:sp>
          <p:sp>
            <p:nvSpPr>
              <p:cNvPr id="964" name="robot vector"/>
              <p:cNvSpPr/>
              <p:nvPr/>
            </p:nvSpPr>
            <p:spPr>
              <a:xfrm>
                <a:off x="14571458" y="4958105"/>
                <a:ext cx="40234" cy="50882"/>
              </a:xfrm>
              <a:custGeom>
                <a:avLst/>
                <a:gdLst/>
                <a:ahLst/>
                <a:cxnLst/>
                <a:rect l="0" t="0" r="r" b="b"/>
                <a:pathLst>
                  <a:path w="4400" h="5565" fill="norm" stroke="0">
                    <a:moveTo>
                      <a:pt x="860" y="40"/>
                    </a:moveTo>
                    <a:cubicBezTo>
                      <a:pt x="1520" y="10"/>
                      <a:pt x="1800" y="0"/>
                      <a:pt x="2377" y="287"/>
                    </a:cubicBezTo>
                    <a:cubicBezTo>
                      <a:pt x="2840" y="892"/>
                      <a:pt x="3204" y="1512"/>
                      <a:pt x="3566" y="2177"/>
                    </a:cubicBezTo>
                    <a:cubicBezTo>
                      <a:pt x="3894" y="2758"/>
                      <a:pt x="3894" y="2758"/>
                      <a:pt x="4400" y="3252"/>
                    </a:cubicBezTo>
                    <a:cubicBezTo>
                      <a:pt x="4400" y="3909"/>
                      <a:pt x="4317" y="4314"/>
                      <a:pt x="3844" y="4796"/>
                    </a:cubicBezTo>
                    <a:cubicBezTo>
                      <a:pt x="3201" y="5270"/>
                      <a:pt x="2643" y="5565"/>
                      <a:pt x="1823" y="5523"/>
                    </a:cubicBezTo>
                    <a:cubicBezTo>
                      <a:pt x="1350" y="5399"/>
                      <a:pt x="1161" y="5288"/>
                      <a:pt x="857" y="4910"/>
                    </a:cubicBezTo>
                    <a:cubicBezTo>
                      <a:pt x="276" y="3746"/>
                      <a:pt x="0" y="2315"/>
                      <a:pt x="101" y="1028"/>
                    </a:cubicBezTo>
                    <a:cubicBezTo>
                      <a:pt x="478" y="460"/>
                      <a:pt x="478" y="460"/>
                      <a:pt x="860" y="40"/>
                    </a:cubicBezTo>
                    <a:close/>
                    <a:moveTo>
                      <a:pt x="860" y="534"/>
                    </a:moveTo>
                    <a:cubicBezTo>
                      <a:pt x="488" y="1275"/>
                      <a:pt x="670" y="1979"/>
                      <a:pt x="812" y="2758"/>
                    </a:cubicBezTo>
                    <a:cubicBezTo>
                      <a:pt x="834" y="2889"/>
                      <a:pt x="855" y="3022"/>
                      <a:pt x="875" y="3158"/>
                    </a:cubicBezTo>
                    <a:cubicBezTo>
                      <a:pt x="999" y="3862"/>
                      <a:pt x="1110" y="4450"/>
                      <a:pt x="1618" y="4981"/>
                    </a:cubicBezTo>
                    <a:cubicBezTo>
                      <a:pt x="2428" y="5107"/>
                      <a:pt x="2777" y="5048"/>
                      <a:pt x="3467" y="4611"/>
                    </a:cubicBezTo>
                    <a:cubicBezTo>
                      <a:pt x="3609" y="4487"/>
                      <a:pt x="3750" y="4366"/>
                      <a:pt x="3894" y="4240"/>
                    </a:cubicBezTo>
                    <a:cubicBezTo>
                      <a:pt x="3788" y="3131"/>
                      <a:pt x="3290" y="2387"/>
                      <a:pt x="2670" y="1465"/>
                    </a:cubicBezTo>
                    <a:cubicBezTo>
                      <a:pt x="2377" y="1028"/>
                      <a:pt x="2377" y="1028"/>
                      <a:pt x="2124" y="534"/>
                    </a:cubicBezTo>
                    <a:cubicBezTo>
                      <a:pt x="1707" y="534"/>
                      <a:pt x="1290" y="534"/>
                      <a:pt x="860" y="534"/>
                    </a:cubicBezTo>
                    <a:close/>
                  </a:path>
                </a:pathLst>
              </a:custGeom>
              <a:solidFill>
                <a:srgbClr val="BBAC87"/>
              </a:solidFill>
              <a:ln w="0">
                <a:noFill/>
              </a:ln>
            </p:spPr>
          </p:sp>
          <p:sp>
            <p:nvSpPr>
              <p:cNvPr id="965" name="robot vector"/>
              <p:cNvSpPr/>
              <p:nvPr/>
            </p:nvSpPr>
            <p:spPr>
              <a:xfrm>
                <a:off x="14597818" y="5011428"/>
                <a:ext cx="46246" cy="30638"/>
              </a:xfrm>
              <a:custGeom>
                <a:avLst/>
                <a:gdLst/>
                <a:ahLst/>
                <a:cxnLst/>
                <a:rect l="0" t="0" r="r" b="b"/>
                <a:pathLst>
                  <a:path w="5057" h="3351" fill="norm" stroke="0">
                    <a:moveTo>
                      <a:pt x="5057" y="633"/>
                    </a:moveTo>
                    <a:cubicBezTo>
                      <a:pt x="5057" y="796"/>
                      <a:pt x="5057" y="959"/>
                      <a:pt x="5057" y="1127"/>
                    </a:cubicBezTo>
                    <a:cubicBezTo>
                      <a:pt x="4974" y="1147"/>
                      <a:pt x="4974" y="1147"/>
                      <a:pt x="4549" y="1245"/>
                    </a:cubicBezTo>
                    <a:cubicBezTo>
                      <a:pt x="3267" y="1576"/>
                      <a:pt x="2387" y="1838"/>
                      <a:pt x="1525" y="2839"/>
                    </a:cubicBezTo>
                    <a:cubicBezTo>
                      <a:pt x="1153" y="3217"/>
                      <a:pt x="776" y="3294"/>
                      <a:pt x="253" y="3351"/>
                    </a:cubicBezTo>
                    <a:cubicBezTo>
                      <a:pt x="169" y="3024"/>
                      <a:pt x="86" y="2698"/>
                      <a:pt x="0" y="2362"/>
                    </a:cubicBezTo>
                    <a:cubicBezTo>
                      <a:pt x="351" y="2083"/>
                      <a:pt x="706" y="1804"/>
                      <a:pt x="1060" y="1527"/>
                    </a:cubicBezTo>
                    <a:cubicBezTo>
                      <a:pt x="1156" y="1450"/>
                      <a:pt x="1254" y="1371"/>
                      <a:pt x="1355" y="1290"/>
                    </a:cubicBezTo>
                    <a:cubicBezTo>
                      <a:pt x="2663" y="277"/>
                      <a:pt x="3510" y="0"/>
                      <a:pt x="5057" y="6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967" name="Fact-R1"/>
            <p:cNvSpPr txBox="1"/>
            <p:nvPr/>
          </p:nvSpPr>
          <p:spPr>
            <a:xfrm>
              <a:off x="14036040" y="5381244"/>
              <a:ext cx="1005840" cy="356616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>
                  <a:solidFill>
                    <a:srgbClr val="000000"/>
                  </a:solidFill>
                  <a:latin typeface="Times New Roman"/>
                </a:rPr>
                <a:t>Fact-R1</a:t>
              </a:r>
            </a:p>
          </p:txBody>
        </p:sp>
        <p:sp>
          <p:nvSpPr>
            <p:cNvPr id="968" name="Arrow"/>
            <p:cNvSpPr/>
            <p:nvPr/>
          </p:nvSpPr>
          <p:spPr>
            <a:xfrm>
              <a:off x="15032736" y="4983480"/>
              <a:ext cx="301752" cy="164592"/>
            </a:xfrm>
            <a:custGeom>
              <a:avLst/>
              <a:gdLst/>
              <a:ahLst/>
              <a:cxnLst/>
              <a:rect l="0" t="0" r="r" b="b"/>
              <a:pathLst>
                <a:path w="33000" h="18000" fill="norm" stroke="1">
                  <a:moveTo>
                    <a:pt x="0" y="4500"/>
                  </a:moveTo>
                  <a:lnTo>
                    <a:pt x="21000" y="4500"/>
                  </a:lnTo>
                  <a:lnTo>
                    <a:pt x="21000" y="0"/>
                  </a:lnTo>
                  <a:lnTo>
                    <a:pt x="33000" y="9000"/>
                  </a:lnTo>
                  <a:lnTo>
                    <a:pt x="21000" y="18000"/>
                  </a:lnTo>
                  <a:lnTo>
                    <a:pt x="21000" y="13500"/>
                  </a:lnTo>
                  <a:lnTo>
                    <a:pt x="0" y="13500"/>
                  </a:lnTo>
                  <a:lnTo>
                    <a:pt x="0" y="4500"/>
                  </a:lnTo>
                  <a:close/>
                </a:path>
              </a:pathLst>
            </a:custGeom>
            <a:solidFill>
              <a:srgbClr val="FFFFFF"/>
            </a:solidFill>
            <a:ln w="27432">
              <a:solidFill>
                <a:srgbClr val="000000"/>
              </a:solidFill>
              <a:round/>
            </a:ln>
          </p:spPr>
        </p:sp>
        <p:sp>
          <p:nvSpPr>
            <p:cNvPr id="969" name="Rectangle"/>
            <p:cNvSpPr/>
            <p:nvPr/>
          </p:nvSpPr>
          <p:spPr>
            <a:xfrm>
              <a:off x="15407640" y="4306824"/>
              <a:ext cx="1444752" cy="1609344"/>
            </a:xfrm>
            <a:prstGeom prst="roundRect">
              <a:avLst>
                <a:gd name="adj" fmla="val 17088"/>
              </a:avLst>
            </a:prstGeom>
            <a:solidFill>
              <a:srgbClr val="EDF0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0" name="Rectangle"/>
            <p:cNvSpPr/>
            <p:nvPr/>
          </p:nvSpPr>
          <p:spPr>
            <a:xfrm>
              <a:off x="15471648" y="4370832"/>
              <a:ext cx="1325880" cy="365760"/>
            </a:xfrm>
            <a:prstGeom prst="roundRect">
              <a:avLst>
                <a:gd name="adj" fmla="val 20000"/>
              </a:avLst>
            </a:prstGeom>
            <a:solidFill>
              <a:srgbClr val="8494AD"/>
            </a:solidFill>
            <a:ln w="14630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974" name="Response Y1"/>
            <p:cNvGrpSpPr/>
            <p:nvPr/>
          </p:nvGrpSpPr>
          <p:grpSpPr>
            <a:xfrm>
              <a:off x="15526512" y="4439412"/>
              <a:ext cx="1138113" cy="311810"/>
              <a:chOff x="15526512" y="4439412"/>
              <a:chExt cx="1138113" cy="311810"/>
            </a:xfrm>
          </p:grpSpPr>
          <p:sp>
            <p:nvSpPr>
              <p:cNvPr id="971" name="Response "/>
              <p:cNvSpPr txBox="1"/>
              <p:nvPr/>
            </p:nvSpPr>
            <p:spPr>
              <a:xfrm>
                <a:off x="15526512" y="4439412"/>
                <a:ext cx="938332" cy="28529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77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1" i="0">
                    <a:solidFill>
                      <a:srgbClr val="FFFFFF"/>
                    </a:solidFill>
                    <a:latin typeface="Times New Roman"/>
                  </a:rPr>
                  <a:t>Response </a:t>
                </a:r>
              </a:p>
            </p:txBody>
          </p:sp>
          <p:sp>
            <p:nvSpPr>
              <p:cNvPr id="972" name="Y"/>
              <p:cNvSpPr txBox="1"/>
              <p:nvPr/>
            </p:nvSpPr>
            <p:spPr>
              <a:xfrm>
                <a:off x="16459357" y="4439412"/>
                <a:ext cx="127545" cy="28529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77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1">
                    <a:solidFill>
                      <a:srgbClr val="FFFFFF"/>
                    </a:solidFill>
                    <a:latin typeface="Times New Roman"/>
                  </a:rPr>
                  <a:t>Y</a:t>
                </a:r>
              </a:p>
            </p:txBody>
          </p:sp>
          <p:sp>
            <p:nvSpPr>
              <p:cNvPr id="973" name="1"/>
              <p:cNvSpPr txBox="1"/>
              <p:nvPr/>
            </p:nvSpPr>
            <p:spPr>
              <a:xfrm>
                <a:off x="16581415" y="4549140"/>
                <a:ext cx="83210" cy="20208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26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24" b="0" i="1">
                    <a:solidFill>
                      <a:srgbClr val="FFFFFF"/>
                    </a:solidFill>
                    <a:latin typeface="Times New Roman"/>
                  </a:rPr>
                  <a:t>1</a:t>
                </a:r>
              </a:p>
            </p:txBody>
          </p:sp>
        </p:grpSp>
        <p:sp>
          <p:nvSpPr>
            <p:cNvPr id="975" name="Rectangle"/>
            <p:cNvSpPr/>
            <p:nvPr/>
          </p:nvSpPr>
          <p:spPr>
            <a:xfrm>
              <a:off x="15471648" y="4828032"/>
              <a:ext cx="1325880" cy="365760"/>
            </a:xfrm>
            <a:prstGeom prst="roundRect">
              <a:avLst>
                <a:gd name="adj" fmla="val 20000"/>
              </a:avLst>
            </a:prstGeom>
            <a:solidFill>
              <a:srgbClr val="8494AD"/>
            </a:solidFill>
            <a:ln w="14630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979" name="Response Y2"/>
            <p:cNvGrpSpPr/>
            <p:nvPr/>
          </p:nvGrpSpPr>
          <p:grpSpPr>
            <a:xfrm>
              <a:off x="15526512" y="4896612"/>
              <a:ext cx="1138113" cy="311810"/>
              <a:chOff x="15526512" y="4896612"/>
              <a:chExt cx="1138113" cy="311810"/>
            </a:xfrm>
          </p:grpSpPr>
          <p:sp>
            <p:nvSpPr>
              <p:cNvPr id="976" name="Response "/>
              <p:cNvSpPr txBox="1"/>
              <p:nvPr/>
            </p:nvSpPr>
            <p:spPr>
              <a:xfrm>
                <a:off x="15526512" y="4896612"/>
                <a:ext cx="938332" cy="28529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77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1" i="0">
                    <a:solidFill>
                      <a:srgbClr val="FFFFFF"/>
                    </a:solidFill>
                    <a:latin typeface="Times New Roman"/>
                  </a:rPr>
                  <a:t>Response </a:t>
                </a:r>
              </a:p>
            </p:txBody>
          </p:sp>
          <p:sp>
            <p:nvSpPr>
              <p:cNvPr id="977" name="Y"/>
              <p:cNvSpPr txBox="1"/>
              <p:nvPr/>
            </p:nvSpPr>
            <p:spPr>
              <a:xfrm>
                <a:off x="16459357" y="4896612"/>
                <a:ext cx="127545" cy="28529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77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1">
                    <a:solidFill>
                      <a:srgbClr val="FFFFFF"/>
                    </a:solidFill>
                    <a:latin typeface="Times New Roman"/>
                  </a:rPr>
                  <a:t>Y</a:t>
                </a:r>
              </a:p>
            </p:txBody>
          </p:sp>
          <p:sp>
            <p:nvSpPr>
              <p:cNvPr id="978" name="2"/>
              <p:cNvSpPr txBox="1"/>
              <p:nvPr/>
            </p:nvSpPr>
            <p:spPr>
              <a:xfrm>
                <a:off x="16581415" y="5006340"/>
                <a:ext cx="83210" cy="20208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26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24" b="0" i="1">
                    <a:solidFill>
                      <a:srgbClr val="FFFFFF"/>
                    </a:solidFill>
                    <a:latin typeface="Times New Roman"/>
                  </a:rPr>
                  <a:t>2</a:t>
                </a:r>
              </a:p>
            </p:txBody>
          </p:sp>
        </p:grpSp>
        <p:sp>
          <p:nvSpPr>
            <p:cNvPr id="980" name="Rectangle"/>
            <p:cNvSpPr/>
            <p:nvPr/>
          </p:nvSpPr>
          <p:spPr>
            <a:xfrm>
              <a:off x="15471648" y="5440680"/>
              <a:ext cx="1325880" cy="365760"/>
            </a:xfrm>
            <a:prstGeom prst="roundRect">
              <a:avLst>
                <a:gd name="adj" fmla="val 20000"/>
              </a:avLst>
            </a:prstGeom>
            <a:solidFill>
              <a:srgbClr val="8494AD"/>
            </a:solidFill>
            <a:ln w="14630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984" name="Response Yn"/>
            <p:cNvGrpSpPr/>
            <p:nvPr/>
          </p:nvGrpSpPr>
          <p:grpSpPr>
            <a:xfrm>
              <a:off x="15526512" y="5509260"/>
              <a:ext cx="1138113" cy="311810"/>
              <a:chOff x="15526512" y="5509260"/>
              <a:chExt cx="1138113" cy="311810"/>
            </a:xfrm>
          </p:grpSpPr>
          <p:sp>
            <p:nvSpPr>
              <p:cNvPr id="981" name="Response "/>
              <p:cNvSpPr txBox="1"/>
              <p:nvPr/>
            </p:nvSpPr>
            <p:spPr>
              <a:xfrm>
                <a:off x="15526512" y="5509260"/>
                <a:ext cx="938332" cy="28529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77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1" i="0">
                    <a:solidFill>
                      <a:srgbClr val="FFFFFF"/>
                    </a:solidFill>
                    <a:latin typeface="Times New Roman"/>
                  </a:rPr>
                  <a:t>Response </a:t>
                </a:r>
              </a:p>
            </p:txBody>
          </p:sp>
          <p:sp>
            <p:nvSpPr>
              <p:cNvPr id="982" name="Y"/>
              <p:cNvSpPr txBox="1"/>
              <p:nvPr/>
            </p:nvSpPr>
            <p:spPr>
              <a:xfrm>
                <a:off x="16459357" y="5509260"/>
                <a:ext cx="127545" cy="28529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77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1">
                    <a:solidFill>
                      <a:srgbClr val="FFFFFF"/>
                    </a:solidFill>
                    <a:latin typeface="Times New Roman"/>
                  </a:rPr>
                  <a:t>Y</a:t>
                </a:r>
              </a:p>
            </p:txBody>
          </p:sp>
          <p:sp>
            <p:nvSpPr>
              <p:cNvPr id="983" name="n"/>
              <p:cNvSpPr txBox="1"/>
              <p:nvPr/>
            </p:nvSpPr>
            <p:spPr>
              <a:xfrm>
                <a:off x="16581415" y="5618988"/>
                <a:ext cx="83210" cy="20208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26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24" b="0" i="1">
                    <a:solidFill>
                      <a:srgbClr val="FFFFFF"/>
                    </a:solidFill>
                    <a:latin typeface="Times New Roman"/>
                  </a:rPr>
                  <a:t>n</a:t>
                </a:r>
              </a:p>
            </p:txBody>
          </p:sp>
        </p:grpSp>
        <p:sp>
          <p:nvSpPr>
            <p:cNvPr id="985" name="…"/>
            <p:cNvSpPr txBox="1"/>
            <p:nvPr/>
          </p:nvSpPr>
          <p:spPr>
            <a:xfrm>
              <a:off x="15937992" y="5106924"/>
              <a:ext cx="548640" cy="37719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44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76" b="1" i="0">
                  <a:solidFill>
                    <a:srgbClr val="000000"/>
                  </a:solidFill>
                  <a:latin typeface="Times New Roman"/>
                </a:rPr>
                <a:t>…</a:t>
              </a:r>
            </a:p>
          </p:txBody>
        </p:sp>
        <p:sp>
          <p:nvSpPr>
            <p:cNvPr id="986" name="Responses to reward"/>
            <p:cNvSpPr/>
            <p:nvPr/>
          </p:nvSpPr>
          <p:spPr>
            <a:xfrm>
              <a:off x="14447520" y="5943600"/>
              <a:ext cx="1691640" cy="649224"/>
            </a:xfrm>
            <a:custGeom>
              <a:avLst/>
              <a:gdLst/>
              <a:ahLst/>
              <a:cxnLst/>
              <a:rect l="0" t="0" r="r" b="b"/>
              <a:pathLst>
                <a:path w="185000" h="71000" fill="none" stroke="1">
                  <a:moveTo>
                    <a:pt x="185000" y="0"/>
                  </a:moveTo>
                  <a:cubicBezTo>
                    <a:pt x="177000" y="38000"/>
                    <a:pt x="108000" y="35000"/>
                    <a:pt x="85000" y="38000"/>
                  </a:cubicBezTo>
                  <a:cubicBezTo>
                    <a:pt x="46000" y="42000"/>
                    <a:pt x="18000" y="53000"/>
                    <a:pt x="0" y="71000"/>
                  </a:cubicBezTo>
                </a:path>
              </a:pathLst>
            </a:custGeom>
            <a:noFill/>
            <a:ln w="41148">
              <a:solidFill>
                <a:srgbClr val="858585"/>
              </a:solidFill>
              <a:round/>
            </a:ln>
          </p:spPr>
        </p:sp>
        <p:sp>
          <p:nvSpPr>
            <p:cNvPr id="987" name="Vector path"/>
            <p:cNvSpPr/>
            <p:nvPr/>
          </p:nvSpPr>
          <p:spPr>
            <a:xfrm>
              <a:off x="14429232" y="6501384"/>
              <a:ext cx="128016" cy="118872"/>
            </a:xfrm>
            <a:custGeom>
              <a:avLst/>
              <a:gdLst/>
              <a:ahLst/>
              <a:cxnLst/>
              <a:rect l="0" t="0" r="r" b="b"/>
              <a:pathLst>
                <a:path w="14000" h="13000" fill="norm" stroke="0">
                  <a:moveTo>
                    <a:pt x="3000" y="0"/>
                  </a:moveTo>
                  <a:lnTo>
                    <a:pt x="0" y="13000"/>
                  </a:lnTo>
                  <a:lnTo>
                    <a:pt x="14000" y="9000"/>
                  </a:lnTo>
                  <a:lnTo>
                    <a:pt x="3000" y="0"/>
                  </a:lnTo>
                  <a:close/>
                </a:path>
              </a:pathLst>
            </a:custGeom>
            <a:solidFill>
              <a:srgbClr val="858585"/>
            </a:solidFill>
            <a:ln w="18288">
              <a:noFill/>
            </a:ln>
          </p:spPr>
        </p:sp>
        <p:sp>
          <p:nvSpPr>
            <p:cNvPr id="988" name="Policy optimization feedback"/>
            <p:cNvSpPr/>
            <p:nvPr/>
          </p:nvSpPr>
          <p:spPr>
            <a:xfrm>
              <a:off x="12746736" y="5477256"/>
              <a:ext cx="1124712" cy="1143000"/>
            </a:xfrm>
            <a:custGeom>
              <a:avLst/>
              <a:gdLst/>
              <a:ahLst/>
              <a:cxnLst/>
              <a:rect l="0" t="0" r="r" b="b"/>
              <a:pathLst>
                <a:path w="123000" h="125000" fill="none" stroke="1">
                  <a:moveTo>
                    <a:pt x="0" y="125000"/>
                  </a:moveTo>
                  <a:cubicBezTo>
                    <a:pt x="8000" y="60000"/>
                    <a:pt x="63000" y="6000"/>
                    <a:pt x="123000" y="0"/>
                  </a:cubicBezTo>
                </a:path>
              </a:pathLst>
            </a:custGeom>
            <a:noFill/>
            <a:ln w="41148">
              <a:solidFill>
                <a:srgbClr val="858585"/>
              </a:solidFill>
              <a:round/>
            </a:ln>
          </p:spPr>
        </p:sp>
        <p:sp>
          <p:nvSpPr>
            <p:cNvPr id="989" name="Vector path"/>
            <p:cNvSpPr/>
            <p:nvPr/>
          </p:nvSpPr>
          <p:spPr>
            <a:xfrm>
              <a:off x="13780008" y="5422392"/>
              <a:ext cx="128016" cy="128016"/>
            </a:xfrm>
            <a:custGeom>
              <a:avLst/>
              <a:gdLst/>
              <a:ahLst/>
              <a:cxnLst/>
              <a:rect l="0" t="0" r="r" b="b"/>
              <a:pathLst>
                <a:path w="14000" h="14000" fill="norm" stroke="0">
                  <a:moveTo>
                    <a:pt x="0" y="0"/>
                  </a:moveTo>
                  <a:lnTo>
                    <a:pt x="14000" y="6000"/>
                  </a:lnTo>
                  <a:lnTo>
                    <a:pt x="2000" y="1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8585"/>
            </a:solidFill>
            <a:ln w="18288">
              <a:noFill/>
            </a:ln>
          </p:spPr>
        </p:sp>
        <p:sp>
          <p:nvSpPr>
            <p:cNvPr id="990" name="Policy Optimization"/>
            <p:cNvSpPr txBox="1"/>
            <p:nvPr/>
          </p:nvSpPr>
          <p:spPr>
            <a:xfrm>
              <a:off x="12920472" y="5911596"/>
              <a:ext cx="1316736" cy="57150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1">
                  <a:solidFill>
                    <a:srgbClr val="000000"/>
                  </a:solidFill>
                  <a:latin typeface="Times New Roman"/>
                </a:rPr>
                <a:t>Policy</a:t>
              </a:r>
            </a:p>
            <a:p>
              <a:pPr algn="ctr">
                <a:lnSpc>
                  <a:spcPts val="208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i="1">
                  <a:solidFill>
                    <a:srgbClr val="000000"/>
                  </a:solidFill>
                  <a:latin typeface="Times New Roman"/>
                </a:rPr>
                <a:t>Optimization</a:t>
              </a:r>
            </a:p>
          </p:txBody>
        </p:sp>
      </p:grpSp>
      <p:grpSp>
        <p:nvGrpSpPr>
          <p:cNvPr id="1145" name="Normalized verifiable reward"/>
          <p:cNvGrpSpPr/>
          <p:nvPr/>
        </p:nvGrpSpPr>
        <p:grpSpPr>
          <a:xfrm>
            <a:off x="11914632" y="6638544"/>
            <a:ext cx="5074920" cy="3163824"/>
            <a:chOff x="11914632" y="6638544"/>
            <a:chExt cx="5074920" cy="3163824"/>
          </a:xfrm>
        </p:grpSpPr>
        <p:sp>
          <p:nvSpPr>
            <p:cNvPr id="992" name="Rectangle"/>
            <p:cNvSpPr/>
            <p:nvPr/>
          </p:nvSpPr>
          <p:spPr>
            <a:xfrm>
              <a:off x="11914632" y="6638544"/>
              <a:ext cx="5074920" cy="3163824"/>
            </a:xfrm>
            <a:prstGeom prst="roundRect">
              <a:avLst>
                <a:gd name="adj" fmla="val 8670"/>
              </a:avLst>
            </a:prstGeom>
            <a:noFill/>
            <a:ln w="27432">
              <a:solidFill>
                <a:srgbClr val="A5A5A5"/>
              </a:solidFill>
              <a:prstDash val="dash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3" name="Normalized Verifiable Reward"/>
            <p:cNvSpPr txBox="1"/>
            <p:nvPr/>
          </p:nvSpPr>
          <p:spPr>
            <a:xfrm>
              <a:off x="12865608" y="6716268"/>
              <a:ext cx="3986784" cy="384048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20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1" i="0">
                  <a:solidFill>
                    <a:srgbClr val="000000"/>
                  </a:solidFill>
                  <a:latin typeface="Times New Roman"/>
                </a:rPr>
                <a:t>Normalized Verifiable Reward</a:t>
              </a:r>
            </a:p>
          </p:txBody>
        </p:sp>
        <p:sp>
          <p:nvSpPr>
            <p:cNvPr id="994" name="Rectangle"/>
            <p:cNvSpPr/>
            <p:nvPr/>
          </p:nvSpPr>
          <p:spPr>
            <a:xfrm>
              <a:off x="11978640" y="7031736"/>
              <a:ext cx="4946904" cy="795528"/>
            </a:xfrm>
            <a:prstGeom prst="roundRect">
              <a:avLst>
                <a:gd name="adj" fmla="val 8045"/>
              </a:avLst>
            </a:prstGeom>
            <a:solidFill>
              <a:srgbClr val="DEEB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5" name="Overall Reward:"/>
            <p:cNvSpPr txBox="1"/>
            <p:nvPr/>
          </p:nvSpPr>
          <p:spPr>
            <a:xfrm>
              <a:off x="12033504" y="7045452"/>
              <a:ext cx="4764024" cy="292608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6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 i="0">
                  <a:solidFill>
                    <a:srgbClr val="000000"/>
                  </a:solidFill>
                  <a:latin typeface="Times New Roman"/>
                </a:rPr>
                <a:t>Overall Reward:</a:t>
              </a:r>
            </a:p>
          </p:txBody>
        </p:sp>
        <p:sp>
          <p:nvSpPr>
            <p:cNvPr id="996" name="R="/>
            <p:cNvSpPr txBox="1"/>
            <p:nvPr/>
          </p:nvSpPr>
          <p:spPr>
            <a:xfrm>
              <a:off x="12399264" y="7411212"/>
              <a:ext cx="292608" cy="292608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6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1">
                  <a:solidFill>
                    <a:srgbClr val="000000"/>
                  </a:solidFill>
                  <a:latin typeface="Times New Roman"/>
                </a:rPr>
                <a:t>R=</a:t>
              </a:r>
            </a:p>
          </p:txBody>
        </p:sp>
        <p:sp>
          <p:nvSpPr>
            <p:cNvPr id="997" name="Overall reward cases brace"/>
            <p:cNvSpPr/>
            <p:nvPr/>
          </p:nvSpPr>
          <p:spPr>
            <a:xfrm>
              <a:off x="12627864" y="7242048"/>
              <a:ext cx="128016" cy="548640"/>
            </a:xfrm>
            <a:custGeom>
              <a:avLst/>
              <a:gdLst/>
              <a:ahLst/>
              <a:cxnLst/>
              <a:rect l="0" t="0" r="r" b="b"/>
              <a:pathLst>
                <a:path w="14000" h="60000" fill="none" stroke="1">
                  <a:moveTo>
                    <a:pt x="14000" y="0"/>
                  </a:moveTo>
                  <a:cubicBezTo>
                    <a:pt x="6000" y="0"/>
                    <a:pt x="10000" y="15000"/>
                    <a:pt x="7000" y="23000"/>
                  </a:cubicBezTo>
                  <a:cubicBezTo>
                    <a:pt x="6000" y="29000"/>
                    <a:pt x="0" y="29000"/>
                    <a:pt x="0" y="31000"/>
                  </a:cubicBezTo>
                  <a:cubicBezTo>
                    <a:pt x="0" y="33000"/>
                    <a:pt x="6000" y="33000"/>
                    <a:pt x="7000" y="39000"/>
                  </a:cubicBezTo>
                  <a:cubicBezTo>
                    <a:pt x="10000" y="48000"/>
                    <a:pt x="6000" y="60000"/>
                    <a:pt x="14000" y="60000"/>
                  </a:cubicBezTo>
                </a:path>
              </a:pathLst>
            </a:custGeom>
            <a:noFill/>
            <a:ln w="10973">
              <a:solidFill>
                <a:srgbClr val="000000"/>
              </a:solidFill>
              <a:round/>
            </a:ln>
          </p:spPr>
        </p:sp>
        <p:grpSp>
          <p:nvGrpSpPr>
            <p:cNvPr id="1005" name="Overall reward real formula"/>
            <p:cNvGrpSpPr/>
            <p:nvPr/>
          </p:nvGrpSpPr>
          <p:grpSpPr>
            <a:xfrm>
              <a:off x="12792456" y="7310628"/>
              <a:ext cx="2074373" cy="237744"/>
              <a:chOff x="12792456" y="7310628"/>
              <a:chExt cx="2074373" cy="237744"/>
            </a:xfrm>
          </p:grpSpPr>
          <p:sp>
            <p:nvSpPr>
              <p:cNvPr id="998" name="0.8·R"/>
              <p:cNvSpPr txBox="1"/>
              <p:nvPr/>
            </p:nvSpPr>
            <p:spPr>
              <a:xfrm>
                <a:off x="12792456" y="7310628"/>
                <a:ext cx="401793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0.8·R</a:t>
                </a:r>
              </a:p>
            </p:txBody>
          </p:sp>
          <p:sp>
            <p:nvSpPr>
              <p:cNvPr id="999" name="acc"/>
              <p:cNvSpPr txBox="1"/>
              <p:nvPr/>
            </p:nvSpPr>
            <p:spPr>
              <a:xfrm>
                <a:off x="13188763" y="7411212"/>
                <a:ext cx="145075" cy="1307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81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792" b="1" i="1">
                    <a:solidFill>
                      <a:srgbClr val="000000"/>
                    </a:solidFill>
                    <a:latin typeface="Times New Roman"/>
                  </a:rPr>
                  <a:t>acc</a:t>
                </a:r>
              </a:p>
            </p:txBody>
          </p:sp>
          <p:sp>
            <p:nvSpPr>
              <p:cNvPr id="1000" name="+0.1·R"/>
              <p:cNvSpPr txBox="1"/>
              <p:nvPr/>
            </p:nvSpPr>
            <p:spPr>
              <a:xfrm>
                <a:off x="13328352" y="7310628"/>
                <a:ext cx="506006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+0.1·R</a:t>
                </a:r>
              </a:p>
            </p:txBody>
          </p:sp>
          <p:sp>
            <p:nvSpPr>
              <p:cNvPr id="1001" name="format"/>
              <p:cNvSpPr txBox="1"/>
              <p:nvPr/>
            </p:nvSpPr>
            <p:spPr>
              <a:xfrm>
                <a:off x="13828871" y="7411212"/>
                <a:ext cx="284893" cy="1307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81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792" b="1" i="1">
                    <a:solidFill>
                      <a:srgbClr val="000000"/>
                    </a:solidFill>
                    <a:latin typeface="Times New Roman"/>
                  </a:rPr>
                  <a:t>format</a:t>
                </a:r>
              </a:p>
            </p:txBody>
          </p:sp>
          <p:sp>
            <p:nvSpPr>
              <p:cNvPr id="1002" name="+0.1·R"/>
              <p:cNvSpPr txBox="1"/>
              <p:nvPr/>
            </p:nvSpPr>
            <p:spPr>
              <a:xfrm>
                <a:off x="14108278" y="7310628"/>
                <a:ext cx="506006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+0.1·R</a:t>
                </a:r>
              </a:p>
            </p:txBody>
          </p:sp>
          <p:sp>
            <p:nvSpPr>
              <p:cNvPr id="1003" name="word"/>
              <p:cNvSpPr txBox="1"/>
              <p:nvPr/>
            </p:nvSpPr>
            <p:spPr>
              <a:xfrm>
                <a:off x="14608797" y="7411212"/>
                <a:ext cx="212312" cy="1307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81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792" b="1" i="1">
                    <a:solidFill>
                      <a:srgbClr val="000000"/>
                    </a:solidFill>
                    <a:latin typeface="Times New Roman"/>
                  </a:rPr>
                  <a:t>word</a:t>
                </a:r>
              </a:p>
            </p:txBody>
          </p:sp>
          <p:sp>
            <p:nvSpPr>
              <p:cNvPr id="1004" name=","/>
              <p:cNvSpPr txBox="1"/>
              <p:nvPr/>
            </p:nvSpPr>
            <p:spPr>
              <a:xfrm>
                <a:off x="14815623" y="7310628"/>
                <a:ext cx="51206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,</a:t>
                </a:r>
              </a:p>
            </p:txBody>
          </p:sp>
        </p:grpSp>
        <p:grpSp>
          <p:nvGrpSpPr>
            <p:cNvPr id="1009" name="Real condition"/>
            <p:cNvGrpSpPr/>
            <p:nvPr/>
          </p:nvGrpSpPr>
          <p:grpSpPr>
            <a:xfrm>
              <a:off x="15736824" y="7310628"/>
              <a:ext cx="844005" cy="237744"/>
              <a:chOff x="15736824" y="7310628"/>
              <a:chExt cx="844005" cy="237744"/>
            </a:xfrm>
          </p:grpSpPr>
          <p:sp>
            <p:nvSpPr>
              <p:cNvPr id="1006" name="if y"/>
              <p:cNvSpPr txBox="1"/>
              <p:nvPr/>
            </p:nvSpPr>
            <p:spPr>
              <a:xfrm>
                <a:off x="15736824" y="7310628"/>
                <a:ext cx="244088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if y</a:t>
                </a:r>
              </a:p>
            </p:txBody>
          </p:sp>
          <p:sp>
            <p:nvSpPr>
              <p:cNvPr id="1007" name="label"/>
              <p:cNvSpPr txBox="1"/>
              <p:nvPr/>
            </p:nvSpPr>
            <p:spPr>
              <a:xfrm>
                <a:off x="15975425" y="7411212"/>
                <a:ext cx="206612" cy="1307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81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792" b="1" i="1">
                    <a:solidFill>
                      <a:srgbClr val="000000"/>
                    </a:solidFill>
                    <a:latin typeface="Times New Roman"/>
                  </a:rPr>
                  <a:t>label</a:t>
                </a:r>
              </a:p>
            </p:txBody>
          </p:sp>
          <p:sp>
            <p:nvSpPr>
              <p:cNvPr id="1008" name="=real"/>
              <p:cNvSpPr txBox="1"/>
              <p:nvPr/>
            </p:nvSpPr>
            <p:spPr>
              <a:xfrm>
                <a:off x="16176550" y="7310628"/>
                <a:ext cx="404279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=real</a:t>
                </a:r>
              </a:p>
            </p:txBody>
          </p:sp>
        </p:grpSp>
        <p:grpSp>
          <p:nvGrpSpPr>
            <p:cNvPr id="1019" name="Overall reward fake formula"/>
            <p:cNvGrpSpPr/>
            <p:nvPr/>
          </p:nvGrpSpPr>
          <p:grpSpPr>
            <a:xfrm>
              <a:off x="12792456" y="7566660"/>
              <a:ext cx="2803964" cy="237744"/>
              <a:chOff x="12792456" y="7566660"/>
              <a:chExt cx="2803964" cy="237744"/>
            </a:xfrm>
          </p:grpSpPr>
          <p:sp>
            <p:nvSpPr>
              <p:cNvPr id="1010" name="0.7·R"/>
              <p:cNvSpPr txBox="1"/>
              <p:nvPr/>
            </p:nvSpPr>
            <p:spPr>
              <a:xfrm>
                <a:off x="12792456" y="7566660"/>
                <a:ext cx="401793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0.7·R</a:t>
                </a:r>
              </a:p>
            </p:txBody>
          </p:sp>
          <p:sp>
            <p:nvSpPr>
              <p:cNvPr id="1011" name="acc"/>
              <p:cNvSpPr txBox="1"/>
              <p:nvPr/>
            </p:nvSpPr>
            <p:spPr>
              <a:xfrm>
                <a:off x="13188763" y="7667244"/>
                <a:ext cx="145075" cy="1307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81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792" b="1" i="1">
                    <a:solidFill>
                      <a:srgbClr val="000000"/>
                    </a:solidFill>
                    <a:latin typeface="Times New Roman"/>
                  </a:rPr>
                  <a:t>acc</a:t>
                </a:r>
              </a:p>
            </p:txBody>
          </p:sp>
          <p:sp>
            <p:nvSpPr>
              <p:cNvPr id="1012" name="+0.1·R"/>
              <p:cNvSpPr txBox="1"/>
              <p:nvPr/>
            </p:nvSpPr>
            <p:spPr>
              <a:xfrm>
                <a:off x="13328352" y="7566660"/>
                <a:ext cx="506006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+0.1·R</a:t>
                </a:r>
              </a:p>
            </p:txBody>
          </p:sp>
          <p:sp>
            <p:nvSpPr>
              <p:cNvPr id="1013" name="format"/>
              <p:cNvSpPr txBox="1"/>
              <p:nvPr/>
            </p:nvSpPr>
            <p:spPr>
              <a:xfrm>
                <a:off x="13828871" y="7667244"/>
                <a:ext cx="284893" cy="1307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81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792" b="1" i="1">
                    <a:solidFill>
                      <a:srgbClr val="000000"/>
                    </a:solidFill>
                    <a:latin typeface="Times New Roman"/>
                  </a:rPr>
                  <a:t>format</a:t>
                </a:r>
              </a:p>
            </p:txBody>
          </p:sp>
          <p:sp>
            <p:nvSpPr>
              <p:cNvPr id="1014" name="+0.1·R"/>
              <p:cNvSpPr txBox="1"/>
              <p:nvPr/>
            </p:nvSpPr>
            <p:spPr>
              <a:xfrm>
                <a:off x="14108278" y="7566660"/>
                <a:ext cx="506006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+0.1·R</a:t>
                </a:r>
              </a:p>
            </p:txBody>
          </p:sp>
          <p:sp>
            <p:nvSpPr>
              <p:cNvPr id="1015" name="word"/>
              <p:cNvSpPr txBox="1"/>
              <p:nvPr/>
            </p:nvSpPr>
            <p:spPr>
              <a:xfrm>
                <a:off x="14608797" y="7667244"/>
                <a:ext cx="212312" cy="1307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81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792" b="1" i="1">
                    <a:solidFill>
                      <a:srgbClr val="000000"/>
                    </a:solidFill>
                    <a:latin typeface="Times New Roman"/>
                  </a:rPr>
                  <a:t>word</a:t>
                </a:r>
              </a:p>
            </p:txBody>
          </p:sp>
          <p:sp>
            <p:nvSpPr>
              <p:cNvPr id="1016" name="+0.1·R"/>
              <p:cNvSpPr txBox="1"/>
              <p:nvPr/>
            </p:nvSpPr>
            <p:spPr>
              <a:xfrm>
                <a:off x="14815623" y="7566660"/>
                <a:ext cx="506006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+0.1·R</a:t>
                </a:r>
              </a:p>
            </p:txBody>
          </p:sp>
          <p:sp>
            <p:nvSpPr>
              <p:cNvPr id="1017" name="entity"/>
              <p:cNvSpPr txBox="1"/>
              <p:nvPr/>
            </p:nvSpPr>
            <p:spPr>
              <a:xfrm>
                <a:off x="15316143" y="7667244"/>
                <a:ext cx="234558" cy="1307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81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792" b="1" i="1">
                    <a:solidFill>
                      <a:srgbClr val="000000"/>
                    </a:solidFill>
                    <a:latin typeface="Times New Roman"/>
                  </a:rPr>
                  <a:t>entity</a:t>
                </a:r>
              </a:p>
            </p:txBody>
          </p:sp>
          <p:sp>
            <p:nvSpPr>
              <p:cNvPr id="1018" name=","/>
              <p:cNvSpPr txBox="1"/>
              <p:nvPr/>
            </p:nvSpPr>
            <p:spPr>
              <a:xfrm>
                <a:off x="15545214" y="7566660"/>
                <a:ext cx="51206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,</a:t>
                </a:r>
              </a:p>
            </p:txBody>
          </p:sp>
        </p:grpSp>
        <p:grpSp>
          <p:nvGrpSpPr>
            <p:cNvPr id="1023" name="Fake condition"/>
            <p:cNvGrpSpPr/>
            <p:nvPr/>
          </p:nvGrpSpPr>
          <p:grpSpPr>
            <a:xfrm>
              <a:off x="15736824" y="7566660"/>
              <a:ext cx="874380" cy="237744"/>
              <a:chOff x="15736824" y="7566660"/>
              <a:chExt cx="874380" cy="237744"/>
            </a:xfrm>
          </p:grpSpPr>
          <p:sp>
            <p:nvSpPr>
              <p:cNvPr id="1020" name="if y"/>
              <p:cNvSpPr txBox="1"/>
              <p:nvPr/>
            </p:nvSpPr>
            <p:spPr>
              <a:xfrm>
                <a:off x="15736824" y="7566660"/>
                <a:ext cx="244088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if y</a:t>
                </a:r>
              </a:p>
            </p:txBody>
          </p:sp>
          <p:sp>
            <p:nvSpPr>
              <p:cNvPr id="1021" name="label"/>
              <p:cNvSpPr txBox="1"/>
              <p:nvPr/>
            </p:nvSpPr>
            <p:spPr>
              <a:xfrm>
                <a:off x="15975425" y="7667244"/>
                <a:ext cx="206612" cy="1307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815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792" b="1" i="1">
                    <a:solidFill>
                      <a:srgbClr val="000000"/>
                    </a:solidFill>
                    <a:latin typeface="Times New Roman"/>
                  </a:rPr>
                  <a:t>label</a:t>
                </a:r>
              </a:p>
            </p:txBody>
          </p:sp>
          <p:sp>
            <p:nvSpPr>
              <p:cNvPr id="1022" name="=fake"/>
              <p:cNvSpPr txBox="1"/>
              <p:nvPr/>
            </p:nvSpPr>
            <p:spPr>
              <a:xfrm>
                <a:off x="16176550" y="7566660"/>
                <a:ext cx="434654" cy="23774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483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439" b="1" i="1">
                    <a:solidFill>
                      <a:srgbClr val="000000"/>
                    </a:solidFill>
                    <a:latin typeface="Times New Roman"/>
                  </a:rPr>
                  <a:t>=fake</a:t>
                </a:r>
              </a:p>
            </p:txBody>
          </p:sp>
        </p:grpSp>
        <p:sp>
          <p:nvSpPr>
            <p:cNvPr id="1024" name="Rectangle"/>
            <p:cNvSpPr/>
            <p:nvPr/>
          </p:nvSpPr>
          <p:spPr>
            <a:xfrm>
              <a:off x="11978640" y="7872984"/>
              <a:ext cx="4946904" cy="1856232"/>
            </a:xfrm>
            <a:prstGeom prst="roundRect">
              <a:avLst>
                <a:gd name="adj" fmla="val 7389"/>
              </a:avLst>
            </a:prstGeom>
            <a:solidFill>
              <a:srgbClr val="EDF0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5" name="Reward category separator"/>
            <p:cNvSpPr/>
            <p:nvPr/>
          </p:nvSpPr>
          <p:spPr>
            <a:xfrm>
              <a:off x="14474952" y="7891272"/>
              <a:ext cx="91" cy="1801368"/>
            </a:xfrm>
            <a:custGeom>
              <a:avLst/>
              <a:gdLst/>
              <a:ahLst/>
              <a:cxnLst/>
              <a:rect l="0" t="0" r="r" b="b"/>
              <a:pathLst>
                <a:path w="10" h="197000" fill="none" stroke="1">
                  <a:moveTo>
                    <a:pt x="0" y="0"/>
                  </a:moveTo>
                  <a:lnTo>
                    <a:pt x="0" y="197000"/>
                  </a:lnTo>
                </a:path>
              </a:pathLst>
            </a:custGeom>
            <a:noFill/>
            <a:ln w="27432">
              <a:solidFill>
                <a:srgbClr val="A5A5A5"/>
              </a:solidFill>
              <a:prstDash val="dash"/>
              <a:round/>
            </a:ln>
          </p:spPr>
        </p:sp>
        <p:grpSp>
          <p:nvGrpSpPr>
            <p:cNvPr id="1039" name="Vector icon - gavel"/>
            <p:cNvGrpSpPr/>
            <p:nvPr/>
          </p:nvGrpSpPr>
          <p:grpSpPr>
            <a:xfrm>
              <a:off x="12013426" y="7870630"/>
              <a:ext cx="422414" cy="395546"/>
              <a:chOff x="12013426" y="7870630"/>
              <a:chExt cx="422414" cy="395546"/>
            </a:xfrm>
          </p:grpSpPr>
          <p:sp>
            <p:nvSpPr>
              <p:cNvPr id="1026" name="gavel vector"/>
              <p:cNvSpPr/>
              <p:nvPr/>
            </p:nvSpPr>
            <p:spPr>
              <a:xfrm>
                <a:off x="12015216" y="7872984"/>
                <a:ext cx="420624" cy="393192"/>
              </a:xfrm>
              <a:custGeom>
                <a:avLst/>
                <a:gdLst/>
                <a:ahLst/>
                <a:cxnLst/>
                <a:rect l="0" t="0" r="r" b="b"/>
                <a:pathLst>
                  <a:path w="46000" h="43000" fill="norm" stroke="0">
                    <a:moveTo>
                      <a:pt x="0" y="0"/>
                    </a:moveTo>
                    <a:cubicBezTo>
                      <a:pt x="15180" y="0"/>
                      <a:pt x="30360" y="0"/>
                      <a:pt x="46000" y="0"/>
                    </a:cubicBezTo>
                    <a:cubicBezTo>
                      <a:pt x="46000" y="14190"/>
                      <a:pt x="46000" y="28380"/>
                      <a:pt x="46000" y="43000"/>
                    </a:cubicBezTo>
                    <a:cubicBezTo>
                      <a:pt x="30820" y="43000"/>
                      <a:pt x="15640" y="43000"/>
                      <a:pt x="0" y="43000"/>
                    </a:cubicBezTo>
                    <a:cubicBezTo>
                      <a:pt x="0" y="28810"/>
                      <a:pt x="0" y="14620"/>
                      <a:pt x="0" y="0"/>
                    </a:cubicBezTo>
                    <a:close/>
                  </a:path>
                </a:pathLst>
              </a:custGeom>
              <a:solidFill>
                <a:srgbClr val="EBF0F1"/>
              </a:solidFill>
              <a:ln w="0">
                <a:noFill/>
              </a:ln>
            </p:spPr>
          </p:sp>
          <p:sp>
            <p:nvSpPr>
              <p:cNvPr id="1027" name="gavel vector"/>
              <p:cNvSpPr/>
              <p:nvPr/>
            </p:nvSpPr>
            <p:spPr>
              <a:xfrm>
                <a:off x="12074145" y="7877156"/>
                <a:ext cx="346078" cy="349095"/>
              </a:xfrm>
              <a:custGeom>
                <a:avLst/>
                <a:gdLst/>
                <a:ahLst/>
                <a:cxnLst/>
                <a:rect l="0" t="0" r="r" b="b"/>
                <a:pathLst>
                  <a:path w="37848" h="38178" fill="norm" stroke="0">
                    <a:moveTo>
                      <a:pt x="19803" y="825"/>
                    </a:moveTo>
                    <a:cubicBezTo>
                      <a:pt x="20888" y="1600"/>
                      <a:pt x="21727" y="2490"/>
                      <a:pt x="22578" y="3510"/>
                    </a:cubicBezTo>
                    <a:cubicBezTo>
                      <a:pt x="23118" y="4113"/>
                      <a:pt x="23697" y="4638"/>
                      <a:pt x="24305" y="5170"/>
                    </a:cubicBezTo>
                    <a:cubicBezTo>
                      <a:pt x="25405" y="6133"/>
                      <a:pt x="26372" y="7163"/>
                      <a:pt x="27305" y="8295"/>
                    </a:cubicBezTo>
                    <a:cubicBezTo>
                      <a:pt x="27410" y="8415"/>
                      <a:pt x="27517" y="8535"/>
                      <a:pt x="27625" y="8660"/>
                    </a:cubicBezTo>
                    <a:cubicBezTo>
                      <a:pt x="28555" y="9750"/>
                      <a:pt x="28555" y="9750"/>
                      <a:pt x="28555" y="10545"/>
                    </a:cubicBezTo>
                    <a:cubicBezTo>
                      <a:pt x="28085" y="11808"/>
                      <a:pt x="27275" y="12613"/>
                      <a:pt x="26240" y="13440"/>
                    </a:cubicBezTo>
                    <a:cubicBezTo>
                      <a:pt x="25838" y="13768"/>
                      <a:pt x="25477" y="14108"/>
                      <a:pt x="25118" y="14480"/>
                    </a:cubicBezTo>
                    <a:cubicBezTo>
                      <a:pt x="24210" y="15400"/>
                      <a:pt x="23582" y="15623"/>
                      <a:pt x="22305" y="15795"/>
                    </a:cubicBezTo>
                    <a:cubicBezTo>
                      <a:pt x="22355" y="17763"/>
                      <a:pt x="23888" y="18883"/>
                      <a:pt x="25200" y="20183"/>
                    </a:cubicBezTo>
                    <a:cubicBezTo>
                      <a:pt x="25358" y="20340"/>
                      <a:pt x="25517" y="20498"/>
                      <a:pt x="25680" y="20658"/>
                    </a:cubicBezTo>
                    <a:cubicBezTo>
                      <a:pt x="26003" y="20975"/>
                      <a:pt x="26325" y="21293"/>
                      <a:pt x="26650" y="21608"/>
                    </a:cubicBezTo>
                    <a:cubicBezTo>
                      <a:pt x="26797" y="21753"/>
                      <a:pt x="26947" y="21900"/>
                      <a:pt x="27102" y="22050"/>
                    </a:cubicBezTo>
                    <a:cubicBezTo>
                      <a:pt x="27237" y="22180"/>
                      <a:pt x="27372" y="22312"/>
                      <a:pt x="27513" y="22447"/>
                    </a:cubicBezTo>
                    <a:cubicBezTo>
                      <a:pt x="27805" y="22795"/>
                      <a:pt x="27805" y="22795"/>
                      <a:pt x="27805" y="23295"/>
                    </a:cubicBezTo>
                    <a:cubicBezTo>
                      <a:pt x="27878" y="23325"/>
                      <a:pt x="27878" y="23325"/>
                      <a:pt x="28243" y="23480"/>
                    </a:cubicBezTo>
                    <a:cubicBezTo>
                      <a:pt x="28910" y="23853"/>
                      <a:pt x="29303" y="24220"/>
                      <a:pt x="29805" y="24795"/>
                    </a:cubicBezTo>
                    <a:cubicBezTo>
                      <a:pt x="29805" y="24958"/>
                      <a:pt x="29805" y="25123"/>
                      <a:pt x="29805" y="25295"/>
                    </a:cubicBezTo>
                    <a:cubicBezTo>
                      <a:pt x="29953" y="25360"/>
                      <a:pt x="30100" y="25425"/>
                      <a:pt x="30253" y="25493"/>
                    </a:cubicBezTo>
                    <a:cubicBezTo>
                      <a:pt x="30835" y="25810"/>
                      <a:pt x="31207" y="26145"/>
                      <a:pt x="31665" y="26623"/>
                    </a:cubicBezTo>
                    <a:cubicBezTo>
                      <a:pt x="31815" y="26778"/>
                      <a:pt x="31965" y="26930"/>
                      <a:pt x="32118" y="27090"/>
                    </a:cubicBezTo>
                    <a:cubicBezTo>
                      <a:pt x="32263" y="27240"/>
                      <a:pt x="32408" y="27390"/>
                      <a:pt x="32555" y="27545"/>
                    </a:cubicBezTo>
                    <a:cubicBezTo>
                      <a:pt x="32900" y="27875"/>
                      <a:pt x="33245" y="28205"/>
                      <a:pt x="33592" y="28533"/>
                    </a:cubicBezTo>
                    <a:cubicBezTo>
                      <a:pt x="33805" y="28795"/>
                      <a:pt x="33805" y="28795"/>
                      <a:pt x="33805" y="29295"/>
                    </a:cubicBezTo>
                    <a:cubicBezTo>
                      <a:pt x="33950" y="29358"/>
                      <a:pt x="34092" y="29420"/>
                      <a:pt x="34243" y="29483"/>
                    </a:cubicBezTo>
                    <a:cubicBezTo>
                      <a:pt x="34882" y="29835"/>
                      <a:pt x="35310" y="30240"/>
                      <a:pt x="35820" y="30763"/>
                    </a:cubicBezTo>
                    <a:cubicBezTo>
                      <a:pt x="35990" y="30933"/>
                      <a:pt x="36158" y="31103"/>
                      <a:pt x="36330" y="31275"/>
                    </a:cubicBezTo>
                    <a:cubicBezTo>
                      <a:pt x="37525" y="32575"/>
                      <a:pt x="37848" y="33520"/>
                      <a:pt x="37805" y="35295"/>
                    </a:cubicBezTo>
                    <a:cubicBezTo>
                      <a:pt x="37598" y="36243"/>
                      <a:pt x="37122" y="36803"/>
                      <a:pt x="36352" y="37373"/>
                    </a:cubicBezTo>
                    <a:cubicBezTo>
                      <a:pt x="35415" y="37920"/>
                      <a:pt x="34648" y="38178"/>
                      <a:pt x="33570" y="37933"/>
                    </a:cubicBezTo>
                    <a:cubicBezTo>
                      <a:pt x="31830" y="37355"/>
                      <a:pt x="30700" y="36310"/>
                      <a:pt x="29600" y="34878"/>
                    </a:cubicBezTo>
                    <a:cubicBezTo>
                      <a:pt x="29305" y="34543"/>
                      <a:pt x="29305" y="34543"/>
                      <a:pt x="28895" y="34280"/>
                    </a:cubicBezTo>
                    <a:cubicBezTo>
                      <a:pt x="28783" y="34203"/>
                      <a:pt x="28670" y="34125"/>
                      <a:pt x="28555" y="34045"/>
                    </a:cubicBezTo>
                    <a:cubicBezTo>
                      <a:pt x="28555" y="33880"/>
                      <a:pt x="28555" y="33715"/>
                      <a:pt x="28555" y="33545"/>
                    </a:cubicBezTo>
                    <a:cubicBezTo>
                      <a:pt x="28445" y="33515"/>
                      <a:pt x="28335" y="33488"/>
                      <a:pt x="28223" y="33458"/>
                    </a:cubicBezTo>
                    <a:cubicBezTo>
                      <a:pt x="27745" y="33270"/>
                      <a:pt x="27493" y="33048"/>
                      <a:pt x="27132" y="32685"/>
                    </a:cubicBezTo>
                    <a:cubicBezTo>
                      <a:pt x="27025" y="32578"/>
                      <a:pt x="26915" y="32468"/>
                      <a:pt x="26803" y="32358"/>
                    </a:cubicBezTo>
                    <a:cubicBezTo>
                      <a:pt x="26555" y="32045"/>
                      <a:pt x="26555" y="32045"/>
                      <a:pt x="26555" y="31545"/>
                    </a:cubicBezTo>
                    <a:cubicBezTo>
                      <a:pt x="26395" y="31478"/>
                      <a:pt x="26235" y="31410"/>
                      <a:pt x="26070" y="31340"/>
                    </a:cubicBezTo>
                    <a:cubicBezTo>
                      <a:pt x="25470" y="30995"/>
                      <a:pt x="25510" y="30908"/>
                      <a:pt x="25305" y="30295"/>
                    </a:cubicBezTo>
                    <a:cubicBezTo>
                      <a:pt x="25158" y="30225"/>
                      <a:pt x="25010" y="30158"/>
                      <a:pt x="24860" y="30088"/>
                    </a:cubicBezTo>
                    <a:cubicBezTo>
                      <a:pt x="24200" y="29738"/>
                      <a:pt x="23793" y="29278"/>
                      <a:pt x="23320" y="28715"/>
                    </a:cubicBezTo>
                    <a:cubicBezTo>
                      <a:pt x="21540" y="26653"/>
                      <a:pt x="21540" y="26653"/>
                      <a:pt x="20445" y="25825"/>
                    </a:cubicBezTo>
                    <a:cubicBezTo>
                      <a:pt x="19908" y="25410"/>
                      <a:pt x="19490" y="24942"/>
                      <a:pt x="19055" y="24420"/>
                    </a:cubicBezTo>
                    <a:cubicBezTo>
                      <a:pt x="17513" y="22585"/>
                      <a:pt x="17513" y="22585"/>
                      <a:pt x="16352" y="22480"/>
                    </a:cubicBezTo>
                    <a:cubicBezTo>
                      <a:pt x="16172" y="22503"/>
                      <a:pt x="15993" y="22523"/>
                      <a:pt x="15805" y="22545"/>
                    </a:cubicBezTo>
                    <a:cubicBezTo>
                      <a:pt x="15755" y="22685"/>
                      <a:pt x="15703" y="22825"/>
                      <a:pt x="15650" y="22970"/>
                    </a:cubicBezTo>
                    <a:cubicBezTo>
                      <a:pt x="15030" y="24520"/>
                      <a:pt x="14233" y="25533"/>
                      <a:pt x="13025" y="26670"/>
                    </a:cubicBezTo>
                    <a:cubicBezTo>
                      <a:pt x="12865" y="26822"/>
                      <a:pt x="12707" y="26978"/>
                      <a:pt x="12545" y="27138"/>
                    </a:cubicBezTo>
                    <a:cubicBezTo>
                      <a:pt x="11112" y="28525"/>
                      <a:pt x="11112" y="28525"/>
                      <a:pt x="10070" y="28590"/>
                    </a:cubicBezTo>
                    <a:cubicBezTo>
                      <a:pt x="9433" y="28580"/>
                      <a:pt x="9025" y="28513"/>
                      <a:pt x="8555" y="28045"/>
                    </a:cubicBezTo>
                    <a:cubicBezTo>
                      <a:pt x="8555" y="27880"/>
                      <a:pt x="8555" y="27715"/>
                      <a:pt x="8555" y="27545"/>
                    </a:cubicBezTo>
                    <a:cubicBezTo>
                      <a:pt x="8422" y="27493"/>
                      <a:pt x="8293" y="27442"/>
                      <a:pt x="8155" y="27390"/>
                    </a:cubicBezTo>
                    <a:cubicBezTo>
                      <a:pt x="7287" y="26890"/>
                      <a:pt x="6648" y="26208"/>
                      <a:pt x="5945" y="25500"/>
                    </a:cubicBezTo>
                    <a:cubicBezTo>
                      <a:pt x="5793" y="25348"/>
                      <a:pt x="5638" y="25195"/>
                      <a:pt x="5480" y="25038"/>
                    </a:cubicBezTo>
                    <a:cubicBezTo>
                      <a:pt x="5160" y="24715"/>
                      <a:pt x="4838" y="24393"/>
                      <a:pt x="4517" y="24070"/>
                    </a:cubicBezTo>
                    <a:cubicBezTo>
                      <a:pt x="4025" y="23578"/>
                      <a:pt x="3533" y="23085"/>
                      <a:pt x="3040" y="22595"/>
                    </a:cubicBezTo>
                    <a:cubicBezTo>
                      <a:pt x="2725" y="22283"/>
                      <a:pt x="2412" y="21968"/>
                      <a:pt x="2100" y="21655"/>
                    </a:cubicBezTo>
                    <a:cubicBezTo>
                      <a:pt x="1953" y="21508"/>
                      <a:pt x="1805" y="21363"/>
                      <a:pt x="1652" y="21213"/>
                    </a:cubicBezTo>
                    <a:cubicBezTo>
                      <a:pt x="142" y="19683"/>
                      <a:pt x="142" y="19683"/>
                      <a:pt x="0" y="18633"/>
                    </a:cubicBezTo>
                    <a:cubicBezTo>
                      <a:pt x="148" y="17140"/>
                      <a:pt x="1043" y="16328"/>
                      <a:pt x="2055" y="15295"/>
                    </a:cubicBezTo>
                    <a:cubicBezTo>
                      <a:pt x="2188" y="15135"/>
                      <a:pt x="2320" y="14978"/>
                      <a:pt x="2455" y="14812"/>
                    </a:cubicBezTo>
                    <a:cubicBezTo>
                      <a:pt x="3168" y="13995"/>
                      <a:pt x="3737" y="13513"/>
                      <a:pt x="4810" y="13253"/>
                    </a:cubicBezTo>
                    <a:cubicBezTo>
                      <a:pt x="6770" y="12768"/>
                      <a:pt x="7967" y="11675"/>
                      <a:pt x="9340" y="10243"/>
                    </a:cubicBezTo>
                    <a:cubicBezTo>
                      <a:pt x="9697" y="9870"/>
                      <a:pt x="10062" y="9510"/>
                      <a:pt x="10430" y="9148"/>
                    </a:cubicBezTo>
                    <a:cubicBezTo>
                      <a:pt x="11790" y="7783"/>
                      <a:pt x="12582" y="6692"/>
                      <a:pt x="13055" y="4795"/>
                    </a:cubicBezTo>
                    <a:cubicBezTo>
                      <a:pt x="13610" y="3665"/>
                      <a:pt x="14418" y="2855"/>
                      <a:pt x="15305" y="1980"/>
                    </a:cubicBezTo>
                    <a:cubicBezTo>
                      <a:pt x="15440" y="1845"/>
                      <a:pt x="15572" y="1710"/>
                      <a:pt x="15710" y="1570"/>
                    </a:cubicBezTo>
                    <a:cubicBezTo>
                      <a:pt x="15840" y="1442"/>
                      <a:pt x="15970" y="1312"/>
                      <a:pt x="16102" y="1180"/>
                    </a:cubicBezTo>
                    <a:cubicBezTo>
                      <a:pt x="16160" y="1123"/>
                      <a:pt x="16160" y="1123"/>
                      <a:pt x="16457" y="828"/>
                    </a:cubicBezTo>
                    <a:cubicBezTo>
                      <a:pt x="17473" y="0"/>
                      <a:pt x="18723" y="215"/>
                      <a:pt x="19803" y="825"/>
                    </a:cubicBezTo>
                    <a:close/>
                  </a:path>
                </a:pathLst>
              </a:custGeom>
              <a:solidFill>
                <a:srgbClr val="E28E43"/>
              </a:solidFill>
              <a:ln w="0">
                <a:noFill/>
              </a:ln>
            </p:spPr>
          </p:sp>
          <p:sp>
            <p:nvSpPr>
              <p:cNvPr id="1028" name="gavel vector"/>
              <p:cNvSpPr/>
              <p:nvPr/>
            </p:nvSpPr>
            <p:spPr>
              <a:xfrm>
                <a:off x="12013426" y="8180593"/>
                <a:ext cx="224051" cy="75118"/>
              </a:xfrm>
              <a:custGeom>
                <a:avLst/>
                <a:gdLst/>
                <a:ahLst/>
                <a:cxnLst/>
                <a:rect l="0" t="0" r="r" b="b"/>
                <a:pathLst>
                  <a:path w="24503" h="8215" fill="norm" stroke="0">
                    <a:moveTo>
                      <a:pt x="8810" y="67"/>
                    </a:moveTo>
                    <a:cubicBezTo>
                      <a:pt x="8922" y="67"/>
                      <a:pt x="8922" y="67"/>
                      <a:pt x="9492" y="65"/>
                    </a:cubicBezTo>
                    <a:cubicBezTo>
                      <a:pt x="9970" y="62"/>
                      <a:pt x="10445" y="62"/>
                      <a:pt x="10922" y="62"/>
                    </a:cubicBezTo>
                    <a:cubicBezTo>
                      <a:pt x="11645" y="62"/>
                      <a:pt x="12367" y="58"/>
                      <a:pt x="13090" y="53"/>
                    </a:cubicBezTo>
                    <a:cubicBezTo>
                      <a:pt x="13553" y="53"/>
                      <a:pt x="14017" y="53"/>
                      <a:pt x="14482" y="53"/>
                    </a:cubicBezTo>
                    <a:cubicBezTo>
                      <a:pt x="14695" y="50"/>
                      <a:pt x="14908" y="48"/>
                      <a:pt x="15128" y="48"/>
                    </a:cubicBezTo>
                    <a:cubicBezTo>
                      <a:pt x="17275" y="55"/>
                      <a:pt x="19080" y="380"/>
                      <a:pt x="20867" y="1595"/>
                    </a:cubicBezTo>
                    <a:cubicBezTo>
                      <a:pt x="21135" y="1768"/>
                      <a:pt x="21400" y="1942"/>
                      <a:pt x="21668" y="2117"/>
                    </a:cubicBezTo>
                    <a:cubicBezTo>
                      <a:pt x="21795" y="2200"/>
                      <a:pt x="21922" y="2285"/>
                      <a:pt x="22055" y="2370"/>
                    </a:cubicBezTo>
                    <a:cubicBezTo>
                      <a:pt x="22560" y="2680"/>
                      <a:pt x="23085" y="2935"/>
                      <a:pt x="23625" y="3183"/>
                    </a:cubicBezTo>
                    <a:cubicBezTo>
                      <a:pt x="23945" y="3360"/>
                      <a:pt x="23945" y="3360"/>
                      <a:pt x="24445" y="3860"/>
                    </a:cubicBezTo>
                    <a:cubicBezTo>
                      <a:pt x="24503" y="4482"/>
                      <a:pt x="24503" y="4482"/>
                      <a:pt x="24492" y="5220"/>
                    </a:cubicBezTo>
                    <a:cubicBezTo>
                      <a:pt x="24490" y="5460"/>
                      <a:pt x="24490" y="5702"/>
                      <a:pt x="24487" y="5952"/>
                    </a:cubicBezTo>
                    <a:cubicBezTo>
                      <a:pt x="24430" y="6862"/>
                      <a:pt x="24430" y="6862"/>
                      <a:pt x="24195" y="7360"/>
                    </a:cubicBezTo>
                    <a:cubicBezTo>
                      <a:pt x="23025" y="8185"/>
                      <a:pt x="21690" y="8215"/>
                      <a:pt x="20312" y="8197"/>
                    </a:cubicBezTo>
                    <a:cubicBezTo>
                      <a:pt x="20107" y="8200"/>
                      <a:pt x="19900" y="8200"/>
                      <a:pt x="19688" y="8200"/>
                    </a:cubicBezTo>
                    <a:cubicBezTo>
                      <a:pt x="19013" y="8200"/>
                      <a:pt x="18337" y="8197"/>
                      <a:pt x="17662" y="8192"/>
                    </a:cubicBezTo>
                    <a:cubicBezTo>
                      <a:pt x="17190" y="8190"/>
                      <a:pt x="16717" y="8190"/>
                      <a:pt x="16247" y="8190"/>
                    </a:cubicBezTo>
                    <a:cubicBezTo>
                      <a:pt x="15260" y="8190"/>
                      <a:pt x="14275" y="8185"/>
                      <a:pt x="13290" y="8180"/>
                    </a:cubicBezTo>
                    <a:cubicBezTo>
                      <a:pt x="12025" y="8173"/>
                      <a:pt x="10763" y="8170"/>
                      <a:pt x="9500" y="8170"/>
                    </a:cubicBezTo>
                    <a:cubicBezTo>
                      <a:pt x="8527" y="8168"/>
                      <a:pt x="7555" y="8165"/>
                      <a:pt x="6582" y="8163"/>
                    </a:cubicBezTo>
                    <a:cubicBezTo>
                      <a:pt x="6115" y="8160"/>
                      <a:pt x="5650" y="8160"/>
                      <a:pt x="5182" y="8160"/>
                    </a:cubicBezTo>
                    <a:cubicBezTo>
                      <a:pt x="4533" y="8158"/>
                      <a:pt x="3882" y="8153"/>
                      <a:pt x="3232" y="8150"/>
                    </a:cubicBezTo>
                    <a:cubicBezTo>
                      <a:pt x="3040" y="8150"/>
                      <a:pt x="2847" y="8150"/>
                      <a:pt x="2650" y="8150"/>
                    </a:cubicBezTo>
                    <a:cubicBezTo>
                      <a:pt x="1795" y="8143"/>
                      <a:pt x="1017" y="8130"/>
                      <a:pt x="195" y="7860"/>
                    </a:cubicBezTo>
                    <a:cubicBezTo>
                      <a:pt x="138" y="7095"/>
                      <a:pt x="102" y="6330"/>
                      <a:pt x="70" y="5562"/>
                    </a:cubicBezTo>
                    <a:cubicBezTo>
                      <a:pt x="55" y="5347"/>
                      <a:pt x="37" y="5130"/>
                      <a:pt x="20" y="4908"/>
                    </a:cubicBezTo>
                    <a:cubicBezTo>
                      <a:pt x="0" y="4255"/>
                      <a:pt x="13" y="3737"/>
                      <a:pt x="195" y="3110"/>
                    </a:cubicBezTo>
                    <a:cubicBezTo>
                      <a:pt x="785" y="2523"/>
                      <a:pt x="1445" y="2205"/>
                      <a:pt x="2195" y="1860"/>
                    </a:cubicBezTo>
                    <a:cubicBezTo>
                      <a:pt x="2445" y="1715"/>
                      <a:pt x="2692" y="1567"/>
                      <a:pt x="2940" y="1418"/>
                    </a:cubicBezTo>
                    <a:cubicBezTo>
                      <a:pt x="3160" y="1295"/>
                      <a:pt x="3380" y="1170"/>
                      <a:pt x="3602" y="1048"/>
                    </a:cubicBezTo>
                    <a:cubicBezTo>
                      <a:pt x="3712" y="982"/>
                      <a:pt x="3820" y="920"/>
                      <a:pt x="3935" y="852"/>
                    </a:cubicBezTo>
                    <a:cubicBezTo>
                      <a:pt x="5470" y="0"/>
                      <a:pt x="7100" y="70"/>
                      <a:pt x="8810" y="67"/>
                    </a:cubicBezTo>
                    <a:close/>
                  </a:path>
                </a:pathLst>
              </a:custGeom>
              <a:solidFill>
                <a:srgbClr val="E28E43"/>
              </a:solidFill>
              <a:ln w="0">
                <a:noFill/>
              </a:ln>
            </p:spPr>
          </p:sp>
          <p:sp>
            <p:nvSpPr>
              <p:cNvPr id="1029" name="gavel vector"/>
              <p:cNvSpPr/>
              <p:nvPr/>
            </p:nvSpPr>
            <p:spPr>
              <a:xfrm>
                <a:off x="12074145" y="7877156"/>
                <a:ext cx="346078" cy="349095"/>
              </a:xfrm>
              <a:custGeom>
                <a:avLst/>
                <a:gdLst/>
                <a:ahLst/>
                <a:cxnLst/>
                <a:rect l="0" t="0" r="r" b="b"/>
                <a:pathLst>
                  <a:path w="37848" h="38178" fill="norm" stroke="0">
                    <a:moveTo>
                      <a:pt x="19803" y="825"/>
                    </a:moveTo>
                    <a:cubicBezTo>
                      <a:pt x="20888" y="1600"/>
                      <a:pt x="21727" y="2490"/>
                      <a:pt x="22578" y="3510"/>
                    </a:cubicBezTo>
                    <a:cubicBezTo>
                      <a:pt x="23118" y="4113"/>
                      <a:pt x="23697" y="4638"/>
                      <a:pt x="24305" y="5170"/>
                    </a:cubicBezTo>
                    <a:cubicBezTo>
                      <a:pt x="25405" y="6133"/>
                      <a:pt x="26372" y="7163"/>
                      <a:pt x="27305" y="8295"/>
                    </a:cubicBezTo>
                    <a:cubicBezTo>
                      <a:pt x="27410" y="8415"/>
                      <a:pt x="27517" y="8535"/>
                      <a:pt x="27625" y="8660"/>
                    </a:cubicBezTo>
                    <a:cubicBezTo>
                      <a:pt x="28555" y="9750"/>
                      <a:pt x="28555" y="9750"/>
                      <a:pt x="28555" y="10545"/>
                    </a:cubicBezTo>
                    <a:cubicBezTo>
                      <a:pt x="28085" y="11808"/>
                      <a:pt x="27275" y="12613"/>
                      <a:pt x="26240" y="13440"/>
                    </a:cubicBezTo>
                    <a:cubicBezTo>
                      <a:pt x="25838" y="13768"/>
                      <a:pt x="25477" y="14108"/>
                      <a:pt x="25118" y="14480"/>
                    </a:cubicBezTo>
                    <a:cubicBezTo>
                      <a:pt x="24210" y="15400"/>
                      <a:pt x="23582" y="15623"/>
                      <a:pt x="22305" y="15795"/>
                    </a:cubicBezTo>
                    <a:cubicBezTo>
                      <a:pt x="22355" y="17763"/>
                      <a:pt x="23888" y="18883"/>
                      <a:pt x="25200" y="20183"/>
                    </a:cubicBezTo>
                    <a:cubicBezTo>
                      <a:pt x="25358" y="20340"/>
                      <a:pt x="25517" y="20498"/>
                      <a:pt x="25680" y="20658"/>
                    </a:cubicBezTo>
                    <a:cubicBezTo>
                      <a:pt x="26003" y="20975"/>
                      <a:pt x="26325" y="21293"/>
                      <a:pt x="26650" y="21608"/>
                    </a:cubicBezTo>
                    <a:cubicBezTo>
                      <a:pt x="26797" y="21753"/>
                      <a:pt x="26947" y="21900"/>
                      <a:pt x="27102" y="22050"/>
                    </a:cubicBezTo>
                    <a:cubicBezTo>
                      <a:pt x="27237" y="22180"/>
                      <a:pt x="27372" y="22312"/>
                      <a:pt x="27513" y="22447"/>
                    </a:cubicBezTo>
                    <a:cubicBezTo>
                      <a:pt x="27805" y="22795"/>
                      <a:pt x="27805" y="22795"/>
                      <a:pt x="27805" y="23295"/>
                    </a:cubicBezTo>
                    <a:cubicBezTo>
                      <a:pt x="27878" y="23325"/>
                      <a:pt x="27878" y="23325"/>
                      <a:pt x="28243" y="23480"/>
                    </a:cubicBezTo>
                    <a:cubicBezTo>
                      <a:pt x="28910" y="23853"/>
                      <a:pt x="29303" y="24220"/>
                      <a:pt x="29805" y="24795"/>
                    </a:cubicBezTo>
                    <a:cubicBezTo>
                      <a:pt x="29805" y="24958"/>
                      <a:pt x="29805" y="25123"/>
                      <a:pt x="29805" y="25295"/>
                    </a:cubicBezTo>
                    <a:cubicBezTo>
                      <a:pt x="29953" y="25360"/>
                      <a:pt x="30100" y="25425"/>
                      <a:pt x="30253" y="25493"/>
                    </a:cubicBezTo>
                    <a:cubicBezTo>
                      <a:pt x="30835" y="25810"/>
                      <a:pt x="31207" y="26145"/>
                      <a:pt x="31665" y="26623"/>
                    </a:cubicBezTo>
                    <a:cubicBezTo>
                      <a:pt x="31815" y="26778"/>
                      <a:pt x="31965" y="26930"/>
                      <a:pt x="32118" y="27090"/>
                    </a:cubicBezTo>
                    <a:cubicBezTo>
                      <a:pt x="32263" y="27240"/>
                      <a:pt x="32408" y="27390"/>
                      <a:pt x="32555" y="27545"/>
                    </a:cubicBezTo>
                    <a:cubicBezTo>
                      <a:pt x="32900" y="27875"/>
                      <a:pt x="33245" y="28205"/>
                      <a:pt x="33592" y="28533"/>
                    </a:cubicBezTo>
                    <a:cubicBezTo>
                      <a:pt x="33805" y="28795"/>
                      <a:pt x="33805" y="28795"/>
                      <a:pt x="33805" y="29295"/>
                    </a:cubicBezTo>
                    <a:cubicBezTo>
                      <a:pt x="33950" y="29358"/>
                      <a:pt x="34092" y="29420"/>
                      <a:pt x="34243" y="29483"/>
                    </a:cubicBezTo>
                    <a:cubicBezTo>
                      <a:pt x="34882" y="29835"/>
                      <a:pt x="35310" y="30240"/>
                      <a:pt x="35820" y="30763"/>
                    </a:cubicBezTo>
                    <a:cubicBezTo>
                      <a:pt x="35990" y="30933"/>
                      <a:pt x="36158" y="31103"/>
                      <a:pt x="36330" y="31275"/>
                    </a:cubicBezTo>
                    <a:cubicBezTo>
                      <a:pt x="37525" y="32575"/>
                      <a:pt x="37848" y="33520"/>
                      <a:pt x="37805" y="35295"/>
                    </a:cubicBezTo>
                    <a:cubicBezTo>
                      <a:pt x="37598" y="36243"/>
                      <a:pt x="37122" y="36803"/>
                      <a:pt x="36352" y="37373"/>
                    </a:cubicBezTo>
                    <a:cubicBezTo>
                      <a:pt x="35415" y="37920"/>
                      <a:pt x="34648" y="38178"/>
                      <a:pt x="33570" y="37933"/>
                    </a:cubicBezTo>
                    <a:cubicBezTo>
                      <a:pt x="31830" y="37355"/>
                      <a:pt x="30700" y="36310"/>
                      <a:pt x="29600" y="34878"/>
                    </a:cubicBezTo>
                    <a:cubicBezTo>
                      <a:pt x="29305" y="34543"/>
                      <a:pt x="29305" y="34543"/>
                      <a:pt x="28895" y="34280"/>
                    </a:cubicBezTo>
                    <a:cubicBezTo>
                      <a:pt x="28783" y="34203"/>
                      <a:pt x="28670" y="34125"/>
                      <a:pt x="28555" y="34045"/>
                    </a:cubicBezTo>
                    <a:cubicBezTo>
                      <a:pt x="28555" y="33880"/>
                      <a:pt x="28555" y="33715"/>
                      <a:pt x="28555" y="33545"/>
                    </a:cubicBezTo>
                    <a:cubicBezTo>
                      <a:pt x="28445" y="33515"/>
                      <a:pt x="28335" y="33488"/>
                      <a:pt x="28223" y="33458"/>
                    </a:cubicBezTo>
                    <a:cubicBezTo>
                      <a:pt x="27745" y="33270"/>
                      <a:pt x="27493" y="33048"/>
                      <a:pt x="27132" y="32685"/>
                    </a:cubicBezTo>
                    <a:cubicBezTo>
                      <a:pt x="27025" y="32578"/>
                      <a:pt x="26915" y="32468"/>
                      <a:pt x="26803" y="32358"/>
                    </a:cubicBezTo>
                    <a:cubicBezTo>
                      <a:pt x="26555" y="32045"/>
                      <a:pt x="26555" y="32045"/>
                      <a:pt x="26555" y="31545"/>
                    </a:cubicBezTo>
                    <a:cubicBezTo>
                      <a:pt x="26395" y="31478"/>
                      <a:pt x="26235" y="31410"/>
                      <a:pt x="26070" y="31340"/>
                    </a:cubicBezTo>
                    <a:cubicBezTo>
                      <a:pt x="25470" y="30995"/>
                      <a:pt x="25510" y="30908"/>
                      <a:pt x="25305" y="30295"/>
                    </a:cubicBezTo>
                    <a:cubicBezTo>
                      <a:pt x="25158" y="30225"/>
                      <a:pt x="25010" y="30158"/>
                      <a:pt x="24860" y="30088"/>
                    </a:cubicBezTo>
                    <a:cubicBezTo>
                      <a:pt x="24200" y="29738"/>
                      <a:pt x="23793" y="29278"/>
                      <a:pt x="23320" y="28715"/>
                    </a:cubicBezTo>
                    <a:cubicBezTo>
                      <a:pt x="21540" y="26653"/>
                      <a:pt x="21540" y="26653"/>
                      <a:pt x="20445" y="25825"/>
                    </a:cubicBezTo>
                    <a:cubicBezTo>
                      <a:pt x="19908" y="25410"/>
                      <a:pt x="19490" y="24942"/>
                      <a:pt x="19055" y="24420"/>
                    </a:cubicBezTo>
                    <a:cubicBezTo>
                      <a:pt x="17513" y="22585"/>
                      <a:pt x="17513" y="22585"/>
                      <a:pt x="16352" y="22480"/>
                    </a:cubicBezTo>
                    <a:cubicBezTo>
                      <a:pt x="16172" y="22503"/>
                      <a:pt x="15993" y="22523"/>
                      <a:pt x="15805" y="22545"/>
                    </a:cubicBezTo>
                    <a:cubicBezTo>
                      <a:pt x="15755" y="22685"/>
                      <a:pt x="15703" y="22825"/>
                      <a:pt x="15650" y="22970"/>
                    </a:cubicBezTo>
                    <a:cubicBezTo>
                      <a:pt x="15030" y="24520"/>
                      <a:pt x="14233" y="25533"/>
                      <a:pt x="13025" y="26670"/>
                    </a:cubicBezTo>
                    <a:cubicBezTo>
                      <a:pt x="12865" y="26822"/>
                      <a:pt x="12707" y="26978"/>
                      <a:pt x="12545" y="27138"/>
                    </a:cubicBezTo>
                    <a:cubicBezTo>
                      <a:pt x="11112" y="28525"/>
                      <a:pt x="11112" y="28525"/>
                      <a:pt x="10070" y="28590"/>
                    </a:cubicBezTo>
                    <a:cubicBezTo>
                      <a:pt x="9433" y="28580"/>
                      <a:pt x="9025" y="28513"/>
                      <a:pt x="8555" y="28045"/>
                    </a:cubicBezTo>
                    <a:cubicBezTo>
                      <a:pt x="8555" y="27880"/>
                      <a:pt x="8555" y="27715"/>
                      <a:pt x="8555" y="27545"/>
                    </a:cubicBezTo>
                    <a:cubicBezTo>
                      <a:pt x="8422" y="27493"/>
                      <a:pt x="8293" y="27442"/>
                      <a:pt x="8155" y="27390"/>
                    </a:cubicBezTo>
                    <a:cubicBezTo>
                      <a:pt x="7287" y="26890"/>
                      <a:pt x="6648" y="26208"/>
                      <a:pt x="5945" y="25500"/>
                    </a:cubicBezTo>
                    <a:cubicBezTo>
                      <a:pt x="5793" y="25348"/>
                      <a:pt x="5638" y="25195"/>
                      <a:pt x="5480" y="25038"/>
                    </a:cubicBezTo>
                    <a:cubicBezTo>
                      <a:pt x="5160" y="24715"/>
                      <a:pt x="4838" y="24393"/>
                      <a:pt x="4517" y="24070"/>
                    </a:cubicBezTo>
                    <a:cubicBezTo>
                      <a:pt x="4025" y="23578"/>
                      <a:pt x="3533" y="23085"/>
                      <a:pt x="3040" y="22595"/>
                    </a:cubicBezTo>
                    <a:cubicBezTo>
                      <a:pt x="2725" y="22283"/>
                      <a:pt x="2412" y="21968"/>
                      <a:pt x="2100" y="21655"/>
                    </a:cubicBezTo>
                    <a:cubicBezTo>
                      <a:pt x="1953" y="21508"/>
                      <a:pt x="1805" y="21363"/>
                      <a:pt x="1652" y="21213"/>
                    </a:cubicBezTo>
                    <a:cubicBezTo>
                      <a:pt x="142" y="19683"/>
                      <a:pt x="142" y="19683"/>
                      <a:pt x="0" y="18633"/>
                    </a:cubicBezTo>
                    <a:cubicBezTo>
                      <a:pt x="148" y="17140"/>
                      <a:pt x="1043" y="16328"/>
                      <a:pt x="2055" y="15295"/>
                    </a:cubicBezTo>
                    <a:cubicBezTo>
                      <a:pt x="2188" y="15135"/>
                      <a:pt x="2320" y="14978"/>
                      <a:pt x="2455" y="14812"/>
                    </a:cubicBezTo>
                    <a:cubicBezTo>
                      <a:pt x="3168" y="13995"/>
                      <a:pt x="3737" y="13513"/>
                      <a:pt x="4810" y="13253"/>
                    </a:cubicBezTo>
                    <a:cubicBezTo>
                      <a:pt x="6770" y="12768"/>
                      <a:pt x="7967" y="11675"/>
                      <a:pt x="9340" y="10243"/>
                    </a:cubicBezTo>
                    <a:cubicBezTo>
                      <a:pt x="9697" y="9870"/>
                      <a:pt x="10062" y="9510"/>
                      <a:pt x="10430" y="9148"/>
                    </a:cubicBezTo>
                    <a:cubicBezTo>
                      <a:pt x="11790" y="7783"/>
                      <a:pt x="12582" y="6692"/>
                      <a:pt x="13055" y="4795"/>
                    </a:cubicBezTo>
                    <a:cubicBezTo>
                      <a:pt x="13610" y="3665"/>
                      <a:pt x="14418" y="2855"/>
                      <a:pt x="15305" y="1980"/>
                    </a:cubicBezTo>
                    <a:cubicBezTo>
                      <a:pt x="15440" y="1845"/>
                      <a:pt x="15572" y="1710"/>
                      <a:pt x="15710" y="1570"/>
                    </a:cubicBezTo>
                    <a:cubicBezTo>
                      <a:pt x="15840" y="1442"/>
                      <a:pt x="15970" y="1312"/>
                      <a:pt x="16102" y="1180"/>
                    </a:cubicBezTo>
                    <a:cubicBezTo>
                      <a:pt x="16160" y="1123"/>
                      <a:pt x="16160" y="1123"/>
                      <a:pt x="16457" y="828"/>
                    </a:cubicBezTo>
                    <a:cubicBezTo>
                      <a:pt x="17473" y="0"/>
                      <a:pt x="18723" y="215"/>
                      <a:pt x="19803" y="825"/>
                    </a:cubicBezTo>
                    <a:close/>
                    <a:moveTo>
                      <a:pt x="15055" y="3045"/>
                    </a:moveTo>
                    <a:cubicBezTo>
                      <a:pt x="14820" y="3263"/>
                      <a:pt x="14582" y="3478"/>
                      <a:pt x="14338" y="3685"/>
                    </a:cubicBezTo>
                    <a:cubicBezTo>
                      <a:pt x="13848" y="4158"/>
                      <a:pt x="13743" y="4447"/>
                      <a:pt x="13695" y="5123"/>
                    </a:cubicBezTo>
                    <a:cubicBezTo>
                      <a:pt x="13525" y="7205"/>
                      <a:pt x="11110" y="9113"/>
                      <a:pt x="9715" y="10530"/>
                    </a:cubicBezTo>
                    <a:cubicBezTo>
                      <a:pt x="9473" y="10780"/>
                      <a:pt x="9233" y="11033"/>
                      <a:pt x="8993" y="11285"/>
                    </a:cubicBezTo>
                    <a:cubicBezTo>
                      <a:pt x="6747" y="13668"/>
                      <a:pt x="6747" y="13668"/>
                      <a:pt x="5308" y="13800"/>
                    </a:cubicBezTo>
                    <a:cubicBezTo>
                      <a:pt x="5132" y="13793"/>
                      <a:pt x="4957" y="13785"/>
                      <a:pt x="4777" y="13778"/>
                    </a:cubicBezTo>
                    <a:cubicBezTo>
                      <a:pt x="4040" y="13803"/>
                      <a:pt x="3658" y="14185"/>
                      <a:pt x="3140" y="14678"/>
                    </a:cubicBezTo>
                    <a:cubicBezTo>
                      <a:pt x="2685" y="15175"/>
                      <a:pt x="2247" y="15680"/>
                      <a:pt x="1830" y="16210"/>
                    </a:cubicBezTo>
                    <a:cubicBezTo>
                      <a:pt x="1555" y="16545"/>
                      <a:pt x="1555" y="16545"/>
                      <a:pt x="1102" y="16903"/>
                    </a:cubicBezTo>
                    <a:cubicBezTo>
                      <a:pt x="608" y="17555"/>
                      <a:pt x="705" y="18258"/>
                      <a:pt x="805" y="19045"/>
                    </a:cubicBezTo>
                    <a:cubicBezTo>
                      <a:pt x="1072" y="19955"/>
                      <a:pt x="1662" y="20358"/>
                      <a:pt x="2380" y="20925"/>
                    </a:cubicBezTo>
                    <a:cubicBezTo>
                      <a:pt x="3025" y="21485"/>
                      <a:pt x="3555" y="22133"/>
                      <a:pt x="4108" y="22780"/>
                    </a:cubicBezTo>
                    <a:cubicBezTo>
                      <a:pt x="4800" y="23575"/>
                      <a:pt x="5553" y="24308"/>
                      <a:pt x="6305" y="25045"/>
                    </a:cubicBezTo>
                    <a:cubicBezTo>
                      <a:pt x="6535" y="25273"/>
                      <a:pt x="6765" y="25503"/>
                      <a:pt x="6993" y="25730"/>
                    </a:cubicBezTo>
                    <a:cubicBezTo>
                      <a:pt x="7092" y="25830"/>
                      <a:pt x="7190" y="25928"/>
                      <a:pt x="7293" y="26028"/>
                    </a:cubicBezTo>
                    <a:cubicBezTo>
                      <a:pt x="7520" y="26258"/>
                      <a:pt x="7735" y="26503"/>
                      <a:pt x="7945" y="26748"/>
                    </a:cubicBezTo>
                    <a:cubicBezTo>
                      <a:pt x="8305" y="27045"/>
                      <a:pt x="8305" y="27045"/>
                      <a:pt x="8852" y="27090"/>
                    </a:cubicBezTo>
                    <a:cubicBezTo>
                      <a:pt x="9003" y="27075"/>
                      <a:pt x="9152" y="27060"/>
                      <a:pt x="9305" y="27045"/>
                    </a:cubicBezTo>
                    <a:cubicBezTo>
                      <a:pt x="9388" y="27373"/>
                      <a:pt x="9470" y="27705"/>
                      <a:pt x="9555" y="28045"/>
                    </a:cubicBezTo>
                    <a:cubicBezTo>
                      <a:pt x="10155" y="28125"/>
                      <a:pt x="10612" y="28178"/>
                      <a:pt x="11128" y="27822"/>
                    </a:cubicBezTo>
                    <a:cubicBezTo>
                      <a:pt x="11457" y="27508"/>
                      <a:pt x="11765" y="27180"/>
                      <a:pt x="12070" y="26840"/>
                    </a:cubicBezTo>
                    <a:cubicBezTo>
                      <a:pt x="12283" y="26615"/>
                      <a:pt x="12493" y="26390"/>
                      <a:pt x="12705" y="26165"/>
                    </a:cubicBezTo>
                    <a:cubicBezTo>
                      <a:pt x="12755" y="26110"/>
                      <a:pt x="12755" y="26110"/>
                      <a:pt x="13010" y="25835"/>
                    </a:cubicBezTo>
                    <a:cubicBezTo>
                      <a:pt x="13305" y="25545"/>
                      <a:pt x="13305" y="25545"/>
                      <a:pt x="13858" y="25165"/>
                    </a:cubicBezTo>
                    <a:cubicBezTo>
                      <a:pt x="14445" y="24678"/>
                      <a:pt x="14530" y="24278"/>
                      <a:pt x="14713" y="23545"/>
                    </a:cubicBezTo>
                    <a:cubicBezTo>
                      <a:pt x="14905" y="22778"/>
                      <a:pt x="15070" y="22175"/>
                      <a:pt x="15555" y="21545"/>
                    </a:cubicBezTo>
                    <a:cubicBezTo>
                      <a:pt x="16388" y="21703"/>
                      <a:pt x="16965" y="22010"/>
                      <a:pt x="17665" y="22480"/>
                    </a:cubicBezTo>
                    <a:cubicBezTo>
                      <a:pt x="17850" y="22603"/>
                      <a:pt x="18035" y="22725"/>
                      <a:pt x="18227" y="22853"/>
                    </a:cubicBezTo>
                    <a:cubicBezTo>
                      <a:pt x="18760" y="23260"/>
                      <a:pt x="19213" y="23678"/>
                      <a:pt x="19680" y="24158"/>
                    </a:cubicBezTo>
                    <a:cubicBezTo>
                      <a:pt x="20055" y="24543"/>
                      <a:pt x="20435" y="24923"/>
                      <a:pt x="20818" y="25300"/>
                    </a:cubicBezTo>
                    <a:cubicBezTo>
                      <a:pt x="21205" y="25683"/>
                      <a:pt x="21590" y="26067"/>
                      <a:pt x="21975" y="26450"/>
                    </a:cubicBezTo>
                    <a:cubicBezTo>
                      <a:pt x="22172" y="26648"/>
                      <a:pt x="22372" y="26843"/>
                      <a:pt x="22570" y="27040"/>
                    </a:cubicBezTo>
                    <a:cubicBezTo>
                      <a:pt x="23740" y="28197"/>
                      <a:pt x="24870" y="29373"/>
                      <a:pt x="25943" y="30625"/>
                    </a:cubicBezTo>
                    <a:cubicBezTo>
                      <a:pt x="26898" y="31730"/>
                      <a:pt x="27977" y="32668"/>
                      <a:pt x="29080" y="33623"/>
                    </a:cubicBezTo>
                    <a:cubicBezTo>
                      <a:pt x="29457" y="33958"/>
                      <a:pt x="29822" y="34295"/>
                      <a:pt x="30180" y="34653"/>
                    </a:cubicBezTo>
                    <a:cubicBezTo>
                      <a:pt x="30277" y="34750"/>
                      <a:pt x="30375" y="34845"/>
                      <a:pt x="30475" y="34945"/>
                    </a:cubicBezTo>
                    <a:cubicBezTo>
                      <a:pt x="30740" y="35223"/>
                      <a:pt x="30987" y="35518"/>
                      <a:pt x="31230" y="35815"/>
                    </a:cubicBezTo>
                    <a:cubicBezTo>
                      <a:pt x="31922" y="36618"/>
                      <a:pt x="32443" y="37203"/>
                      <a:pt x="33493" y="37465"/>
                    </a:cubicBezTo>
                    <a:cubicBezTo>
                      <a:pt x="34582" y="37513"/>
                      <a:pt x="35537" y="37440"/>
                      <a:pt x="36463" y="36825"/>
                    </a:cubicBezTo>
                    <a:cubicBezTo>
                      <a:pt x="37195" y="36065"/>
                      <a:pt x="37370" y="35230"/>
                      <a:pt x="37408" y="34195"/>
                    </a:cubicBezTo>
                    <a:cubicBezTo>
                      <a:pt x="37213" y="32947"/>
                      <a:pt x="36415" y="32165"/>
                      <a:pt x="35555" y="31295"/>
                    </a:cubicBezTo>
                    <a:cubicBezTo>
                      <a:pt x="35445" y="31180"/>
                      <a:pt x="35335" y="31065"/>
                      <a:pt x="35223" y="30947"/>
                    </a:cubicBezTo>
                    <a:cubicBezTo>
                      <a:pt x="34550" y="30255"/>
                      <a:pt x="33865" y="29575"/>
                      <a:pt x="33172" y="28903"/>
                    </a:cubicBezTo>
                    <a:cubicBezTo>
                      <a:pt x="32135" y="27888"/>
                      <a:pt x="31118" y="26853"/>
                      <a:pt x="30092" y="25825"/>
                    </a:cubicBezTo>
                    <a:cubicBezTo>
                      <a:pt x="29415" y="25143"/>
                      <a:pt x="28735" y="24463"/>
                      <a:pt x="28055" y="23783"/>
                    </a:cubicBezTo>
                    <a:cubicBezTo>
                      <a:pt x="27543" y="23265"/>
                      <a:pt x="27027" y="22750"/>
                      <a:pt x="26513" y="22233"/>
                    </a:cubicBezTo>
                    <a:cubicBezTo>
                      <a:pt x="26013" y="21730"/>
                      <a:pt x="25513" y="21228"/>
                      <a:pt x="25010" y="20725"/>
                    </a:cubicBezTo>
                    <a:cubicBezTo>
                      <a:pt x="24820" y="20535"/>
                      <a:pt x="24630" y="20343"/>
                      <a:pt x="24440" y="20153"/>
                    </a:cubicBezTo>
                    <a:cubicBezTo>
                      <a:pt x="24175" y="19885"/>
                      <a:pt x="23910" y="19620"/>
                      <a:pt x="23645" y="19355"/>
                    </a:cubicBezTo>
                    <a:cubicBezTo>
                      <a:pt x="23495" y="19205"/>
                      <a:pt x="23345" y="19053"/>
                      <a:pt x="23190" y="18898"/>
                    </a:cubicBezTo>
                    <a:cubicBezTo>
                      <a:pt x="22805" y="18545"/>
                      <a:pt x="22805" y="18545"/>
                      <a:pt x="22305" y="18295"/>
                    </a:cubicBezTo>
                    <a:cubicBezTo>
                      <a:pt x="21803" y="17470"/>
                      <a:pt x="21530" y="16775"/>
                      <a:pt x="21632" y="15810"/>
                    </a:cubicBezTo>
                    <a:cubicBezTo>
                      <a:pt x="21690" y="15640"/>
                      <a:pt x="21747" y="15470"/>
                      <a:pt x="21805" y="15295"/>
                    </a:cubicBezTo>
                    <a:cubicBezTo>
                      <a:pt x="21943" y="15280"/>
                      <a:pt x="22078" y="15268"/>
                      <a:pt x="22217" y="15255"/>
                    </a:cubicBezTo>
                    <a:cubicBezTo>
                      <a:pt x="24023" y="14983"/>
                      <a:pt x="25125" y="14133"/>
                      <a:pt x="26305" y="12795"/>
                    </a:cubicBezTo>
                    <a:cubicBezTo>
                      <a:pt x="26305" y="12630"/>
                      <a:pt x="26305" y="12463"/>
                      <a:pt x="26305" y="12295"/>
                    </a:cubicBezTo>
                    <a:cubicBezTo>
                      <a:pt x="26412" y="12278"/>
                      <a:pt x="26523" y="12263"/>
                      <a:pt x="26632" y="12248"/>
                    </a:cubicBezTo>
                    <a:cubicBezTo>
                      <a:pt x="27275" y="11938"/>
                      <a:pt x="27562" y="11440"/>
                      <a:pt x="27805" y="10795"/>
                    </a:cubicBezTo>
                    <a:cubicBezTo>
                      <a:pt x="27840" y="9485"/>
                      <a:pt x="26882" y="8478"/>
                      <a:pt x="26055" y="7545"/>
                    </a:cubicBezTo>
                    <a:cubicBezTo>
                      <a:pt x="25570" y="7093"/>
                      <a:pt x="25068" y="6668"/>
                      <a:pt x="24560" y="6243"/>
                    </a:cubicBezTo>
                    <a:cubicBezTo>
                      <a:pt x="23872" y="5630"/>
                      <a:pt x="23297" y="4940"/>
                      <a:pt x="22703" y="4240"/>
                    </a:cubicBezTo>
                    <a:cubicBezTo>
                      <a:pt x="22197" y="3673"/>
                      <a:pt x="21658" y="3255"/>
                      <a:pt x="21055" y="2795"/>
                    </a:cubicBezTo>
                    <a:cubicBezTo>
                      <a:pt x="20628" y="2388"/>
                      <a:pt x="20215" y="1968"/>
                      <a:pt x="19805" y="1545"/>
                    </a:cubicBezTo>
                    <a:cubicBezTo>
                      <a:pt x="19200" y="940"/>
                      <a:pt x="18970" y="935"/>
                      <a:pt x="18132" y="888"/>
                    </a:cubicBezTo>
                    <a:cubicBezTo>
                      <a:pt x="16490" y="913"/>
                      <a:pt x="15967" y="1803"/>
                      <a:pt x="15055" y="3045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30" name="gavel vector"/>
              <p:cNvSpPr/>
              <p:nvPr/>
            </p:nvSpPr>
            <p:spPr>
              <a:xfrm>
                <a:off x="12066990" y="7870630"/>
                <a:ext cx="360456" cy="360868"/>
              </a:xfrm>
              <a:custGeom>
                <a:avLst/>
                <a:gdLst/>
                <a:ahLst/>
                <a:cxnLst/>
                <a:rect l="0" t="0" r="r" b="b"/>
                <a:pathLst>
                  <a:path w="39420" h="39465" fill="norm" stroke="0">
                    <a:moveTo>
                      <a:pt x="19188" y="110"/>
                    </a:moveTo>
                    <a:cubicBezTo>
                      <a:pt x="20638" y="645"/>
                      <a:pt x="21793" y="1905"/>
                      <a:pt x="22838" y="3008"/>
                    </a:cubicBezTo>
                    <a:cubicBezTo>
                      <a:pt x="23855" y="4048"/>
                      <a:pt x="24868" y="5058"/>
                      <a:pt x="25997" y="5975"/>
                    </a:cubicBezTo>
                    <a:cubicBezTo>
                      <a:pt x="26568" y="6450"/>
                      <a:pt x="27080" y="6967"/>
                      <a:pt x="27588" y="7508"/>
                    </a:cubicBezTo>
                    <a:cubicBezTo>
                      <a:pt x="27662" y="7582"/>
                      <a:pt x="27662" y="7582"/>
                      <a:pt x="28037" y="7970"/>
                    </a:cubicBezTo>
                    <a:cubicBezTo>
                      <a:pt x="28963" y="8962"/>
                      <a:pt x="29763" y="9852"/>
                      <a:pt x="29838" y="11258"/>
                    </a:cubicBezTo>
                    <a:cubicBezTo>
                      <a:pt x="29628" y="12235"/>
                      <a:pt x="29150" y="12753"/>
                      <a:pt x="28443" y="13410"/>
                    </a:cubicBezTo>
                    <a:cubicBezTo>
                      <a:pt x="28043" y="13800"/>
                      <a:pt x="27695" y="14217"/>
                      <a:pt x="27338" y="14648"/>
                    </a:cubicBezTo>
                    <a:cubicBezTo>
                      <a:pt x="25747" y="16503"/>
                      <a:pt x="25747" y="16503"/>
                      <a:pt x="24260" y="16695"/>
                    </a:cubicBezTo>
                    <a:cubicBezTo>
                      <a:pt x="23953" y="16717"/>
                      <a:pt x="23645" y="16738"/>
                      <a:pt x="23338" y="16758"/>
                    </a:cubicBezTo>
                    <a:cubicBezTo>
                      <a:pt x="24295" y="18538"/>
                      <a:pt x="25578" y="19837"/>
                      <a:pt x="27007" y="21232"/>
                    </a:cubicBezTo>
                    <a:cubicBezTo>
                      <a:pt x="27240" y="21462"/>
                      <a:pt x="27475" y="21695"/>
                      <a:pt x="27707" y="21925"/>
                    </a:cubicBezTo>
                    <a:cubicBezTo>
                      <a:pt x="28318" y="22530"/>
                      <a:pt x="28930" y="23133"/>
                      <a:pt x="29540" y="23732"/>
                    </a:cubicBezTo>
                    <a:cubicBezTo>
                      <a:pt x="30525" y="24700"/>
                      <a:pt x="31507" y="25670"/>
                      <a:pt x="32487" y="26640"/>
                    </a:cubicBezTo>
                    <a:cubicBezTo>
                      <a:pt x="32830" y="26977"/>
                      <a:pt x="33175" y="27315"/>
                      <a:pt x="33520" y="27650"/>
                    </a:cubicBezTo>
                    <a:cubicBezTo>
                      <a:pt x="33727" y="27857"/>
                      <a:pt x="33935" y="28062"/>
                      <a:pt x="34145" y="28268"/>
                    </a:cubicBezTo>
                    <a:cubicBezTo>
                      <a:pt x="34240" y="28363"/>
                      <a:pt x="34338" y="28455"/>
                      <a:pt x="34435" y="28550"/>
                    </a:cubicBezTo>
                    <a:cubicBezTo>
                      <a:pt x="34662" y="28778"/>
                      <a:pt x="34878" y="29018"/>
                      <a:pt x="35088" y="29258"/>
                    </a:cubicBezTo>
                    <a:cubicBezTo>
                      <a:pt x="35088" y="29423"/>
                      <a:pt x="35088" y="29587"/>
                      <a:pt x="35088" y="29758"/>
                    </a:cubicBezTo>
                    <a:cubicBezTo>
                      <a:pt x="35230" y="29820"/>
                      <a:pt x="35372" y="29880"/>
                      <a:pt x="35517" y="29945"/>
                    </a:cubicBezTo>
                    <a:cubicBezTo>
                      <a:pt x="37223" y="30880"/>
                      <a:pt x="38618" y="32538"/>
                      <a:pt x="39237" y="34370"/>
                    </a:cubicBezTo>
                    <a:cubicBezTo>
                      <a:pt x="39420" y="35535"/>
                      <a:pt x="39145" y="36482"/>
                      <a:pt x="38588" y="37508"/>
                    </a:cubicBezTo>
                    <a:cubicBezTo>
                      <a:pt x="38142" y="38035"/>
                      <a:pt x="37675" y="38398"/>
                      <a:pt x="37088" y="38758"/>
                    </a:cubicBezTo>
                    <a:cubicBezTo>
                      <a:pt x="36932" y="38865"/>
                      <a:pt x="36777" y="38975"/>
                      <a:pt x="36620" y="39085"/>
                    </a:cubicBezTo>
                    <a:cubicBezTo>
                      <a:pt x="35475" y="39455"/>
                      <a:pt x="34547" y="39465"/>
                      <a:pt x="33438" y="38965"/>
                    </a:cubicBezTo>
                    <a:cubicBezTo>
                      <a:pt x="32260" y="38320"/>
                      <a:pt x="31358" y="37618"/>
                      <a:pt x="30588" y="36508"/>
                    </a:cubicBezTo>
                    <a:cubicBezTo>
                      <a:pt x="29955" y="35803"/>
                      <a:pt x="29250" y="35180"/>
                      <a:pt x="28537" y="34558"/>
                    </a:cubicBezTo>
                    <a:cubicBezTo>
                      <a:pt x="27525" y="33680"/>
                      <a:pt x="26640" y="32768"/>
                      <a:pt x="25775" y="31740"/>
                    </a:cubicBezTo>
                    <a:cubicBezTo>
                      <a:pt x="25180" y="31082"/>
                      <a:pt x="24510" y="30528"/>
                      <a:pt x="23832" y="29955"/>
                    </a:cubicBezTo>
                    <a:cubicBezTo>
                      <a:pt x="23152" y="29340"/>
                      <a:pt x="22578" y="28650"/>
                      <a:pt x="21983" y="27950"/>
                    </a:cubicBezTo>
                    <a:cubicBezTo>
                      <a:pt x="21575" y="27493"/>
                      <a:pt x="21158" y="27150"/>
                      <a:pt x="20668" y="26790"/>
                    </a:cubicBezTo>
                    <a:cubicBezTo>
                      <a:pt x="20043" y="26255"/>
                      <a:pt x="19530" y="25610"/>
                      <a:pt x="19000" y="24982"/>
                    </a:cubicBezTo>
                    <a:cubicBezTo>
                      <a:pt x="17945" y="23768"/>
                      <a:pt x="17945" y="23768"/>
                      <a:pt x="17290" y="23710"/>
                    </a:cubicBezTo>
                    <a:cubicBezTo>
                      <a:pt x="17142" y="23725"/>
                      <a:pt x="16993" y="23743"/>
                      <a:pt x="16838" y="23758"/>
                    </a:cubicBezTo>
                    <a:cubicBezTo>
                      <a:pt x="16838" y="24253"/>
                      <a:pt x="16838" y="24748"/>
                      <a:pt x="16838" y="25258"/>
                    </a:cubicBezTo>
                    <a:cubicBezTo>
                      <a:pt x="16682" y="25278"/>
                      <a:pt x="16527" y="25298"/>
                      <a:pt x="16370" y="25320"/>
                    </a:cubicBezTo>
                    <a:cubicBezTo>
                      <a:pt x="15838" y="25508"/>
                      <a:pt x="15838" y="25508"/>
                      <a:pt x="15572" y="26008"/>
                    </a:cubicBezTo>
                    <a:cubicBezTo>
                      <a:pt x="15495" y="26173"/>
                      <a:pt x="15418" y="26337"/>
                      <a:pt x="15338" y="26508"/>
                    </a:cubicBezTo>
                    <a:cubicBezTo>
                      <a:pt x="15088" y="26590"/>
                      <a:pt x="14838" y="26675"/>
                      <a:pt x="14588" y="26758"/>
                    </a:cubicBezTo>
                    <a:cubicBezTo>
                      <a:pt x="14553" y="26830"/>
                      <a:pt x="14553" y="26830"/>
                      <a:pt x="14370" y="27200"/>
                    </a:cubicBezTo>
                    <a:cubicBezTo>
                      <a:pt x="13832" y="28260"/>
                      <a:pt x="13040" y="29065"/>
                      <a:pt x="12088" y="29758"/>
                    </a:cubicBezTo>
                    <a:cubicBezTo>
                      <a:pt x="11130" y="30043"/>
                      <a:pt x="10305" y="30005"/>
                      <a:pt x="9415" y="29533"/>
                    </a:cubicBezTo>
                    <a:cubicBezTo>
                      <a:pt x="8553" y="28863"/>
                      <a:pt x="7878" y="27990"/>
                      <a:pt x="7185" y="27150"/>
                    </a:cubicBezTo>
                    <a:cubicBezTo>
                      <a:pt x="6783" y="26695"/>
                      <a:pt x="6328" y="26365"/>
                      <a:pt x="5838" y="26008"/>
                    </a:cubicBezTo>
                    <a:cubicBezTo>
                      <a:pt x="5838" y="25842"/>
                      <a:pt x="5838" y="25678"/>
                      <a:pt x="5838" y="25508"/>
                    </a:cubicBezTo>
                    <a:cubicBezTo>
                      <a:pt x="5672" y="25508"/>
                      <a:pt x="5507" y="25508"/>
                      <a:pt x="5338" y="25508"/>
                    </a:cubicBezTo>
                    <a:cubicBezTo>
                      <a:pt x="4960" y="25115"/>
                      <a:pt x="4960" y="25115"/>
                      <a:pt x="4525" y="24585"/>
                    </a:cubicBezTo>
                    <a:cubicBezTo>
                      <a:pt x="3995" y="23960"/>
                      <a:pt x="3485" y="23388"/>
                      <a:pt x="2838" y="22883"/>
                    </a:cubicBezTo>
                    <a:cubicBezTo>
                      <a:pt x="1630" y="21930"/>
                      <a:pt x="200" y="20640"/>
                      <a:pt x="0" y="19062"/>
                    </a:cubicBezTo>
                    <a:cubicBezTo>
                      <a:pt x="17" y="18055"/>
                      <a:pt x="575" y="17548"/>
                      <a:pt x="1260" y="16868"/>
                    </a:cubicBezTo>
                    <a:cubicBezTo>
                      <a:pt x="1368" y="16753"/>
                      <a:pt x="1477" y="16640"/>
                      <a:pt x="1590" y="16523"/>
                    </a:cubicBezTo>
                    <a:cubicBezTo>
                      <a:pt x="1918" y="16180"/>
                      <a:pt x="2253" y="15842"/>
                      <a:pt x="2588" y="15508"/>
                    </a:cubicBezTo>
                    <a:cubicBezTo>
                      <a:pt x="2645" y="15450"/>
                      <a:pt x="2645" y="15450"/>
                      <a:pt x="2930" y="15160"/>
                    </a:cubicBezTo>
                    <a:cubicBezTo>
                      <a:pt x="3535" y="14550"/>
                      <a:pt x="4115" y="13980"/>
                      <a:pt x="4838" y="13508"/>
                    </a:cubicBezTo>
                    <a:cubicBezTo>
                      <a:pt x="5003" y="13508"/>
                      <a:pt x="5168" y="13508"/>
                      <a:pt x="5338" y="13508"/>
                    </a:cubicBezTo>
                    <a:cubicBezTo>
                      <a:pt x="5338" y="13342"/>
                      <a:pt x="5338" y="13178"/>
                      <a:pt x="5338" y="13008"/>
                    </a:cubicBezTo>
                    <a:cubicBezTo>
                      <a:pt x="5545" y="13043"/>
                      <a:pt x="5750" y="13080"/>
                      <a:pt x="5963" y="13118"/>
                    </a:cubicBezTo>
                    <a:cubicBezTo>
                      <a:pt x="7108" y="13095"/>
                      <a:pt x="7715" y="12368"/>
                      <a:pt x="8490" y="11597"/>
                    </a:cubicBezTo>
                    <a:cubicBezTo>
                      <a:pt x="8912" y="11185"/>
                      <a:pt x="9348" y="10785"/>
                      <a:pt x="9783" y="10385"/>
                    </a:cubicBezTo>
                    <a:cubicBezTo>
                      <a:pt x="10125" y="10062"/>
                      <a:pt x="10465" y="9738"/>
                      <a:pt x="10807" y="9413"/>
                    </a:cubicBezTo>
                    <a:cubicBezTo>
                      <a:pt x="10890" y="9337"/>
                      <a:pt x="10890" y="9337"/>
                      <a:pt x="11312" y="8950"/>
                    </a:cubicBezTo>
                    <a:cubicBezTo>
                      <a:pt x="12355" y="7935"/>
                      <a:pt x="12753" y="7202"/>
                      <a:pt x="12980" y="5765"/>
                    </a:cubicBezTo>
                    <a:cubicBezTo>
                      <a:pt x="13148" y="4980"/>
                      <a:pt x="13480" y="4640"/>
                      <a:pt x="14040" y="4070"/>
                    </a:cubicBezTo>
                    <a:cubicBezTo>
                      <a:pt x="14130" y="3977"/>
                      <a:pt x="14220" y="3883"/>
                      <a:pt x="14312" y="3788"/>
                    </a:cubicBezTo>
                    <a:cubicBezTo>
                      <a:pt x="14568" y="3523"/>
                      <a:pt x="14828" y="3265"/>
                      <a:pt x="15088" y="3008"/>
                    </a:cubicBezTo>
                    <a:cubicBezTo>
                      <a:pt x="15203" y="2888"/>
                      <a:pt x="15318" y="2765"/>
                      <a:pt x="15435" y="2640"/>
                    </a:cubicBezTo>
                    <a:cubicBezTo>
                      <a:pt x="15727" y="2335"/>
                      <a:pt x="16030" y="2048"/>
                      <a:pt x="16338" y="1758"/>
                    </a:cubicBezTo>
                    <a:cubicBezTo>
                      <a:pt x="16475" y="1623"/>
                      <a:pt x="16610" y="1488"/>
                      <a:pt x="16750" y="1350"/>
                    </a:cubicBezTo>
                    <a:cubicBezTo>
                      <a:pt x="18188" y="0"/>
                      <a:pt x="18188" y="0"/>
                      <a:pt x="19188" y="110"/>
                    </a:cubicBezTo>
                    <a:close/>
                    <a:moveTo>
                      <a:pt x="14088" y="4758"/>
                    </a:moveTo>
                    <a:cubicBezTo>
                      <a:pt x="13807" y="5395"/>
                      <a:pt x="13655" y="5962"/>
                      <a:pt x="13525" y="6645"/>
                    </a:cubicBezTo>
                    <a:cubicBezTo>
                      <a:pt x="13312" y="7337"/>
                      <a:pt x="13053" y="7673"/>
                      <a:pt x="12565" y="8202"/>
                    </a:cubicBezTo>
                    <a:cubicBezTo>
                      <a:pt x="12485" y="8290"/>
                      <a:pt x="12485" y="8290"/>
                      <a:pt x="12088" y="8725"/>
                    </a:cubicBezTo>
                    <a:cubicBezTo>
                      <a:pt x="11922" y="8900"/>
                      <a:pt x="11757" y="9077"/>
                      <a:pt x="11588" y="9258"/>
                    </a:cubicBezTo>
                    <a:cubicBezTo>
                      <a:pt x="11510" y="9342"/>
                      <a:pt x="11510" y="9342"/>
                      <a:pt x="11118" y="9778"/>
                    </a:cubicBezTo>
                    <a:cubicBezTo>
                      <a:pt x="7785" y="13430"/>
                      <a:pt x="7785" y="13430"/>
                      <a:pt x="6040" y="13805"/>
                    </a:cubicBezTo>
                    <a:cubicBezTo>
                      <a:pt x="4000" y="14260"/>
                      <a:pt x="2618" y="15925"/>
                      <a:pt x="1338" y="17508"/>
                    </a:cubicBezTo>
                    <a:cubicBezTo>
                      <a:pt x="840" y="18315"/>
                      <a:pt x="723" y="18840"/>
                      <a:pt x="915" y="19760"/>
                    </a:cubicBezTo>
                    <a:cubicBezTo>
                      <a:pt x="1598" y="21712"/>
                      <a:pt x="4065" y="23530"/>
                      <a:pt x="5505" y="24972"/>
                    </a:cubicBezTo>
                    <a:cubicBezTo>
                      <a:pt x="5920" y="25388"/>
                      <a:pt x="6332" y="25805"/>
                      <a:pt x="6747" y="26222"/>
                    </a:cubicBezTo>
                    <a:cubicBezTo>
                      <a:pt x="7010" y="26488"/>
                      <a:pt x="7275" y="26750"/>
                      <a:pt x="7537" y="27015"/>
                    </a:cubicBezTo>
                    <a:cubicBezTo>
                      <a:pt x="7662" y="27140"/>
                      <a:pt x="7785" y="27265"/>
                      <a:pt x="7912" y="27395"/>
                    </a:cubicBezTo>
                    <a:cubicBezTo>
                      <a:pt x="8025" y="27508"/>
                      <a:pt x="8140" y="27623"/>
                      <a:pt x="8257" y="27738"/>
                    </a:cubicBezTo>
                    <a:cubicBezTo>
                      <a:pt x="8358" y="27840"/>
                      <a:pt x="8457" y="27940"/>
                      <a:pt x="8562" y="28043"/>
                    </a:cubicBezTo>
                    <a:cubicBezTo>
                      <a:pt x="8838" y="28258"/>
                      <a:pt x="8838" y="28258"/>
                      <a:pt x="9338" y="28258"/>
                    </a:cubicBezTo>
                    <a:cubicBezTo>
                      <a:pt x="9370" y="28375"/>
                      <a:pt x="9400" y="28495"/>
                      <a:pt x="9432" y="28618"/>
                    </a:cubicBezTo>
                    <a:cubicBezTo>
                      <a:pt x="9588" y="29008"/>
                      <a:pt x="9588" y="29008"/>
                      <a:pt x="10088" y="29258"/>
                    </a:cubicBezTo>
                    <a:cubicBezTo>
                      <a:pt x="10932" y="29418"/>
                      <a:pt x="11340" y="29425"/>
                      <a:pt x="12060" y="28938"/>
                    </a:cubicBezTo>
                    <a:cubicBezTo>
                      <a:pt x="12590" y="28477"/>
                      <a:pt x="13090" y="28000"/>
                      <a:pt x="13588" y="27508"/>
                    </a:cubicBezTo>
                    <a:cubicBezTo>
                      <a:pt x="13773" y="27330"/>
                      <a:pt x="13957" y="27150"/>
                      <a:pt x="14142" y="26972"/>
                    </a:cubicBezTo>
                    <a:cubicBezTo>
                      <a:pt x="15993" y="25168"/>
                      <a:pt x="15993" y="25168"/>
                      <a:pt x="16370" y="23960"/>
                    </a:cubicBezTo>
                    <a:cubicBezTo>
                      <a:pt x="16443" y="23727"/>
                      <a:pt x="16513" y="23498"/>
                      <a:pt x="16588" y="23258"/>
                    </a:cubicBezTo>
                    <a:cubicBezTo>
                      <a:pt x="17375" y="23168"/>
                      <a:pt x="17753" y="23205"/>
                      <a:pt x="18432" y="23633"/>
                    </a:cubicBezTo>
                    <a:cubicBezTo>
                      <a:pt x="19162" y="24275"/>
                      <a:pt x="19770" y="25033"/>
                      <a:pt x="20400" y="25773"/>
                    </a:cubicBezTo>
                    <a:cubicBezTo>
                      <a:pt x="20777" y="26190"/>
                      <a:pt x="21148" y="26535"/>
                      <a:pt x="21588" y="26883"/>
                    </a:cubicBezTo>
                    <a:cubicBezTo>
                      <a:pt x="22378" y="27508"/>
                      <a:pt x="23000" y="28243"/>
                      <a:pt x="23652" y="29008"/>
                    </a:cubicBezTo>
                    <a:cubicBezTo>
                      <a:pt x="24062" y="29477"/>
                      <a:pt x="24480" y="29935"/>
                      <a:pt x="24915" y="30383"/>
                    </a:cubicBezTo>
                    <a:cubicBezTo>
                      <a:pt x="25033" y="30503"/>
                      <a:pt x="25152" y="30625"/>
                      <a:pt x="25273" y="30750"/>
                    </a:cubicBezTo>
                    <a:cubicBezTo>
                      <a:pt x="25588" y="31008"/>
                      <a:pt x="25588" y="31008"/>
                      <a:pt x="26088" y="31008"/>
                    </a:cubicBezTo>
                    <a:cubicBezTo>
                      <a:pt x="26122" y="31087"/>
                      <a:pt x="26122" y="31087"/>
                      <a:pt x="26290" y="31493"/>
                    </a:cubicBezTo>
                    <a:cubicBezTo>
                      <a:pt x="26588" y="32008"/>
                      <a:pt x="26588" y="32008"/>
                      <a:pt x="26963" y="32133"/>
                    </a:cubicBezTo>
                    <a:cubicBezTo>
                      <a:pt x="27338" y="32258"/>
                      <a:pt x="27338" y="32258"/>
                      <a:pt x="27572" y="32710"/>
                    </a:cubicBezTo>
                    <a:cubicBezTo>
                      <a:pt x="27660" y="32890"/>
                      <a:pt x="27747" y="33072"/>
                      <a:pt x="27838" y="33258"/>
                    </a:cubicBezTo>
                    <a:cubicBezTo>
                      <a:pt x="28148" y="33638"/>
                      <a:pt x="28465" y="33930"/>
                      <a:pt x="28838" y="34258"/>
                    </a:cubicBezTo>
                    <a:cubicBezTo>
                      <a:pt x="29003" y="34258"/>
                      <a:pt x="29168" y="34258"/>
                      <a:pt x="29338" y="34258"/>
                    </a:cubicBezTo>
                    <a:cubicBezTo>
                      <a:pt x="29365" y="34370"/>
                      <a:pt x="29392" y="34480"/>
                      <a:pt x="29420" y="34595"/>
                    </a:cubicBezTo>
                    <a:cubicBezTo>
                      <a:pt x="29622" y="35095"/>
                      <a:pt x="29850" y="35275"/>
                      <a:pt x="30275" y="35600"/>
                    </a:cubicBezTo>
                    <a:cubicBezTo>
                      <a:pt x="31152" y="36300"/>
                      <a:pt x="31940" y="37060"/>
                      <a:pt x="32682" y="37898"/>
                    </a:cubicBezTo>
                    <a:cubicBezTo>
                      <a:pt x="33438" y="38567"/>
                      <a:pt x="34355" y="38692"/>
                      <a:pt x="35338" y="38758"/>
                    </a:cubicBezTo>
                    <a:cubicBezTo>
                      <a:pt x="36345" y="38590"/>
                      <a:pt x="37230" y="38215"/>
                      <a:pt x="37947" y="37475"/>
                    </a:cubicBezTo>
                    <a:cubicBezTo>
                      <a:pt x="38537" y="36610"/>
                      <a:pt x="38640" y="35533"/>
                      <a:pt x="38588" y="34508"/>
                    </a:cubicBezTo>
                    <a:cubicBezTo>
                      <a:pt x="38277" y="33435"/>
                      <a:pt x="37727" y="32768"/>
                      <a:pt x="36977" y="31975"/>
                    </a:cubicBezTo>
                    <a:cubicBezTo>
                      <a:pt x="36880" y="31870"/>
                      <a:pt x="36780" y="31763"/>
                      <a:pt x="36680" y="31650"/>
                    </a:cubicBezTo>
                    <a:cubicBezTo>
                      <a:pt x="36402" y="31350"/>
                      <a:pt x="36120" y="31055"/>
                      <a:pt x="35838" y="30758"/>
                    </a:cubicBezTo>
                    <a:cubicBezTo>
                      <a:pt x="35700" y="30607"/>
                      <a:pt x="35565" y="30460"/>
                      <a:pt x="35422" y="30308"/>
                    </a:cubicBezTo>
                    <a:cubicBezTo>
                      <a:pt x="35088" y="30008"/>
                      <a:pt x="35088" y="30008"/>
                      <a:pt x="34588" y="30008"/>
                    </a:cubicBezTo>
                    <a:cubicBezTo>
                      <a:pt x="34560" y="29938"/>
                      <a:pt x="34560" y="29938"/>
                      <a:pt x="34415" y="29585"/>
                    </a:cubicBezTo>
                    <a:cubicBezTo>
                      <a:pt x="34072" y="28980"/>
                      <a:pt x="33713" y="28592"/>
                      <a:pt x="33213" y="28118"/>
                    </a:cubicBezTo>
                    <a:cubicBezTo>
                      <a:pt x="32930" y="27847"/>
                      <a:pt x="32655" y="27570"/>
                      <a:pt x="32385" y="27288"/>
                    </a:cubicBezTo>
                    <a:cubicBezTo>
                      <a:pt x="32230" y="27130"/>
                      <a:pt x="32075" y="26970"/>
                      <a:pt x="31915" y="26805"/>
                    </a:cubicBezTo>
                    <a:cubicBezTo>
                      <a:pt x="31770" y="26653"/>
                      <a:pt x="31625" y="26503"/>
                      <a:pt x="31475" y="26347"/>
                    </a:cubicBezTo>
                    <a:cubicBezTo>
                      <a:pt x="31088" y="26008"/>
                      <a:pt x="31088" y="26008"/>
                      <a:pt x="30588" y="26008"/>
                    </a:cubicBezTo>
                    <a:cubicBezTo>
                      <a:pt x="30525" y="25863"/>
                      <a:pt x="30465" y="25717"/>
                      <a:pt x="30400" y="25570"/>
                    </a:cubicBezTo>
                    <a:cubicBezTo>
                      <a:pt x="30030" y="24903"/>
                      <a:pt x="29662" y="24510"/>
                      <a:pt x="29088" y="24008"/>
                    </a:cubicBezTo>
                    <a:cubicBezTo>
                      <a:pt x="28922" y="24008"/>
                      <a:pt x="28757" y="24008"/>
                      <a:pt x="28588" y="24008"/>
                    </a:cubicBezTo>
                    <a:cubicBezTo>
                      <a:pt x="28527" y="23865"/>
                      <a:pt x="28465" y="23720"/>
                      <a:pt x="28402" y="23572"/>
                    </a:cubicBezTo>
                    <a:cubicBezTo>
                      <a:pt x="28045" y="22928"/>
                      <a:pt x="27600" y="22465"/>
                      <a:pt x="27072" y="21960"/>
                    </a:cubicBezTo>
                    <a:cubicBezTo>
                      <a:pt x="26975" y="21865"/>
                      <a:pt x="26878" y="21768"/>
                      <a:pt x="26775" y="21670"/>
                    </a:cubicBezTo>
                    <a:cubicBezTo>
                      <a:pt x="26465" y="21365"/>
                      <a:pt x="26150" y="21060"/>
                      <a:pt x="25838" y="20758"/>
                    </a:cubicBezTo>
                    <a:cubicBezTo>
                      <a:pt x="25425" y="20357"/>
                      <a:pt x="25015" y="19957"/>
                      <a:pt x="24602" y="19555"/>
                    </a:cubicBezTo>
                    <a:cubicBezTo>
                      <a:pt x="24510" y="19465"/>
                      <a:pt x="24415" y="19375"/>
                      <a:pt x="24318" y="19280"/>
                    </a:cubicBezTo>
                    <a:cubicBezTo>
                      <a:pt x="23605" y="18582"/>
                      <a:pt x="23112" y="17960"/>
                      <a:pt x="23057" y="16945"/>
                    </a:cubicBezTo>
                    <a:cubicBezTo>
                      <a:pt x="23068" y="16800"/>
                      <a:pt x="23078" y="16655"/>
                      <a:pt x="23088" y="16508"/>
                    </a:cubicBezTo>
                    <a:cubicBezTo>
                      <a:pt x="23217" y="16482"/>
                      <a:pt x="23348" y="16457"/>
                      <a:pt x="23483" y="16433"/>
                    </a:cubicBezTo>
                    <a:cubicBezTo>
                      <a:pt x="25297" y="16043"/>
                      <a:pt x="26138" y="15310"/>
                      <a:pt x="27273" y="13885"/>
                    </a:cubicBezTo>
                    <a:cubicBezTo>
                      <a:pt x="27580" y="13515"/>
                      <a:pt x="27908" y="13195"/>
                      <a:pt x="28260" y="12868"/>
                    </a:cubicBezTo>
                    <a:cubicBezTo>
                      <a:pt x="28835" y="12293"/>
                      <a:pt x="29178" y="11827"/>
                      <a:pt x="29338" y="11008"/>
                    </a:cubicBezTo>
                    <a:cubicBezTo>
                      <a:pt x="28880" y="9143"/>
                      <a:pt x="27050" y="7695"/>
                      <a:pt x="25658" y="6513"/>
                    </a:cubicBezTo>
                    <a:cubicBezTo>
                      <a:pt x="24370" y="5395"/>
                      <a:pt x="23197" y="4135"/>
                      <a:pt x="22003" y="2915"/>
                    </a:cubicBezTo>
                    <a:cubicBezTo>
                      <a:pt x="20230" y="1118"/>
                      <a:pt x="20230" y="1118"/>
                      <a:pt x="18947" y="898"/>
                    </a:cubicBezTo>
                    <a:cubicBezTo>
                      <a:pt x="17003" y="1248"/>
                      <a:pt x="15245" y="3258"/>
                      <a:pt x="14088" y="475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31" name="gavel vector"/>
              <p:cNvSpPr/>
              <p:nvPr/>
            </p:nvSpPr>
            <p:spPr>
              <a:xfrm>
                <a:off x="12015209" y="8181027"/>
                <a:ext cx="222268" cy="74684"/>
              </a:xfrm>
              <a:custGeom>
                <a:avLst/>
                <a:gdLst/>
                <a:ahLst/>
                <a:cxnLst/>
                <a:rect l="0" t="0" r="r" b="b"/>
                <a:pathLst>
                  <a:path w="24308" h="8168" fill="norm" stroke="0">
                    <a:moveTo>
                      <a:pt x="8615" y="20"/>
                    </a:moveTo>
                    <a:cubicBezTo>
                      <a:pt x="8727" y="20"/>
                      <a:pt x="8727" y="20"/>
                      <a:pt x="9297" y="17"/>
                    </a:cubicBezTo>
                    <a:cubicBezTo>
                      <a:pt x="9775" y="15"/>
                      <a:pt x="10250" y="15"/>
                      <a:pt x="10727" y="15"/>
                    </a:cubicBezTo>
                    <a:cubicBezTo>
                      <a:pt x="11450" y="15"/>
                      <a:pt x="12172" y="10"/>
                      <a:pt x="12895" y="5"/>
                    </a:cubicBezTo>
                    <a:cubicBezTo>
                      <a:pt x="13358" y="5"/>
                      <a:pt x="13822" y="5"/>
                      <a:pt x="14287" y="5"/>
                    </a:cubicBezTo>
                    <a:cubicBezTo>
                      <a:pt x="14500" y="2"/>
                      <a:pt x="14713" y="0"/>
                      <a:pt x="14933" y="0"/>
                    </a:cubicBezTo>
                    <a:cubicBezTo>
                      <a:pt x="17080" y="7"/>
                      <a:pt x="18885" y="332"/>
                      <a:pt x="20672" y="1548"/>
                    </a:cubicBezTo>
                    <a:cubicBezTo>
                      <a:pt x="20940" y="1720"/>
                      <a:pt x="21205" y="1895"/>
                      <a:pt x="21473" y="2070"/>
                    </a:cubicBezTo>
                    <a:cubicBezTo>
                      <a:pt x="21600" y="2153"/>
                      <a:pt x="21727" y="2237"/>
                      <a:pt x="21860" y="2322"/>
                    </a:cubicBezTo>
                    <a:cubicBezTo>
                      <a:pt x="22365" y="2632"/>
                      <a:pt x="22890" y="2887"/>
                      <a:pt x="23430" y="3135"/>
                    </a:cubicBezTo>
                    <a:cubicBezTo>
                      <a:pt x="23750" y="3312"/>
                      <a:pt x="23750" y="3312"/>
                      <a:pt x="24250" y="3812"/>
                    </a:cubicBezTo>
                    <a:cubicBezTo>
                      <a:pt x="24308" y="4435"/>
                      <a:pt x="24308" y="4435"/>
                      <a:pt x="24297" y="5173"/>
                    </a:cubicBezTo>
                    <a:cubicBezTo>
                      <a:pt x="24295" y="5413"/>
                      <a:pt x="24295" y="5655"/>
                      <a:pt x="24293" y="5905"/>
                    </a:cubicBezTo>
                    <a:cubicBezTo>
                      <a:pt x="24235" y="6815"/>
                      <a:pt x="24235" y="6815"/>
                      <a:pt x="24000" y="7312"/>
                    </a:cubicBezTo>
                    <a:cubicBezTo>
                      <a:pt x="22830" y="8137"/>
                      <a:pt x="21495" y="8168"/>
                      <a:pt x="20118" y="8150"/>
                    </a:cubicBezTo>
                    <a:cubicBezTo>
                      <a:pt x="19912" y="8153"/>
                      <a:pt x="19705" y="8153"/>
                      <a:pt x="19493" y="8153"/>
                    </a:cubicBezTo>
                    <a:cubicBezTo>
                      <a:pt x="18818" y="8153"/>
                      <a:pt x="18142" y="8150"/>
                      <a:pt x="17467" y="8145"/>
                    </a:cubicBezTo>
                    <a:cubicBezTo>
                      <a:pt x="16995" y="8142"/>
                      <a:pt x="16523" y="8142"/>
                      <a:pt x="16053" y="8142"/>
                    </a:cubicBezTo>
                    <a:cubicBezTo>
                      <a:pt x="15065" y="8142"/>
                      <a:pt x="14080" y="8137"/>
                      <a:pt x="13095" y="8132"/>
                    </a:cubicBezTo>
                    <a:cubicBezTo>
                      <a:pt x="11830" y="8125"/>
                      <a:pt x="10568" y="8122"/>
                      <a:pt x="9305" y="8122"/>
                    </a:cubicBezTo>
                    <a:cubicBezTo>
                      <a:pt x="8332" y="8120"/>
                      <a:pt x="7360" y="8117"/>
                      <a:pt x="6388" y="8115"/>
                    </a:cubicBezTo>
                    <a:cubicBezTo>
                      <a:pt x="5920" y="8112"/>
                      <a:pt x="5455" y="8112"/>
                      <a:pt x="4987" y="8112"/>
                    </a:cubicBezTo>
                    <a:cubicBezTo>
                      <a:pt x="4338" y="8110"/>
                      <a:pt x="3688" y="8105"/>
                      <a:pt x="3037" y="8102"/>
                    </a:cubicBezTo>
                    <a:cubicBezTo>
                      <a:pt x="2845" y="8102"/>
                      <a:pt x="2652" y="8102"/>
                      <a:pt x="2455" y="8102"/>
                    </a:cubicBezTo>
                    <a:cubicBezTo>
                      <a:pt x="1600" y="8095"/>
                      <a:pt x="822" y="8082"/>
                      <a:pt x="0" y="7812"/>
                    </a:cubicBezTo>
                    <a:cubicBezTo>
                      <a:pt x="0" y="7565"/>
                      <a:pt x="0" y="7317"/>
                      <a:pt x="0" y="7062"/>
                    </a:cubicBezTo>
                    <a:cubicBezTo>
                      <a:pt x="225" y="7062"/>
                      <a:pt x="450" y="7062"/>
                      <a:pt x="680" y="7062"/>
                    </a:cubicBezTo>
                    <a:cubicBezTo>
                      <a:pt x="2818" y="7070"/>
                      <a:pt x="4953" y="7072"/>
                      <a:pt x="7088" y="7075"/>
                    </a:cubicBezTo>
                    <a:cubicBezTo>
                      <a:pt x="8188" y="7075"/>
                      <a:pt x="9285" y="7077"/>
                      <a:pt x="10382" y="7080"/>
                    </a:cubicBezTo>
                    <a:cubicBezTo>
                      <a:pt x="11445" y="7082"/>
                      <a:pt x="12507" y="7085"/>
                      <a:pt x="13572" y="7085"/>
                    </a:cubicBezTo>
                    <a:cubicBezTo>
                      <a:pt x="13973" y="7085"/>
                      <a:pt x="14375" y="7087"/>
                      <a:pt x="14775" y="7087"/>
                    </a:cubicBezTo>
                    <a:cubicBezTo>
                      <a:pt x="17693" y="7097"/>
                      <a:pt x="20590" y="6990"/>
                      <a:pt x="23500" y="6812"/>
                    </a:cubicBezTo>
                    <a:cubicBezTo>
                      <a:pt x="23500" y="5822"/>
                      <a:pt x="23500" y="4832"/>
                      <a:pt x="23500" y="3812"/>
                    </a:cubicBezTo>
                    <a:cubicBezTo>
                      <a:pt x="23243" y="3750"/>
                      <a:pt x="22985" y="3688"/>
                      <a:pt x="22720" y="3625"/>
                    </a:cubicBezTo>
                    <a:cubicBezTo>
                      <a:pt x="21755" y="3350"/>
                      <a:pt x="21055" y="2895"/>
                      <a:pt x="20250" y="2312"/>
                    </a:cubicBezTo>
                    <a:cubicBezTo>
                      <a:pt x="18360" y="1067"/>
                      <a:pt x="16685" y="697"/>
                      <a:pt x="14443" y="720"/>
                    </a:cubicBezTo>
                    <a:cubicBezTo>
                      <a:pt x="14205" y="720"/>
                      <a:pt x="13967" y="720"/>
                      <a:pt x="13720" y="720"/>
                    </a:cubicBezTo>
                    <a:cubicBezTo>
                      <a:pt x="13220" y="722"/>
                      <a:pt x="12720" y="722"/>
                      <a:pt x="12220" y="727"/>
                    </a:cubicBezTo>
                    <a:cubicBezTo>
                      <a:pt x="11580" y="732"/>
                      <a:pt x="10943" y="732"/>
                      <a:pt x="10303" y="732"/>
                    </a:cubicBezTo>
                    <a:cubicBezTo>
                      <a:pt x="9688" y="730"/>
                      <a:pt x="9072" y="735"/>
                      <a:pt x="8460" y="737"/>
                    </a:cubicBezTo>
                    <a:cubicBezTo>
                      <a:pt x="8230" y="737"/>
                      <a:pt x="8003" y="737"/>
                      <a:pt x="7767" y="735"/>
                    </a:cubicBezTo>
                    <a:cubicBezTo>
                      <a:pt x="6638" y="747"/>
                      <a:pt x="5760" y="793"/>
                      <a:pt x="4750" y="1312"/>
                    </a:cubicBezTo>
                    <a:cubicBezTo>
                      <a:pt x="4582" y="1385"/>
                      <a:pt x="4415" y="1460"/>
                      <a:pt x="4245" y="1535"/>
                    </a:cubicBezTo>
                    <a:cubicBezTo>
                      <a:pt x="3385" y="1947"/>
                      <a:pt x="2662" y="2355"/>
                      <a:pt x="1955" y="3000"/>
                    </a:cubicBezTo>
                    <a:cubicBezTo>
                      <a:pt x="1410" y="3485"/>
                      <a:pt x="1297" y="3558"/>
                      <a:pt x="533" y="3640"/>
                    </a:cubicBezTo>
                    <a:cubicBezTo>
                      <a:pt x="445" y="3627"/>
                      <a:pt x="445" y="3627"/>
                      <a:pt x="0" y="3562"/>
                    </a:cubicBezTo>
                    <a:cubicBezTo>
                      <a:pt x="162" y="2870"/>
                      <a:pt x="162" y="2870"/>
                      <a:pt x="550" y="2610"/>
                    </a:cubicBezTo>
                    <a:cubicBezTo>
                      <a:pt x="672" y="2558"/>
                      <a:pt x="795" y="2505"/>
                      <a:pt x="922" y="2452"/>
                    </a:cubicBezTo>
                    <a:cubicBezTo>
                      <a:pt x="1487" y="2195"/>
                      <a:pt x="1990" y="1915"/>
                      <a:pt x="2500" y="1562"/>
                    </a:cubicBezTo>
                    <a:cubicBezTo>
                      <a:pt x="4495" y="207"/>
                      <a:pt x="6235" y="23"/>
                      <a:pt x="8615" y="20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32" name="gavel vector"/>
              <p:cNvSpPr/>
              <p:nvPr/>
            </p:nvSpPr>
            <p:spPr>
              <a:xfrm>
                <a:off x="12015215" y="8176295"/>
                <a:ext cx="231823" cy="85725"/>
              </a:xfrm>
              <a:custGeom>
                <a:avLst/>
                <a:gdLst/>
                <a:ahLst/>
                <a:cxnLst/>
                <a:rect l="0" t="0" r="r" b="b"/>
                <a:pathLst>
                  <a:path w="25352" h="9375" fill="norm" stroke="0">
                    <a:moveTo>
                      <a:pt x="8465" y="38"/>
                    </a:moveTo>
                    <a:cubicBezTo>
                      <a:pt x="8700" y="38"/>
                      <a:pt x="8938" y="35"/>
                      <a:pt x="9180" y="35"/>
                    </a:cubicBezTo>
                    <a:cubicBezTo>
                      <a:pt x="9680" y="33"/>
                      <a:pt x="10178" y="33"/>
                      <a:pt x="10675" y="33"/>
                    </a:cubicBezTo>
                    <a:cubicBezTo>
                      <a:pt x="11182" y="33"/>
                      <a:pt x="11688" y="33"/>
                      <a:pt x="12195" y="28"/>
                    </a:cubicBezTo>
                    <a:cubicBezTo>
                      <a:pt x="12930" y="23"/>
                      <a:pt x="13668" y="23"/>
                      <a:pt x="14402" y="23"/>
                    </a:cubicBezTo>
                    <a:cubicBezTo>
                      <a:pt x="14515" y="20"/>
                      <a:pt x="14515" y="20"/>
                      <a:pt x="15077" y="18"/>
                    </a:cubicBezTo>
                    <a:cubicBezTo>
                      <a:pt x="17155" y="25"/>
                      <a:pt x="19202" y="77"/>
                      <a:pt x="20750" y="1580"/>
                    </a:cubicBezTo>
                    <a:cubicBezTo>
                      <a:pt x="21472" y="2185"/>
                      <a:pt x="22105" y="2472"/>
                      <a:pt x="23000" y="2753"/>
                    </a:cubicBezTo>
                    <a:cubicBezTo>
                      <a:pt x="23942" y="3115"/>
                      <a:pt x="24435" y="3403"/>
                      <a:pt x="24922" y="4298"/>
                    </a:cubicBezTo>
                    <a:cubicBezTo>
                      <a:pt x="25287" y="5228"/>
                      <a:pt x="25352" y="5898"/>
                      <a:pt x="25000" y="6830"/>
                    </a:cubicBezTo>
                    <a:cubicBezTo>
                      <a:pt x="24952" y="6962"/>
                      <a:pt x="24905" y="7092"/>
                      <a:pt x="24857" y="7230"/>
                    </a:cubicBezTo>
                    <a:cubicBezTo>
                      <a:pt x="24452" y="8178"/>
                      <a:pt x="23947" y="8648"/>
                      <a:pt x="23000" y="9080"/>
                    </a:cubicBezTo>
                    <a:cubicBezTo>
                      <a:pt x="22465" y="9173"/>
                      <a:pt x="21995" y="9228"/>
                      <a:pt x="21460" y="9250"/>
                    </a:cubicBezTo>
                    <a:cubicBezTo>
                      <a:pt x="21385" y="9255"/>
                      <a:pt x="21385" y="9255"/>
                      <a:pt x="21002" y="9275"/>
                    </a:cubicBezTo>
                    <a:cubicBezTo>
                      <a:pt x="18967" y="9375"/>
                      <a:pt x="16930" y="9360"/>
                      <a:pt x="14892" y="9355"/>
                    </a:cubicBezTo>
                    <a:cubicBezTo>
                      <a:pt x="14460" y="9353"/>
                      <a:pt x="14027" y="9353"/>
                      <a:pt x="13595" y="9353"/>
                    </a:cubicBezTo>
                    <a:cubicBezTo>
                      <a:pt x="12470" y="9353"/>
                      <a:pt x="11345" y="9350"/>
                      <a:pt x="10220" y="9347"/>
                    </a:cubicBezTo>
                    <a:cubicBezTo>
                      <a:pt x="9067" y="9345"/>
                      <a:pt x="7915" y="9342"/>
                      <a:pt x="6760" y="9342"/>
                    </a:cubicBezTo>
                    <a:cubicBezTo>
                      <a:pt x="4507" y="9340"/>
                      <a:pt x="2252" y="9335"/>
                      <a:pt x="0" y="9330"/>
                    </a:cubicBezTo>
                    <a:cubicBezTo>
                      <a:pt x="0" y="9000"/>
                      <a:pt x="0" y="8670"/>
                      <a:pt x="0" y="8330"/>
                    </a:cubicBezTo>
                    <a:cubicBezTo>
                      <a:pt x="57" y="8330"/>
                      <a:pt x="57" y="8330"/>
                      <a:pt x="342" y="8330"/>
                    </a:cubicBezTo>
                    <a:cubicBezTo>
                      <a:pt x="3100" y="8342"/>
                      <a:pt x="5855" y="8350"/>
                      <a:pt x="8612" y="8355"/>
                    </a:cubicBezTo>
                    <a:cubicBezTo>
                      <a:pt x="9945" y="8358"/>
                      <a:pt x="11280" y="8363"/>
                      <a:pt x="12612" y="8368"/>
                    </a:cubicBezTo>
                    <a:cubicBezTo>
                      <a:pt x="13775" y="8373"/>
                      <a:pt x="14938" y="8375"/>
                      <a:pt x="16100" y="8378"/>
                    </a:cubicBezTo>
                    <a:cubicBezTo>
                      <a:pt x="16715" y="8378"/>
                      <a:pt x="17330" y="8380"/>
                      <a:pt x="17945" y="8383"/>
                    </a:cubicBezTo>
                    <a:cubicBezTo>
                      <a:pt x="18632" y="8385"/>
                      <a:pt x="19320" y="8388"/>
                      <a:pt x="20010" y="8388"/>
                    </a:cubicBezTo>
                    <a:cubicBezTo>
                      <a:pt x="20210" y="8388"/>
                      <a:pt x="20412" y="8390"/>
                      <a:pt x="20620" y="8393"/>
                    </a:cubicBezTo>
                    <a:cubicBezTo>
                      <a:pt x="21827" y="8388"/>
                      <a:pt x="22862" y="8233"/>
                      <a:pt x="24000" y="7830"/>
                    </a:cubicBezTo>
                    <a:cubicBezTo>
                      <a:pt x="24035" y="7263"/>
                      <a:pt x="24057" y="6695"/>
                      <a:pt x="24077" y="6128"/>
                    </a:cubicBezTo>
                    <a:cubicBezTo>
                      <a:pt x="24090" y="5965"/>
                      <a:pt x="24100" y="5805"/>
                      <a:pt x="24110" y="5640"/>
                    </a:cubicBezTo>
                    <a:cubicBezTo>
                      <a:pt x="24122" y="5175"/>
                      <a:pt x="24112" y="4780"/>
                      <a:pt x="24000" y="4330"/>
                    </a:cubicBezTo>
                    <a:cubicBezTo>
                      <a:pt x="23555" y="3965"/>
                      <a:pt x="23262" y="3803"/>
                      <a:pt x="22750" y="3580"/>
                    </a:cubicBezTo>
                    <a:cubicBezTo>
                      <a:pt x="22465" y="3418"/>
                      <a:pt x="22180" y="3253"/>
                      <a:pt x="21897" y="3087"/>
                    </a:cubicBezTo>
                    <a:cubicBezTo>
                      <a:pt x="21592" y="2913"/>
                      <a:pt x="21290" y="2738"/>
                      <a:pt x="20985" y="2565"/>
                    </a:cubicBezTo>
                    <a:cubicBezTo>
                      <a:pt x="20832" y="2475"/>
                      <a:pt x="20678" y="2388"/>
                      <a:pt x="20520" y="2298"/>
                    </a:cubicBezTo>
                    <a:cubicBezTo>
                      <a:pt x="20097" y="2055"/>
                      <a:pt x="19675" y="1817"/>
                      <a:pt x="19250" y="1580"/>
                    </a:cubicBezTo>
                    <a:cubicBezTo>
                      <a:pt x="19080" y="1483"/>
                      <a:pt x="18910" y="1385"/>
                      <a:pt x="18735" y="1283"/>
                    </a:cubicBezTo>
                    <a:cubicBezTo>
                      <a:pt x="17360" y="705"/>
                      <a:pt x="15840" y="790"/>
                      <a:pt x="14377" y="788"/>
                    </a:cubicBezTo>
                    <a:cubicBezTo>
                      <a:pt x="14265" y="788"/>
                      <a:pt x="14265" y="788"/>
                      <a:pt x="13692" y="785"/>
                    </a:cubicBezTo>
                    <a:cubicBezTo>
                      <a:pt x="13215" y="783"/>
                      <a:pt x="12737" y="783"/>
                      <a:pt x="12260" y="783"/>
                    </a:cubicBezTo>
                    <a:cubicBezTo>
                      <a:pt x="11535" y="783"/>
                      <a:pt x="10810" y="778"/>
                      <a:pt x="10085" y="773"/>
                    </a:cubicBezTo>
                    <a:cubicBezTo>
                      <a:pt x="9620" y="773"/>
                      <a:pt x="9155" y="773"/>
                      <a:pt x="8690" y="773"/>
                    </a:cubicBezTo>
                    <a:cubicBezTo>
                      <a:pt x="8475" y="770"/>
                      <a:pt x="8260" y="768"/>
                      <a:pt x="8040" y="768"/>
                    </a:cubicBezTo>
                    <a:cubicBezTo>
                      <a:pt x="6242" y="773"/>
                      <a:pt x="4632" y="1020"/>
                      <a:pt x="3062" y="1940"/>
                    </a:cubicBezTo>
                    <a:cubicBezTo>
                      <a:pt x="2972" y="1990"/>
                      <a:pt x="2972" y="1990"/>
                      <a:pt x="2520" y="2250"/>
                    </a:cubicBezTo>
                    <a:cubicBezTo>
                      <a:pt x="2000" y="2580"/>
                      <a:pt x="2000" y="2580"/>
                      <a:pt x="1470" y="2985"/>
                    </a:cubicBezTo>
                    <a:cubicBezTo>
                      <a:pt x="975" y="3347"/>
                      <a:pt x="600" y="3472"/>
                      <a:pt x="0" y="3580"/>
                    </a:cubicBezTo>
                    <a:cubicBezTo>
                      <a:pt x="0" y="3250"/>
                      <a:pt x="0" y="2920"/>
                      <a:pt x="0" y="2580"/>
                    </a:cubicBezTo>
                    <a:cubicBezTo>
                      <a:pt x="290" y="2538"/>
                      <a:pt x="290" y="2538"/>
                      <a:pt x="1750" y="2330"/>
                    </a:cubicBezTo>
                    <a:cubicBezTo>
                      <a:pt x="1832" y="2082"/>
                      <a:pt x="1915" y="1835"/>
                      <a:pt x="2000" y="1580"/>
                    </a:cubicBezTo>
                    <a:cubicBezTo>
                      <a:pt x="2517" y="1243"/>
                      <a:pt x="2517" y="1243"/>
                      <a:pt x="3172" y="923"/>
                    </a:cubicBezTo>
                    <a:cubicBezTo>
                      <a:pt x="3385" y="817"/>
                      <a:pt x="3597" y="710"/>
                      <a:pt x="3815" y="600"/>
                    </a:cubicBezTo>
                    <a:cubicBezTo>
                      <a:pt x="5330" y="0"/>
                      <a:pt x="6857" y="40"/>
                      <a:pt x="8465" y="3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33" name="gavel vector"/>
              <p:cNvSpPr/>
              <p:nvPr/>
            </p:nvSpPr>
            <p:spPr>
              <a:xfrm>
                <a:off x="12232226" y="7910749"/>
                <a:ext cx="67300" cy="70820"/>
              </a:xfrm>
              <a:custGeom>
                <a:avLst/>
                <a:gdLst/>
                <a:ahLst/>
                <a:cxnLst/>
                <a:rect l="0" t="0" r="r" b="b"/>
                <a:pathLst>
                  <a:path w="7360" h="7745" fill="norm" stroke="0">
                    <a:moveTo>
                      <a:pt x="267" y="120"/>
                    </a:moveTo>
                    <a:cubicBezTo>
                      <a:pt x="867" y="35"/>
                      <a:pt x="1327" y="0"/>
                      <a:pt x="1852" y="332"/>
                    </a:cubicBezTo>
                    <a:cubicBezTo>
                      <a:pt x="2217" y="650"/>
                      <a:pt x="2557" y="980"/>
                      <a:pt x="2898" y="1325"/>
                    </a:cubicBezTo>
                    <a:cubicBezTo>
                      <a:pt x="3023" y="1450"/>
                      <a:pt x="3150" y="1572"/>
                      <a:pt x="3280" y="1700"/>
                    </a:cubicBezTo>
                    <a:cubicBezTo>
                      <a:pt x="3543" y="1965"/>
                      <a:pt x="3807" y="2227"/>
                      <a:pt x="4067" y="2495"/>
                    </a:cubicBezTo>
                    <a:cubicBezTo>
                      <a:pt x="4470" y="2900"/>
                      <a:pt x="4875" y="3298"/>
                      <a:pt x="5285" y="3695"/>
                    </a:cubicBezTo>
                    <a:cubicBezTo>
                      <a:pt x="5543" y="3950"/>
                      <a:pt x="5797" y="4207"/>
                      <a:pt x="6053" y="4465"/>
                    </a:cubicBezTo>
                    <a:cubicBezTo>
                      <a:pt x="6175" y="4582"/>
                      <a:pt x="6297" y="4702"/>
                      <a:pt x="6422" y="4822"/>
                    </a:cubicBezTo>
                    <a:cubicBezTo>
                      <a:pt x="7007" y="5428"/>
                      <a:pt x="7342" y="5830"/>
                      <a:pt x="7360" y="6692"/>
                    </a:cubicBezTo>
                    <a:cubicBezTo>
                      <a:pt x="7267" y="7370"/>
                      <a:pt x="7267" y="7370"/>
                      <a:pt x="7017" y="7620"/>
                    </a:cubicBezTo>
                    <a:cubicBezTo>
                      <a:pt x="6410" y="7720"/>
                      <a:pt x="5965" y="7745"/>
                      <a:pt x="5432" y="7408"/>
                    </a:cubicBezTo>
                    <a:cubicBezTo>
                      <a:pt x="5062" y="7095"/>
                      <a:pt x="4720" y="6765"/>
                      <a:pt x="4380" y="6423"/>
                    </a:cubicBezTo>
                    <a:cubicBezTo>
                      <a:pt x="4252" y="6300"/>
                      <a:pt x="4125" y="6178"/>
                      <a:pt x="3995" y="6050"/>
                    </a:cubicBezTo>
                    <a:cubicBezTo>
                      <a:pt x="3730" y="5788"/>
                      <a:pt x="3465" y="5525"/>
                      <a:pt x="3202" y="5260"/>
                    </a:cubicBezTo>
                    <a:cubicBezTo>
                      <a:pt x="2800" y="4855"/>
                      <a:pt x="2390" y="4462"/>
                      <a:pt x="1977" y="4067"/>
                    </a:cubicBezTo>
                    <a:cubicBezTo>
                      <a:pt x="1720" y="3812"/>
                      <a:pt x="1462" y="3555"/>
                      <a:pt x="1207" y="3298"/>
                    </a:cubicBezTo>
                    <a:cubicBezTo>
                      <a:pt x="1085" y="3183"/>
                      <a:pt x="960" y="3065"/>
                      <a:pt x="835" y="2945"/>
                    </a:cubicBezTo>
                    <a:cubicBezTo>
                      <a:pt x="25" y="2110"/>
                      <a:pt x="25" y="2110"/>
                      <a:pt x="0" y="1393"/>
                    </a:cubicBezTo>
                    <a:cubicBezTo>
                      <a:pt x="62" y="955"/>
                      <a:pt x="145" y="543"/>
                      <a:pt x="267" y="120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34" name="gavel vector"/>
              <p:cNvSpPr/>
              <p:nvPr/>
            </p:nvSpPr>
            <p:spPr>
              <a:xfrm>
                <a:off x="12106656" y="8036227"/>
                <a:ext cx="70866" cy="67643"/>
              </a:xfrm>
              <a:custGeom>
                <a:avLst/>
                <a:gdLst/>
                <a:ahLst/>
                <a:cxnLst/>
                <a:rect l="0" t="0" r="r" b="b"/>
                <a:pathLst>
                  <a:path w="7750" h="7398" fill="norm" stroke="0">
                    <a:moveTo>
                      <a:pt x="250" y="148"/>
                    </a:moveTo>
                    <a:cubicBezTo>
                      <a:pt x="1510" y="0"/>
                      <a:pt x="1510" y="0"/>
                      <a:pt x="2105" y="365"/>
                    </a:cubicBezTo>
                    <a:cubicBezTo>
                      <a:pt x="2473" y="688"/>
                      <a:pt x="2810" y="1025"/>
                      <a:pt x="3145" y="1380"/>
                    </a:cubicBezTo>
                    <a:cubicBezTo>
                      <a:pt x="3270" y="1505"/>
                      <a:pt x="3395" y="1630"/>
                      <a:pt x="3525" y="1760"/>
                    </a:cubicBezTo>
                    <a:cubicBezTo>
                      <a:pt x="3787" y="2025"/>
                      <a:pt x="4047" y="2293"/>
                      <a:pt x="4305" y="2562"/>
                    </a:cubicBezTo>
                    <a:cubicBezTo>
                      <a:pt x="4703" y="2975"/>
                      <a:pt x="5105" y="3383"/>
                      <a:pt x="5507" y="3788"/>
                    </a:cubicBezTo>
                    <a:cubicBezTo>
                      <a:pt x="5763" y="4048"/>
                      <a:pt x="6017" y="4308"/>
                      <a:pt x="6270" y="4567"/>
                    </a:cubicBezTo>
                    <a:cubicBezTo>
                      <a:pt x="6390" y="4688"/>
                      <a:pt x="6510" y="4810"/>
                      <a:pt x="6632" y="4935"/>
                    </a:cubicBezTo>
                    <a:cubicBezTo>
                      <a:pt x="6688" y="4993"/>
                      <a:pt x="6688" y="4993"/>
                      <a:pt x="6967" y="5285"/>
                    </a:cubicBezTo>
                    <a:cubicBezTo>
                      <a:pt x="7065" y="5385"/>
                      <a:pt x="7162" y="5485"/>
                      <a:pt x="7263" y="5590"/>
                    </a:cubicBezTo>
                    <a:cubicBezTo>
                      <a:pt x="7525" y="5930"/>
                      <a:pt x="7638" y="6233"/>
                      <a:pt x="7750" y="6648"/>
                    </a:cubicBezTo>
                    <a:cubicBezTo>
                      <a:pt x="7470" y="7038"/>
                      <a:pt x="7470" y="7038"/>
                      <a:pt x="7000" y="7398"/>
                    </a:cubicBezTo>
                    <a:cubicBezTo>
                      <a:pt x="6055" y="7398"/>
                      <a:pt x="5537" y="7263"/>
                      <a:pt x="4860" y="6600"/>
                    </a:cubicBezTo>
                    <a:cubicBezTo>
                      <a:pt x="4440" y="6138"/>
                      <a:pt x="4050" y="5650"/>
                      <a:pt x="3655" y="5163"/>
                    </a:cubicBezTo>
                    <a:cubicBezTo>
                      <a:pt x="3190" y="4590"/>
                      <a:pt x="2695" y="4120"/>
                      <a:pt x="2125" y="3648"/>
                    </a:cubicBezTo>
                    <a:cubicBezTo>
                      <a:pt x="475" y="2263"/>
                      <a:pt x="475" y="2263"/>
                      <a:pt x="0" y="1398"/>
                    </a:cubicBezTo>
                    <a:cubicBezTo>
                      <a:pt x="47" y="678"/>
                      <a:pt x="47" y="678"/>
                      <a:pt x="250" y="14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35" name="gavel vector"/>
              <p:cNvSpPr/>
              <p:nvPr/>
            </p:nvSpPr>
            <p:spPr>
              <a:xfrm>
                <a:off x="12101787" y="8029124"/>
                <a:ext cx="80604" cy="82342"/>
              </a:xfrm>
              <a:custGeom>
                <a:avLst/>
                <a:gdLst/>
                <a:ahLst/>
                <a:cxnLst/>
                <a:rect l="0" t="0" r="r" b="b"/>
                <a:pathLst>
                  <a:path w="8815" h="9005" fill="norm" stroke="0">
                    <a:moveTo>
                      <a:pt x="3095" y="668"/>
                    </a:moveTo>
                    <a:cubicBezTo>
                      <a:pt x="3652" y="1210"/>
                      <a:pt x="4138" y="1803"/>
                      <a:pt x="4625" y="2408"/>
                    </a:cubicBezTo>
                    <a:cubicBezTo>
                      <a:pt x="5217" y="3135"/>
                      <a:pt x="5888" y="3715"/>
                      <a:pt x="6605" y="4312"/>
                    </a:cubicBezTo>
                    <a:cubicBezTo>
                      <a:pt x="8395" y="5827"/>
                      <a:pt x="8395" y="5827"/>
                      <a:pt x="8783" y="6675"/>
                    </a:cubicBezTo>
                    <a:cubicBezTo>
                      <a:pt x="8815" y="7345"/>
                      <a:pt x="8815" y="7345"/>
                      <a:pt x="8783" y="7925"/>
                    </a:cubicBezTo>
                    <a:cubicBezTo>
                      <a:pt x="8618" y="8008"/>
                      <a:pt x="8618" y="8008"/>
                      <a:pt x="7783" y="8425"/>
                    </a:cubicBezTo>
                    <a:cubicBezTo>
                      <a:pt x="7783" y="8590"/>
                      <a:pt x="7783" y="8755"/>
                      <a:pt x="7783" y="8925"/>
                    </a:cubicBezTo>
                    <a:cubicBezTo>
                      <a:pt x="6995" y="9005"/>
                      <a:pt x="6630" y="8990"/>
                      <a:pt x="5963" y="8540"/>
                    </a:cubicBezTo>
                    <a:cubicBezTo>
                      <a:pt x="5775" y="8370"/>
                      <a:pt x="5590" y="8195"/>
                      <a:pt x="5408" y="8018"/>
                    </a:cubicBezTo>
                    <a:cubicBezTo>
                      <a:pt x="5310" y="7928"/>
                      <a:pt x="5213" y="7835"/>
                      <a:pt x="5112" y="7743"/>
                    </a:cubicBezTo>
                    <a:cubicBezTo>
                      <a:pt x="4457" y="7125"/>
                      <a:pt x="3868" y="6472"/>
                      <a:pt x="3310" y="5765"/>
                    </a:cubicBezTo>
                    <a:cubicBezTo>
                      <a:pt x="2517" y="4788"/>
                      <a:pt x="1575" y="3983"/>
                      <a:pt x="590" y="3202"/>
                    </a:cubicBezTo>
                    <a:cubicBezTo>
                      <a:pt x="213" y="2860"/>
                      <a:pt x="48" y="2577"/>
                      <a:pt x="0" y="2065"/>
                    </a:cubicBezTo>
                    <a:cubicBezTo>
                      <a:pt x="0" y="1935"/>
                      <a:pt x="0" y="1808"/>
                      <a:pt x="0" y="1675"/>
                    </a:cubicBezTo>
                    <a:cubicBezTo>
                      <a:pt x="0" y="1545"/>
                      <a:pt x="0" y="1418"/>
                      <a:pt x="0" y="1283"/>
                    </a:cubicBezTo>
                    <a:cubicBezTo>
                      <a:pt x="33" y="925"/>
                      <a:pt x="33" y="925"/>
                      <a:pt x="283" y="425"/>
                    </a:cubicBezTo>
                    <a:cubicBezTo>
                      <a:pt x="1265" y="125"/>
                      <a:pt x="2237" y="0"/>
                      <a:pt x="3095" y="668"/>
                    </a:cubicBezTo>
                    <a:close/>
                    <a:moveTo>
                      <a:pt x="783" y="925"/>
                    </a:moveTo>
                    <a:cubicBezTo>
                      <a:pt x="580" y="1455"/>
                      <a:pt x="580" y="1455"/>
                      <a:pt x="533" y="2175"/>
                    </a:cubicBezTo>
                    <a:cubicBezTo>
                      <a:pt x="1125" y="3253"/>
                      <a:pt x="2160" y="4010"/>
                      <a:pt x="3092" y="4783"/>
                    </a:cubicBezTo>
                    <a:cubicBezTo>
                      <a:pt x="3543" y="5183"/>
                      <a:pt x="3915" y="5602"/>
                      <a:pt x="4298" y="6065"/>
                    </a:cubicBezTo>
                    <a:cubicBezTo>
                      <a:pt x="5650" y="7680"/>
                      <a:pt x="5650" y="7680"/>
                      <a:pt x="6533" y="8175"/>
                    </a:cubicBezTo>
                    <a:cubicBezTo>
                      <a:pt x="7220" y="8175"/>
                      <a:pt x="7220" y="8175"/>
                      <a:pt x="7783" y="7925"/>
                    </a:cubicBezTo>
                    <a:cubicBezTo>
                      <a:pt x="8068" y="7533"/>
                      <a:pt x="8068" y="7533"/>
                      <a:pt x="8283" y="7175"/>
                    </a:cubicBezTo>
                    <a:cubicBezTo>
                      <a:pt x="7115" y="5815"/>
                      <a:pt x="5920" y="4488"/>
                      <a:pt x="4668" y="3207"/>
                    </a:cubicBezTo>
                    <a:cubicBezTo>
                      <a:pt x="4483" y="3018"/>
                      <a:pt x="4298" y="2825"/>
                      <a:pt x="4115" y="2630"/>
                    </a:cubicBezTo>
                    <a:cubicBezTo>
                      <a:pt x="2585" y="1005"/>
                      <a:pt x="2585" y="1005"/>
                      <a:pt x="1818" y="800"/>
                    </a:cubicBezTo>
                    <a:cubicBezTo>
                      <a:pt x="1400" y="800"/>
                      <a:pt x="1400" y="800"/>
                      <a:pt x="783" y="925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36" name="gavel vector"/>
              <p:cNvSpPr/>
              <p:nvPr/>
            </p:nvSpPr>
            <p:spPr>
              <a:xfrm>
                <a:off x="12223242" y="7905742"/>
                <a:ext cx="80216" cy="82319"/>
              </a:xfrm>
              <a:custGeom>
                <a:avLst/>
                <a:gdLst/>
                <a:ahLst/>
                <a:cxnLst/>
                <a:rect l="0" t="0" r="r" b="b"/>
                <a:pathLst>
                  <a:path w="8773" h="9003" fill="norm" stroke="0">
                    <a:moveTo>
                      <a:pt x="750" y="168"/>
                    </a:moveTo>
                    <a:cubicBezTo>
                      <a:pt x="1533" y="40"/>
                      <a:pt x="2220" y="0"/>
                      <a:pt x="3000" y="168"/>
                    </a:cubicBezTo>
                    <a:cubicBezTo>
                      <a:pt x="3543" y="638"/>
                      <a:pt x="3932" y="1123"/>
                      <a:pt x="4348" y="1705"/>
                    </a:cubicBezTo>
                    <a:cubicBezTo>
                      <a:pt x="4815" y="2243"/>
                      <a:pt x="5075" y="2270"/>
                      <a:pt x="5750" y="2418"/>
                    </a:cubicBezTo>
                    <a:cubicBezTo>
                      <a:pt x="5918" y="2768"/>
                      <a:pt x="6082" y="3120"/>
                      <a:pt x="6237" y="3477"/>
                    </a:cubicBezTo>
                    <a:cubicBezTo>
                      <a:pt x="6693" y="4238"/>
                      <a:pt x="7385" y="4735"/>
                      <a:pt x="8065" y="5288"/>
                    </a:cubicBezTo>
                    <a:cubicBezTo>
                      <a:pt x="8500" y="5668"/>
                      <a:pt x="8500" y="5668"/>
                      <a:pt x="8750" y="6168"/>
                    </a:cubicBezTo>
                    <a:cubicBezTo>
                      <a:pt x="8767" y="6640"/>
                      <a:pt x="8773" y="7102"/>
                      <a:pt x="8765" y="7572"/>
                    </a:cubicBezTo>
                    <a:cubicBezTo>
                      <a:pt x="8765" y="7702"/>
                      <a:pt x="8763" y="7832"/>
                      <a:pt x="8763" y="7965"/>
                    </a:cubicBezTo>
                    <a:cubicBezTo>
                      <a:pt x="8760" y="8283"/>
                      <a:pt x="8755" y="8600"/>
                      <a:pt x="8750" y="8918"/>
                    </a:cubicBezTo>
                    <a:cubicBezTo>
                      <a:pt x="7662" y="9003"/>
                      <a:pt x="6727" y="8910"/>
                      <a:pt x="5870" y="8197"/>
                    </a:cubicBezTo>
                    <a:cubicBezTo>
                      <a:pt x="5195" y="7575"/>
                      <a:pt x="4575" y="6905"/>
                      <a:pt x="3953" y="6230"/>
                    </a:cubicBezTo>
                    <a:cubicBezTo>
                      <a:pt x="3630" y="5888"/>
                      <a:pt x="3303" y="5548"/>
                      <a:pt x="2977" y="5205"/>
                    </a:cubicBezTo>
                    <a:cubicBezTo>
                      <a:pt x="2767" y="4988"/>
                      <a:pt x="2560" y="4768"/>
                      <a:pt x="2352" y="4548"/>
                    </a:cubicBezTo>
                    <a:cubicBezTo>
                      <a:pt x="1618" y="3775"/>
                      <a:pt x="852" y="3062"/>
                      <a:pt x="0" y="2418"/>
                    </a:cubicBezTo>
                    <a:cubicBezTo>
                      <a:pt x="140" y="1577"/>
                      <a:pt x="355" y="920"/>
                      <a:pt x="750" y="168"/>
                    </a:cubicBezTo>
                    <a:close/>
                    <a:moveTo>
                      <a:pt x="1250" y="668"/>
                    </a:moveTo>
                    <a:cubicBezTo>
                      <a:pt x="835" y="2095"/>
                      <a:pt x="835" y="2095"/>
                      <a:pt x="1193" y="2798"/>
                    </a:cubicBezTo>
                    <a:cubicBezTo>
                      <a:pt x="1505" y="3175"/>
                      <a:pt x="1835" y="3510"/>
                      <a:pt x="2190" y="3845"/>
                    </a:cubicBezTo>
                    <a:cubicBezTo>
                      <a:pt x="2253" y="3910"/>
                      <a:pt x="2253" y="3910"/>
                      <a:pt x="2568" y="4225"/>
                    </a:cubicBezTo>
                    <a:cubicBezTo>
                      <a:pt x="2832" y="4488"/>
                      <a:pt x="3100" y="4748"/>
                      <a:pt x="3370" y="5005"/>
                    </a:cubicBezTo>
                    <a:cubicBezTo>
                      <a:pt x="3780" y="5400"/>
                      <a:pt x="4182" y="5805"/>
                      <a:pt x="4585" y="6210"/>
                    </a:cubicBezTo>
                    <a:cubicBezTo>
                      <a:pt x="4842" y="6462"/>
                      <a:pt x="5102" y="6717"/>
                      <a:pt x="5362" y="6970"/>
                    </a:cubicBezTo>
                    <a:cubicBezTo>
                      <a:pt x="5483" y="7092"/>
                      <a:pt x="5602" y="7212"/>
                      <a:pt x="5725" y="7335"/>
                    </a:cubicBezTo>
                    <a:cubicBezTo>
                      <a:pt x="6325" y="7903"/>
                      <a:pt x="6608" y="8150"/>
                      <a:pt x="7445" y="8258"/>
                    </a:cubicBezTo>
                    <a:cubicBezTo>
                      <a:pt x="8000" y="8168"/>
                      <a:pt x="8000" y="8168"/>
                      <a:pt x="8250" y="7918"/>
                    </a:cubicBezTo>
                    <a:cubicBezTo>
                      <a:pt x="8415" y="6690"/>
                      <a:pt x="8415" y="6690"/>
                      <a:pt x="8035" y="6060"/>
                    </a:cubicBezTo>
                    <a:cubicBezTo>
                      <a:pt x="7717" y="5692"/>
                      <a:pt x="7385" y="5352"/>
                      <a:pt x="7035" y="5013"/>
                    </a:cubicBezTo>
                    <a:cubicBezTo>
                      <a:pt x="6912" y="4888"/>
                      <a:pt x="6787" y="4763"/>
                      <a:pt x="6658" y="4633"/>
                    </a:cubicBezTo>
                    <a:cubicBezTo>
                      <a:pt x="6395" y="4370"/>
                      <a:pt x="6130" y="4108"/>
                      <a:pt x="5862" y="3847"/>
                    </a:cubicBezTo>
                    <a:cubicBezTo>
                      <a:pt x="5455" y="3450"/>
                      <a:pt x="5053" y="3045"/>
                      <a:pt x="4655" y="2638"/>
                    </a:cubicBezTo>
                    <a:cubicBezTo>
                      <a:pt x="4398" y="2383"/>
                      <a:pt x="4138" y="2128"/>
                      <a:pt x="3880" y="1873"/>
                    </a:cubicBezTo>
                    <a:cubicBezTo>
                      <a:pt x="3820" y="1812"/>
                      <a:pt x="3820" y="1812"/>
                      <a:pt x="3517" y="1505"/>
                    </a:cubicBezTo>
                    <a:cubicBezTo>
                      <a:pt x="2910" y="923"/>
                      <a:pt x="2650" y="683"/>
                      <a:pt x="1790" y="592"/>
                    </a:cubicBezTo>
                    <a:cubicBezTo>
                      <a:pt x="1610" y="618"/>
                      <a:pt x="1432" y="643"/>
                      <a:pt x="1250" y="668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37" name="gavel vector"/>
              <p:cNvSpPr/>
              <p:nvPr/>
            </p:nvSpPr>
            <p:spPr>
              <a:xfrm>
                <a:off x="12111228" y="8039862"/>
                <a:ext cx="59436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6500" h="6500" fill="norm" stroke="0">
                    <a:moveTo>
                      <a:pt x="250" y="0"/>
                    </a:moveTo>
                    <a:cubicBezTo>
                      <a:pt x="800" y="40"/>
                      <a:pt x="1150" y="145"/>
                      <a:pt x="1533" y="548"/>
                    </a:cubicBezTo>
                    <a:cubicBezTo>
                      <a:pt x="1737" y="808"/>
                      <a:pt x="1943" y="1070"/>
                      <a:pt x="2145" y="1330"/>
                    </a:cubicBezTo>
                    <a:cubicBezTo>
                      <a:pt x="2523" y="1778"/>
                      <a:pt x="2925" y="2130"/>
                      <a:pt x="3375" y="2500"/>
                    </a:cubicBezTo>
                    <a:cubicBezTo>
                      <a:pt x="4082" y="3085"/>
                      <a:pt x="4648" y="3700"/>
                      <a:pt x="5217" y="4420"/>
                    </a:cubicBezTo>
                    <a:cubicBezTo>
                      <a:pt x="5592" y="4857"/>
                      <a:pt x="6020" y="5180"/>
                      <a:pt x="6500" y="5500"/>
                    </a:cubicBezTo>
                    <a:cubicBezTo>
                      <a:pt x="6418" y="5830"/>
                      <a:pt x="6335" y="6160"/>
                      <a:pt x="6250" y="6500"/>
                    </a:cubicBezTo>
                    <a:cubicBezTo>
                      <a:pt x="5243" y="6378"/>
                      <a:pt x="4803" y="5837"/>
                      <a:pt x="4188" y="5095"/>
                    </a:cubicBezTo>
                    <a:cubicBezTo>
                      <a:pt x="3102" y="3832"/>
                      <a:pt x="1928" y="2768"/>
                      <a:pt x="645" y="1705"/>
                    </a:cubicBezTo>
                    <a:cubicBezTo>
                      <a:pt x="360" y="1452"/>
                      <a:pt x="360" y="1452"/>
                      <a:pt x="0" y="1000"/>
                    </a:cubicBezTo>
                    <a:cubicBezTo>
                      <a:pt x="62" y="438"/>
                      <a:pt x="62" y="438"/>
                      <a:pt x="250" y="0"/>
                    </a:cubicBezTo>
                    <a:close/>
                  </a:path>
                </a:pathLst>
              </a:custGeom>
              <a:solidFill>
                <a:srgbClr val="EBF1F2"/>
              </a:solidFill>
              <a:ln w="0">
                <a:noFill/>
              </a:ln>
            </p:spPr>
          </p:sp>
          <p:sp>
            <p:nvSpPr>
              <p:cNvPr id="1038" name="gavel vector"/>
              <p:cNvSpPr/>
              <p:nvPr/>
            </p:nvSpPr>
            <p:spPr>
              <a:xfrm>
                <a:off x="12236958" y="7916418"/>
                <a:ext cx="57790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6320" h="6500" fill="norm" stroke="0">
                    <a:moveTo>
                      <a:pt x="0" y="0"/>
                    </a:moveTo>
                    <a:cubicBezTo>
                      <a:pt x="1037" y="133"/>
                      <a:pt x="1540" y="678"/>
                      <a:pt x="2245" y="1388"/>
                    </a:cubicBezTo>
                    <a:cubicBezTo>
                      <a:pt x="2360" y="1503"/>
                      <a:pt x="2477" y="1615"/>
                      <a:pt x="2595" y="1732"/>
                    </a:cubicBezTo>
                    <a:cubicBezTo>
                      <a:pt x="2838" y="1972"/>
                      <a:pt x="3078" y="2215"/>
                      <a:pt x="3318" y="2457"/>
                    </a:cubicBezTo>
                    <a:cubicBezTo>
                      <a:pt x="3688" y="2827"/>
                      <a:pt x="4060" y="3192"/>
                      <a:pt x="4432" y="3558"/>
                    </a:cubicBezTo>
                    <a:cubicBezTo>
                      <a:pt x="4668" y="3793"/>
                      <a:pt x="4902" y="4028"/>
                      <a:pt x="5138" y="4263"/>
                    </a:cubicBezTo>
                    <a:cubicBezTo>
                      <a:pt x="5247" y="4372"/>
                      <a:pt x="5360" y="4480"/>
                      <a:pt x="5475" y="4592"/>
                    </a:cubicBezTo>
                    <a:cubicBezTo>
                      <a:pt x="6235" y="5370"/>
                      <a:pt x="6235" y="5370"/>
                      <a:pt x="6320" y="6077"/>
                    </a:cubicBezTo>
                    <a:cubicBezTo>
                      <a:pt x="6297" y="6217"/>
                      <a:pt x="6273" y="6357"/>
                      <a:pt x="6250" y="6500"/>
                    </a:cubicBezTo>
                    <a:cubicBezTo>
                      <a:pt x="5315" y="6362"/>
                      <a:pt x="4818" y="5925"/>
                      <a:pt x="4188" y="5265"/>
                    </a:cubicBezTo>
                    <a:cubicBezTo>
                      <a:pt x="4098" y="5175"/>
                      <a:pt x="4005" y="5085"/>
                      <a:pt x="3912" y="4992"/>
                    </a:cubicBezTo>
                    <a:cubicBezTo>
                      <a:pt x="3250" y="4317"/>
                      <a:pt x="3250" y="4317"/>
                      <a:pt x="3250" y="3750"/>
                    </a:cubicBezTo>
                    <a:cubicBezTo>
                      <a:pt x="3108" y="3688"/>
                      <a:pt x="2963" y="3625"/>
                      <a:pt x="2815" y="3560"/>
                    </a:cubicBezTo>
                    <a:cubicBezTo>
                      <a:pt x="2175" y="3210"/>
                      <a:pt x="1725" y="2808"/>
                      <a:pt x="1203" y="2298"/>
                    </a:cubicBezTo>
                    <a:cubicBezTo>
                      <a:pt x="1030" y="2130"/>
                      <a:pt x="855" y="1962"/>
                      <a:pt x="678" y="1793"/>
                    </a:cubicBezTo>
                    <a:cubicBezTo>
                      <a:pt x="197" y="1185"/>
                      <a:pt x="90" y="760"/>
                      <a:pt x="0" y="0"/>
                    </a:cubicBezTo>
                    <a:close/>
                  </a:path>
                </a:pathLst>
              </a:custGeom>
              <a:solidFill>
                <a:srgbClr val="EBF1F2"/>
              </a:solidFill>
              <a:ln w="0">
                <a:noFill/>
              </a:ln>
            </p:spPr>
          </p:sp>
        </p:grpSp>
        <p:grpSp>
          <p:nvGrpSpPr>
            <p:cNvPr id="1053" name="Vector icon - gavel"/>
            <p:cNvGrpSpPr/>
            <p:nvPr/>
          </p:nvGrpSpPr>
          <p:grpSpPr>
            <a:xfrm>
              <a:off x="12013426" y="8492422"/>
              <a:ext cx="422414" cy="395546"/>
              <a:chOff x="12013426" y="8492422"/>
              <a:chExt cx="422414" cy="395546"/>
            </a:xfrm>
          </p:grpSpPr>
          <p:sp>
            <p:nvSpPr>
              <p:cNvPr id="1040" name="gavel vector"/>
              <p:cNvSpPr/>
              <p:nvPr/>
            </p:nvSpPr>
            <p:spPr>
              <a:xfrm>
                <a:off x="12015216" y="8494776"/>
                <a:ext cx="420624" cy="393192"/>
              </a:xfrm>
              <a:custGeom>
                <a:avLst/>
                <a:gdLst/>
                <a:ahLst/>
                <a:cxnLst/>
                <a:rect l="0" t="0" r="r" b="b"/>
                <a:pathLst>
                  <a:path w="46000" h="43000" fill="norm" stroke="0">
                    <a:moveTo>
                      <a:pt x="0" y="0"/>
                    </a:moveTo>
                    <a:cubicBezTo>
                      <a:pt x="15180" y="0"/>
                      <a:pt x="30360" y="0"/>
                      <a:pt x="46000" y="0"/>
                    </a:cubicBezTo>
                    <a:cubicBezTo>
                      <a:pt x="46000" y="14190"/>
                      <a:pt x="46000" y="28380"/>
                      <a:pt x="46000" y="43000"/>
                    </a:cubicBezTo>
                    <a:cubicBezTo>
                      <a:pt x="30820" y="43000"/>
                      <a:pt x="15640" y="43000"/>
                      <a:pt x="0" y="43000"/>
                    </a:cubicBezTo>
                    <a:cubicBezTo>
                      <a:pt x="0" y="28810"/>
                      <a:pt x="0" y="14620"/>
                      <a:pt x="0" y="0"/>
                    </a:cubicBezTo>
                    <a:close/>
                  </a:path>
                </a:pathLst>
              </a:custGeom>
              <a:solidFill>
                <a:srgbClr val="EBF0F1"/>
              </a:solidFill>
              <a:ln w="0">
                <a:noFill/>
              </a:ln>
            </p:spPr>
          </p:sp>
          <p:sp>
            <p:nvSpPr>
              <p:cNvPr id="1041" name="gavel vector"/>
              <p:cNvSpPr/>
              <p:nvPr/>
            </p:nvSpPr>
            <p:spPr>
              <a:xfrm>
                <a:off x="12074145" y="8498948"/>
                <a:ext cx="346078" cy="349095"/>
              </a:xfrm>
              <a:custGeom>
                <a:avLst/>
                <a:gdLst/>
                <a:ahLst/>
                <a:cxnLst/>
                <a:rect l="0" t="0" r="r" b="b"/>
                <a:pathLst>
                  <a:path w="37848" h="38178" fill="norm" stroke="0">
                    <a:moveTo>
                      <a:pt x="19803" y="825"/>
                    </a:moveTo>
                    <a:cubicBezTo>
                      <a:pt x="20888" y="1600"/>
                      <a:pt x="21727" y="2490"/>
                      <a:pt x="22578" y="3510"/>
                    </a:cubicBezTo>
                    <a:cubicBezTo>
                      <a:pt x="23118" y="4113"/>
                      <a:pt x="23697" y="4638"/>
                      <a:pt x="24305" y="5170"/>
                    </a:cubicBezTo>
                    <a:cubicBezTo>
                      <a:pt x="25405" y="6133"/>
                      <a:pt x="26372" y="7163"/>
                      <a:pt x="27305" y="8295"/>
                    </a:cubicBezTo>
                    <a:cubicBezTo>
                      <a:pt x="27410" y="8415"/>
                      <a:pt x="27517" y="8535"/>
                      <a:pt x="27625" y="8660"/>
                    </a:cubicBezTo>
                    <a:cubicBezTo>
                      <a:pt x="28555" y="9750"/>
                      <a:pt x="28555" y="9750"/>
                      <a:pt x="28555" y="10545"/>
                    </a:cubicBezTo>
                    <a:cubicBezTo>
                      <a:pt x="28085" y="11808"/>
                      <a:pt x="27275" y="12613"/>
                      <a:pt x="26240" y="13440"/>
                    </a:cubicBezTo>
                    <a:cubicBezTo>
                      <a:pt x="25838" y="13768"/>
                      <a:pt x="25477" y="14108"/>
                      <a:pt x="25118" y="14480"/>
                    </a:cubicBezTo>
                    <a:cubicBezTo>
                      <a:pt x="24210" y="15400"/>
                      <a:pt x="23582" y="15623"/>
                      <a:pt x="22305" y="15795"/>
                    </a:cubicBezTo>
                    <a:cubicBezTo>
                      <a:pt x="22355" y="17763"/>
                      <a:pt x="23888" y="18883"/>
                      <a:pt x="25200" y="20183"/>
                    </a:cubicBezTo>
                    <a:cubicBezTo>
                      <a:pt x="25358" y="20340"/>
                      <a:pt x="25517" y="20498"/>
                      <a:pt x="25680" y="20658"/>
                    </a:cubicBezTo>
                    <a:cubicBezTo>
                      <a:pt x="26003" y="20975"/>
                      <a:pt x="26325" y="21293"/>
                      <a:pt x="26650" y="21608"/>
                    </a:cubicBezTo>
                    <a:cubicBezTo>
                      <a:pt x="26797" y="21753"/>
                      <a:pt x="26947" y="21900"/>
                      <a:pt x="27102" y="22050"/>
                    </a:cubicBezTo>
                    <a:cubicBezTo>
                      <a:pt x="27237" y="22180"/>
                      <a:pt x="27372" y="22312"/>
                      <a:pt x="27513" y="22447"/>
                    </a:cubicBezTo>
                    <a:cubicBezTo>
                      <a:pt x="27805" y="22795"/>
                      <a:pt x="27805" y="22795"/>
                      <a:pt x="27805" y="23295"/>
                    </a:cubicBezTo>
                    <a:cubicBezTo>
                      <a:pt x="27878" y="23325"/>
                      <a:pt x="27878" y="23325"/>
                      <a:pt x="28243" y="23480"/>
                    </a:cubicBezTo>
                    <a:cubicBezTo>
                      <a:pt x="28910" y="23853"/>
                      <a:pt x="29303" y="24220"/>
                      <a:pt x="29805" y="24795"/>
                    </a:cubicBezTo>
                    <a:cubicBezTo>
                      <a:pt x="29805" y="24958"/>
                      <a:pt x="29805" y="25123"/>
                      <a:pt x="29805" y="25295"/>
                    </a:cubicBezTo>
                    <a:cubicBezTo>
                      <a:pt x="29953" y="25360"/>
                      <a:pt x="30100" y="25425"/>
                      <a:pt x="30253" y="25493"/>
                    </a:cubicBezTo>
                    <a:cubicBezTo>
                      <a:pt x="30835" y="25810"/>
                      <a:pt x="31207" y="26145"/>
                      <a:pt x="31665" y="26623"/>
                    </a:cubicBezTo>
                    <a:cubicBezTo>
                      <a:pt x="31815" y="26778"/>
                      <a:pt x="31965" y="26930"/>
                      <a:pt x="32118" y="27090"/>
                    </a:cubicBezTo>
                    <a:cubicBezTo>
                      <a:pt x="32263" y="27240"/>
                      <a:pt x="32408" y="27390"/>
                      <a:pt x="32555" y="27545"/>
                    </a:cubicBezTo>
                    <a:cubicBezTo>
                      <a:pt x="32900" y="27875"/>
                      <a:pt x="33245" y="28205"/>
                      <a:pt x="33592" y="28533"/>
                    </a:cubicBezTo>
                    <a:cubicBezTo>
                      <a:pt x="33805" y="28795"/>
                      <a:pt x="33805" y="28795"/>
                      <a:pt x="33805" y="29295"/>
                    </a:cubicBezTo>
                    <a:cubicBezTo>
                      <a:pt x="33950" y="29358"/>
                      <a:pt x="34092" y="29420"/>
                      <a:pt x="34243" y="29483"/>
                    </a:cubicBezTo>
                    <a:cubicBezTo>
                      <a:pt x="34882" y="29835"/>
                      <a:pt x="35310" y="30240"/>
                      <a:pt x="35820" y="30763"/>
                    </a:cubicBezTo>
                    <a:cubicBezTo>
                      <a:pt x="35990" y="30933"/>
                      <a:pt x="36158" y="31103"/>
                      <a:pt x="36330" y="31275"/>
                    </a:cubicBezTo>
                    <a:cubicBezTo>
                      <a:pt x="37525" y="32575"/>
                      <a:pt x="37848" y="33520"/>
                      <a:pt x="37805" y="35295"/>
                    </a:cubicBezTo>
                    <a:cubicBezTo>
                      <a:pt x="37598" y="36243"/>
                      <a:pt x="37122" y="36803"/>
                      <a:pt x="36352" y="37373"/>
                    </a:cubicBezTo>
                    <a:cubicBezTo>
                      <a:pt x="35415" y="37920"/>
                      <a:pt x="34648" y="38178"/>
                      <a:pt x="33570" y="37933"/>
                    </a:cubicBezTo>
                    <a:cubicBezTo>
                      <a:pt x="31830" y="37355"/>
                      <a:pt x="30700" y="36310"/>
                      <a:pt x="29600" y="34878"/>
                    </a:cubicBezTo>
                    <a:cubicBezTo>
                      <a:pt x="29305" y="34543"/>
                      <a:pt x="29305" y="34543"/>
                      <a:pt x="28895" y="34280"/>
                    </a:cubicBezTo>
                    <a:cubicBezTo>
                      <a:pt x="28783" y="34203"/>
                      <a:pt x="28670" y="34125"/>
                      <a:pt x="28555" y="34045"/>
                    </a:cubicBezTo>
                    <a:cubicBezTo>
                      <a:pt x="28555" y="33880"/>
                      <a:pt x="28555" y="33715"/>
                      <a:pt x="28555" y="33545"/>
                    </a:cubicBezTo>
                    <a:cubicBezTo>
                      <a:pt x="28445" y="33515"/>
                      <a:pt x="28335" y="33488"/>
                      <a:pt x="28223" y="33458"/>
                    </a:cubicBezTo>
                    <a:cubicBezTo>
                      <a:pt x="27745" y="33270"/>
                      <a:pt x="27493" y="33048"/>
                      <a:pt x="27132" y="32685"/>
                    </a:cubicBezTo>
                    <a:cubicBezTo>
                      <a:pt x="27025" y="32578"/>
                      <a:pt x="26915" y="32468"/>
                      <a:pt x="26803" y="32358"/>
                    </a:cubicBezTo>
                    <a:cubicBezTo>
                      <a:pt x="26555" y="32045"/>
                      <a:pt x="26555" y="32045"/>
                      <a:pt x="26555" y="31545"/>
                    </a:cubicBezTo>
                    <a:cubicBezTo>
                      <a:pt x="26395" y="31478"/>
                      <a:pt x="26235" y="31410"/>
                      <a:pt x="26070" y="31340"/>
                    </a:cubicBezTo>
                    <a:cubicBezTo>
                      <a:pt x="25470" y="30995"/>
                      <a:pt x="25510" y="30908"/>
                      <a:pt x="25305" y="30295"/>
                    </a:cubicBezTo>
                    <a:cubicBezTo>
                      <a:pt x="25158" y="30225"/>
                      <a:pt x="25010" y="30158"/>
                      <a:pt x="24860" y="30088"/>
                    </a:cubicBezTo>
                    <a:cubicBezTo>
                      <a:pt x="24200" y="29738"/>
                      <a:pt x="23793" y="29278"/>
                      <a:pt x="23320" y="28715"/>
                    </a:cubicBezTo>
                    <a:cubicBezTo>
                      <a:pt x="21540" y="26653"/>
                      <a:pt x="21540" y="26653"/>
                      <a:pt x="20445" y="25825"/>
                    </a:cubicBezTo>
                    <a:cubicBezTo>
                      <a:pt x="19908" y="25410"/>
                      <a:pt x="19490" y="24942"/>
                      <a:pt x="19055" y="24420"/>
                    </a:cubicBezTo>
                    <a:cubicBezTo>
                      <a:pt x="17513" y="22585"/>
                      <a:pt x="17513" y="22585"/>
                      <a:pt x="16352" y="22480"/>
                    </a:cubicBezTo>
                    <a:cubicBezTo>
                      <a:pt x="16172" y="22503"/>
                      <a:pt x="15993" y="22523"/>
                      <a:pt x="15805" y="22545"/>
                    </a:cubicBezTo>
                    <a:cubicBezTo>
                      <a:pt x="15755" y="22685"/>
                      <a:pt x="15703" y="22825"/>
                      <a:pt x="15650" y="22970"/>
                    </a:cubicBezTo>
                    <a:cubicBezTo>
                      <a:pt x="15030" y="24520"/>
                      <a:pt x="14233" y="25533"/>
                      <a:pt x="13025" y="26670"/>
                    </a:cubicBezTo>
                    <a:cubicBezTo>
                      <a:pt x="12865" y="26822"/>
                      <a:pt x="12707" y="26978"/>
                      <a:pt x="12545" y="27138"/>
                    </a:cubicBezTo>
                    <a:cubicBezTo>
                      <a:pt x="11112" y="28525"/>
                      <a:pt x="11112" y="28525"/>
                      <a:pt x="10070" y="28590"/>
                    </a:cubicBezTo>
                    <a:cubicBezTo>
                      <a:pt x="9433" y="28580"/>
                      <a:pt x="9025" y="28513"/>
                      <a:pt x="8555" y="28045"/>
                    </a:cubicBezTo>
                    <a:cubicBezTo>
                      <a:pt x="8555" y="27880"/>
                      <a:pt x="8555" y="27715"/>
                      <a:pt x="8555" y="27545"/>
                    </a:cubicBezTo>
                    <a:cubicBezTo>
                      <a:pt x="8422" y="27493"/>
                      <a:pt x="8293" y="27442"/>
                      <a:pt x="8155" y="27390"/>
                    </a:cubicBezTo>
                    <a:cubicBezTo>
                      <a:pt x="7287" y="26890"/>
                      <a:pt x="6648" y="26208"/>
                      <a:pt x="5945" y="25500"/>
                    </a:cubicBezTo>
                    <a:cubicBezTo>
                      <a:pt x="5793" y="25348"/>
                      <a:pt x="5638" y="25195"/>
                      <a:pt x="5480" y="25038"/>
                    </a:cubicBezTo>
                    <a:cubicBezTo>
                      <a:pt x="5160" y="24715"/>
                      <a:pt x="4838" y="24393"/>
                      <a:pt x="4517" y="24070"/>
                    </a:cubicBezTo>
                    <a:cubicBezTo>
                      <a:pt x="4025" y="23578"/>
                      <a:pt x="3533" y="23085"/>
                      <a:pt x="3040" y="22595"/>
                    </a:cubicBezTo>
                    <a:cubicBezTo>
                      <a:pt x="2725" y="22283"/>
                      <a:pt x="2412" y="21968"/>
                      <a:pt x="2100" y="21655"/>
                    </a:cubicBezTo>
                    <a:cubicBezTo>
                      <a:pt x="1953" y="21508"/>
                      <a:pt x="1805" y="21363"/>
                      <a:pt x="1652" y="21213"/>
                    </a:cubicBezTo>
                    <a:cubicBezTo>
                      <a:pt x="142" y="19683"/>
                      <a:pt x="142" y="19683"/>
                      <a:pt x="0" y="18633"/>
                    </a:cubicBezTo>
                    <a:cubicBezTo>
                      <a:pt x="148" y="17140"/>
                      <a:pt x="1043" y="16328"/>
                      <a:pt x="2055" y="15295"/>
                    </a:cubicBezTo>
                    <a:cubicBezTo>
                      <a:pt x="2188" y="15135"/>
                      <a:pt x="2320" y="14978"/>
                      <a:pt x="2455" y="14812"/>
                    </a:cubicBezTo>
                    <a:cubicBezTo>
                      <a:pt x="3168" y="13995"/>
                      <a:pt x="3737" y="13513"/>
                      <a:pt x="4810" y="13253"/>
                    </a:cubicBezTo>
                    <a:cubicBezTo>
                      <a:pt x="6770" y="12768"/>
                      <a:pt x="7967" y="11675"/>
                      <a:pt x="9340" y="10243"/>
                    </a:cubicBezTo>
                    <a:cubicBezTo>
                      <a:pt x="9697" y="9870"/>
                      <a:pt x="10062" y="9510"/>
                      <a:pt x="10430" y="9148"/>
                    </a:cubicBezTo>
                    <a:cubicBezTo>
                      <a:pt x="11790" y="7783"/>
                      <a:pt x="12582" y="6692"/>
                      <a:pt x="13055" y="4795"/>
                    </a:cubicBezTo>
                    <a:cubicBezTo>
                      <a:pt x="13610" y="3665"/>
                      <a:pt x="14418" y="2855"/>
                      <a:pt x="15305" y="1980"/>
                    </a:cubicBezTo>
                    <a:cubicBezTo>
                      <a:pt x="15440" y="1845"/>
                      <a:pt x="15572" y="1710"/>
                      <a:pt x="15710" y="1570"/>
                    </a:cubicBezTo>
                    <a:cubicBezTo>
                      <a:pt x="15840" y="1442"/>
                      <a:pt x="15970" y="1312"/>
                      <a:pt x="16102" y="1180"/>
                    </a:cubicBezTo>
                    <a:cubicBezTo>
                      <a:pt x="16160" y="1123"/>
                      <a:pt x="16160" y="1123"/>
                      <a:pt x="16457" y="828"/>
                    </a:cubicBezTo>
                    <a:cubicBezTo>
                      <a:pt x="17473" y="0"/>
                      <a:pt x="18723" y="215"/>
                      <a:pt x="19803" y="825"/>
                    </a:cubicBezTo>
                    <a:close/>
                  </a:path>
                </a:pathLst>
              </a:custGeom>
              <a:solidFill>
                <a:srgbClr val="E28E43"/>
              </a:solidFill>
              <a:ln w="0">
                <a:noFill/>
              </a:ln>
            </p:spPr>
          </p:sp>
          <p:sp>
            <p:nvSpPr>
              <p:cNvPr id="1042" name="gavel vector"/>
              <p:cNvSpPr/>
              <p:nvPr/>
            </p:nvSpPr>
            <p:spPr>
              <a:xfrm>
                <a:off x="12013426" y="8802385"/>
                <a:ext cx="224051" cy="75118"/>
              </a:xfrm>
              <a:custGeom>
                <a:avLst/>
                <a:gdLst/>
                <a:ahLst/>
                <a:cxnLst/>
                <a:rect l="0" t="0" r="r" b="b"/>
                <a:pathLst>
                  <a:path w="24503" h="8215" fill="norm" stroke="0">
                    <a:moveTo>
                      <a:pt x="8810" y="67"/>
                    </a:moveTo>
                    <a:cubicBezTo>
                      <a:pt x="8922" y="67"/>
                      <a:pt x="8922" y="67"/>
                      <a:pt x="9492" y="65"/>
                    </a:cubicBezTo>
                    <a:cubicBezTo>
                      <a:pt x="9970" y="62"/>
                      <a:pt x="10445" y="62"/>
                      <a:pt x="10922" y="62"/>
                    </a:cubicBezTo>
                    <a:cubicBezTo>
                      <a:pt x="11645" y="62"/>
                      <a:pt x="12367" y="58"/>
                      <a:pt x="13090" y="53"/>
                    </a:cubicBezTo>
                    <a:cubicBezTo>
                      <a:pt x="13553" y="53"/>
                      <a:pt x="14017" y="53"/>
                      <a:pt x="14482" y="53"/>
                    </a:cubicBezTo>
                    <a:cubicBezTo>
                      <a:pt x="14695" y="50"/>
                      <a:pt x="14908" y="48"/>
                      <a:pt x="15128" y="48"/>
                    </a:cubicBezTo>
                    <a:cubicBezTo>
                      <a:pt x="17275" y="55"/>
                      <a:pt x="19080" y="380"/>
                      <a:pt x="20867" y="1595"/>
                    </a:cubicBezTo>
                    <a:cubicBezTo>
                      <a:pt x="21135" y="1768"/>
                      <a:pt x="21400" y="1942"/>
                      <a:pt x="21668" y="2117"/>
                    </a:cubicBezTo>
                    <a:cubicBezTo>
                      <a:pt x="21795" y="2200"/>
                      <a:pt x="21922" y="2285"/>
                      <a:pt x="22055" y="2370"/>
                    </a:cubicBezTo>
                    <a:cubicBezTo>
                      <a:pt x="22560" y="2680"/>
                      <a:pt x="23085" y="2935"/>
                      <a:pt x="23625" y="3183"/>
                    </a:cubicBezTo>
                    <a:cubicBezTo>
                      <a:pt x="23945" y="3360"/>
                      <a:pt x="23945" y="3360"/>
                      <a:pt x="24445" y="3860"/>
                    </a:cubicBezTo>
                    <a:cubicBezTo>
                      <a:pt x="24503" y="4482"/>
                      <a:pt x="24503" y="4482"/>
                      <a:pt x="24492" y="5220"/>
                    </a:cubicBezTo>
                    <a:cubicBezTo>
                      <a:pt x="24490" y="5460"/>
                      <a:pt x="24490" y="5702"/>
                      <a:pt x="24487" y="5952"/>
                    </a:cubicBezTo>
                    <a:cubicBezTo>
                      <a:pt x="24430" y="6862"/>
                      <a:pt x="24430" y="6862"/>
                      <a:pt x="24195" y="7360"/>
                    </a:cubicBezTo>
                    <a:cubicBezTo>
                      <a:pt x="23025" y="8185"/>
                      <a:pt x="21690" y="8215"/>
                      <a:pt x="20312" y="8197"/>
                    </a:cubicBezTo>
                    <a:cubicBezTo>
                      <a:pt x="20107" y="8200"/>
                      <a:pt x="19900" y="8200"/>
                      <a:pt x="19688" y="8200"/>
                    </a:cubicBezTo>
                    <a:cubicBezTo>
                      <a:pt x="19013" y="8200"/>
                      <a:pt x="18337" y="8197"/>
                      <a:pt x="17662" y="8192"/>
                    </a:cubicBezTo>
                    <a:cubicBezTo>
                      <a:pt x="17190" y="8190"/>
                      <a:pt x="16717" y="8190"/>
                      <a:pt x="16247" y="8190"/>
                    </a:cubicBezTo>
                    <a:cubicBezTo>
                      <a:pt x="15260" y="8190"/>
                      <a:pt x="14275" y="8185"/>
                      <a:pt x="13290" y="8180"/>
                    </a:cubicBezTo>
                    <a:cubicBezTo>
                      <a:pt x="12025" y="8173"/>
                      <a:pt x="10763" y="8170"/>
                      <a:pt x="9500" y="8170"/>
                    </a:cubicBezTo>
                    <a:cubicBezTo>
                      <a:pt x="8527" y="8168"/>
                      <a:pt x="7555" y="8165"/>
                      <a:pt x="6582" y="8163"/>
                    </a:cubicBezTo>
                    <a:cubicBezTo>
                      <a:pt x="6115" y="8160"/>
                      <a:pt x="5650" y="8160"/>
                      <a:pt x="5182" y="8160"/>
                    </a:cubicBezTo>
                    <a:cubicBezTo>
                      <a:pt x="4533" y="8158"/>
                      <a:pt x="3882" y="8153"/>
                      <a:pt x="3232" y="8150"/>
                    </a:cubicBezTo>
                    <a:cubicBezTo>
                      <a:pt x="3040" y="8150"/>
                      <a:pt x="2847" y="8150"/>
                      <a:pt x="2650" y="8150"/>
                    </a:cubicBezTo>
                    <a:cubicBezTo>
                      <a:pt x="1795" y="8143"/>
                      <a:pt x="1017" y="8130"/>
                      <a:pt x="195" y="7860"/>
                    </a:cubicBezTo>
                    <a:cubicBezTo>
                      <a:pt x="138" y="7095"/>
                      <a:pt x="102" y="6330"/>
                      <a:pt x="70" y="5562"/>
                    </a:cubicBezTo>
                    <a:cubicBezTo>
                      <a:pt x="55" y="5347"/>
                      <a:pt x="37" y="5130"/>
                      <a:pt x="20" y="4908"/>
                    </a:cubicBezTo>
                    <a:cubicBezTo>
                      <a:pt x="0" y="4255"/>
                      <a:pt x="13" y="3737"/>
                      <a:pt x="195" y="3110"/>
                    </a:cubicBezTo>
                    <a:cubicBezTo>
                      <a:pt x="785" y="2523"/>
                      <a:pt x="1445" y="2205"/>
                      <a:pt x="2195" y="1860"/>
                    </a:cubicBezTo>
                    <a:cubicBezTo>
                      <a:pt x="2445" y="1715"/>
                      <a:pt x="2692" y="1567"/>
                      <a:pt x="2940" y="1418"/>
                    </a:cubicBezTo>
                    <a:cubicBezTo>
                      <a:pt x="3160" y="1295"/>
                      <a:pt x="3380" y="1170"/>
                      <a:pt x="3602" y="1048"/>
                    </a:cubicBezTo>
                    <a:cubicBezTo>
                      <a:pt x="3712" y="982"/>
                      <a:pt x="3820" y="920"/>
                      <a:pt x="3935" y="852"/>
                    </a:cubicBezTo>
                    <a:cubicBezTo>
                      <a:pt x="5470" y="0"/>
                      <a:pt x="7100" y="70"/>
                      <a:pt x="8810" y="67"/>
                    </a:cubicBezTo>
                    <a:close/>
                  </a:path>
                </a:pathLst>
              </a:custGeom>
              <a:solidFill>
                <a:srgbClr val="E28E43"/>
              </a:solidFill>
              <a:ln w="0">
                <a:noFill/>
              </a:ln>
            </p:spPr>
          </p:sp>
          <p:sp>
            <p:nvSpPr>
              <p:cNvPr id="1043" name="gavel vector"/>
              <p:cNvSpPr/>
              <p:nvPr/>
            </p:nvSpPr>
            <p:spPr>
              <a:xfrm>
                <a:off x="12074145" y="8498948"/>
                <a:ext cx="346078" cy="349095"/>
              </a:xfrm>
              <a:custGeom>
                <a:avLst/>
                <a:gdLst/>
                <a:ahLst/>
                <a:cxnLst/>
                <a:rect l="0" t="0" r="r" b="b"/>
                <a:pathLst>
                  <a:path w="37848" h="38178" fill="norm" stroke="0">
                    <a:moveTo>
                      <a:pt x="19803" y="825"/>
                    </a:moveTo>
                    <a:cubicBezTo>
                      <a:pt x="20888" y="1600"/>
                      <a:pt x="21727" y="2490"/>
                      <a:pt x="22578" y="3510"/>
                    </a:cubicBezTo>
                    <a:cubicBezTo>
                      <a:pt x="23118" y="4113"/>
                      <a:pt x="23697" y="4638"/>
                      <a:pt x="24305" y="5170"/>
                    </a:cubicBezTo>
                    <a:cubicBezTo>
                      <a:pt x="25405" y="6133"/>
                      <a:pt x="26372" y="7163"/>
                      <a:pt x="27305" y="8295"/>
                    </a:cubicBezTo>
                    <a:cubicBezTo>
                      <a:pt x="27410" y="8415"/>
                      <a:pt x="27517" y="8535"/>
                      <a:pt x="27625" y="8660"/>
                    </a:cubicBezTo>
                    <a:cubicBezTo>
                      <a:pt x="28555" y="9750"/>
                      <a:pt x="28555" y="9750"/>
                      <a:pt x="28555" y="10545"/>
                    </a:cubicBezTo>
                    <a:cubicBezTo>
                      <a:pt x="28085" y="11808"/>
                      <a:pt x="27275" y="12613"/>
                      <a:pt x="26240" y="13440"/>
                    </a:cubicBezTo>
                    <a:cubicBezTo>
                      <a:pt x="25838" y="13768"/>
                      <a:pt x="25477" y="14108"/>
                      <a:pt x="25118" y="14480"/>
                    </a:cubicBezTo>
                    <a:cubicBezTo>
                      <a:pt x="24210" y="15400"/>
                      <a:pt x="23582" y="15623"/>
                      <a:pt x="22305" y="15795"/>
                    </a:cubicBezTo>
                    <a:cubicBezTo>
                      <a:pt x="22355" y="17763"/>
                      <a:pt x="23888" y="18883"/>
                      <a:pt x="25200" y="20183"/>
                    </a:cubicBezTo>
                    <a:cubicBezTo>
                      <a:pt x="25358" y="20340"/>
                      <a:pt x="25517" y="20498"/>
                      <a:pt x="25680" y="20658"/>
                    </a:cubicBezTo>
                    <a:cubicBezTo>
                      <a:pt x="26003" y="20975"/>
                      <a:pt x="26325" y="21293"/>
                      <a:pt x="26650" y="21608"/>
                    </a:cubicBezTo>
                    <a:cubicBezTo>
                      <a:pt x="26797" y="21753"/>
                      <a:pt x="26947" y="21900"/>
                      <a:pt x="27102" y="22050"/>
                    </a:cubicBezTo>
                    <a:cubicBezTo>
                      <a:pt x="27237" y="22180"/>
                      <a:pt x="27372" y="22312"/>
                      <a:pt x="27513" y="22447"/>
                    </a:cubicBezTo>
                    <a:cubicBezTo>
                      <a:pt x="27805" y="22795"/>
                      <a:pt x="27805" y="22795"/>
                      <a:pt x="27805" y="23295"/>
                    </a:cubicBezTo>
                    <a:cubicBezTo>
                      <a:pt x="27878" y="23325"/>
                      <a:pt x="27878" y="23325"/>
                      <a:pt x="28243" y="23480"/>
                    </a:cubicBezTo>
                    <a:cubicBezTo>
                      <a:pt x="28910" y="23853"/>
                      <a:pt x="29303" y="24220"/>
                      <a:pt x="29805" y="24795"/>
                    </a:cubicBezTo>
                    <a:cubicBezTo>
                      <a:pt x="29805" y="24958"/>
                      <a:pt x="29805" y="25123"/>
                      <a:pt x="29805" y="25295"/>
                    </a:cubicBezTo>
                    <a:cubicBezTo>
                      <a:pt x="29953" y="25360"/>
                      <a:pt x="30100" y="25425"/>
                      <a:pt x="30253" y="25493"/>
                    </a:cubicBezTo>
                    <a:cubicBezTo>
                      <a:pt x="30835" y="25810"/>
                      <a:pt x="31207" y="26145"/>
                      <a:pt x="31665" y="26623"/>
                    </a:cubicBezTo>
                    <a:cubicBezTo>
                      <a:pt x="31815" y="26778"/>
                      <a:pt x="31965" y="26930"/>
                      <a:pt x="32118" y="27090"/>
                    </a:cubicBezTo>
                    <a:cubicBezTo>
                      <a:pt x="32263" y="27240"/>
                      <a:pt x="32408" y="27390"/>
                      <a:pt x="32555" y="27545"/>
                    </a:cubicBezTo>
                    <a:cubicBezTo>
                      <a:pt x="32900" y="27875"/>
                      <a:pt x="33245" y="28205"/>
                      <a:pt x="33592" y="28533"/>
                    </a:cubicBezTo>
                    <a:cubicBezTo>
                      <a:pt x="33805" y="28795"/>
                      <a:pt x="33805" y="28795"/>
                      <a:pt x="33805" y="29295"/>
                    </a:cubicBezTo>
                    <a:cubicBezTo>
                      <a:pt x="33950" y="29358"/>
                      <a:pt x="34092" y="29420"/>
                      <a:pt x="34243" y="29483"/>
                    </a:cubicBezTo>
                    <a:cubicBezTo>
                      <a:pt x="34882" y="29835"/>
                      <a:pt x="35310" y="30240"/>
                      <a:pt x="35820" y="30763"/>
                    </a:cubicBezTo>
                    <a:cubicBezTo>
                      <a:pt x="35990" y="30933"/>
                      <a:pt x="36158" y="31103"/>
                      <a:pt x="36330" y="31275"/>
                    </a:cubicBezTo>
                    <a:cubicBezTo>
                      <a:pt x="37525" y="32575"/>
                      <a:pt x="37848" y="33520"/>
                      <a:pt x="37805" y="35295"/>
                    </a:cubicBezTo>
                    <a:cubicBezTo>
                      <a:pt x="37598" y="36243"/>
                      <a:pt x="37122" y="36803"/>
                      <a:pt x="36352" y="37373"/>
                    </a:cubicBezTo>
                    <a:cubicBezTo>
                      <a:pt x="35415" y="37920"/>
                      <a:pt x="34648" y="38178"/>
                      <a:pt x="33570" y="37933"/>
                    </a:cubicBezTo>
                    <a:cubicBezTo>
                      <a:pt x="31830" y="37355"/>
                      <a:pt x="30700" y="36310"/>
                      <a:pt x="29600" y="34878"/>
                    </a:cubicBezTo>
                    <a:cubicBezTo>
                      <a:pt x="29305" y="34543"/>
                      <a:pt x="29305" y="34543"/>
                      <a:pt x="28895" y="34280"/>
                    </a:cubicBezTo>
                    <a:cubicBezTo>
                      <a:pt x="28783" y="34203"/>
                      <a:pt x="28670" y="34125"/>
                      <a:pt x="28555" y="34045"/>
                    </a:cubicBezTo>
                    <a:cubicBezTo>
                      <a:pt x="28555" y="33880"/>
                      <a:pt x="28555" y="33715"/>
                      <a:pt x="28555" y="33545"/>
                    </a:cubicBezTo>
                    <a:cubicBezTo>
                      <a:pt x="28445" y="33515"/>
                      <a:pt x="28335" y="33488"/>
                      <a:pt x="28223" y="33458"/>
                    </a:cubicBezTo>
                    <a:cubicBezTo>
                      <a:pt x="27745" y="33270"/>
                      <a:pt x="27493" y="33048"/>
                      <a:pt x="27132" y="32685"/>
                    </a:cubicBezTo>
                    <a:cubicBezTo>
                      <a:pt x="27025" y="32578"/>
                      <a:pt x="26915" y="32468"/>
                      <a:pt x="26803" y="32358"/>
                    </a:cubicBezTo>
                    <a:cubicBezTo>
                      <a:pt x="26555" y="32045"/>
                      <a:pt x="26555" y="32045"/>
                      <a:pt x="26555" y="31545"/>
                    </a:cubicBezTo>
                    <a:cubicBezTo>
                      <a:pt x="26395" y="31478"/>
                      <a:pt x="26235" y="31410"/>
                      <a:pt x="26070" y="31340"/>
                    </a:cubicBezTo>
                    <a:cubicBezTo>
                      <a:pt x="25470" y="30995"/>
                      <a:pt x="25510" y="30908"/>
                      <a:pt x="25305" y="30295"/>
                    </a:cubicBezTo>
                    <a:cubicBezTo>
                      <a:pt x="25158" y="30225"/>
                      <a:pt x="25010" y="30158"/>
                      <a:pt x="24860" y="30088"/>
                    </a:cubicBezTo>
                    <a:cubicBezTo>
                      <a:pt x="24200" y="29738"/>
                      <a:pt x="23793" y="29278"/>
                      <a:pt x="23320" y="28715"/>
                    </a:cubicBezTo>
                    <a:cubicBezTo>
                      <a:pt x="21540" y="26653"/>
                      <a:pt x="21540" y="26653"/>
                      <a:pt x="20445" y="25825"/>
                    </a:cubicBezTo>
                    <a:cubicBezTo>
                      <a:pt x="19908" y="25410"/>
                      <a:pt x="19490" y="24942"/>
                      <a:pt x="19055" y="24420"/>
                    </a:cubicBezTo>
                    <a:cubicBezTo>
                      <a:pt x="17513" y="22585"/>
                      <a:pt x="17513" y="22585"/>
                      <a:pt x="16352" y="22480"/>
                    </a:cubicBezTo>
                    <a:cubicBezTo>
                      <a:pt x="16172" y="22503"/>
                      <a:pt x="15993" y="22523"/>
                      <a:pt x="15805" y="22545"/>
                    </a:cubicBezTo>
                    <a:cubicBezTo>
                      <a:pt x="15755" y="22685"/>
                      <a:pt x="15703" y="22825"/>
                      <a:pt x="15650" y="22970"/>
                    </a:cubicBezTo>
                    <a:cubicBezTo>
                      <a:pt x="15030" y="24520"/>
                      <a:pt x="14233" y="25533"/>
                      <a:pt x="13025" y="26670"/>
                    </a:cubicBezTo>
                    <a:cubicBezTo>
                      <a:pt x="12865" y="26822"/>
                      <a:pt x="12707" y="26978"/>
                      <a:pt x="12545" y="27138"/>
                    </a:cubicBezTo>
                    <a:cubicBezTo>
                      <a:pt x="11112" y="28525"/>
                      <a:pt x="11112" y="28525"/>
                      <a:pt x="10070" y="28590"/>
                    </a:cubicBezTo>
                    <a:cubicBezTo>
                      <a:pt x="9433" y="28580"/>
                      <a:pt x="9025" y="28513"/>
                      <a:pt x="8555" y="28045"/>
                    </a:cubicBezTo>
                    <a:cubicBezTo>
                      <a:pt x="8555" y="27880"/>
                      <a:pt x="8555" y="27715"/>
                      <a:pt x="8555" y="27545"/>
                    </a:cubicBezTo>
                    <a:cubicBezTo>
                      <a:pt x="8422" y="27493"/>
                      <a:pt x="8293" y="27442"/>
                      <a:pt x="8155" y="27390"/>
                    </a:cubicBezTo>
                    <a:cubicBezTo>
                      <a:pt x="7287" y="26890"/>
                      <a:pt x="6648" y="26208"/>
                      <a:pt x="5945" y="25500"/>
                    </a:cubicBezTo>
                    <a:cubicBezTo>
                      <a:pt x="5793" y="25348"/>
                      <a:pt x="5638" y="25195"/>
                      <a:pt x="5480" y="25038"/>
                    </a:cubicBezTo>
                    <a:cubicBezTo>
                      <a:pt x="5160" y="24715"/>
                      <a:pt x="4838" y="24393"/>
                      <a:pt x="4517" y="24070"/>
                    </a:cubicBezTo>
                    <a:cubicBezTo>
                      <a:pt x="4025" y="23578"/>
                      <a:pt x="3533" y="23085"/>
                      <a:pt x="3040" y="22595"/>
                    </a:cubicBezTo>
                    <a:cubicBezTo>
                      <a:pt x="2725" y="22283"/>
                      <a:pt x="2412" y="21968"/>
                      <a:pt x="2100" y="21655"/>
                    </a:cubicBezTo>
                    <a:cubicBezTo>
                      <a:pt x="1953" y="21508"/>
                      <a:pt x="1805" y="21363"/>
                      <a:pt x="1652" y="21213"/>
                    </a:cubicBezTo>
                    <a:cubicBezTo>
                      <a:pt x="142" y="19683"/>
                      <a:pt x="142" y="19683"/>
                      <a:pt x="0" y="18633"/>
                    </a:cubicBezTo>
                    <a:cubicBezTo>
                      <a:pt x="148" y="17140"/>
                      <a:pt x="1043" y="16328"/>
                      <a:pt x="2055" y="15295"/>
                    </a:cubicBezTo>
                    <a:cubicBezTo>
                      <a:pt x="2188" y="15135"/>
                      <a:pt x="2320" y="14978"/>
                      <a:pt x="2455" y="14812"/>
                    </a:cubicBezTo>
                    <a:cubicBezTo>
                      <a:pt x="3168" y="13995"/>
                      <a:pt x="3737" y="13513"/>
                      <a:pt x="4810" y="13253"/>
                    </a:cubicBezTo>
                    <a:cubicBezTo>
                      <a:pt x="6770" y="12768"/>
                      <a:pt x="7967" y="11675"/>
                      <a:pt x="9340" y="10243"/>
                    </a:cubicBezTo>
                    <a:cubicBezTo>
                      <a:pt x="9697" y="9870"/>
                      <a:pt x="10062" y="9510"/>
                      <a:pt x="10430" y="9148"/>
                    </a:cubicBezTo>
                    <a:cubicBezTo>
                      <a:pt x="11790" y="7783"/>
                      <a:pt x="12582" y="6692"/>
                      <a:pt x="13055" y="4795"/>
                    </a:cubicBezTo>
                    <a:cubicBezTo>
                      <a:pt x="13610" y="3665"/>
                      <a:pt x="14418" y="2855"/>
                      <a:pt x="15305" y="1980"/>
                    </a:cubicBezTo>
                    <a:cubicBezTo>
                      <a:pt x="15440" y="1845"/>
                      <a:pt x="15572" y="1710"/>
                      <a:pt x="15710" y="1570"/>
                    </a:cubicBezTo>
                    <a:cubicBezTo>
                      <a:pt x="15840" y="1442"/>
                      <a:pt x="15970" y="1312"/>
                      <a:pt x="16102" y="1180"/>
                    </a:cubicBezTo>
                    <a:cubicBezTo>
                      <a:pt x="16160" y="1123"/>
                      <a:pt x="16160" y="1123"/>
                      <a:pt x="16457" y="828"/>
                    </a:cubicBezTo>
                    <a:cubicBezTo>
                      <a:pt x="17473" y="0"/>
                      <a:pt x="18723" y="215"/>
                      <a:pt x="19803" y="825"/>
                    </a:cubicBezTo>
                    <a:close/>
                    <a:moveTo>
                      <a:pt x="15055" y="3045"/>
                    </a:moveTo>
                    <a:cubicBezTo>
                      <a:pt x="14820" y="3263"/>
                      <a:pt x="14582" y="3478"/>
                      <a:pt x="14338" y="3685"/>
                    </a:cubicBezTo>
                    <a:cubicBezTo>
                      <a:pt x="13848" y="4158"/>
                      <a:pt x="13743" y="4447"/>
                      <a:pt x="13695" y="5123"/>
                    </a:cubicBezTo>
                    <a:cubicBezTo>
                      <a:pt x="13525" y="7205"/>
                      <a:pt x="11110" y="9113"/>
                      <a:pt x="9715" y="10530"/>
                    </a:cubicBezTo>
                    <a:cubicBezTo>
                      <a:pt x="9473" y="10780"/>
                      <a:pt x="9233" y="11033"/>
                      <a:pt x="8993" y="11285"/>
                    </a:cubicBezTo>
                    <a:cubicBezTo>
                      <a:pt x="6747" y="13668"/>
                      <a:pt x="6747" y="13668"/>
                      <a:pt x="5308" y="13800"/>
                    </a:cubicBezTo>
                    <a:cubicBezTo>
                      <a:pt x="5132" y="13793"/>
                      <a:pt x="4957" y="13785"/>
                      <a:pt x="4777" y="13778"/>
                    </a:cubicBezTo>
                    <a:cubicBezTo>
                      <a:pt x="4040" y="13803"/>
                      <a:pt x="3658" y="14185"/>
                      <a:pt x="3140" y="14678"/>
                    </a:cubicBezTo>
                    <a:cubicBezTo>
                      <a:pt x="2685" y="15175"/>
                      <a:pt x="2247" y="15680"/>
                      <a:pt x="1830" y="16210"/>
                    </a:cubicBezTo>
                    <a:cubicBezTo>
                      <a:pt x="1555" y="16545"/>
                      <a:pt x="1555" y="16545"/>
                      <a:pt x="1102" y="16903"/>
                    </a:cubicBezTo>
                    <a:cubicBezTo>
                      <a:pt x="608" y="17555"/>
                      <a:pt x="705" y="18258"/>
                      <a:pt x="805" y="19045"/>
                    </a:cubicBezTo>
                    <a:cubicBezTo>
                      <a:pt x="1072" y="19955"/>
                      <a:pt x="1662" y="20358"/>
                      <a:pt x="2380" y="20925"/>
                    </a:cubicBezTo>
                    <a:cubicBezTo>
                      <a:pt x="3025" y="21485"/>
                      <a:pt x="3555" y="22133"/>
                      <a:pt x="4108" y="22780"/>
                    </a:cubicBezTo>
                    <a:cubicBezTo>
                      <a:pt x="4800" y="23575"/>
                      <a:pt x="5553" y="24308"/>
                      <a:pt x="6305" y="25045"/>
                    </a:cubicBezTo>
                    <a:cubicBezTo>
                      <a:pt x="6535" y="25273"/>
                      <a:pt x="6765" y="25503"/>
                      <a:pt x="6993" y="25730"/>
                    </a:cubicBezTo>
                    <a:cubicBezTo>
                      <a:pt x="7092" y="25830"/>
                      <a:pt x="7190" y="25928"/>
                      <a:pt x="7293" y="26028"/>
                    </a:cubicBezTo>
                    <a:cubicBezTo>
                      <a:pt x="7520" y="26258"/>
                      <a:pt x="7735" y="26503"/>
                      <a:pt x="7945" y="26748"/>
                    </a:cubicBezTo>
                    <a:cubicBezTo>
                      <a:pt x="8305" y="27045"/>
                      <a:pt x="8305" y="27045"/>
                      <a:pt x="8852" y="27090"/>
                    </a:cubicBezTo>
                    <a:cubicBezTo>
                      <a:pt x="9003" y="27075"/>
                      <a:pt x="9152" y="27060"/>
                      <a:pt x="9305" y="27045"/>
                    </a:cubicBezTo>
                    <a:cubicBezTo>
                      <a:pt x="9388" y="27373"/>
                      <a:pt x="9470" y="27705"/>
                      <a:pt x="9555" y="28045"/>
                    </a:cubicBezTo>
                    <a:cubicBezTo>
                      <a:pt x="10155" y="28125"/>
                      <a:pt x="10612" y="28178"/>
                      <a:pt x="11128" y="27822"/>
                    </a:cubicBezTo>
                    <a:cubicBezTo>
                      <a:pt x="11457" y="27508"/>
                      <a:pt x="11765" y="27180"/>
                      <a:pt x="12070" y="26840"/>
                    </a:cubicBezTo>
                    <a:cubicBezTo>
                      <a:pt x="12283" y="26615"/>
                      <a:pt x="12493" y="26390"/>
                      <a:pt x="12705" y="26165"/>
                    </a:cubicBezTo>
                    <a:cubicBezTo>
                      <a:pt x="12755" y="26110"/>
                      <a:pt x="12755" y="26110"/>
                      <a:pt x="13010" y="25835"/>
                    </a:cubicBezTo>
                    <a:cubicBezTo>
                      <a:pt x="13305" y="25545"/>
                      <a:pt x="13305" y="25545"/>
                      <a:pt x="13858" y="25165"/>
                    </a:cubicBezTo>
                    <a:cubicBezTo>
                      <a:pt x="14445" y="24678"/>
                      <a:pt x="14530" y="24278"/>
                      <a:pt x="14713" y="23545"/>
                    </a:cubicBezTo>
                    <a:cubicBezTo>
                      <a:pt x="14905" y="22778"/>
                      <a:pt x="15070" y="22175"/>
                      <a:pt x="15555" y="21545"/>
                    </a:cubicBezTo>
                    <a:cubicBezTo>
                      <a:pt x="16388" y="21703"/>
                      <a:pt x="16965" y="22010"/>
                      <a:pt x="17665" y="22480"/>
                    </a:cubicBezTo>
                    <a:cubicBezTo>
                      <a:pt x="17850" y="22603"/>
                      <a:pt x="18035" y="22725"/>
                      <a:pt x="18227" y="22853"/>
                    </a:cubicBezTo>
                    <a:cubicBezTo>
                      <a:pt x="18760" y="23260"/>
                      <a:pt x="19213" y="23678"/>
                      <a:pt x="19680" y="24158"/>
                    </a:cubicBezTo>
                    <a:cubicBezTo>
                      <a:pt x="20055" y="24543"/>
                      <a:pt x="20435" y="24923"/>
                      <a:pt x="20818" y="25300"/>
                    </a:cubicBezTo>
                    <a:cubicBezTo>
                      <a:pt x="21205" y="25683"/>
                      <a:pt x="21590" y="26067"/>
                      <a:pt x="21975" y="26450"/>
                    </a:cubicBezTo>
                    <a:cubicBezTo>
                      <a:pt x="22172" y="26648"/>
                      <a:pt x="22372" y="26843"/>
                      <a:pt x="22570" y="27040"/>
                    </a:cubicBezTo>
                    <a:cubicBezTo>
                      <a:pt x="23740" y="28197"/>
                      <a:pt x="24870" y="29373"/>
                      <a:pt x="25943" y="30625"/>
                    </a:cubicBezTo>
                    <a:cubicBezTo>
                      <a:pt x="26898" y="31730"/>
                      <a:pt x="27977" y="32668"/>
                      <a:pt x="29080" y="33623"/>
                    </a:cubicBezTo>
                    <a:cubicBezTo>
                      <a:pt x="29457" y="33958"/>
                      <a:pt x="29822" y="34295"/>
                      <a:pt x="30180" y="34653"/>
                    </a:cubicBezTo>
                    <a:cubicBezTo>
                      <a:pt x="30277" y="34750"/>
                      <a:pt x="30375" y="34845"/>
                      <a:pt x="30475" y="34945"/>
                    </a:cubicBezTo>
                    <a:cubicBezTo>
                      <a:pt x="30740" y="35223"/>
                      <a:pt x="30987" y="35518"/>
                      <a:pt x="31230" y="35815"/>
                    </a:cubicBezTo>
                    <a:cubicBezTo>
                      <a:pt x="31922" y="36618"/>
                      <a:pt x="32443" y="37203"/>
                      <a:pt x="33493" y="37465"/>
                    </a:cubicBezTo>
                    <a:cubicBezTo>
                      <a:pt x="34582" y="37513"/>
                      <a:pt x="35537" y="37440"/>
                      <a:pt x="36463" y="36825"/>
                    </a:cubicBezTo>
                    <a:cubicBezTo>
                      <a:pt x="37195" y="36065"/>
                      <a:pt x="37370" y="35230"/>
                      <a:pt x="37408" y="34195"/>
                    </a:cubicBezTo>
                    <a:cubicBezTo>
                      <a:pt x="37213" y="32947"/>
                      <a:pt x="36415" y="32165"/>
                      <a:pt x="35555" y="31295"/>
                    </a:cubicBezTo>
                    <a:cubicBezTo>
                      <a:pt x="35445" y="31180"/>
                      <a:pt x="35335" y="31065"/>
                      <a:pt x="35223" y="30947"/>
                    </a:cubicBezTo>
                    <a:cubicBezTo>
                      <a:pt x="34550" y="30255"/>
                      <a:pt x="33865" y="29575"/>
                      <a:pt x="33172" y="28903"/>
                    </a:cubicBezTo>
                    <a:cubicBezTo>
                      <a:pt x="32135" y="27888"/>
                      <a:pt x="31118" y="26853"/>
                      <a:pt x="30092" y="25825"/>
                    </a:cubicBezTo>
                    <a:cubicBezTo>
                      <a:pt x="29415" y="25143"/>
                      <a:pt x="28735" y="24463"/>
                      <a:pt x="28055" y="23783"/>
                    </a:cubicBezTo>
                    <a:cubicBezTo>
                      <a:pt x="27543" y="23265"/>
                      <a:pt x="27027" y="22750"/>
                      <a:pt x="26513" y="22233"/>
                    </a:cubicBezTo>
                    <a:cubicBezTo>
                      <a:pt x="26013" y="21730"/>
                      <a:pt x="25513" y="21228"/>
                      <a:pt x="25010" y="20725"/>
                    </a:cubicBezTo>
                    <a:cubicBezTo>
                      <a:pt x="24820" y="20535"/>
                      <a:pt x="24630" y="20343"/>
                      <a:pt x="24440" y="20153"/>
                    </a:cubicBezTo>
                    <a:cubicBezTo>
                      <a:pt x="24175" y="19885"/>
                      <a:pt x="23910" y="19620"/>
                      <a:pt x="23645" y="19355"/>
                    </a:cubicBezTo>
                    <a:cubicBezTo>
                      <a:pt x="23495" y="19205"/>
                      <a:pt x="23345" y="19053"/>
                      <a:pt x="23190" y="18898"/>
                    </a:cubicBezTo>
                    <a:cubicBezTo>
                      <a:pt x="22805" y="18545"/>
                      <a:pt x="22805" y="18545"/>
                      <a:pt x="22305" y="18295"/>
                    </a:cubicBezTo>
                    <a:cubicBezTo>
                      <a:pt x="21803" y="17470"/>
                      <a:pt x="21530" y="16775"/>
                      <a:pt x="21632" y="15810"/>
                    </a:cubicBezTo>
                    <a:cubicBezTo>
                      <a:pt x="21690" y="15640"/>
                      <a:pt x="21747" y="15470"/>
                      <a:pt x="21805" y="15295"/>
                    </a:cubicBezTo>
                    <a:cubicBezTo>
                      <a:pt x="21943" y="15280"/>
                      <a:pt x="22078" y="15268"/>
                      <a:pt x="22217" y="15255"/>
                    </a:cubicBezTo>
                    <a:cubicBezTo>
                      <a:pt x="24023" y="14983"/>
                      <a:pt x="25125" y="14133"/>
                      <a:pt x="26305" y="12795"/>
                    </a:cubicBezTo>
                    <a:cubicBezTo>
                      <a:pt x="26305" y="12630"/>
                      <a:pt x="26305" y="12463"/>
                      <a:pt x="26305" y="12295"/>
                    </a:cubicBezTo>
                    <a:cubicBezTo>
                      <a:pt x="26412" y="12278"/>
                      <a:pt x="26523" y="12263"/>
                      <a:pt x="26632" y="12248"/>
                    </a:cubicBezTo>
                    <a:cubicBezTo>
                      <a:pt x="27275" y="11938"/>
                      <a:pt x="27562" y="11440"/>
                      <a:pt x="27805" y="10795"/>
                    </a:cubicBezTo>
                    <a:cubicBezTo>
                      <a:pt x="27840" y="9485"/>
                      <a:pt x="26882" y="8478"/>
                      <a:pt x="26055" y="7545"/>
                    </a:cubicBezTo>
                    <a:cubicBezTo>
                      <a:pt x="25570" y="7093"/>
                      <a:pt x="25068" y="6668"/>
                      <a:pt x="24560" y="6243"/>
                    </a:cubicBezTo>
                    <a:cubicBezTo>
                      <a:pt x="23872" y="5630"/>
                      <a:pt x="23297" y="4940"/>
                      <a:pt x="22703" y="4240"/>
                    </a:cubicBezTo>
                    <a:cubicBezTo>
                      <a:pt x="22197" y="3673"/>
                      <a:pt x="21658" y="3255"/>
                      <a:pt x="21055" y="2795"/>
                    </a:cubicBezTo>
                    <a:cubicBezTo>
                      <a:pt x="20628" y="2388"/>
                      <a:pt x="20215" y="1968"/>
                      <a:pt x="19805" y="1545"/>
                    </a:cubicBezTo>
                    <a:cubicBezTo>
                      <a:pt x="19200" y="940"/>
                      <a:pt x="18970" y="935"/>
                      <a:pt x="18132" y="888"/>
                    </a:cubicBezTo>
                    <a:cubicBezTo>
                      <a:pt x="16490" y="913"/>
                      <a:pt x="15967" y="1803"/>
                      <a:pt x="15055" y="3045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44" name="gavel vector"/>
              <p:cNvSpPr/>
              <p:nvPr/>
            </p:nvSpPr>
            <p:spPr>
              <a:xfrm>
                <a:off x="12066990" y="8492422"/>
                <a:ext cx="360456" cy="360868"/>
              </a:xfrm>
              <a:custGeom>
                <a:avLst/>
                <a:gdLst/>
                <a:ahLst/>
                <a:cxnLst/>
                <a:rect l="0" t="0" r="r" b="b"/>
                <a:pathLst>
                  <a:path w="39420" h="39465" fill="norm" stroke="0">
                    <a:moveTo>
                      <a:pt x="19188" y="110"/>
                    </a:moveTo>
                    <a:cubicBezTo>
                      <a:pt x="20638" y="645"/>
                      <a:pt x="21793" y="1905"/>
                      <a:pt x="22838" y="3008"/>
                    </a:cubicBezTo>
                    <a:cubicBezTo>
                      <a:pt x="23855" y="4048"/>
                      <a:pt x="24868" y="5058"/>
                      <a:pt x="25997" y="5975"/>
                    </a:cubicBezTo>
                    <a:cubicBezTo>
                      <a:pt x="26568" y="6450"/>
                      <a:pt x="27080" y="6967"/>
                      <a:pt x="27588" y="7508"/>
                    </a:cubicBezTo>
                    <a:cubicBezTo>
                      <a:pt x="27662" y="7582"/>
                      <a:pt x="27662" y="7582"/>
                      <a:pt x="28037" y="7970"/>
                    </a:cubicBezTo>
                    <a:cubicBezTo>
                      <a:pt x="28963" y="8962"/>
                      <a:pt x="29763" y="9852"/>
                      <a:pt x="29838" y="11258"/>
                    </a:cubicBezTo>
                    <a:cubicBezTo>
                      <a:pt x="29628" y="12235"/>
                      <a:pt x="29150" y="12753"/>
                      <a:pt x="28443" y="13410"/>
                    </a:cubicBezTo>
                    <a:cubicBezTo>
                      <a:pt x="28043" y="13800"/>
                      <a:pt x="27695" y="14217"/>
                      <a:pt x="27338" y="14648"/>
                    </a:cubicBezTo>
                    <a:cubicBezTo>
                      <a:pt x="25747" y="16503"/>
                      <a:pt x="25747" y="16503"/>
                      <a:pt x="24260" y="16695"/>
                    </a:cubicBezTo>
                    <a:cubicBezTo>
                      <a:pt x="23953" y="16717"/>
                      <a:pt x="23645" y="16738"/>
                      <a:pt x="23338" y="16758"/>
                    </a:cubicBezTo>
                    <a:cubicBezTo>
                      <a:pt x="24295" y="18538"/>
                      <a:pt x="25578" y="19837"/>
                      <a:pt x="27007" y="21232"/>
                    </a:cubicBezTo>
                    <a:cubicBezTo>
                      <a:pt x="27240" y="21462"/>
                      <a:pt x="27475" y="21695"/>
                      <a:pt x="27707" y="21925"/>
                    </a:cubicBezTo>
                    <a:cubicBezTo>
                      <a:pt x="28318" y="22530"/>
                      <a:pt x="28930" y="23133"/>
                      <a:pt x="29540" y="23732"/>
                    </a:cubicBezTo>
                    <a:cubicBezTo>
                      <a:pt x="30525" y="24700"/>
                      <a:pt x="31507" y="25670"/>
                      <a:pt x="32487" y="26640"/>
                    </a:cubicBezTo>
                    <a:cubicBezTo>
                      <a:pt x="32830" y="26977"/>
                      <a:pt x="33175" y="27315"/>
                      <a:pt x="33520" y="27650"/>
                    </a:cubicBezTo>
                    <a:cubicBezTo>
                      <a:pt x="33727" y="27857"/>
                      <a:pt x="33935" y="28062"/>
                      <a:pt x="34145" y="28268"/>
                    </a:cubicBezTo>
                    <a:cubicBezTo>
                      <a:pt x="34240" y="28363"/>
                      <a:pt x="34338" y="28455"/>
                      <a:pt x="34435" y="28550"/>
                    </a:cubicBezTo>
                    <a:cubicBezTo>
                      <a:pt x="34662" y="28778"/>
                      <a:pt x="34878" y="29018"/>
                      <a:pt x="35088" y="29258"/>
                    </a:cubicBezTo>
                    <a:cubicBezTo>
                      <a:pt x="35088" y="29423"/>
                      <a:pt x="35088" y="29587"/>
                      <a:pt x="35088" y="29758"/>
                    </a:cubicBezTo>
                    <a:cubicBezTo>
                      <a:pt x="35230" y="29820"/>
                      <a:pt x="35372" y="29880"/>
                      <a:pt x="35517" y="29945"/>
                    </a:cubicBezTo>
                    <a:cubicBezTo>
                      <a:pt x="37223" y="30880"/>
                      <a:pt x="38618" y="32538"/>
                      <a:pt x="39237" y="34370"/>
                    </a:cubicBezTo>
                    <a:cubicBezTo>
                      <a:pt x="39420" y="35535"/>
                      <a:pt x="39145" y="36482"/>
                      <a:pt x="38588" y="37508"/>
                    </a:cubicBezTo>
                    <a:cubicBezTo>
                      <a:pt x="38142" y="38035"/>
                      <a:pt x="37675" y="38398"/>
                      <a:pt x="37088" y="38758"/>
                    </a:cubicBezTo>
                    <a:cubicBezTo>
                      <a:pt x="36932" y="38865"/>
                      <a:pt x="36777" y="38975"/>
                      <a:pt x="36620" y="39085"/>
                    </a:cubicBezTo>
                    <a:cubicBezTo>
                      <a:pt x="35475" y="39455"/>
                      <a:pt x="34547" y="39465"/>
                      <a:pt x="33438" y="38965"/>
                    </a:cubicBezTo>
                    <a:cubicBezTo>
                      <a:pt x="32260" y="38320"/>
                      <a:pt x="31358" y="37618"/>
                      <a:pt x="30588" y="36508"/>
                    </a:cubicBezTo>
                    <a:cubicBezTo>
                      <a:pt x="29955" y="35803"/>
                      <a:pt x="29250" y="35180"/>
                      <a:pt x="28537" y="34558"/>
                    </a:cubicBezTo>
                    <a:cubicBezTo>
                      <a:pt x="27525" y="33680"/>
                      <a:pt x="26640" y="32768"/>
                      <a:pt x="25775" y="31740"/>
                    </a:cubicBezTo>
                    <a:cubicBezTo>
                      <a:pt x="25180" y="31082"/>
                      <a:pt x="24510" y="30528"/>
                      <a:pt x="23832" y="29955"/>
                    </a:cubicBezTo>
                    <a:cubicBezTo>
                      <a:pt x="23152" y="29340"/>
                      <a:pt x="22578" y="28650"/>
                      <a:pt x="21983" y="27950"/>
                    </a:cubicBezTo>
                    <a:cubicBezTo>
                      <a:pt x="21575" y="27493"/>
                      <a:pt x="21158" y="27150"/>
                      <a:pt x="20668" y="26790"/>
                    </a:cubicBezTo>
                    <a:cubicBezTo>
                      <a:pt x="20043" y="26255"/>
                      <a:pt x="19530" y="25610"/>
                      <a:pt x="19000" y="24982"/>
                    </a:cubicBezTo>
                    <a:cubicBezTo>
                      <a:pt x="17945" y="23768"/>
                      <a:pt x="17945" y="23768"/>
                      <a:pt x="17290" y="23710"/>
                    </a:cubicBezTo>
                    <a:cubicBezTo>
                      <a:pt x="17142" y="23725"/>
                      <a:pt x="16993" y="23743"/>
                      <a:pt x="16838" y="23758"/>
                    </a:cubicBezTo>
                    <a:cubicBezTo>
                      <a:pt x="16838" y="24253"/>
                      <a:pt x="16838" y="24748"/>
                      <a:pt x="16838" y="25258"/>
                    </a:cubicBezTo>
                    <a:cubicBezTo>
                      <a:pt x="16682" y="25278"/>
                      <a:pt x="16527" y="25298"/>
                      <a:pt x="16370" y="25320"/>
                    </a:cubicBezTo>
                    <a:cubicBezTo>
                      <a:pt x="15838" y="25508"/>
                      <a:pt x="15838" y="25508"/>
                      <a:pt x="15572" y="26008"/>
                    </a:cubicBezTo>
                    <a:cubicBezTo>
                      <a:pt x="15495" y="26173"/>
                      <a:pt x="15418" y="26337"/>
                      <a:pt x="15338" y="26508"/>
                    </a:cubicBezTo>
                    <a:cubicBezTo>
                      <a:pt x="15088" y="26590"/>
                      <a:pt x="14838" y="26675"/>
                      <a:pt x="14588" y="26758"/>
                    </a:cubicBezTo>
                    <a:cubicBezTo>
                      <a:pt x="14553" y="26830"/>
                      <a:pt x="14553" y="26830"/>
                      <a:pt x="14370" y="27200"/>
                    </a:cubicBezTo>
                    <a:cubicBezTo>
                      <a:pt x="13832" y="28260"/>
                      <a:pt x="13040" y="29065"/>
                      <a:pt x="12088" y="29758"/>
                    </a:cubicBezTo>
                    <a:cubicBezTo>
                      <a:pt x="11130" y="30043"/>
                      <a:pt x="10305" y="30005"/>
                      <a:pt x="9415" y="29533"/>
                    </a:cubicBezTo>
                    <a:cubicBezTo>
                      <a:pt x="8553" y="28863"/>
                      <a:pt x="7878" y="27990"/>
                      <a:pt x="7185" y="27150"/>
                    </a:cubicBezTo>
                    <a:cubicBezTo>
                      <a:pt x="6783" y="26695"/>
                      <a:pt x="6328" y="26365"/>
                      <a:pt x="5838" y="26008"/>
                    </a:cubicBezTo>
                    <a:cubicBezTo>
                      <a:pt x="5838" y="25842"/>
                      <a:pt x="5838" y="25678"/>
                      <a:pt x="5838" y="25508"/>
                    </a:cubicBezTo>
                    <a:cubicBezTo>
                      <a:pt x="5672" y="25508"/>
                      <a:pt x="5507" y="25508"/>
                      <a:pt x="5338" y="25508"/>
                    </a:cubicBezTo>
                    <a:cubicBezTo>
                      <a:pt x="4960" y="25115"/>
                      <a:pt x="4960" y="25115"/>
                      <a:pt x="4525" y="24585"/>
                    </a:cubicBezTo>
                    <a:cubicBezTo>
                      <a:pt x="3995" y="23960"/>
                      <a:pt x="3485" y="23388"/>
                      <a:pt x="2838" y="22883"/>
                    </a:cubicBezTo>
                    <a:cubicBezTo>
                      <a:pt x="1630" y="21930"/>
                      <a:pt x="200" y="20640"/>
                      <a:pt x="0" y="19062"/>
                    </a:cubicBezTo>
                    <a:cubicBezTo>
                      <a:pt x="17" y="18055"/>
                      <a:pt x="575" y="17548"/>
                      <a:pt x="1260" y="16868"/>
                    </a:cubicBezTo>
                    <a:cubicBezTo>
                      <a:pt x="1368" y="16753"/>
                      <a:pt x="1477" y="16640"/>
                      <a:pt x="1590" y="16523"/>
                    </a:cubicBezTo>
                    <a:cubicBezTo>
                      <a:pt x="1918" y="16180"/>
                      <a:pt x="2253" y="15842"/>
                      <a:pt x="2588" y="15508"/>
                    </a:cubicBezTo>
                    <a:cubicBezTo>
                      <a:pt x="2645" y="15450"/>
                      <a:pt x="2645" y="15450"/>
                      <a:pt x="2930" y="15160"/>
                    </a:cubicBezTo>
                    <a:cubicBezTo>
                      <a:pt x="3535" y="14550"/>
                      <a:pt x="4115" y="13980"/>
                      <a:pt x="4838" y="13508"/>
                    </a:cubicBezTo>
                    <a:cubicBezTo>
                      <a:pt x="5003" y="13508"/>
                      <a:pt x="5168" y="13508"/>
                      <a:pt x="5338" y="13508"/>
                    </a:cubicBezTo>
                    <a:cubicBezTo>
                      <a:pt x="5338" y="13342"/>
                      <a:pt x="5338" y="13178"/>
                      <a:pt x="5338" y="13008"/>
                    </a:cubicBezTo>
                    <a:cubicBezTo>
                      <a:pt x="5545" y="13043"/>
                      <a:pt x="5750" y="13080"/>
                      <a:pt x="5963" y="13118"/>
                    </a:cubicBezTo>
                    <a:cubicBezTo>
                      <a:pt x="7108" y="13095"/>
                      <a:pt x="7715" y="12368"/>
                      <a:pt x="8490" y="11597"/>
                    </a:cubicBezTo>
                    <a:cubicBezTo>
                      <a:pt x="8912" y="11185"/>
                      <a:pt x="9348" y="10785"/>
                      <a:pt x="9783" y="10385"/>
                    </a:cubicBezTo>
                    <a:cubicBezTo>
                      <a:pt x="10125" y="10062"/>
                      <a:pt x="10465" y="9738"/>
                      <a:pt x="10807" y="9413"/>
                    </a:cubicBezTo>
                    <a:cubicBezTo>
                      <a:pt x="10890" y="9337"/>
                      <a:pt x="10890" y="9337"/>
                      <a:pt x="11312" y="8950"/>
                    </a:cubicBezTo>
                    <a:cubicBezTo>
                      <a:pt x="12355" y="7935"/>
                      <a:pt x="12753" y="7202"/>
                      <a:pt x="12980" y="5765"/>
                    </a:cubicBezTo>
                    <a:cubicBezTo>
                      <a:pt x="13148" y="4980"/>
                      <a:pt x="13480" y="4640"/>
                      <a:pt x="14040" y="4070"/>
                    </a:cubicBezTo>
                    <a:cubicBezTo>
                      <a:pt x="14130" y="3977"/>
                      <a:pt x="14220" y="3883"/>
                      <a:pt x="14312" y="3788"/>
                    </a:cubicBezTo>
                    <a:cubicBezTo>
                      <a:pt x="14568" y="3523"/>
                      <a:pt x="14828" y="3265"/>
                      <a:pt x="15088" y="3008"/>
                    </a:cubicBezTo>
                    <a:cubicBezTo>
                      <a:pt x="15203" y="2888"/>
                      <a:pt x="15318" y="2765"/>
                      <a:pt x="15435" y="2640"/>
                    </a:cubicBezTo>
                    <a:cubicBezTo>
                      <a:pt x="15727" y="2335"/>
                      <a:pt x="16030" y="2048"/>
                      <a:pt x="16338" y="1758"/>
                    </a:cubicBezTo>
                    <a:cubicBezTo>
                      <a:pt x="16475" y="1623"/>
                      <a:pt x="16610" y="1488"/>
                      <a:pt x="16750" y="1350"/>
                    </a:cubicBezTo>
                    <a:cubicBezTo>
                      <a:pt x="18188" y="0"/>
                      <a:pt x="18188" y="0"/>
                      <a:pt x="19188" y="110"/>
                    </a:cubicBezTo>
                    <a:close/>
                    <a:moveTo>
                      <a:pt x="14088" y="4758"/>
                    </a:moveTo>
                    <a:cubicBezTo>
                      <a:pt x="13807" y="5395"/>
                      <a:pt x="13655" y="5962"/>
                      <a:pt x="13525" y="6645"/>
                    </a:cubicBezTo>
                    <a:cubicBezTo>
                      <a:pt x="13312" y="7337"/>
                      <a:pt x="13053" y="7673"/>
                      <a:pt x="12565" y="8202"/>
                    </a:cubicBezTo>
                    <a:cubicBezTo>
                      <a:pt x="12485" y="8290"/>
                      <a:pt x="12485" y="8290"/>
                      <a:pt x="12088" y="8725"/>
                    </a:cubicBezTo>
                    <a:cubicBezTo>
                      <a:pt x="11922" y="8900"/>
                      <a:pt x="11757" y="9077"/>
                      <a:pt x="11588" y="9258"/>
                    </a:cubicBezTo>
                    <a:cubicBezTo>
                      <a:pt x="11510" y="9342"/>
                      <a:pt x="11510" y="9342"/>
                      <a:pt x="11118" y="9778"/>
                    </a:cubicBezTo>
                    <a:cubicBezTo>
                      <a:pt x="7785" y="13430"/>
                      <a:pt x="7785" y="13430"/>
                      <a:pt x="6040" y="13805"/>
                    </a:cubicBezTo>
                    <a:cubicBezTo>
                      <a:pt x="4000" y="14260"/>
                      <a:pt x="2618" y="15925"/>
                      <a:pt x="1338" y="17508"/>
                    </a:cubicBezTo>
                    <a:cubicBezTo>
                      <a:pt x="840" y="18315"/>
                      <a:pt x="723" y="18840"/>
                      <a:pt x="915" y="19760"/>
                    </a:cubicBezTo>
                    <a:cubicBezTo>
                      <a:pt x="1598" y="21712"/>
                      <a:pt x="4065" y="23530"/>
                      <a:pt x="5505" y="24972"/>
                    </a:cubicBezTo>
                    <a:cubicBezTo>
                      <a:pt x="5920" y="25388"/>
                      <a:pt x="6332" y="25805"/>
                      <a:pt x="6747" y="26222"/>
                    </a:cubicBezTo>
                    <a:cubicBezTo>
                      <a:pt x="7010" y="26488"/>
                      <a:pt x="7275" y="26750"/>
                      <a:pt x="7537" y="27015"/>
                    </a:cubicBezTo>
                    <a:cubicBezTo>
                      <a:pt x="7662" y="27140"/>
                      <a:pt x="7785" y="27265"/>
                      <a:pt x="7912" y="27395"/>
                    </a:cubicBezTo>
                    <a:cubicBezTo>
                      <a:pt x="8025" y="27508"/>
                      <a:pt x="8140" y="27623"/>
                      <a:pt x="8257" y="27738"/>
                    </a:cubicBezTo>
                    <a:cubicBezTo>
                      <a:pt x="8358" y="27840"/>
                      <a:pt x="8457" y="27940"/>
                      <a:pt x="8562" y="28043"/>
                    </a:cubicBezTo>
                    <a:cubicBezTo>
                      <a:pt x="8838" y="28258"/>
                      <a:pt x="8838" y="28258"/>
                      <a:pt x="9338" y="28258"/>
                    </a:cubicBezTo>
                    <a:cubicBezTo>
                      <a:pt x="9370" y="28375"/>
                      <a:pt x="9400" y="28495"/>
                      <a:pt x="9432" y="28618"/>
                    </a:cubicBezTo>
                    <a:cubicBezTo>
                      <a:pt x="9588" y="29008"/>
                      <a:pt x="9588" y="29008"/>
                      <a:pt x="10088" y="29258"/>
                    </a:cubicBezTo>
                    <a:cubicBezTo>
                      <a:pt x="10932" y="29418"/>
                      <a:pt x="11340" y="29425"/>
                      <a:pt x="12060" y="28938"/>
                    </a:cubicBezTo>
                    <a:cubicBezTo>
                      <a:pt x="12590" y="28477"/>
                      <a:pt x="13090" y="28000"/>
                      <a:pt x="13588" y="27508"/>
                    </a:cubicBezTo>
                    <a:cubicBezTo>
                      <a:pt x="13773" y="27330"/>
                      <a:pt x="13957" y="27150"/>
                      <a:pt x="14142" y="26972"/>
                    </a:cubicBezTo>
                    <a:cubicBezTo>
                      <a:pt x="15993" y="25168"/>
                      <a:pt x="15993" y="25168"/>
                      <a:pt x="16370" y="23960"/>
                    </a:cubicBezTo>
                    <a:cubicBezTo>
                      <a:pt x="16443" y="23727"/>
                      <a:pt x="16513" y="23498"/>
                      <a:pt x="16588" y="23258"/>
                    </a:cubicBezTo>
                    <a:cubicBezTo>
                      <a:pt x="17375" y="23168"/>
                      <a:pt x="17753" y="23205"/>
                      <a:pt x="18432" y="23633"/>
                    </a:cubicBezTo>
                    <a:cubicBezTo>
                      <a:pt x="19162" y="24275"/>
                      <a:pt x="19770" y="25033"/>
                      <a:pt x="20400" y="25773"/>
                    </a:cubicBezTo>
                    <a:cubicBezTo>
                      <a:pt x="20777" y="26190"/>
                      <a:pt x="21148" y="26535"/>
                      <a:pt x="21588" y="26883"/>
                    </a:cubicBezTo>
                    <a:cubicBezTo>
                      <a:pt x="22378" y="27508"/>
                      <a:pt x="23000" y="28243"/>
                      <a:pt x="23652" y="29008"/>
                    </a:cubicBezTo>
                    <a:cubicBezTo>
                      <a:pt x="24062" y="29477"/>
                      <a:pt x="24480" y="29935"/>
                      <a:pt x="24915" y="30383"/>
                    </a:cubicBezTo>
                    <a:cubicBezTo>
                      <a:pt x="25033" y="30503"/>
                      <a:pt x="25152" y="30625"/>
                      <a:pt x="25273" y="30750"/>
                    </a:cubicBezTo>
                    <a:cubicBezTo>
                      <a:pt x="25588" y="31008"/>
                      <a:pt x="25588" y="31008"/>
                      <a:pt x="26088" y="31008"/>
                    </a:cubicBezTo>
                    <a:cubicBezTo>
                      <a:pt x="26122" y="31087"/>
                      <a:pt x="26122" y="31087"/>
                      <a:pt x="26290" y="31493"/>
                    </a:cubicBezTo>
                    <a:cubicBezTo>
                      <a:pt x="26588" y="32008"/>
                      <a:pt x="26588" y="32008"/>
                      <a:pt x="26963" y="32133"/>
                    </a:cubicBezTo>
                    <a:cubicBezTo>
                      <a:pt x="27338" y="32258"/>
                      <a:pt x="27338" y="32258"/>
                      <a:pt x="27572" y="32710"/>
                    </a:cubicBezTo>
                    <a:cubicBezTo>
                      <a:pt x="27660" y="32890"/>
                      <a:pt x="27747" y="33072"/>
                      <a:pt x="27838" y="33258"/>
                    </a:cubicBezTo>
                    <a:cubicBezTo>
                      <a:pt x="28148" y="33638"/>
                      <a:pt x="28465" y="33930"/>
                      <a:pt x="28838" y="34258"/>
                    </a:cubicBezTo>
                    <a:cubicBezTo>
                      <a:pt x="29003" y="34258"/>
                      <a:pt x="29168" y="34258"/>
                      <a:pt x="29338" y="34258"/>
                    </a:cubicBezTo>
                    <a:cubicBezTo>
                      <a:pt x="29365" y="34370"/>
                      <a:pt x="29392" y="34480"/>
                      <a:pt x="29420" y="34595"/>
                    </a:cubicBezTo>
                    <a:cubicBezTo>
                      <a:pt x="29622" y="35095"/>
                      <a:pt x="29850" y="35275"/>
                      <a:pt x="30275" y="35600"/>
                    </a:cubicBezTo>
                    <a:cubicBezTo>
                      <a:pt x="31152" y="36300"/>
                      <a:pt x="31940" y="37060"/>
                      <a:pt x="32682" y="37898"/>
                    </a:cubicBezTo>
                    <a:cubicBezTo>
                      <a:pt x="33438" y="38567"/>
                      <a:pt x="34355" y="38692"/>
                      <a:pt x="35338" y="38758"/>
                    </a:cubicBezTo>
                    <a:cubicBezTo>
                      <a:pt x="36345" y="38590"/>
                      <a:pt x="37230" y="38215"/>
                      <a:pt x="37947" y="37475"/>
                    </a:cubicBezTo>
                    <a:cubicBezTo>
                      <a:pt x="38537" y="36610"/>
                      <a:pt x="38640" y="35533"/>
                      <a:pt x="38588" y="34508"/>
                    </a:cubicBezTo>
                    <a:cubicBezTo>
                      <a:pt x="38277" y="33435"/>
                      <a:pt x="37727" y="32768"/>
                      <a:pt x="36977" y="31975"/>
                    </a:cubicBezTo>
                    <a:cubicBezTo>
                      <a:pt x="36880" y="31870"/>
                      <a:pt x="36780" y="31763"/>
                      <a:pt x="36680" y="31650"/>
                    </a:cubicBezTo>
                    <a:cubicBezTo>
                      <a:pt x="36402" y="31350"/>
                      <a:pt x="36120" y="31055"/>
                      <a:pt x="35838" y="30758"/>
                    </a:cubicBezTo>
                    <a:cubicBezTo>
                      <a:pt x="35700" y="30607"/>
                      <a:pt x="35565" y="30460"/>
                      <a:pt x="35422" y="30308"/>
                    </a:cubicBezTo>
                    <a:cubicBezTo>
                      <a:pt x="35088" y="30008"/>
                      <a:pt x="35088" y="30008"/>
                      <a:pt x="34588" y="30008"/>
                    </a:cubicBezTo>
                    <a:cubicBezTo>
                      <a:pt x="34560" y="29938"/>
                      <a:pt x="34560" y="29938"/>
                      <a:pt x="34415" y="29585"/>
                    </a:cubicBezTo>
                    <a:cubicBezTo>
                      <a:pt x="34072" y="28980"/>
                      <a:pt x="33713" y="28592"/>
                      <a:pt x="33213" y="28118"/>
                    </a:cubicBezTo>
                    <a:cubicBezTo>
                      <a:pt x="32930" y="27847"/>
                      <a:pt x="32655" y="27570"/>
                      <a:pt x="32385" y="27288"/>
                    </a:cubicBezTo>
                    <a:cubicBezTo>
                      <a:pt x="32230" y="27130"/>
                      <a:pt x="32075" y="26970"/>
                      <a:pt x="31915" y="26805"/>
                    </a:cubicBezTo>
                    <a:cubicBezTo>
                      <a:pt x="31770" y="26653"/>
                      <a:pt x="31625" y="26503"/>
                      <a:pt x="31475" y="26347"/>
                    </a:cubicBezTo>
                    <a:cubicBezTo>
                      <a:pt x="31088" y="26008"/>
                      <a:pt x="31088" y="26008"/>
                      <a:pt x="30588" y="26008"/>
                    </a:cubicBezTo>
                    <a:cubicBezTo>
                      <a:pt x="30525" y="25863"/>
                      <a:pt x="30465" y="25717"/>
                      <a:pt x="30400" y="25570"/>
                    </a:cubicBezTo>
                    <a:cubicBezTo>
                      <a:pt x="30030" y="24903"/>
                      <a:pt x="29662" y="24510"/>
                      <a:pt x="29088" y="24008"/>
                    </a:cubicBezTo>
                    <a:cubicBezTo>
                      <a:pt x="28922" y="24008"/>
                      <a:pt x="28757" y="24008"/>
                      <a:pt x="28588" y="24008"/>
                    </a:cubicBezTo>
                    <a:cubicBezTo>
                      <a:pt x="28527" y="23865"/>
                      <a:pt x="28465" y="23720"/>
                      <a:pt x="28402" y="23572"/>
                    </a:cubicBezTo>
                    <a:cubicBezTo>
                      <a:pt x="28045" y="22928"/>
                      <a:pt x="27600" y="22465"/>
                      <a:pt x="27072" y="21960"/>
                    </a:cubicBezTo>
                    <a:cubicBezTo>
                      <a:pt x="26975" y="21865"/>
                      <a:pt x="26878" y="21768"/>
                      <a:pt x="26775" y="21670"/>
                    </a:cubicBezTo>
                    <a:cubicBezTo>
                      <a:pt x="26465" y="21365"/>
                      <a:pt x="26150" y="21060"/>
                      <a:pt x="25838" y="20758"/>
                    </a:cubicBezTo>
                    <a:cubicBezTo>
                      <a:pt x="25425" y="20357"/>
                      <a:pt x="25015" y="19957"/>
                      <a:pt x="24602" y="19555"/>
                    </a:cubicBezTo>
                    <a:cubicBezTo>
                      <a:pt x="24510" y="19465"/>
                      <a:pt x="24415" y="19375"/>
                      <a:pt x="24318" y="19280"/>
                    </a:cubicBezTo>
                    <a:cubicBezTo>
                      <a:pt x="23605" y="18582"/>
                      <a:pt x="23112" y="17960"/>
                      <a:pt x="23057" y="16945"/>
                    </a:cubicBezTo>
                    <a:cubicBezTo>
                      <a:pt x="23068" y="16800"/>
                      <a:pt x="23078" y="16655"/>
                      <a:pt x="23088" y="16508"/>
                    </a:cubicBezTo>
                    <a:cubicBezTo>
                      <a:pt x="23217" y="16482"/>
                      <a:pt x="23348" y="16457"/>
                      <a:pt x="23483" y="16433"/>
                    </a:cubicBezTo>
                    <a:cubicBezTo>
                      <a:pt x="25297" y="16043"/>
                      <a:pt x="26138" y="15310"/>
                      <a:pt x="27273" y="13885"/>
                    </a:cubicBezTo>
                    <a:cubicBezTo>
                      <a:pt x="27580" y="13515"/>
                      <a:pt x="27908" y="13195"/>
                      <a:pt x="28260" y="12868"/>
                    </a:cubicBezTo>
                    <a:cubicBezTo>
                      <a:pt x="28835" y="12293"/>
                      <a:pt x="29178" y="11827"/>
                      <a:pt x="29338" y="11008"/>
                    </a:cubicBezTo>
                    <a:cubicBezTo>
                      <a:pt x="28880" y="9143"/>
                      <a:pt x="27050" y="7695"/>
                      <a:pt x="25658" y="6513"/>
                    </a:cubicBezTo>
                    <a:cubicBezTo>
                      <a:pt x="24370" y="5395"/>
                      <a:pt x="23197" y="4135"/>
                      <a:pt x="22003" y="2915"/>
                    </a:cubicBezTo>
                    <a:cubicBezTo>
                      <a:pt x="20230" y="1118"/>
                      <a:pt x="20230" y="1118"/>
                      <a:pt x="18947" y="898"/>
                    </a:cubicBezTo>
                    <a:cubicBezTo>
                      <a:pt x="17003" y="1248"/>
                      <a:pt x="15245" y="3258"/>
                      <a:pt x="14088" y="475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45" name="gavel vector"/>
              <p:cNvSpPr/>
              <p:nvPr/>
            </p:nvSpPr>
            <p:spPr>
              <a:xfrm>
                <a:off x="12015209" y="8802819"/>
                <a:ext cx="222268" cy="74684"/>
              </a:xfrm>
              <a:custGeom>
                <a:avLst/>
                <a:gdLst/>
                <a:ahLst/>
                <a:cxnLst/>
                <a:rect l="0" t="0" r="r" b="b"/>
                <a:pathLst>
                  <a:path w="24308" h="8168" fill="norm" stroke="0">
                    <a:moveTo>
                      <a:pt x="8615" y="20"/>
                    </a:moveTo>
                    <a:cubicBezTo>
                      <a:pt x="8727" y="20"/>
                      <a:pt x="8727" y="20"/>
                      <a:pt x="9297" y="17"/>
                    </a:cubicBezTo>
                    <a:cubicBezTo>
                      <a:pt x="9775" y="15"/>
                      <a:pt x="10250" y="15"/>
                      <a:pt x="10727" y="15"/>
                    </a:cubicBezTo>
                    <a:cubicBezTo>
                      <a:pt x="11450" y="15"/>
                      <a:pt x="12172" y="10"/>
                      <a:pt x="12895" y="5"/>
                    </a:cubicBezTo>
                    <a:cubicBezTo>
                      <a:pt x="13358" y="5"/>
                      <a:pt x="13822" y="5"/>
                      <a:pt x="14287" y="5"/>
                    </a:cubicBezTo>
                    <a:cubicBezTo>
                      <a:pt x="14500" y="2"/>
                      <a:pt x="14713" y="0"/>
                      <a:pt x="14933" y="0"/>
                    </a:cubicBezTo>
                    <a:cubicBezTo>
                      <a:pt x="17080" y="7"/>
                      <a:pt x="18885" y="332"/>
                      <a:pt x="20672" y="1548"/>
                    </a:cubicBezTo>
                    <a:cubicBezTo>
                      <a:pt x="20940" y="1720"/>
                      <a:pt x="21205" y="1895"/>
                      <a:pt x="21473" y="2070"/>
                    </a:cubicBezTo>
                    <a:cubicBezTo>
                      <a:pt x="21600" y="2153"/>
                      <a:pt x="21727" y="2237"/>
                      <a:pt x="21860" y="2322"/>
                    </a:cubicBezTo>
                    <a:cubicBezTo>
                      <a:pt x="22365" y="2632"/>
                      <a:pt x="22890" y="2887"/>
                      <a:pt x="23430" y="3135"/>
                    </a:cubicBezTo>
                    <a:cubicBezTo>
                      <a:pt x="23750" y="3312"/>
                      <a:pt x="23750" y="3312"/>
                      <a:pt x="24250" y="3812"/>
                    </a:cubicBezTo>
                    <a:cubicBezTo>
                      <a:pt x="24308" y="4435"/>
                      <a:pt x="24308" y="4435"/>
                      <a:pt x="24297" y="5173"/>
                    </a:cubicBezTo>
                    <a:cubicBezTo>
                      <a:pt x="24295" y="5413"/>
                      <a:pt x="24295" y="5655"/>
                      <a:pt x="24293" y="5905"/>
                    </a:cubicBezTo>
                    <a:cubicBezTo>
                      <a:pt x="24235" y="6815"/>
                      <a:pt x="24235" y="6815"/>
                      <a:pt x="24000" y="7312"/>
                    </a:cubicBezTo>
                    <a:cubicBezTo>
                      <a:pt x="22830" y="8137"/>
                      <a:pt x="21495" y="8168"/>
                      <a:pt x="20118" y="8150"/>
                    </a:cubicBezTo>
                    <a:cubicBezTo>
                      <a:pt x="19912" y="8153"/>
                      <a:pt x="19705" y="8153"/>
                      <a:pt x="19493" y="8153"/>
                    </a:cubicBezTo>
                    <a:cubicBezTo>
                      <a:pt x="18818" y="8153"/>
                      <a:pt x="18142" y="8150"/>
                      <a:pt x="17467" y="8145"/>
                    </a:cubicBezTo>
                    <a:cubicBezTo>
                      <a:pt x="16995" y="8142"/>
                      <a:pt x="16523" y="8142"/>
                      <a:pt x="16053" y="8142"/>
                    </a:cubicBezTo>
                    <a:cubicBezTo>
                      <a:pt x="15065" y="8142"/>
                      <a:pt x="14080" y="8137"/>
                      <a:pt x="13095" y="8132"/>
                    </a:cubicBezTo>
                    <a:cubicBezTo>
                      <a:pt x="11830" y="8125"/>
                      <a:pt x="10568" y="8122"/>
                      <a:pt x="9305" y="8122"/>
                    </a:cubicBezTo>
                    <a:cubicBezTo>
                      <a:pt x="8332" y="8120"/>
                      <a:pt x="7360" y="8117"/>
                      <a:pt x="6388" y="8115"/>
                    </a:cubicBezTo>
                    <a:cubicBezTo>
                      <a:pt x="5920" y="8112"/>
                      <a:pt x="5455" y="8112"/>
                      <a:pt x="4987" y="8112"/>
                    </a:cubicBezTo>
                    <a:cubicBezTo>
                      <a:pt x="4338" y="8110"/>
                      <a:pt x="3688" y="8105"/>
                      <a:pt x="3037" y="8102"/>
                    </a:cubicBezTo>
                    <a:cubicBezTo>
                      <a:pt x="2845" y="8102"/>
                      <a:pt x="2652" y="8102"/>
                      <a:pt x="2455" y="8102"/>
                    </a:cubicBezTo>
                    <a:cubicBezTo>
                      <a:pt x="1600" y="8095"/>
                      <a:pt x="822" y="8082"/>
                      <a:pt x="0" y="7812"/>
                    </a:cubicBezTo>
                    <a:cubicBezTo>
                      <a:pt x="0" y="7565"/>
                      <a:pt x="0" y="7317"/>
                      <a:pt x="0" y="7062"/>
                    </a:cubicBezTo>
                    <a:cubicBezTo>
                      <a:pt x="225" y="7062"/>
                      <a:pt x="450" y="7062"/>
                      <a:pt x="680" y="7062"/>
                    </a:cubicBezTo>
                    <a:cubicBezTo>
                      <a:pt x="2818" y="7070"/>
                      <a:pt x="4953" y="7072"/>
                      <a:pt x="7088" y="7075"/>
                    </a:cubicBezTo>
                    <a:cubicBezTo>
                      <a:pt x="8188" y="7075"/>
                      <a:pt x="9285" y="7077"/>
                      <a:pt x="10382" y="7080"/>
                    </a:cubicBezTo>
                    <a:cubicBezTo>
                      <a:pt x="11445" y="7082"/>
                      <a:pt x="12507" y="7085"/>
                      <a:pt x="13572" y="7085"/>
                    </a:cubicBezTo>
                    <a:cubicBezTo>
                      <a:pt x="13973" y="7085"/>
                      <a:pt x="14375" y="7087"/>
                      <a:pt x="14775" y="7087"/>
                    </a:cubicBezTo>
                    <a:cubicBezTo>
                      <a:pt x="17693" y="7097"/>
                      <a:pt x="20590" y="6990"/>
                      <a:pt x="23500" y="6812"/>
                    </a:cubicBezTo>
                    <a:cubicBezTo>
                      <a:pt x="23500" y="5822"/>
                      <a:pt x="23500" y="4832"/>
                      <a:pt x="23500" y="3812"/>
                    </a:cubicBezTo>
                    <a:cubicBezTo>
                      <a:pt x="23243" y="3750"/>
                      <a:pt x="22985" y="3688"/>
                      <a:pt x="22720" y="3625"/>
                    </a:cubicBezTo>
                    <a:cubicBezTo>
                      <a:pt x="21755" y="3350"/>
                      <a:pt x="21055" y="2895"/>
                      <a:pt x="20250" y="2312"/>
                    </a:cubicBezTo>
                    <a:cubicBezTo>
                      <a:pt x="18360" y="1067"/>
                      <a:pt x="16685" y="697"/>
                      <a:pt x="14443" y="720"/>
                    </a:cubicBezTo>
                    <a:cubicBezTo>
                      <a:pt x="14205" y="720"/>
                      <a:pt x="13967" y="720"/>
                      <a:pt x="13720" y="720"/>
                    </a:cubicBezTo>
                    <a:cubicBezTo>
                      <a:pt x="13220" y="722"/>
                      <a:pt x="12720" y="722"/>
                      <a:pt x="12220" y="727"/>
                    </a:cubicBezTo>
                    <a:cubicBezTo>
                      <a:pt x="11580" y="732"/>
                      <a:pt x="10943" y="732"/>
                      <a:pt x="10303" y="732"/>
                    </a:cubicBezTo>
                    <a:cubicBezTo>
                      <a:pt x="9688" y="730"/>
                      <a:pt x="9072" y="735"/>
                      <a:pt x="8460" y="737"/>
                    </a:cubicBezTo>
                    <a:cubicBezTo>
                      <a:pt x="8230" y="737"/>
                      <a:pt x="8003" y="737"/>
                      <a:pt x="7767" y="735"/>
                    </a:cubicBezTo>
                    <a:cubicBezTo>
                      <a:pt x="6638" y="747"/>
                      <a:pt x="5760" y="793"/>
                      <a:pt x="4750" y="1312"/>
                    </a:cubicBezTo>
                    <a:cubicBezTo>
                      <a:pt x="4582" y="1385"/>
                      <a:pt x="4415" y="1460"/>
                      <a:pt x="4245" y="1535"/>
                    </a:cubicBezTo>
                    <a:cubicBezTo>
                      <a:pt x="3385" y="1947"/>
                      <a:pt x="2662" y="2355"/>
                      <a:pt x="1955" y="3000"/>
                    </a:cubicBezTo>
                    <a:cubicBezTo>
                      <a:pt x="1410" y="3485"/>
                      <a:pt x="1297" y="3558"/>
                      <a:pt x="533" y="3640"/>
                    </a:cubicBezTo>
                    <a:cubicBezTo>
                      <a:pt x="445" y="3627"/>
                      <a:pt x="445" y="3627"/>
                      <a:pt x="0" y="3562"/>
                    </a:cubicBezTo>
                    <a:cubicBezTo>
                      <a:pt x="162" y="2870"/>
                      <a:pt x="162" y="2870"/>
                      <a:pt x="550" y="2610"/>
                    </a:cubicBezTo>
                    <a:cubicBezTo>
                      <a:pt x="672" y="2558"/>
                      <a:pt x="795" y="2505"/>
                      <a:pt x="922" y="2452"/>
                    </a:cubicBezTo>
                    <a:cubicBezTo>
                      <a:pt x="1487" y="2195"/>
                      <a:pt x="1990" y="1915"/>
                      <a:pt x="2500" y="1562"/>
                    </a:cubicBezTo>
                    <a:cubicBezTo>
                      <a:pt x="4495" y="207"/>
                      <a:pt x="6235" y="23"/>
                      <a:pt x="8615" y="20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46" name="gavel vector"/>
              <p:cNvSpPr/>
              <p:nvPr/>
            </p:nvSpPr>
            <p:spPr>
              <a:xfrm>
                <a:off x="12015215" y="8798087"/>
                <a:ext cx="231823" cy="85725"/>
              </a:xfrm>
              <a:custGeom>
                <a:avLst/>
                <a:gdLst/>
                <a:ahLst/>
                <a:cxnLst/>
                <a:rect l="0" t="0" r="r" b="b"/>
                <a:pathLst>
                  <a:path w="25352" h="9375" fill="norm" stroke="0">
                    <a:moveTo>
                      <a:pt x="8465" y="38"/>
                    </a:moveTo>
                    <a:cubicBezTo>
                      <a:pt x="8700" y="38"/>
                      <a:pt x="8938" y="35"/>
                      <a:pt x="9180" y="35"/>
                    </a:cubicBezTo>
                    <a:cubicBezTo>
                      <a:pt x="9680" y="33"/>
                      <a:pt x="10178" y="33"/>
                      <a:pt x="10675" y="33"/>
                    </a:cubicBezTo>
                    <a:cubicBezTo>
                      <a:pt x="11182" y="33"/>
                      <a:pt x="11688" y="33"/>
                      <a:pt x="12195" y="28"/>
                    </a:cubicBezTo>
                    <a:cubicBezTo>
                      <a:pt x="12930" y="23"/>
                      <a:pt x="13668" y="23"/>
                      <a:pt x="14402" y="23"/>
                    </a:cubicBezTo>
                    <a:cubicBezTo>
                      <a:pt x="14515" y="20"/>
                      <a:pt x="14515" y="20"/>
                      <a:pt x="15077" y="18"/>
                    </a:cubicBezTo>
                    <a:cubicBezTo>
                      <a:pt x="17155" y="25"/>
                      <a:pt x="19202" y="77"/>
                      <a:pt x="20750" y="1580"/>
                    </a:cubicBezTo>
                    <a:cubicBezTo>
                      <a:pt x="21472" y="2185"/>
                      <a:pt x="22105" y="2472"/>
                      <a:pt x="23000" y="2753"/>
                    </a:cubicBezTo>
                    <a:cubicBezTo>
                      <a:pt x="23942" y="3115"/>
                      <a:pt x="24435" y="3403"/>
                      <a:pt x="24922" y="4298"/>
                    </a:cubicBezTo>
                    <a:cubicBezTo>
                      <a:pt x="25287" y="5228"/>
                      <a:pt x="25352" y="5898"/>
                      <a:pt x="25000" y="6830"/>
                    </a:cubicBezTo>
                    <a:cubicBezTo>
                      <a:pt x="24952" y="6962"/>
                      <a:pt x="24905" y="7092"/>
                      <a:pt x="24857" y="7230"/>
                    </a:cubicBezTo>
                    <a:cubicBezTo>
                      <a:pt x="24452" y="8178"/>
                      <a:pt x="23947" y="8648"/>
                      <a:pt x="23000" y="9080"/>
                    </a:cubicBezTo>
                    <a:cubicBezTo>
                      <a:pt x="22465" y="9173"/>
                      <a:pt x="21995" y="9228"/>
                      <a:pt x="21460" y="9250"/>
                    </a:cubicBezTo>
                    <a:cubicBezTo>
                      <a:pt x="21385" y="9255"/>
                      <a:pt x="21385" y="9255"/>
                      <a:pt x="21002" y="9275"/>
                    </a:cubicBezTo>
                    <a:cubicBezTo>
                      <a:pt x="18967" y="9375"/>
                      <a:pt x="16930" y="9360"/>
                      <a:pt x="14892" y="9355"/>
                    </a:cubicBezTo>
                    <a:cubicBezTo>
                      <a:pt x="14460" y="9353"/>
                      <a:pt x="14027" y="9353"/>
                      <a:pt x="13595" y="9353"/>
                    </a:cubicBezTo>
                    <a:cubicBezTo>
                      <a:pt x="12470" y="9353"/>
                      <a:pt x="11345" y="9350"/>
                      <a:pt x="10220" y="9347"/>
                    </a:cubicBezTo>
                    <a:cubicBezTo>
                      <a:pt x="9067" y="9345"/>
                      <a:pt x="7915" y="9342"/>
                      <a:pt x="6760" y="9342"/>
                    </a:cubicBezTo>
                    <a:cubicBezTo>
                      <a:pt x="4507" y="9340"/>
                      <a:pt x="2252" y="9335"/>
                      <a:pt x="0" y="9330"/>
                    </a:cubicBezTo>
                    <a:cubicBezTo>
                      <a:pt x="0" y="9000"/>
                      <a:pt x="0" y="8670"/>
                      <a:pt x="0" y="8330"/>
                    </a:cubicBezTo>
                    <a:cubicBezTo>
                      <a:pt x="57" y="8330"/>
                      <a:pt x="57" y="8330"/>
                      <a:pt x="342" y="8330"/>
                    </a:cubicBezTo>
                    <a:cubicBezTo>
                      <a:pt x="3100" y="8342"/>
                      <a:pt x="5855" y="8350"/>
                      <a:pt x="8612" y="8355"/>
                    </a:cubicBezTo>
                    <a:cubicBezTo>
                      <a:pt x="9945" y="8358"/>
                      <a:pt x="11280" y="8363"/>
                      <a:pt x="12612" y="8368"/>
                    </a:cubicBezTo>
                    <a:cubicBezTo>
                      <a:pt x="13775" y="8373"/>
                      <a:pt x="14938" y="8375"/>
                      <a:pt x="16100" y="8378"/>
                    </a:cubicBezTo>
                    <a:cubicBezTo>
                      <a:pt x="16715" y="8378"/>
                      <a:pt x="17330" y="8380"/>
                      <a:pt x="17945" y="8383"/>
                    </a:cubicBezTo>
                    <a:cubicBezTo>
                      <a:pt x="18632" y="8385"/>
                      <a:pt x="19320" y="8388"/>
                      <a:pt x="20010" y="8388"/>
                    </a:cubicBezTo>
                    <a:cubicBezTo>
                      <a:pt x="20210" y="8388"/>
                      <a:pt x="20412" y="8390"/>
                      <a:pt x="20620" y="8393"/>
                    </a:cubicBezTo>
                    <a:cubicBezTo>
                      <a:pt x="21827" y="8388"/>
                      <a:pt x="22862" y="8233"/>
                      <a:pt x="24000" y="7830"/>
                    </a:cubicBezTo>
                    <a:cubicBezTo>
                      <a:pt x="24035" y="7263"/>
                      <a:pt x="24057" y="6695"/>
                      <a:pt x="24077" y="6128"/>
                    </a:cubicBezTo>
                    <a:cubicBezTo>
                      <a:pt x="24090" y="5965"/>
                      <a:pt x="24100" y="5805"/>
                      <a:pt x="24110" y="5640"/>
                    </a:cubicBezTo>
                    <a:cubicBezTo>
                      <a:pt x="24122" y="5175"/>
                      <a:pt x="24112" y="4780"/>
                      <a:pt x="24000" y="4330"/>
                    </a:cubicBezTo>
                    <a:cubicBezTo>
                      <a:pt x="23555" y="3965"/>
                      <a:pt x="23262" y="3803"/>
                      <a:pt x="22750" y="3580"/>
                    </a:cubicBezTo>
                    <a:cubicBezTo>
                      <a:pt x="22465" y="3418"/>
                      <a:pt x="22180" y="3253"/>
                      <a:pt x="21897" y="3087"/>
                    </a:cubicBezTo>
                    <a:cubicBezTo>
                      <a:pt x="21592" y="2913"/>
                      <a:pt x="21290" y="2738"/>
                      <a:pt x="20985" y="2565"/>
                    </a:cubicBezTo>
                    <a:cubicBezTo>
                      <a:pt x="20832" y="2475"/>
                      <a:pt x="20678" y="2388"/>
                      <a:pt x="20520" y="2298"/>
                    </a:cubicBezTo>
                    <a:cubicBezTo>
                      <a:pt x="20097" y="2055"/>
                      <a:pt x="19675" y="1817"/>
                      <a:pt x="19250" y="1580"/>
                    </a:cubicBezTo>
                    <a:cubicBezTo>
                      <a:pt x="19080" y="1483"/>
                      <a:pt x="18910" y="1385"/>
                      <a:pt x="18735" y="1283"/>
                    </a:cubicBezTo>
                    <a:cubicBezTo>
                      <a:pt x="17360" y="705"/>
                      <a:pt x="15840" y="790"/>
                      <a:pt x="14377" y="788"/>
                    </a:cubicBezTo>
                    <a:cubicBezTo>
                      <a:pt x="14265" y="788"/>
                      <a:pt x="14265" y="788"/>
                      <a:pt x="13692" y="785"/>
                    </a:cubicBezTo>
                    <a:cubicBezTo>
                      <a:pt x="13215" y="783"/>
                      <a:pt x="12737" y="783"/>
                      <a:pt x="12260" y="783"/>
                    </a:cubicBezTo>
                    <a:cubicBezTo>
                      <a:pt x="11535" y="783"/>
                      <a:pt x="10810" y="778"/>
                      <a:pt x="10085" y="773"/>
                    </a:cubicBezTo>
                    <a:cubicBezTo>
                      <a:pt x="9620" y="773"/>
                      <a:pt x="9155" y="773"/>
                      <a:pt x="8690" y="773"/>
                    </a:cubicBezTo>
                    <a:cubicBezTo>
                      <a:pt x="8475" y="770"/>
                      <a:pt x="8260" y="768"/>
                      <a:pt x="8040" y="768"/>
                    </a:cubicBezTo>
                    <a:cubicBezTo>
                      <a:pt x="6242" y="773"/>
                      <a:pt x="4632" y="1020"/>
                      <a:pt x="3062" y="1940"/>
                    </a:cubicBezTo>
                    <a:cubicBezTo>
                      <a:pt x="2972" y="1990"/>
                      <a:pt x="2972" y="1990"/>
                      <a:pt x="2520" y="2250"/>
                    </a:cubicBezTo>
                    <a:cubicBezTo>
                      <a:pt x="2000" y="2580"/>
                      <a:pt x="2000" y="2580"/>
                      <a:pt x="1470" y="2985"/>
                    </a:cubicBezTo>
                    <a:cubicBezTo>
                      <a:pt x="975" y="3347"/>
                      <a:pt x="600" y="3472"/>
                      <a:pt x="0" y="3580"/>
                    </a:cubicBezTo>
                    <a:cubicBezTo>
                      <a:pt x="0" y="3250"/>
                      <a:pt x="0" y="2920"/>
                      <a:pt x="0" y="2580"/>
                    </a:cubicBezTo>
                    <a:cubicBezTo>
                      <a:pt x="290" y="2538"/>
                      <a:pt x="290" y="2538"/>
                      <a:pt x="1750" y="2330"/>
                    </a:cubicBezTo>
                    <a:cubicBezTo>
                      <a:pt x="1832" y="2082"/>
                      <a:pt x="1915" y="1835"/>
                      <a:pt x="2000" y="1580"/>
                    </a:cubicBezTo>
                    <a:cubicBezTo>
                      <a:pt x="2517" y="1243"/>
                      <a:pt x="2517" y="1243"/>
                      <a:pt x="3172" y="923"/>
                    </a:cubicBezTo>
                    <a:cubicBezTo>
                      <a:pt x="3385" y="817"/>
                      <a:pt x="3597" y="710"/>
                      <a:pt x="3815" y="600"/>
                    </a:cubicBezTo>
                    <a:cubicBezTo>
                      <a:pt x="5330" y="0"/>
                      <a:pt x="6857" y="40"/>
                      <a:pt x="8465" y="3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47" name="gavel vector"/>
              <p:cNvSpPr/>
              <p:nvPr/>
            </p:nvSpPr>
            <p:spPr>
              <a:xfrm>
                <a:off x="12232226" y="8532541"/>
                <a:ext cx="67300" cy="70820"/>
              </a:xfrm>
              <a:custGeom>
                <a:avLst/>
                <a:gdLst/>
                <a:ahLst/>
                <a:cxnLst/>
                <a:rect l="0" t="0" r="r" b="b"/>
                <a:pathLst>
                  <a:path w="7360" h="7745" fill="norm" stroke="0">
                    <a:moveTo>
                      <a:pt x="267" y="120"/>
                    </a:moveTo>
                    <a:cubicBezTo>
                      <a:pt x="867" y="35"/>
                      <a:pt x="1327" y="0"/>
                      <a:pt x="1852" y="332"/>
                    </a:cubicBezTo>
                    <a:cubicBezTo>
                      <a:pt x="2217" y="650"/>
                      <a:pt x="2557" y="980"/>
                      <a:pt x="2898" y="1325"/>
                    </a:cubicBezTo>
                    <a:cubicBezTo>
                      <a:pt x="3023" y="1450"/>
                      <a:pt x="3150" y="1572"/>
                      <a:pt x="3280" y="1700"/>
                    </a:cubicBezTo>
                    <a:cubicBezTo>
                      <a:pt x="3543" y="1965"/>
                      <a:pt x="3807" y="2227"/>
                      <a:pt x="4067" y="2495"/>
                    </a:cubicBezTo>
                    <a:cubicBezTo>
                      <a:pt x="4470" y="2900"/>
                      <a:pt x="4875" y="3298"/>
                      <a:pt x="5285" y="3695"/>
                    </a:cubicBezTo>
                    <a:cubicBezTo>
                      <a:pt x="5543" y="3950"/>
                      <a:pt x="5797" y="4207"/>
                      <a:pt x="6053" y="4465"/>
                    </a:cubicBezTo>
                    <a:cubicBezTo>
                      <a:pt x="6175" y="4582"/>
                      <a:pt x="6297" y="4702"/>
                      <a:pt x="6422" y="4822"/>
                    </a:cubicBezTo>
                    <a:cubicBezTo>
                      <a:pt x="7007" y="5428"/>
                      <a:pt x="7342" y="5830"/>
                      <a:pt x="7360" y="6692"/>
                    </a:cubicBezTo>
                    <a:cubicBezTo>
                      <a:pt x="7267" y="7370"/>
                      <a:pt x="7267" y="7370"/>
                      <a:pt x="7017" y="7620"/>
                    </a:cubicBezTo>
                    <a:cubicBezTo>
                      <a:pt x="6410" y="7720"/>
                      <a:pt x="5965" y="7745"/>
                      <a:pt x="5432" y="7408"/>
                    </a:cubicBezTo>
                    <a:cubicBezTo>
                      <a:pt x="5062" y="7095"/>
                      <a:pt x="4720" y="6765"/>
                      <a:pt x="4380" y="6423"/>
                    </a:cubicBezTo>
                    <a:cubicBezTo>
                      <a:pt x="4252" y="6300"/>
                      <a:pt x="4125" y="6178"/>
                      <a:pt x="3995" y="6050"/>
                    </a:cubicBezTo>
                    <a:cubicBezTo>
                      <a:pt x="3730" y="5788"/>
                      <a:pt x="3465" y="5525"/>
                      <a:pt x="3202" y="5260"/>
                    </a:cubicBezTo>
                    <a:cubicBezTo>
                      <a:pt x="2800" y="4855"/>
                      <a:pt x="2390" y="4462"/>
                      <a:pt x="1977" y="4067"/>
                    </a:cubicBezTo>
                    <a:cubicBezTo>
                      <a:pt x="1720" y="3812"/>
                      <a:pt x="1462" y="3555"/>
                      <a:pt x="1207" y="3298"/>
                    </a:cubicBezTo>
                    <a:cubicBezTo>
                      <a:pt x="1085" y="3183"/>
                      <a:pt x="960" y="3065"/>
                      <a:pt x="835" y="2945"/>
                    </a:cubicBezTo>
                    <a:cubicBezTo>
                      <a:pt x="25" y="2110"/>
                      <a:pt x="25" y="2110"/>
                      <a:pt x="0" y="1393"/>
                    </a:cubicBezTo>
                    <a:cubicBezTo>
                      <a:pt x="62" y="955"/>
                      <a:pt x="145" y="543"/>
                      <a:pt x="267" y="120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48" name="gavel vector"/>
              <p:cNvSpPr/>
              <p:nvPr/>
            </p:nvSpPr>
            <p:spPr>
              <a:xfrm>
                <a:off x="12106656" y="8658019"/>
                <a:ext cx="70866" cy="67643"/>
              </a:xfrm>
              <a:custGeom>
                <a:avLst/>
                <a:gdLst/>
                <a:ahLst/>
                <a:cxnLst/>
                <a:rect l="0" t="0" r="r" b="b"/>
                <a:pathLst>
                  <a:path w="7750" h="7398" fill="norm" stroke="0">
                    <a:moveTo>
                      <a:pt x="250" y="148"/>
                    </a:moveTo>
                    <a:cubicBezTo>
                      <a:pt x="1510" y="0"/>
                      <a:pt x="1510" y="0"/>
                      <a:pt x="2105" y="365"/>
                    </a:cubicBezTo>
                    <a:cubicBezTo>
                      <a:pt x="2473" y="688"/>
                      <a:pt x="2810" y="1025"/>
                      <a:pt x="3145" y="1380"/>
                    </a:cubicBezTo>
                    <a:cubicBezTo>
                      <a:pt x="3270" y="1505"/>
                      <a:pt x="3395" y="1630"/>
                      <a:pt x="3525" y="1760"/>
                    </a:cubicBezTo>
                    <a:cubicBezTo>
                      <a:pt x="3787" y="2025"/>
                      <a:pt x="4047" y="2293"/>
                      <a:pt x="4305" y="2562"/>
                    </a:cubicBezTo>
                    <a:cubicBezTo>
                      <a:pt x="4703" y="2975"/>
                      <a:pt x="5105" y="3383"/>
                      <a:pt x="5507" y="3788"/>
                    </a:cubicBezTo>
                    <a:cubicBezTo>
                      <a:pt x="5763" y="4048"/>
                      <a:pt x="6017" y="4308"/>
                      <a:pt x="6270" y="4567"/>
                    </a:cubicBezTo>
                    <a:cubicBezTo>
                      <a:pt x="6390" y="4688"/>
                      <a:pt x="6510" y="4810"/>
                      <a:pt x="6632" y="4935"/>
                    </a:cubicBezTo>
                    <a:cubicBezTo>
                      <a:pt x="6688" y="4993"/>
                      <a:pt x="6688" y="4993"/>
                      <a:pt x="6967" y="5285"/>
                    </a:cubicBezTo>
                    <a:cubicBezTo>
                      <a:pt x="7065" y="5385"/>
                      <a:pt x="7162" y="5485"/>
                      <a:pt x="7263" y="5590"/>
                    </a:cubicBezTo>
                    <a:cubicBezTo>
                      <a:pt x="7525" y="5930"/>
                      <a:pt x="7638" y="6233"/>
                      <a:pt x="7750" y="6648"/>
                    </a:cubicBezTo>
                    <a:cubicBezTo>
                      <a:pt x="7470" y="7038"/>
                      <a:pt x="7470" y="7038"/>
                      <a:pt x="7000" y="7398"/>
                    </a:cubicBezTo>
                    <a:cubicBezTo>
                      <a:pt x="6055" y="7398"/>
                      <a:pt x="5537" y="7263"/>
                      <a:pt x="4860" y="6600"/>
                    </a:cubicBezTo>
                    <a:cubicBezTo>
                      <a:pt x="4440" y="6138"/>
                      <a:pt x="4050" y="5650"/>
                      <a:pt x="3655" y="5163"/>
                    </a:cubicBezTo>
                    <a:cubicBezTo>
                      <a:pt x="3190" y="4590"/>
                      <a:pt x="2695" y="4120"/>
                      <a:pt x="2125" y="3648"/>
                    </a:cubicBezTo>
                    <a:cubicBezTo>
                      <a:pt x="475" y="2263"/>
                      <a:pt x="475" y="2263"/>
                      <a:pt x="0" y="1398"/>
                    </a:cubicBezTo>
                    <a:cubicBezTo>
                      <a:pt x="47" y="678"/>
                      <a:pt x="47" y="678"/>
                      <a:pt x="250" y="14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49" name="gavel vector"/>
              <p:cNvSpPr/>
              <p:nvPr/>
            </p:nvSpPr>
            <p:spPr>
              <a:xfrm>
                <a:off x="12101787" y="8650916"/>
                <a:ext cx="80604" cy="82342"/>
              </a:xfrm>
              <a:custGeom>
                <a:avLst/>
                <a:gdLst/>
                <a:ahLst/>
                <a:cxnLst/>
                <a:rect l="0" t="0" r="r" b="b"/>
                <a:pathLst>
                  <a:path w="8815" h="9005" fill="norm" stroke="0">
                    <a:moveTo>
                      <a:pt x="3095" y="668"/>
                    </a:moveTo>
                    <a:cubicBezTo>
                      <a:pt x="3652" y="1210"/>
                      <a:pt x="4138" y="1803"/>
                      <a:pt x="4625" y="2408"/>
                    </a:cubicBezTo>
                    <a:cubicBezTo>
                      <a:pt x="5217" y="3135"/>
                      <a:pt x="5888" y="3715"/>
                      <a:pt x="6605" y="4312"/>
                    </a:cubicBezTo>
                    <a:cubicBezTo>
                      <a:pt x="8395" y="5827"/>
                      <a:pt x="8395" y="5827"/>
                      <a:pt x="8783" y="6675"/>
                    </a:cubicBezTo>
                    <a:cubicBezTo>
                      <a:pt x="8815" y="7345"/>
                      <a:pt x="8815" y="7345"/>
                      <a:pt x="8783" y="7925"/>
                    </a:cubicBezTo>
                    <a:cubicBezTo>
                      <a:pt x="8618" y="8008"/>
                      <a:pt x="8618" y="8008"/>
                      <a:pt x="7783" y="8425"/>
                    </a:cubicBezTo>
                    <a:cubicBezTo>
                      <a:pt x="7783" y="8590"/>
                      <a:pt x="7783" y="8755"/>
                      <a:pt x="7783" y="8925"/>
                    </a:cubicBezTo>
                    <a:cubicBezTo>
                      <a:pt x="6995" y="9005"/>
                      <a:pt x="6630" y="8990"/>
                      <a:pt x="5963" y="8540"/>
                    </a:cubicBezTo>
                    <a:cubicBezTo>
                      <a:pt x="5775" y="8370"/>
                      <a:pt x="5590" y="8195"/>
                      <a:pt x="5408" y="8018"/>
                    </a:cubicBezTo>
                    <a:cubicBezTo>
                      <a:pt x="5310" y="7928"/>
                      <a:pt x="5213" y="7835"/>
                      <a:pt x="5112" y="7743"/>
                    </a:cubicBezTo>
                    <a:cubicBezTo>
                      <a:pt x="4457" y="7125"/>
                      <a:pt x="3868" y="6472"/>
                      <a:pt x="3310" y="5765"/>
                    </a:cubicBezTo>
                    <a:cubicBezTo>
                      <a:pt x="2517" y="4788"/>
                      <a:pt x="1575" y="3983"/>
                      <a:pt x="590" y="3202"/>
                    </a:cubicBezTo>
                    <a:cubicBezTo>
                      <a:pt x="213" y="2860"/>
                      <a:pt x="48" y="2577"/>
                      <a:pt x="0" y="2065"/>
                    </a:cubicBezTo>
                    <a:cubicBezTo>
                      <a:pt x="0" y="1935"/>
                      <a:pt x="0" y="1808"/>
                      <a:pt x="0" y="1675"/>
                    </a:cubicBezTo>
                    <a:cubicBezTo>
                      <a:pt x="0" y="1545"/>
                      <a:pt x="0" y="1418"/>
                      <a:pt x="0" y="1283"/>
                    </a:cubicBezTo>
                    <a:cubicBezTo>
                      <a:pt x="33" y="925"/>
                      <a:pt x="33" y="925"/>
                      <a:pt x="283" y="425"/>
                    </a:cubicBezTo>
                    <a:cubicBezTo>
                      <a:pt x="1265" y="125"/>
                      <a:pt x="2237" y="0"/>
                      <a:pt x="3095" y="668"/>
                    </a:cubicBezTo>
                    <a:close/>
                    <a:moveTo>
                      <a:pt x="783" y="925"/>
                    </a:moveTo>
                    <a:cubicBezTo>
                      <a:pt x="580" y="1455"/>
                      <a:pt x="580" y="1455"/>
                      <a:pt x="533" y="2175"/>
                    </a:cubicBezTo>
                    <a:cubicBezTo>
                      <a:pt x="1125" y="3253"/>
                      <a:pt x="2160" y="4010"/>
                      <a:pt x="3092" y="4783"/>
                    </a:cubicBezTo>
                    <a:cubicBezTo>
                      <a:pt x="3543" y="5183"/>
                      <a:pt x="3915" y="5602"/>
                      <a:pt x="4298" y="6065"/>
                    </a:cubicBezTo>
                    <a:cubicBezTo>
                      <a:pt x="5650" y="7680"/>
                      <a:pt x="5650" y="7680"/>
                      <a:pt x="6533" y="8175"/>
                    </a:cubicBezTo>
                    <a:cubicBezTo>
                      <a:pt x="7220" y="8175"/>
                      <a:pt x="7220" y="8175"/>
                      <a:pt x="7783" y="7925"/>
                    </a:cubicBezTo>
                    <a:cubicBezTo>
                      <a:pt x="8068" y="7533"/>
                      <a:pt x="8068" y="7533"/>
                      <a:pt x="8283" y="7175"/>
                    </a:cubicBezTo>
                    <a:cubicBezTo>
                      <a:pt x="7115" y="5815"/>
                      <a:pt x="5920" y="4488"/>
                      <a:pt x="4668" y="3207"/>
                    </a:cubicBezTo>
                    <a:cubicBezTo>
                      <a:pt x="4483" y="3018"/>
                      <a:pt x="4298" y="2825"/>
                      <a:pt x="4115" y="2630"/>
                    </a:cubicBezTo>
                    <a:cubicBezTo>
                      <a:pt x="2585" y="1005"/>
                      <a:pt x="2585" y="1005"/>
                      <a:pt x="1818" y="800"/>
                    </a:cubicBezTo>
                    <a:cubicBezTo>
                      <a:pt x="1400" y="800"/>
                      <a:pt x="1400" y="800"/>
                      <a:pt x="783" y="925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50" name="gavel vector"/>
              <p:cNvSpPr/>
              <p:nvPr/>
            </p:nvSpPr>
            <p:spPr>
              <a:xfrm>
                <a:off x="12223242" y="8527534"/>
                <a:ext cx="80216" cy="82319"/>
              </a:xfrm>
              <a:custGeom>
                <a:avLst/>
                <a:gdLst/>
                <a:ahLst/>
                <a:cxnLst/>
                <a:rect l="0" t="0" r="r" b="b"/>
                <a:pathLst>
                  <a:path w="8773" h="9003" fill="norm" stroke="0">
                    <a:moveTo>
                      <a:pt x="750" y="168"/>
                    </a:moveTo>
                    <a:cubicBezTo>
                      <a:pt x="1533" y="40"/>
                      <a:pt x="2220" y="0"/>
                      <a:pt x="3000" y="168"/>
                    </a:cubicBezTo>
                    <a:cubicBezTo>
                      <a:pt x="3543" y="638"/>
                      <a:pt x="3932" y="1123"/>
                      <a:pt x="4348" y="1705"/>
                    </a:cubicBezTo>
                    <a:cubicBezTo>
                      <a:pt x="4815" y="2243"/>
                      <a:pt x="5075" y="2270"/>
                      <a:pt x="5750" y="2418"/>
                    </a:cubicBezTo>
                    <a:cubicBezTo>
                      <a:pt x="5918" y="2768"/>
                      <a:pt x="6082" y="3120"/>
                      <a:pt x="6237" y="3477"/>
                    </a:cubicBezTo>
                    <a:cubicBezTo>
                      <a:pt x="6693" y="4238"/>
                      <a:pt x="7385" y="4735"/>
                      <a:pt x="8065" y="5288"/>
                    </a:cubicBezTo>
                    <a:cubicBezTo>
                      <a:pt x="8500" y="5668"/>
                      <a:pt x="8500" y="5668"/>
                      <a:pt x="8750" y="6168"/>
                    </a:cubicBezTo>
                    <a:cubicBezTo>
                      <a:pt x="8767" y="6640"/>
                      <a:pt x="8773" y="7102"/>
                      <a:pt x="8765" y="7572"/>
                    </a:cubicBezTo>
                    <a:cubicBezTo>
                      <a:pt x="8765" y="7702"/>
                      <a:pt x="8763" y="7832"/>
                      <a:pt x="8763" y="7965"/>
                    </a:cubicBezTo>
                    <a:cubicBezTo>
                      <a:pt x="8760" y="8283"/>
                      <a:pt x="8755" y="8600"/>
                      <a:pt x="8750" y="8918"/>
                    </a:cubicBezTo>
                    <a:cubicBezTo>
                      <a:pt x="7662" y="9003"/>
                      <a:pt x="6727" y="8910"/>
                      <a:pt x="5870" y="8197"/>
                    </a:cubicBezTo>
                    <a:cubicBezTo>
                      <a:pt x="5195" y="7575"/>
                      <a:pt x="4575" y="6905"/>
                      <a:pt x="3953" y="6230"/>
                    </a:cubicBezTo>
                    <a:cubicBezTo>
                      <a:pt x="3630" y="5888"/>
                      <a:pt x="3303" y="5548"/>
                      <a:pt x="2977" y="5205"/>
                    </a:cubicBezTo>
                    <a:cubicBezTo>
                      <a:pt x="2767" y="4988"/>
                      <a:pt x="2560" y="4768"/>
                      <a:pt x="2352" y="4548"/>
                    </a:cubicBezTo>
                    <a:cubicBezTo>
                      <a:pt x="1618" y="3775"/>
                      <a:pt x="852" y="3062"/>
                      <a:pt x="0" y="2418"/>
                    </a:cubicBezTo>
                    <a:cubicBezTo>
                      <a:pt x="140" y="1577"/>
                      <a:pt x="355" y="920"/>
                      <a:pt x="750" y="168"/>
                    </a:cubicBezTo>
                    <a:close/>
                    <a:moveTo>
                      <a:pt x="1250" y="668"/>
                    </a:moveTo>
                    <a:cubicBezTo>
                      <a:pt x="835" y="2095"/>
                      <a:pt x="835" y="2095"/>
                      <a:pt x="1193" y="2798"/>
                    </a:cubicBezTo>
                    <a:cubicBezTo>
                      <a:pt x="1505" y="3175"/>
                      <a:pt x="1835" y="3510"/>
                      <a:pt x="2190" y="3845"/>
                    </a:cubicBezTo>
                    <a:cubicBezTo>
                      <a:pt x="2253" y="3910"/>
                      <a:pt x="2253" y="3910"/>
                      <a:pt x="2568" y="4225"/>
                    </a:cubicBezTo>
                    <a:cubicBezTo>
                      <a:pt x="2832" y="4488"/>
                      <a:pt x="3100" y="4748"/>
                      <a:pt x="3370" y="5005"/>
                    </a:cubicBezTo>
                    <a:cubicBezTo>
                      <a:pt x="3780" y="5400"/>
                      <a:pt x="4182" y="5805"/>
                      <a:pt x="4585" y="6210"/>
                    </a:cubicBezTo>
                    <a:cubicBezTo>
                      <a:pt x="4842" y="6462"/>
                      <a:pt x="5102" y="6717"/>
                      <a:pt x="5362" y="6970"/>
                    </a:cubicBezTo>
                    <a:cubicBezTo>
                      <a:pt x="5483" y="7092"/>
                      <a:pt x="5602" y="7212"/>
                      <a:pt x="5725" y="7335"/>
                    </a:cubicBezTo>
                    <a:cubicBezTo>
                      <a:pt x="6325" y="7903"/>
                      <a:pt x="6608" y="8150"/>
                      <a:pt x="7445" y="8258"/>
                    </a:cubicBezTo>
                    <a:cubicBezTo>
                      <a:pt x="8000" y="8168"/>
                      <a:pt x="8000" y="8168"/>
                      <a:pt x="8250" y="7918"/>
                    </a:cubicBezTo>
                    <a:cubicBezTo>
                      <a:pt x="8415" y="6690"/>
                      <a:pt x="8415" y="6690"/>
                      <a:pt x="8035" y="6060"/>
                    </a:cubicBezTo>
                    <a:cubicBezTo>
                      <a:pt x="7717" y="5692"/>
                      <a:pt x="7385" y="5352"/>
                      <a:pt x="7035" y="5013"/>
                    </a:cubicBezTo>
                    <a:cubicBezTo>
                      <a:pt x="6912" y="4888"/>
                      <a:pt x="6787" y="4763"/>
                      <a:pt x="6658" y="4633"/>
                    </a:cubicBezTo>
                    <a:cubicBezTo>
                      <a:pt x="6395" y="4370"/>
                      <a:pt x="6130" y="4108"/>
                      <a:pt x="5862" y="3847"/>
                    </a:cubicBezTo>
                    <a:cubicBezTo>
                      <a:pt x="5455" y="3450"/>
                      <a:pt x="5053" y="3045"/>
                      <a:pt x="4655" y="2638"/>
                    </a:cubicBezTo>
                    <a:cubicBezTo>
                      <a:pt x="4398" y="2383"/>
                      <a:pt x="4138" y="2128"/>
                      <a:pt x="3880" y="1873"/>
                    </a:cubicBezTo>
                    <a:cubicBezTo>
                      <a:pt x="3820" y="1812"/>
                      <a:pt x="3820" y="1812"/>
                      <a:pt x="3517" y="1505"/>
                    </a:cubicBezTo>
                    <a:cubicBezTo>
                      <a:pt x="2910" y="923"/>
                      <a:pt x="2650" y="683"/>
                      <a:pt x="1790" y="592"/>
                    </a:cubicBezTo>
                    <a:cubicBezTo>
                      <a:pt x="1610" y="618"/>
                      <a:pt x="1432" y="643"/>
                      <a:pt x="1250" y="668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51" name="gavel vector"/>
              <p:cNvSpPr/>
              <p:nvPr/>
            </p:nvSpPr>
            <p:spPr>
              <a:xfrm>
                <a:off x="12111228" y="8661654"/>
                <a:ext cx="59436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6500" h="6500" fill="norm" stroke="0">
                    <a:moveTo>
                      <a:pt x="250" y="0"/>
                    </a:moveTo>
                    <a:cubicBezTo>
                      <a:pt x="800" y="40"/>
                      <a:pt x="1150" y="145"/>
                      <a:pt x="1533" y="548"/>
                    </a:cubicBezTo>
                    <a:cubicBezTo>
                      <a:pt x="1737" y="808"/>
                      <a:pt x="1943" y="1070"/>
                      <a:pt x="2145" y="1330"/>
                    </a:cubicBezTo>
                    <a:cubicBezTo>
                      <a:pt x="2523" y="1778"/>
                      <a:pt x="2925" y="2130"/>
                      <a:pt x="3375" y="2500"/>
                    </a:cubicBezTo>
                    <a:cubicBezTo>
                      <a:pt x="4082" y="3085"/>
                      <a:pt x="4648" y="3700"/>
                      <a:pt x="5217" y="4420"/>
                    </a:cubicBezTo>
                    <a:cubicBezTo>
                      <a:pt x="5592" y="4857"/>
                      <a:pt x="6020" y="5180"/>
                      <a:pt x="6500" y="5500"/>
                    </a:cubicBezTo>
                    <a:cubicBezTo>
                      <a:pt x="6418" y="5830"/>
                      <a:pt x="6335" y="6160"/>
                      <a:pt x="6250" y="6500"/>
                    </a:cubicBezTo>
                    <a:cubicBezTo>
                      <a:pt x="5243" y="6378"/>
                      <a:pt x="4803" y="5837"/>
                      <a:pt x="4188" y="5095"/>
                    </a:cubicBezTo>
                    <a:cubicBezTo>
                      <a:pt x="3102" y="3832"/>
                      <a:pt x="1928" y="2768"/>
                      <a:pt x="645" y="1705"/>
                    </a:cubicBezTo>
                    <a:cubicBezTo>
                      <a:pt x="360" y="1452"/>
                      <a:pt x="360" y="1452"/>
                      <a:pt x="0" y="1000"/>
                    </a:cubicBezTo>
                    <a:cubicBezTo>
                      <a:pt x="62" y="438"/>
                      <a:pt x="62" y="438"/>
                      <a:pt x="250" y="0"/>
                    </a:cubicBezTo>
                    <a:close/>
                  </a:path>
                </a:pathLst>
              </a:custGeom>
              <a:solidFill>
                <a:srgbClr val="EBF1F2"/>
              </a:solidFill>
              <a:ln w="0">
                <a:noFill/>
              </a:ln>
            </p:spPr>
          </p:sp>
          <p:sp>
            <p:nvSpPr>
              <p:cNvPr id="1052" name="gavel vector"/>
              <p:cNvSpPr/>
              <p:nvPr/>
            </p:nvSpPr>
            <p:spPr>
              <a:xfrm>
                <a:off x="12236958" y="8538210"/>
                <a:ext cx="57790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6320" h="6500" fill="norm" stroke="0">
                    <a:moveTo>
                      <a:pt x="0" y="0"/>
                    </a:moveTo>
                    <a:cubicBezTo>
                      <a:pt x="1037" y="133"/>
                      <a:pt x="1540" y="678"/>
                      <a:pt x="2245" y="1388"/>
                    </a:cubicBezTo>
                    <a:cubicBezTo>
                      <a:pt x="2360" y="1503"/>
                      <a:pt x="2477" y="1615"/>
                      <a:pt x="2595" y="1732"/>
                    </a:cubicBezTo>
                    <a:cubicBezTo>
                      <a:pt x="2838" y="1972"/>
                      <a:pt x="3078" y="2215"/>
                      <a:pt x="3318" y="2457"/>
                    </a:cubicBezTo>
                    <a:cubicBezTo>
                      <a:pt x="3688" y="2827"/>
                      <a:pt x="4060" y="3192"/>
                      <a:pt x="4432" y="3558"/>
                    </a:cubicBezTo>
                    <a:cubicBezTo>
                      <a:pt x="4668" y="3793"/>
                      <a:pt x="4902" y="4028"/>
                      <a:pt x="5138" y="4263"/>
                    </a:cubicBezTo>
                    <a:cubicBezTo>
                      <a:pt x="5247" y="4372"/>
                      <a:pt x="5360" y="4480"/>
                      <a:pt x="5475" y="4592"/>
                    </a:cubicBezTo>
                    <a:cubicBezTo>
                      <a:pt x="6235" y="5370"/>
                      <a:pt x="6235" y="5370"/>
                      <a:pt x="6320" y="6077"/>
                    </a:cubicBezTo>
                    <a:cubicBezTo>
                      <a:pt x="6297" y="6217"/>
                      <a:pt x="6273" y="6357"/>
                      <a:pt x="6250" y="6500"/>
                    </a:cubicBezTo>
                    <a:cubicBezTo>
                      <a:pt x="5315" y="6362"/>
                      <a:pt x="4818" y="5925"/>
                      <a:pt x="4188" y="5265"/>
                    </a:cubicBezTo>
                    <a:cubicBezTo>
                      <a:pt x="4098" y="5175"/>
                      <a:pt x="4005" y="5085"/>
                      <a:pt x="3912" y="4992"/>
                    </a:cubicBezTo>
                    <a:cubicBezTo>
                      <a:pt x="3250" y="4317"/>
                      <a:pt x="3250" y="4317"/>
                      <a:pt x="3250" y="3750"/>
                    </a:cubicBezTo>
                    <a:cubicBezTo>
                      <a:pt x="3108" y="3688"/>
                      <a:pt x="2963" y="3625"/>
                      <a:pt x="2815" y="3560"/>
                    </a:cubicBezTo>
                    <a:cubicBezTo>
                      <a:pt x="2175" y="3210"/>
                      <a:pt x="1725" y="2808"/>
                      <a:pt x="1203" y="2298"/>
                    </a:cubicBezTo>
                    <a:cubicBezTo>
                      <a:pt x="1030" y="2130"/>
                      <a:pt x="855" y="1962"/>
                      <a:pt x="678" y="1793"/>
                    </a:cubicBezTo>
                    <a:cubicBezTo>
                      <a:pt x="197" y="1185"/>
                      <a:pt x="90" y="760"/>
                      <a:pt x="0" y="0"/>
                    </a:cubicBezTo>
                    <a:close/>
                  </a:path>
                </a:pathLst>
              </a:custGeom>
              <a:solidFill>
                <a:srgbClr val="EBF1F2"/>
              </a:solidFill>
              <a:ln w="0">
                <a:noFill/>
              </a:ln>
            </p:spPr>
          </p:sp>
        </p:grpSp>
        <p:grpSp>
          <p:nvGrpSpPr>
            <p:cNvPr id="1067" name="Vector icon - gavel"/>
            <p:cNvGrpSpPr/>
            <p:nvPr/>
          </p:nvGrpSpPr>
          <p:grpSpPr>
            <a:xfrm>
              <a:off x="12013426" y="9105070"/>
              <a:ext cx="422414" cy="395546"/>
              <a:chOff x="12013426" y="9105070"/>
              <a:chExt cx="422414" cy="395546"/>
            </a:xfrm>
          </p:grpSpPr>
          <p:sp>
            <p:nvSpPr>
              <p:cNvPr id="1054" name="gavel vector"/>
              <p:cNvSpPr/>
              <p:nvPr/>
            </p:nvSpPr>
            <p:spPr>
              <a:xfrm>
                <a:off x="12015216" y="9107424"/>
                <a:ext cx="420624" cy="393192"/>
              </a:xfrm>
              <a:custGeom>
                <a:avLst/>
                <a:gdLst/>
                <a:ahLst/>
                <a:cxnLst/>
                <a:rect l="0" t="0" r="r" b="b"/>
                <a:pathLst>
                  <a:path w="46000" h="43000" fill="norm" stroke="0">
                    <a:moveTo>
                      <a:pt x="0" y="0"/>
                    </a:moveTo>
                    <a:cubicBezTo>
                      <a:pt x="15180" y="0"/>
                      <a:pt x="30360" y="0"/>
                      <a:pt x="46000" y="0"/>
                    </a:cubicBezTo>
                    <a:cubicBezTo>
                      <a:pt x="46000" y="14190"/>
                      <a:pt x="46000" y="28380"/>
                      <a:pt x="46000" y="43000"/>
                    </a:cubicBezTo>
                    <a:cubicBezTo>
                      <a:pt x="30820" y="43000"/>
                      <a:pt x="15640" y="43000"/>
                      <a:pt x="0" y="43000"/>
                    </a:cubicBezTo>
                    <a:cubicBezTo>
                      <a:pt x="0" y="28810"/>
                      <a:pt x="0" y="14620"/>
                      <a:pt x="0" y="0"/>
                    </a:cubicBezTo>
                    <a:close/>
                  </a:path>
                </a:pathLst>
              </a:custGeom>
              <a:solidFill>
                <a:srgbClr val="EBF0F1"/>
              </a:solidFill>
              <a:ln w="0">
                <a:noFill/>
              </a:ln>
            </p:spPr>
          </p:sp>
          <p:sp>
            <p:nvSpPr>
              <p:cNvPr id="1055" name="gavel vector"/>
              <p:cNvSpPr/>
              <p:nvPr/>
            </p:nvSpPr>
            <p:spPr>
              <a:xfrm>
                <a:off x="12074145" y="9111596"/>
                <a:ext cx="346078" cy="349095"/>
              </a:xfrm>
              <a:custGeom>
                <a:avLst/>
                <a:gdLst/>
                <a:ahLst/>
                <a:cxnLst/>
                <a:rect l="0" t="0" r="r" b="b"/>
                <a:pathLst>
                  <a:path w="37848" h="38178" fill="norm" stroke="0">
                    <a:moveTo>
                      <a:pt x="19803" y="825"/>
                    </a:moveTo>
                    <a:cubicBezTo>
                      <a:pt x="20888" y="1600"/>
                      <a:pt x="21727" y="2490"/>
                      <a:pt x="22578" y="3510"/>
                    </a:cubicBezTo>
                    <a:cubicBezTo>
                      <a:pt x="23118" y="4113"/>
                      <a:pt x="23697" y="4638"/>
                      <a:pt x="24305" y="5170"/>
                    </a:cubicBezTo>
                    <a:cubicBezTo>
                      <a:pt x="25405" y="6133"/>
                      <a:pt x="26372" y="7163"/>
                      <a:pt x="27305" y="8295"/>
                    </a:cubicBezTo>
                    <a:cubicBezTo>
                      <a:pt x="27410" y="8415"/>
                      <a:pt x="27517" y="8535"/>
                      <a:pt x="27625" y="8660"/>
                    </a:cubicBezTo>
                    <a:cubicBezTo>
                      <a:pt x="28555" y="9750"/>
                      <a:pt x="28555" y="9750"/>
                      <a:pt x="28555" y="10545"/>
                    </a:cubicBezTo>
                    <a:cubicBezTo>
                      <a:pt x="28085" y="11808"/>
                      <a:pt x="27275" y="12613"/>
                      <a:pt x="26240" y="13440"/>
                    </a:cubicBezTo>
                    <a:cubicBezTo>
                      <a:pt x="25838" y="13768"/>
                      <a:pt x="25477" y="14108"/>
                      <a:pt x="25118" y="14480"/>
                    </a:cubicBezTo>
                    <a:cubicBezTo>
                      <a:pt x="24210" y="15400"/>
                      <a:pt x="23582" y="15623"/>
                      <a:pt x="22305" y="15795"/>
                    </a:cubicBezTo>
                    <a:cubicBezTo>
                      <a:pt x="22355" y="17763"/>
                      <a:pt x="23888" y="18883"/>
                      <a:pt x="25200" y="20183"/>
                    </a:cubicBezTo>
                    <a:cubicBezTo>
                      <a:pt x="25358" y="20340"/>
                      <a:pt x="25517" y="20498"/>
                      <a:pt x="25680" y="20658"/>
                    </a:cubicBezTo>
                    <a:cubicBezTo>
                      <a:pt x="26003" y="20975"/>
                      <a:pt x="26325" y="21293"/>
                      <a:pt x="26650" y="21608"/>
                    </a:cubicBezTo>
                    <a:cubicBezTo>
                      <a:pt x="26797" y="21753"/>
                      <a:pt x="26947" y="21900"/>
                      <a:pt x="27102" y="22050"/>
                    </a:cubicBezTo>
                    <a:cubicBezTo>
                      <a:pt x="27237" y="22180"/>
                      <a:pt x="27372" y="22312"/>
                      <a:pt x="27513" y="22447"/>
                    </a:cubicBezTo>
                    <a:cubicBezTo>
                      <a:pt x="27805" y="22795"/>
                      <a:pt x="27805" y="22795"/>
                      <a:pt x="27805" y="23295"/>
                    </a:cubicBezTo>
                    <a:cubicBezTo>
                      <a:pt x="27878" y="23325"/>
                      <a:pt x="27878" y="23325"/>
                      <a:pt x="28243" y="23480"/>
                    </a:cubicBezTo>
                    <a:cubicBezTo>
                      <a:pt x="28910" y="23853"/>
                      <a:pt x="29303" y="24220"/>
                      <a:pt x="29805" y="24795"/>
                    </a:cubicBezTo>
                    <a:cubicBezTo>
                      <a:pt x="29805" y="24958"/>
                      <a:pt x="29805" y="25123"/>
                      <a:pt x="29805" y="25295"/>
                    </a:cubicBezTo>
                    <a:cubicBezTo>
                      <a:pt x="29953" y="25360"/>
                      <a:pt x="30100" y="25425"/>
                      <a:pt x="30253" y="25493"/>
                    </a:cubicBezTo>
                    <a:cubicBezTo>
                      <a:pt x="30835" y="25810"/>
                      <a:pt x="31207" y="26145"/>
                      <a:pt x="31665" y="26623"/>
                    </a:cubicBezTo>
                    <a:cubicBezTo>
                      <a:pt x="31815" y="26778"/>
                      <a:pt x="31965" y="26930"/>
                      <a:pt x="32118" y="27090"/>
                    </a:cubicBezTo>
                    <a:cubicBezTo>
                      <a:pt x="32263" y="27240"/>
                      <a:pt x="32408" y="27390"/>
                      <a:pt x="32555" y="27545"/>
                    </a:cubicBezTo>
                    <a:cubicBezTo>
                      <a:pt x="32900" y="27875"/>
                      <a:pt x="33245" y="28205"/>
                      <a:pt x="33592" y="28533"/>
                    </a:cubicBezTo>
                    <a:cubicBezTo>
                      <a:pt x="33805" y="28795"/>
                      <a:pt x="33805" y="28795"/>
                      <a:pt x="33805" y="29295"/>
                    </a:cubicBezTo>
                    <a:cubicBezTo>
                      <a:pt x="33950" y="29358"/>
                      <a:pt x="34092" y="29420"/>
                      <a:pt x="34243" y="29483"/>
                    </a:cubicBezTo>
                    <a:cubicBezTo>
                      <a:pt x="34882" y="29835"/>
                      <a:pt x="35310" y="30240"/>
                      <a:pt x="35820" y="30763"/>
                    </a:cubicBezTo>
                    <a:cubicBezTo>
                      <a:pt x="35990" y="30933"/>
                      <a:pt x="36158" y="31102"/>
                      <a:pt x="36330" y="31275"/>
                    </a:cubicBezTo>
                    <a:cubicBezTo>
                      <a:pt x="37525" y="32575"/>
                      <a:pt x="37848" y="33520"/>
                      <a:pt x="37805" y="35295"/>
                    </a:cubicBezTo>
                    <a:cubicBezTo>
                      <a:pt x="37598" y="36243"/>
                      <a:pt x="37122" y="36803"/>
                      <a:pt x="36352" y="37372"/>
                    </a:cubicBezTo>
                    <a:cubicBezTo>
                      <a:pt x="35415" y="37920"/>
                      <a:pt x="34648" y="38178"/>
                      <a:pt x="33570" y="37933"/>
                    </a:cubicBezTo>
                    <a:cubicBezTo>
                      <a:pt x="31830" y="37355"/>
                      <a:pt x="30700" y="36310"/>
                      <a:pt x="29600" y="34878"/>
                    </a:cubicBezTo>
                    <a:cubicBezTo>
                      <a:pt x="29305" y="34543"/>
                      <a:pt x="29305" y="34543"/>
                      <a:pt x="28895" y="34280"/>
                    </a:cubicBezTo>
                    <a:cubicBezTo>
                      <a:pt x="28783" y="34203"/>
                      <a:pt x="28670" y="34125"/>
                      <a:pt x="28555" y="34045"/>
                    </a:cubicBezTo>
                    <a:cubicBezTo>
                      <a:pt x="28555" y="33880"/>
                      <a:pt x="28555" y="33715"/>
                      <a:pt x="28555" y="33545"/>
                    </a:cubicBezTo>
                    <a:cubicBezTo>
                      <a:pt x="28445" y="33515"/>
                      <a:pt x="28335" y="33487"/>
                      <a:pt x="28223" y="33457"/>
                    </a:cubicBezTo>
                    <a:cubicBezTo>
                      <a:pt x="27745" y="33270"/>
                      <a:pt x="27493" y="33048"/>
                      <a:pt x="27132" y="32685"/>
                    </a:cubicBezTo>
                    <a:cubicBezTo>
                      <a:pt x="27025" y="32578"/>
                      <a:pt x="26915" y="32467"/>
                      <a:pt x="26803" y="32358"/>
                    </a:cubicBezTo>
                    <a:cubicBezTo>
                      <a:pt x="26555" y="32045"/>
                      <a:pt x="26555" y="32045"/>
                      <a:pt x="26555" y="31545"/>
                    </a:cubicBezTo>
                    <a:cubicBezTo>
                      <a:pt x="26395" y="31477"/>
                      <a:pt x="26235" y="31410"/>
                      <a:pt x="26070" y="31340"/>
                    </a:cubicBezTo>
                    <a:cubicBezTo>
                      <a:pt x="25470" y="30995"/>
                      <a:pt x="25510" y="30908"/>
                      <a:pt x="25305" y="30295"/>
                    </a:cubicBezTo>
                    <a:cubicBezTo>
                      <a:pt x="25158" y="30225"/>
                      <a:pt x="25010" y="30158"/>
                      <a:pt x="24860" y="30088"/>
                    </a:cubicBezTo>
                    <a:cubicBezTo>
                      <a:pt x="24200" y="29737"/>
                      <a:pt x="23793" y="29278"/>
                      <a:pt x="23320" y="28715"/>
                    </a:cubicBezTo>
                    <a:cubicBezTo>
                      <a:pt x="21540" y="26653"/>
                      <a:pt x="21540" y="26653"/>
                      <a:pt x="20445" y="25825"/>
                    </a:cubicBezTo>
                    <a:cubicBezTo>
                      <a:pt x="19908" y="25410"/>
                      <a:pt x="19490" y="24942"/>
                      <a:pt x="19055" y="24420"/>
                    </a:cubicBezTo>
                    <a:cubicBezTo>
                      <a:pt x="17513" y="22585"/>
                      <a:pt x="17513" y="22585"/>
                      <a:pt x="16352" y="22480"/>
                    </a:cubicBezTo>
                    <a:cubicBezTo>
                      <a:pt x="16172" y="22503"/>
                      <a:pt x="15993" y="22523"/>
                      <a:pt x="15805" y="22545"/>
                    </a:cubicBezTo>
                    <a:cubicBezTo>
                      <a:pt x="15755" y="22685"/>
                      <a:pt x="15703" y="22825"/>
                      <a:pt x="15650" y="22970"/>
                    </a:cubicBezTo>
                    <a:cubicBezTo>
                      <a:pt x="15030" y="24520"/>
                      <a:pt x="14233" y="25533"/>
                      <a:pt x="13025" y="26670"/>
                    </a:cubicBezTo>
                    <a:cubicBezTo>
                      <a:pt x="12865" y="26822"/>
                      <a:pt x="12707" y="26978"/>
                      <a:pt x="12545" y="27138"/>
                    </a:cubicBezTo>
                    <a:cubicBezTo>
                      <a:pt x="11112" y="28525"/>
                      <a:pt x="11112" y="28525"/>
                      <a:pt x="10070" y="28590"/>
                    </a:cubicBezTo>
                    <a:cubicBezTo>
                      <a:pt x="9433" y="28580"/>
                      <a:pt x="9025" y="28513"/>
                      <a:pt x="8555" y="28045"/>
                    </a:cubicBezTo>
                    <a:cubicBezTo>
                      <a:pt x="8555" y="27880"/>
                      <a:pt x="8555" y="27715"/>
                      <a:pt x="8555" y="27545"/>
                    </a:cubicBezTo>
                    <a:cubicBezTo>
                      <a:pt x="8422" y="27493"/>
                      <a:pt x="8293" y="27442"/>
                      <a:pt x="8155" y="27390"/>
                    </a:cubicBezTo>
                    <a:cubicBezTo>
                      <a:pt x="7287" y="26890"/>
                      <a:pt x="6648" y="26208"/>
                      <a:pt x="5945" y="25500"/>
                    </a:cubicBezTo>
                    <a:cubicBezTo>
                      <a:pt x="5793" y="25348"/>
                      <a:pt x="5638" y="25195"/>
                      <a:pt x="5480" y="25038"/>
                    </a:cubicBezTo>
                    <a:cubicBezTo>
                      <a:pt x="5160" y="24715"/>
                      <a:pt x="4838" y="24393"/>
                      <a:pt x="4517" y="24070"/>
                    </a:cubicBezTo>
                    <a:cubicBezTo>
                      <a:pt x="4025" y="23578"/>
                      <a:pt x="3533" y="23085"/>
                      <a:pt x="3040" y="22595"/>
                    </a:cubicBezTo>
                    <a:cubicBezTo>
                      <a:pt x="2725" y="22283"/>
                      <a:pt x="2412" y="21968"/>
                      <a:pt x="2100" y="21655"/>
                    </a:cubicBezTo>
                    <a:cubicBezTo>
                      <a:pt x="1953" y="21508"/>
                      <a:pt x="1805" y="21363"/>
                      <a:pt x="1652" y="21213"/>
                    </a:cubicBezTo>
                    <a:cubicBezTo>
                      <a:pt x="142" y="19683"/>
                      <a:pt x="142" y="19683"/>
                      <a:pt x="0" y="18633"/>
                    </a:cubicBezTo>
                    <a:cubicBezTo>
                      <a:pt x="148" y="17140"/>
                      <a:pt x="1043" y="16328"/>
                      <a:pt x="2055" y="15295"/>
                    </a:cubicBezTo>
                    <a:cubicBezTo>
                      <a:pt x="2188" y="15135"/>
                      <a:pt x="2320" y="14978"/>
                      <a:pt x="2455" y="14812"/>
                    </a:cubicBezTo>
                    <a:cubicBezTo>
                      <a:pt x="3168" y="13995"/>
                      <a:pt x="3737" y="13513"/>
                      <a:pt x="4810" y="13253"/>
                    </a:cubicBezTo>
                    <a:cubicBezTo>
                      <a:pt x="6770" y="12768"/>
                      <a:pt x="7967" y="11675"/>
                      <a:pt x="9340" y="10243"/>
                    </a:cubicBezTo>
                    <a:cubicBezTo>
                      <a:pt x="9697" y="9870"/>
                      <a:pt x="10062" y="9510"/>
                      <a:pt x="10430" y="9148"/>
                    </a:cubicBezTo>
                    <a:cubicBezTo>
                      <a:pt x="11790" y="7783"/>
                      <a:pt x="12582" y="6692"/>
                      <a:pt x="13055" y="4795"/>
                    </a:cubicBezTo>
                    <a:cubicBezTo>
                      <a:pt x="13610" y="3665"/>
                      <a:pt x="14418" y="2855"/>
                      <a:pt x="15305" y="1980"/>
                    </a:cubicBezTo>
                    <a:cubicBezTo>
                      <a:pt x="15440" y="1845"/>
                      <a:pt x="15572" y="1710"/>
                      <a:pt x="15710" y="1570"/>
                    </a:cubicBezTo>
                    <a:cubicBezTo>
                      <a:pt x="15840" y="1442"/>
                      <a:pt x="15970" y="1312"/>
                      <a:pt x="16102" y="1180"/>
                    </a:cubicBezTo>
                    <a:cubicBezTo>
                      <a:pt x="16160" y="1123"/>
                      <a:pt x="16160" y="1123"/>
                      <a:pt x="16457" y="828"/>
                    </a:cubicBezTo>
                    <a:cubicBezTo>
                      <a:pt x="17473" y="0"/>
                      <a:pt x="18723" y="215"/>
                      <a:pt x="19803" y="825"/>
                    </a:cubicBezTo>
                    <a:close/>
                  </a:path>
                </a:pathLst>
              </a:custGeom>
              <a:solidFill>
                <a:srgbClr val="E28E43"/>
              </a:solidFill>
              <a:ln w="0">
                <a:noFill/>
              </a:ln>
            </p:spPr>
          </p:sp>
          <p:sp>
            <p:nvSpPr>
              <p:cNvPr id="1056" name="gavel vector"/>
              <p:cNvSpPr/>
              <p:nvPr/>
            </p:nvSpPr>
            <p:spPr>
              <a:xfrm>
                <a:off x="12013426" y="9415033"/>
                <a:ext cx="224051" cy="75118"/>
              </a:xfrm>
              <a:custGeom>
                <a:avLst/>
                <a:gdLst/>
                <a:ahLst/>
                <a:cxnLst/>
                <a:rect l="0" t="0" r="r" b="b"/>
                <a:pathLst>
                  <a:path w="24503" h="8215" fill="norm" stroke="0">
                    <a:moveTo>
                      <a:pt x="8810" y="68"/>
                    </a:moveTo>
                    <a:cubicBezTo>
                      <a:pt x="8922" y="68"/>
                      <a:pt x="8922" y="68"/>
                      <a:pt x="9492" y="65"/>
                    </a:cubicBezTo>
                    <a:cubicBezTo>
                      <a:pt x="9970" y="62"/>
                      <a:pt x="10445" y="62"/>
                      <a:pt x="10922" y="62"/>
                    </a:cubicBezTo>
                    <a:cubicBezTo>
                      <a:pt x="11645" y="62"/>
                      <a:pt x="12367" y="58"/>
                      <a:pt x="13090" y="53"/>
                    </a:cubicBezTo>
                    <a:cubicBezTo>
                      <a:pt x="13553" y="53"/>
                      <a:pt x="14017" y="53"/>
                      <a:pt x="14482" y="53"/>
                    </a:cubicBezTo>
                    <a:cubicBezTo>
                      <a:pt x="14695" y="50"/>
                      <a:pt x="14908" y="48"/>
                      <a:pt x="15128" y="48"/>
                    </a:cubicBezTo>
                    <a:cubicBezTo>
                      <a:pt x="17275" y="55"/>
                      <a:pt x="19080" y="380"/>
                      <a:pt x="20867" y="1595"/>
                    </a:cubicBezTo>
                    <a:cubicBezTo>
                      <a:pt x="21135" y="1768"/>
                      <a:pt x="21400" y="1943"/>
                      <a:pt x="21668" y="2118"/>
                    </a:cubicBezTo>
                    <a:cubicBezTo>
                      <a:pt x="21795" y="2200"/>
                      <a:pt x="21922" y="2285"/>
                      <a:pt x="22055" y="2370"/>
                    </a:cubicBezTo>
                    <a:cubicBezTo>
                      <a:pt x="22560" y="2680"/>
                      <a:pt x="23085" y="2935"/>
                      <a:pt x="23625" y="3183"/>
                    </a:cubicBezTo>
                    <a:cubicBezTo>
                      <a:pt x="23945" y="3360"/>
                      <a:pt x="23945" y="3360"/>
                      <a:pt x="24445" y="3860"/>
                    </a:cubicBezTo>
                    <a:cubicBezTo>
                      <a:pt x="24503" y="4483"/>
                      <a:pt x="24503" y="4483"/>
                      <a:pt x="24492" y="5220"/>
                    </a:cubicBezTo>
                    <a:cubicBezTo>
                      <a:pt x="24490" y="5460"/>
                      <a:pt x="24490" y="5703"/>
                      <a:pt x="24487" y="5953"/>
                    </a:cubicBezTo>
                    <a:cubicBezTo>
                      <a:pt x="24430" y="6863"/>
                      <a:pt x="24430" y="6863"/>
                      <a:pt x="24195" y="7360"/>
                    </a:cubicBezTo>
                    <a:cubicBezTo>
                      <a:pt x="23025" y="8185"/>
                      <a:pt x="21690" y="8215"/>
                      <a:pt x="20312" y="8198"/>
                    </a:cubicBezTo>
                    <a:cubicBezTo>
                      <a:pt x="20107" y="8200"/>
                      <a:pt x="19900" y="8200"/>
                      <a:pt x="19688" y="8200"/>
                    </a:cubicBezTo>
                    <a:cubicBezTo>
                      <a:pt x="19013" y="8200"/>
                      <a:pt x="18337" y="8198"/>
                      <a:pt x="17662" y="8193"/>
                    </a:cubicBezTo>
                    <a:cubicBezTo>
                      <a:pt x="17190" y="8190"/>
                      <a:pt x="16717" y="8190"/>
                      <a:pt x="16247" y="8190"/>
                    </a:cubicBezTo>
                    <a:cubicBezTo>
                      <a:pt x="15260" y="8190"/>
                      <a:pt x="14275" y="8185"/>
                      <a:pt x="13290" y="8180"/>
                    </a:cubicBezTo>
                    <a:cubicBezTo>
                      <a:pt x="12025" y="8173"/>
                      <a:pt x="10763" y="8170"/>
                      <a:pt x="9500" y="8170"/>
                    </a:cubicBezTo>
                    <a:cubicBezTo>
                      <a:pt x="8527" y="8168"/>
                      <a:pt x="7555" y="8165"/>
                      <a:pt x="6582" y="8163"/>
                    </a:cubicBezTo>
                    <a:cubicBezTo>
                      <a:pt x="6115" y="8160"/>
                      <a:pt x="5650" y="8160"/>
                      <a:pt x="5182" y="8160"/>
                    </a:cubicBezTo>
                    <a:cubicBezTo>
                      <a:pt x="4533" y="8158"/>
                      <a:pt x="3882" y="8153"/>
                      <a:pt x="3232" y="8150"/>
                    </a:cubicBezTo>
                    <a:cubicBezTo>
                      <a:pt x="3040" y="8150"/>
                      <a:pt x="2847" y="8150"/>
                      <a:pt x="2650" y="8150"/>
                    </a:cubicBezTo>
                    <a:cubicBezTo>
                      <a:pt x="1795" y="8143"/>
                      <a:pt x="1017" y="8130"/>
                      <a:pt x="195" y="7860"/>
                    </a:cubicBezTo>
                    <a:cubicBezTo>
                      <a:pt x="138" y="7095"/>
                      <a:pt x="102" y="6330"/>
                      <a:pt x="70" y="5562"/>
                    </a:cubicBezTo>
                    <a:cubicBezTo>
                      <a:pt x="55" y="5348"/>
                      <a:pt x="37" y="5130"/>
                      <a:pt x="20" y="4908"/>
                    </a:cubicBezTo>
                    <a:cubicBezTo>
                      <a:pt x="0" y="4255"/>
                      <a:pt x="13" y="3738"/>
                      <a:pt x="195" y="3110"/>
                    </a:cubicBezTo>
                    <a:cubicBezTo>
                      <a:pt x="785" y="2523"/>
                      <a:pt x="1445" y="2205"/>
                      <a:pt x="2195" y="1860"/>
                    </a:cubicBezTo>
                    <a:cubicBezTo>
                      <a:pt x="2445" y="1715"/>
                      <a:pt x="2692" y="1568"/>
                      <a:pt x="2940" y="1418"/>
                    </a:cubicBezTo>
                    <a:cubicBezTo>
                      <a:pt x="3160" y="1295"/>
                      <a:pt x="3380" y="1170"/>
                      <a:pt x="3602" y="1048"/>
                    </a:cubicBezTo>
                    <a:cubicBezTo>
                      <a:pt x="3712" y="983"/>
                      <a:pt x="3820" y="920"/>
                      <a:pt x="3935" y="853"/>
                    </a:cubicBezTo>
                    <a:cubicBezTo>
                      <a:pt x="5470" y="0"/>
                      <a:pt x="7100" y="70"/>
                      <a:pt x="8810" y="68"/>
                    </a:cubicBezTo>
                    <a:close/>
                  </a:path>
                </a:pathLst>
              </a:custGeom>
              <a:solidFill>
                <a:srgbClr val="E28E43"/>
              </a:solidFill>
              <a:ln w="0">
                <a:noFill/>
              </a:ln>
            </p:spPr>
          </p:sp>
          <p:sp>
            <p:nvSpPr>
              <p:cNvPr id="1057" name="gavel vector"/>
              <p:cNvSpPr/>
              <p:nvPr/>
            </p:nvSpPr>
            <p:spPr>
              <a:xfrm>
                <a:off x="12074145" y="9111596"/>
                <a:ext cx="346078" cy="349095"/>
              </a:xfrm>
              <a:custGeom>
                <a:avLst/>
                <a:gdLst/>
                <a:ahLst/>
                <a:cxnLst/>
                <a:rect l="0" t="0" r="r" b="b"/>
                <a:pathLst>
                  <a:path w="37848" h="38178" fill="norm" stroke="0">
                    <a:moveTo>
                      <a:pt x="19803" y="825"/>
                    </a:moveTo>
                    <a:cubicBezTo>
                      <a:pt x="20888" y="1600"/>
                      <a:pt x="21727" y="2490"/>
                      <a:pt x="22578" y="3510"/>
                    </a:cubicBezTo>
                    <a:cubicBezTo>
                      <a:pt x="23118" y="4113"/>
                      <a:pt x="23697" y="4638"/>
                      <a:pt x="24305" y="5170"/>
                    </a:cubicBezTo>
                    <a:cubicBezTo>
                      <a:pt x="25405" y="6133"/>
                      <a:pt x="26372" y="7163"/>
                      <a:pt x="27305" y="8295"/>
                    </a:cubicBezTo>
                    <a:cubicBezTo>
                      <a:pt x="27410" y="8415"/>
                      <a:pt x="27517" y="8535"/>
                      <a:pt x="27625" y="8660"/>
                    </a:cubicBezTo>
                    <a:cubicBezTo>
                      <a:pt x="28555" y="9750"/>
                      <a:pt x="28555" y="9750"/>
                      <a:pt x="28555" y="10545"/>
                    </a:cubicBezTo>
                    <a:cubicBezTo>
                      <a:pt x="28085" y="11808"/>
                      <a:pt x="27275" y="12613"/>
                      <a:pt x="26240" y="13440"/>
                    </a:cubicBezTo>
                    <a:cubicBezTo>
                      <a:pt x="25838" y="13768"/>
                      <a:pt x="25477" y="14108"/>
                      <a:pt x="25118" y="14480"/>
                    </a:cubicBezTo>
                    <a:cubicBezTo>
                      <a:pt x="24210" y="15400"/>
                      <a:pt x="23582" y="15623"/>
                      <a:pt x="22305" y="15795"/>
                    </a:cubicBezTo>
                    <a:cubicBezTo>
                      <a:pt x="22355" y="17763"/>
                      <a:pt x="23888" y="18883"/>
                      <a:pt x="25200" y="20183"/>
                    </a:cubicBezTo>
                    <a:cubicBezTo>
                      <a:pt x="25358" y="20340"/>
                      <a:pt x="25517" y="20498"/>
                      <a:pt x="25680" y="20658"/>
                    </a:cubicBezTo>
                    <a:cubicBezTo>
                      <a:pt x="26003" y="20975"/>
                      <a:pt x="26325" y="21293"/>
                      <a:pt x="26650" y="21608"/>
                    </a:cubicBezTo>
                    <a:cubicBezTo>
                      <a:pt x="26797" y="21753"/>
                      <a:pt x="26947" y="21900"/>
                      <a:pt x="27102" y="22050"/>
                    </a:cubicBezTo>
                    <a:cubicBezTo>
                      <a:pt x="27237" y="22180"/>
                      <a:pt x="27372" y="22312"/>
                      <a:pt x="27513" y="22447"/>
                    </a:cubicBezTo>
                    <a:cubicBezTo>
                      <a:pt x="27805" y="22795"/>
                      <a:pt x="27805" y="22795"/>
                      <a:pt x="27805" y="23295"/>
                    </a:cubicBezTo>
                    <a:cubicBezTo>
                      <a:pt x="27878" y="23325"/>
                      <a:pt x="27878" y="23325"/>
                      <a:pt x="28243" y="23480"/>
                    </a:cubicBezTo>
                    <a:cubicBezTo>
                      <a:pt x="28910" y="23853"/>
                      <a:pt x="29303" y="24220"/>
                      <a:pt x="29805" y="24795"/>
                    </a:cubicBezTo>
                    <a:cubicBezTo>
                      <a:pt x="29805" y="24958"/>
                      <a:pt x="29805" y="25123"/>
                      <a:pt x="29805" y="25295"/>
                    </a:cubicBezTo>
                    <a:cubicBezTo>
                      <a:pt x="29953" y="25360"/>
                      <a:pt x="30100" y="25425"/>
                      <a:pt x="30253" y="25493"/>
                    </a:cubicBezTo>
                    <a:cubicBezTo>
                      <a:pt x="30835" y="25810"/>
                      <a:pt x="31207" y="26145"/>
                      <a:pt x="31665" y="26623"/>
                    </a:cubicBezTo>
                    <a:cubicBezTo>
                      <a:pt x="31815" y="26778"/>
                      <a:pt x="31965" y="26930"/>
                      <a:pt x="32118" y="27090"/>
                    </a:cubicBezTo>
                    <a:cubicBezTo>
                      <a:pt x="32263" y="27240"/>
                      <a:pt x="32408" y="27390"/>
                      <a:pt x="32555" y="27545"/>
                    </a:cubicBezTo>
                    <a:cubicBezTo>
                      <a:pt x="32900" y="27875"/>
                      <a:pt x="33245" y="28205"/>
                      <a:pt x="33592" y="28533"/>
                    </a:cubicBezTo>
                    <a:cubicBezTo>
                      <a:pt x="33805" y="28795"/>
                      <a:pt x="33805" y="28795"/>
                      <a:pt x="33805" y="29295"/>
                    </a:cubicBezTo>
                    <a:cubicBezTo>
                      <a:pt x="33950" y="29358"/>
                      <a:pt x="34092" y="29420"/>
                      <a:pt x="34243" y="29483"/>
                    </a:cubicBezTo>
                    <a:cubicBezTo>
                      <a:pt x="34882" y="29835"/>
                      <a:pt x="35310" y="30240"/>
                      <a:pt x="35820" y="30763"/>
                    </a:cubicBezTo>
                    <a:cubicBezTo>
                      <a:pt x="35990" y="30933"/>
                      <a:pt x="36158" y="31102"/>
                      <a:pt x="36330" y="31275"/>
                    </a:cubicBezTo>
                    <a:cubicBezTo>
                      <a:pt x="37525" y="32575"/>
                      <a:pt x="37848" y="33520"/>
                      <a:pt x="37805" y="35295"/>
                    </a:cubicBezTo>
                    <a:cubicBezTo>
                      <a:pt x="37598" y="36243"/>
                      <a:pt x="37122" y="36803"/>
                      <a:pt x="36352" y="37372"/>
                    </a:cubicBezTo>
                    <a:cubicBezTo>
                      <a:pt x="35415" y="37920"/>
                      <a:pt x="34648" y="38178"/>
                      <a:pt x="33570" y="37933"/>
                    </a:cubicBezTo>
                    <a:cubicBezTo>
                      <a:pt x="31830" y="37355"/>
                      <a:pt x="30700" y="36310"/>
                      <a:pt x="29600" y="34878"/>
                    </a:cubicBezTo>
                    <a:cubicBezTo>
                      <a:pt x="29305" y="34543"/>
                      <a:pt x="29305" y="34543"/>
                      <a:pt x="28895" y="34280"/>
                    </a:cubicBezTo>
                    <a:cubicBezTo>
                      <a:pt x="28783" y="34203"/>
                      <a:pt x="28670" y="34125"/>
                      <a:pt x="28555" y="34045"/>
                    </a:cubicBezTo>
                    <a:cubicBezTo>
                      <a:pt x="28555" y="33880"/>
                      <a:pt x="28555" y="33715"/>
                      <a:pt x="28555" y="33545"/>
                    </a:cubicBezTo>
                    <a:cubicBezTo>
                      <a:pt x="28445" y="33515"/>
                      <a:pt x="28335" y="33487"/>
                      <a:pt x="28223" y="33457"/>
                    </a:cubicBezTo>
                    <a:cubicBezTo>
                      <a:pt x="27745" y="33270"/>
                      <a:pt x="27493" y="33048"/>
                      <a:pt x="27132" y="32685"/>
                    </a:cubicBezTo>
                    <a:cubicBezTo>
                      <a:pt x="27025" y="32578"/>
                      <a:pt x="26915" y="32467"/>
                      <a:pt x="26803" y="32358"/>
                    </a:cubicBezTo>
                    <a:cubicBezTo>
                      <a:pt x="26555" y="32045"/>
                      <a:pt x="26555" y="32045"/>
                      <a:pt x="26555" y="31545"/>
                    </a:cubicBezTo>
                    <a:cubicBezTo>
                      <a:pt x="26395" y="31477"/>
                      <a:pt x="26235" y="31410"/>
                      <a:pt x="26070" y="31340"/>
                    </a:cubicBezTo>
                    <a:cubicBezTo>
                      <a:pt x="25470" y="30995"/>
                      <a:pt x="25510" y="30908"/>
                      <a:pt x="25305" y="30295"/>
                    </a:cubicBezTo>
                    <a:cubicBezTo>
                      <a:pt x="25158" y="30225"/>
                      <a:pt x="25010" y="30158"/>
                      <a:pt x="24860" y="30088"/>
                    </a:cubicBezTo>
                    <a:cubicBezTo>
                      <a:pt x="24200" y="29737"/>
                      <a:pt x="23793" y="29278"/>
                      <a:pt x="23320" y="28715"/>
                    </a:cubicBezTo>
                    <a:cubicBezTo>
                      <a:pt x="21540" y="26653"/>
                      <a:pt x="21540" y="26653"/>
                      <a:pt x="20445" y="25825"/>
                    </a:cubicBezTo>
                    <a:cubicBezTo>
                      <a:pt x="19908" y="25410"/>
                      <a:pt x="19490" y="24942"/>
                      <a:pt x="19055" y="24420"/>
                    </a:cubicBezTo>
                    <a:cubicBezTo>
                      <a:pt x="17513" y="22585"/>
                      <a:pt x="17513" y="22585"/>
                      <a:pt x="16352" y="22480"/>
                    </a:cubicBezTo>
                    <a:cubicBezTo>
                      <a:pt x="16172" y="22503"/>
                      <a:pt x="15993" y="22523"/>
                      <a:pt x="15805" y="22545"/>
                    </a:cubicBezTo>
                    <a:cubicBezTo>
                      <a:pt x="15755" y="22685"/>
                      <a:pt x="15703" y="22825"/>
                      <a:pt x="15650" y="22970"/>
                    </a:cubicBezTo>
                    <a:cubicBezTo>
                      <a:pt x="15030" y="24520"/>
                      <a:pt x="14233" y="25533"/>
                      <a:pt x="13025" y="26670"/>
                    </a:cubicBezTo>
                    <a:cubicBezTo>
                      <a:pt x="12865" y="26822"/>
                      <a:pt x="12707" y="26978"/>
                      <a:pt x="12545" y="27138"/>
                    </a:cubicBezTo>
                    <a:cubicBezTo>
                      <a:pt x="11112" y="28525"/>
                      <a:pt x="11112" y="28525"/>
                      <a:pt x="10070" y="28590"/>
                    </a:cubicBezTo>
                    <a:cubicBezTo>
                      <a:pt x="9433" y="28580"/>
                      <a:pt x="9025" y="28513"/>
                      <a:pt x="8555" y="28045"/>
                    </a:cubicBezTo>
                    <a:cubicBezTo>
                      <a:pt x="8555" y="27880"/>
                      <a:pt x="8555" y="27715"/>
                      <a:pt x="8555" y="27545"/>
                    </a:cubicBezTo>
                    <a:cubicBezTo>
                      <a:pt x="8422" y="27493"/>
                      <a:pt x="8293" y="27442"/>
                      <a:pt x="8155" y="27390"/>
                    </a:cubicBezTo>
                    <a:cubicBezTo>
                      <a:pt x="7287" y="26890"/>
                      <a:pt x="6648" y="26208"/>
                      <a:pt x="5945" y="25500"/>
                    </a:cubicBezTo>
                    <a:cubicBezTo>
                      <a:pt x="5793" y="25348"/>
                      <a:pt x="5638" y="25195"/>
                      <a:pt x="5480" y="25038"/>
                    </a:cubicBezTo>
                    <a:cubicBezTo>
                      <a:pt x="5160" y="24715"/>
                      <a:pt x="4838" y="24393"/>
                      <a:pt x="4517" y="24070"/>
                    </a:cubicBezTo>
                    <a:cubicBezTo>
                      <a:pt x="4025" y="23578"/>
                      <a:pt x="3533" y="23085"/>
                      <a:pt x="3040" y="22595"/>
                    </a:cubicBezTo>
                    <a:cubicBezTo>
                      <a:pt x="2725" y="22283"/>
                      <a:pt x="2412" y="21968"/>
                      <a:pt x="2100" y="21655"/>
                    </a:cubicBezTo>
                    <a:cubicBezTo>
                      <a:pt x="1953" y="21508"/>
                      <a:pt x="1805" y="21363"/>
                      <a:pt x="1652" y="21213"/>
                    </a:cubicBezTo>
                    <a:cubicBezTo>
                      <a:pt x="142" y="19683"/>
                      <a:pt x="142" y="19683"/>
                      <a:pt x="0" y="18633"/>
                    </a:cubicBezTo>
                    <a:cubicBezTo>
                      <a:pt x="148" y="17140"/>
                      <a:pt x="1043" y="16328"/>
                      <a:pt x="2055" y="15295"/>
                    </a:cubicBezTo>
                    <a:cubicBezTo>
                      <a:pt x="2188" y="15135"/>
                      <a:pt x="2320" y="14978"/>
                      <a:pt x="2455" y="14812"/>
                    </a:cubicBezTo>
                    <a:cubicBezTo>
                      <a:pt x="3168" y="13995"/>
                      <a:pt x="3737" y="13513"/>
                      <a:pt x="4810" y="13253"/>
                    </a:cubicBezTo>
                    <a:cubicBezTo>
                      <a:pt x="6770" y="12768"/>
                      <a:pt x="7967" y="11675"/>
                      <a:pt x="9340" y="10243"/>
                    </a:cubicBezTo>
                    <a:cubicBezTo>
                      <a:pt x="9697" y="9870"/>
                      <a:pt x="10062" y="9510"/>
                      <a:pt x="10430" y="9148"/>
                    </a:cubicBezTo>
                    <a:cubicBezTo>
                      <a:pt x="11790" y="7783"/>
                      <a:pt x="12582" y="6692"/>
                      <a:pt x="13055" y="4795"/>
                    </a:cubicBezTo>
                    <a:cubicBezTo>
                      <a:pt x="13610" y="3665"/>
                      <a:pt x="14418" y="2855"/>
                      <a:pt x="15305" y="1980"/>
                    </a:cubicBezTo>
                    <a:cubicBezTo>
                      <a:pt x="15440" y="1845"/>
                      <a:pt x="15572" y="1710"/>
                      <a:pt x="15710" y="1570"/>
                    </a:cubicBezTo>
                    <a:cubicBezTo>
                      <a:pt x="15840" y="1442"/>
                      <a:pt x="15970" y="1312"/>
                      <a:pt x="16102" y="1180"/>
                    </a:cubicBezTo>
                    <a:cubicBezTo>
                      <a:pt x="16160" y="1123"/>
                      <a:pt x="16160" y="1123"/>
                      <a:pt x="16457" y="828"/>
                    </a:cubicBezTo>
                    <a:cubicBezTo>
                      <a:pt x="17473" y="0"/>
                      <a:pt x="18723" y="215"/>
                      <a:pt x="19803" y="825"/>
                    </a:cubicBezTo>
                    <a:close/>
                    <a:moveTo>
                      <a:pt x="15055" y="3045"/>
                    </a:moveTo>
                    <a:cubicBezTo>
                      <a:pt x="14820" y="3263"/>
                      <a:pt x="14582" y="3478"/>
                      <a:pt x="14338" y="3685"/>
                    </a:cubicBezTo>
                    <a:cubicBezTo>
                      <a:pt x="13848" y="4158"/>
                      <a:pt x="13743" y="4447"/>
                      <a:pt x="13695" y="5123"/>
                    </a:cubicBezTo>
                    <a:cubicBezTo>
                      <a:pt x="13525" y="7205"/>
                      <a:pt x="11110" y="9113"/>
                      <a:pt x="9715" y="10530"/>
                    </a:cubicBezTo>
                    <a:cubicBezTo>
                      <a:pt x="9473" y="10780"/>
                      <a:pt x="9233" y="11033"/>
                      <a:pt x="8993" y="11285"/>
                    </a:cubicBezTo>
                    <a:cubicBezTo>
                      <a:pt x="6747" y="13668"/>
                      <a:pt x="6747" y="13668"/>
                      <a:pt x="5308" y="13800"/>
                    </a:cubicBezTo>
                    <a:cubicBezTo>
                      <a:pt x="5132" y="13793"/>
                      <a:pt x="4957" y="13785"/>
                      <a:pt x="4777" y="13778"/>
                    </a:cubicBezTo>
                    <a:cubicBezTo>
                      <a:pt x="4040" y="13803"/>
                      <a:pt x="3658" y="14185"/>
                      <a:pt x="3140" y="14678"/>
                    </a:cubicBezTo>
                    <a:cubicBezTo>
                      <a:pt x="2685" y="15175"/>
                      <a:pt x="2247" y="15680"/>
                      <a:pt x="1830" y="16210"/>
                    </a:cubicBezTo>
                    <a:cubicBezTo>
                      <a:pt x="1555" y="16545"/>
                      <a:pt x="1555" y="16545"/>
                      <a:pt x="1102" y="16903"/>
                    </a:cubicBezTo>
                    <a:cubicBezTo>
                      <a:pt x="608" y="17555"/>
                      <a:pt x="705" y="18258"/>
                      <a:pt x="805" y="19045"/>
                    </a:cubicBezTo>
                    <a:cubicBezTo>
                      <a:pt x="1072" y="19955"/>
                      <a:pt x="1662" y="20358"/>
                      <a:pt x="2380" y="20925"/>
                    </a:cubicBezTo>
                    <a:cubicBezTo>
                      <a:pt x="3025" y="21485"/>
                      <a:pt x="3555" y="22133"/>
                      <a:pt x="4108" y="22780"/>
                    </a:cubicBezTo>
                    <a:cubicBezTo>
                      <a:pt x="4800" y="23575"/>
                      <a:pt x="5553" y="24308"/>
                      <a:pt x="6305" y="25045"/>
                    </a:cubicBezTo>
                    <a:cubicBezTo>
                      <a:pt x="6535" y="25273"/>
                      <a:pt x="6765" y="25503"/>
                      <a:pt x="6993" y="25730"/>
                    </a:cubicBezTo>
                    <a:cubicBezTo>
                      <a:pt x="7092" y="25830"/>
                      <a:pt x="7190" y="25928"/>
                      <a:pt x="7293" y="26028"/>
                    </a:cubicBezTo>
                    <a:cubicBezTo>
                      <a:pt x="7520" y="26258"/>
                      <a:pt x="7735" y="26503"/>
                      <a:pt x="7945" y="26748"/>
                    </a:cubicBezTo>
                    <a:cubicBezTo>
                      <a:pt x="8305" y="27045"/>
                      <a:pt x="8305" y="27045"/>
                      <a:pt x="8852" y="27090"/>
                    </a:cubicBezTo>
                    <a:cubicBezTo>
                      <a:pt x="9003" y="27075"/>
                      <a:pt x="9152" y="27060"/>
                      <a:pt x="9305" y="27045"/>
                    </a:cubicBezTo>
                    <a:cubicBezTo>
                      <a:pt x="9388" y="27373"/>
                      <a:pt x="9470" y="27705"/>
                      <a:pt x="9555" y="28045"/>
                    </a:cubicBezTo>
                    <a:cubicBezTo>
                      <a:pt x="10155" y="28125"/>
                      <a:pt x="10612" y="28178"/>
                      <a:pt x="11128" y="27822"/>
                    </a:cubicBezTo>
                    <a:cubicBezTo>
                      <a:pt x="11457" y="27508"/>
                      <a:pt x="11765" y="27180"/>
                      <a:pt x="12070" y="26840"/>
                    </a:cubicBezTo>
                    <a:cubicBezTo>
                      <a:pt x="12283" y="26615"/>
                      <a:pt x="12493" y="26390"/>
                      <a:pt x="12705" y="26165"/>
                    </a:cubicBezTo>
                    <a:cubicBezTo>
                      <a:pt x="12755" y="26110"/>
                      <a:pt x="12755" y="26110"/>
                      <a:pt x="13010" y="25835"/>
                    </a:cubicBezTo>
                    <a:cubicBezTo>
                      <a:pt x="13305" y="25545"/>
                      <a:pt x="13305" y="25545"/>
                      <a:pt x="13858" y="25165"/>
                    </a:cubicBezTo>
                    <a:cubicBezTo>
                      <a:pt x="14445" y="24678"/>
                      <a:pt x="14530" y="24278"/>
                      <a:pt x="14713" y="23545"/>
                    </a:cubicBezTo>
                    <a:cubicBezTo>
                      <a:pt x="14905" y="22778"/>
                      <a:pt x="15070" y="22175"/>
                      <a:pt x="15555" y="21545"/>
                    </a:cubicBezTo>
                    <a:cubicBezTo>
                      <a:pt x="16388" y="21703"/>
                      <a:pt x="16965" y="22010"/>
                      <a:pt x="17665" y="22480"/>
                    </a:cubicBezTo>
                    <a:cubicBezTo>
                      <a:pt x="17850" y="22603"/>
                      <a:pt x="18035" y="22725"/>
                      <a:pt x="18227" y="22853"/>
                    </a:cubicBezTo>
                    <a:cubicBezTo>
                      <a:pt x="18760" y="23260"/>
                      <a:pt x="19213" y="23678"/>
                      <a:pt x="19680" y="24158"/>
                    </a:cubicBezTo>
                    <a:cubicBezTo>
                      <a:pt x="20055" y="24543"/>
                      <a:pt x="20435" y="24923"/>
                      <a:pt x="20818" y="25300"/>
                    </a:cubicBezTo>
                    <a:cubicBezTo>
                      <a:pt x="21205" y="25683"/>
                      <a:pt x="21590" y="26067"/>
                      <a:pt x="21975" y="26450"/>
                    </a:cubicBezTo>
                    <a:cubicBezTo>
                      <a:pt x="22172" y="26648"/>
                      <a:pt x="22372" y="26843"/>
                      <a:pt x="22570" y="27040"/>
                    </a:cubicBezTo>
                    <a:cubicBezTo>
                      <a:pt x="23740" y="28197"/>
                      <a:pt x="24870" y="29372"/>
                      <a:pt x="25943" y="30625"/>
                    </a:cubicBezTo>
                    <a:cubicBezTo>
                      <a:pt x="26898" y="31730"/>
                      <a:pt x="27977" y="32668"/>
                      <a:pt x="29080" y="33622"/>
                    </a:cubicBezTo>
                    <a:cubicBezTo>
                      <a:pt x="29457" y="33957"/>
                      <a:pt x="29822" y="34295"/>
                      <a:pt x="30180" y="34653"/>
                    </a:cubicBezTo>
                    <a:cubicBezTo>
                      <a:pt x="30277" y="34750"/>
                      <a:pt x="30375" y="34845"/>
                      <a:pt x="30475" y="34945"/>
                    </a:cubicBezTo>
                    <a:cubicBezTo>
                      <a:pt x="30740" y="35223"/>
                      <a:pt x="30987" y="35518"/>
                      <a:pt x="31230" y="35815"/>
                    </a:cubicBezTo>
                    <a:cubicBezTo>
                      <a:pt x="31922" y="36618"/>
                      <a:pt x="32443" y="37203"/>
                      <a:pt x="33493" y="37465"/>
                    </a:cubicBezTo>
                    <a:cubicBezTo>
                      <a:pt x="34582" y="37513"/>
                      <a:pt x="35537" y="37440"/>
                      <a:pt x="36463" y="36825"/>
                    </a:cubicBezTo>
                    <a:cubicBezTo>
                      <a:pt x="37195" y="36065"/>
                      <a:pt x="37370" y="35230"/>
                      <a:pt x="37408" y="34195"/>
                    </a:cubicBezTo>
                    <a:cubicBezTo>
                      <a:pt x="37213" y="32947"/>
                      <a:pt x="36415" y="32165"/>
                      <a:pt x="35555" y="31295"/>
                    </a:cubicBezTo>
                    <a:cubicBezTo>
                      <a:pt x="35445" y="31180"/>
                      <a:pt x="35335" y="31065"/>
                      <a:pt x="35223" y="30947"/>
                    </a:cubicBezTo>
                    <a:cubicBezTo>
                      <a:pt x="34550" y="30255"/>
                      <a:pt x="33865" y="29575"/>
                      <a:pt x="33172" y="28903"/>
                    </a:cubicBezTo>
                    <a:cubicBezTo>
                      <a:pt x="32135" y="27888"/>
                      <a:pt x="31118" y="26853"/>
                      <a:pt x="30092" y="25825"/>
                    </a:cubicBezTo>
                    <a:cubicBezTo>
                      <a:pt x="29415" y="25143"/>
                      <a:pt x="28735" y="24463"/>
                      <a:pt x="28055" y="23783"/>
                    </a:cubicBezTo>
                    <a:cubicBezTo>
                      <a:pt x="27543" y="23265"/>
                      <a:pt x="27027" y="22750"/>
                      <a:pt x="26513" y="22233"/>
                    </a:cubicBezTo>
                    <a:cubicBezTo>
                      <a:pt x="26013" y="21730"/>
                      <a:pt x="25513" y="21228"/>
                      <a:pt x="25010" y="20725"/>
                    </a:cubicBezTo>
                    <a:cubicBezTo>
                      <a:pt x="24820" y="20535"/>
                      <a:pt x="24630" y="20343"/>
                      <a:pt x="24440" y="20153"/>
                    </a:cubicBezTo>
                    <a:cubicBezTo>
                      <a:pt x="24175" y="19885"/>
                      <a:pt x="23910" y="19620"/>
                      <a:pt x="23645" y="19355"/>
                    </a:cubicBezTo>
                    <a:cubicBezTo>
                      <a:pt x="23495" y="19205"/>
                      <a:pt x="23345" y="19053"/>
                      <a:pt x="23190" y="18898"/>
                    </a:cubicBezTo>
                    <a:cubicBezTo>
                      <a:pt x="22805" y="18545"/>
                      <a:pt x="22805" y="18545"/>
                      <a:pt x="22305" y="18295"/>
                    </a:cubicBezTo>
                    <a:cubicBezTo>
                      <a:pt x="21803" y="17470"/>
                      <a:pt x="21530" y="16775"/>
                      <a:pt x="21632" y="15810"/>
                    </a:cubicBezTo>
                    <a:cubicBezTo>
                      <a:pt x="21690" y="15640"/>
                      <a:pt x="21747" y="15470"/>
                      <a:pt x="21805" y="15295"/>
                    </a:cubicBezTo>
                    <a:cubicBezTo>
                      <a:pt x="21943" y="15280"/>
                      <a:pt x="22078" y="15268"/>
                      <a:pt x="22217" y="15255"/>
                    </a:cubicBezTo>
                    <a:cubicBezTo>
                      <a:pt x="24023" y="14983"/>
                      <a:pt x="25125" y="14133"/>
                      <a:pt x="26305" y="12795"/>
                    </a:cubicBezTo>
                    <a:cubicBezTo>
                      <a:pt x="26305" y="12630"/>
                      <a:pt x="26305" y="12463"/>
                      <a:pt x="26305" y="12295"/>
                    </a:cubicBezTo>
                    <a:cubicBezTo>
                      <a:pt x="26412" y="12278"/>
                      <a:pt x="26523" y="12263"/>
                      <a:pt x="26632" y="12248"/>
                    </a:cubicBezTo>
                    <a:cubicBezTo>
                      <a:pt x="27275" y="11938"/>
                      <a:pt x="27562" y="11440"/>
                      <a:pt x="27805" y="10795"/>
                    </a:cubicBezTo>
                    <a:cubicBezTo>
                      <a:pt x="27840" y="9485"/>
                      <a:pt x="26882" y="8478"/>
                      <a:pt x="26055" y="7545"/>
                    </a:cubicBezTo>
                    <a:cubicBezTo>
                      <a:pt x="25570" y="7093"/>
                      <a:pt x="25068" y="6668"/>
                      <a:pt x="24560" y="6243"/>
                    </a:cubicBezTo>
                    <a:cubicBezTo>
                      <a:pt x="23872" y="5630"/>
                      <a:pt x="23297" y="4940"/>
                      <a:pt x="22703" y="4240"/>
                    </a:cubicBezTo>
                    <a:cubicBezTo>
                      <a:pt x="22197" y="3673"/>
                      <a:pt x="21658" y="3255"/>
                      <a:pt x="21055" y="2795"/>
                    </a:cubicBezTo>
                    <a:cubicBezTo>
                      <a:pt x="20628" y="2388"/>
                      <a:pt x="20215" y="1968"/>
                      <a:pt x="19805" y="1545"/>
                    </a:cubicBezTo>
                    <a:cubicBezTo>
                      <a:pt x="19200" y="940"/>
                      <a:pt x="18970" y="935"/>
                      <a:pt x="18132" y="888"/>
                    </a:cubicBezTo>
                    <a:cubicBezTo>
                      <a:pt x="16490" y="913"/>
                      <a:pt x="15967" y="1803"/>
                      <a:pt x="15055" y="3045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58" name="gavel vector"/>
              <p:cNvSpPr/>
              <p:nvPr/>
            </p:nvSpPr>
            <p:spPr>
              <a:xfrm>
                <a:off x="12066990" y="9105070"/>
                <a:ext cx="360456" cy="360868"/>
              </a:xfrm>
              <a:custGeom>
                <a:avLst/>
                <a:gdLst/>
                <a:ahLst/>
                <a:cxnLst/>
                <a:rect l="0" t="0" r="r" b="b"/>
                <a:pathLst>
                  <a:path w="39420" h="39465" fill="norm" stroke="0">
                    <a:moveTo>
                      <a:pt x="19188" y="110"/>
                    </a:moveTo>
                    <a:cubicBezTo>
                      <a:pt x="20638" y="645"/>
                      <a:pt x="21793" y="1905"/>
                      <a:pt x="22838" y="3008"/>
                    </a:cubicBezTo>
                    <a:cubicBezTo>
                      <a:pt x="23855" y="4048"/>
                      <a:pt x="24868" y="5058"/>
                      <a:pt x="25997" y="5975"/>
                    </a:cubicBezTo>
                    <a:cubicBezTo>
                      <a:pt x="26568" y="6450"/>
                      <a:pt x="27080" y="6967"/>
                      <a:pt x="27588" y="7508"/>
                    </a:cubicBezTo>
                    <a:cubicBezTo>
                      <a:pt x="27662" y="7582"/>
                      <a:pt x="27662" y="7582"/>
                      <a:pt x="28037" y="7970"/>
                    </a:cubicBezTo>
                    <a:cubicBezTo>
                      <a:pt x="28963" y="8962"/>
                      <a:pt x="29763" y="9852"/>
                      <a:pt x="29838" y="11258"/>
                    </a:cubicBezTo>
                    <a:cubicBezTo>
                      <a:pt x="29628" y="12235"/>
                      <a:pt x="29150" y="12753"/>
                      <a:pt x="28443" y="13410"/>
                    </a:cubicBezTo>
                    <a:cubicBezTo>
                      <a:pt x="28043" y="13800"/>
                      <a:pt x="27695" y="14217"/>
                      <a:pt x="27338" y="14648"/>
                    </a:cubicBezTo>
                    <a:cubicBezTo>
                      <a:pt x="25747" y="16503"/>
                      <a:pt x="25747" y="16503"/>
                      <a:pt x="24260" y="16695"/>
                    </a:cubicBezTo>
                    <a:cubicBezTo>
                      <a:pt x="23953" y="16717"/>
                      <a:pt x="23645" y="16738"/>
                      <a:pt x="23338" y="16758"/>
                    </a:cubicBezTo>
                    <a:cubicBezTo>
                      <a:pt x="24295" y="18538"/>
                      <a:pt x="25578" y="19837"/>
                      <a:pt x="27007" y="21232"/>
                    </a:cubicBezTo>
                    <a:cubicBezTo>
                      <a:pt x="27240" y="21462"/>
                      <a:pt x="27475" y="21695"/>
                      <a:pt x="27707" y="21925"/>
                    </a:cubicBezTo>
                    <a:cubicBezTo>
                      <a:pt x="28318" y="22530"/>
                      <a:pt x="28930" y="23133"/>
                      <a:pt x="29540" y="23732"/>
                    </a:cubicBezTo>
                    <a:cubicBezTo>
                      <a:pt x="30525" y="24700"/>
                      <a:pt x="31507" y="25670"/>
                      <a:pt x="32487" y="26640"/>
                    </a:cubicBezTo>
                    <a:cubicBezTo>
                      <a:pt x="32830" y="26977"/>
                      <a:pt x="33175" y="27315"/>
                      <a:pt x="33520" y="27650"/>
                    </a:cubicBezTo>
                    <a:cubicBezTo>
                      <a:pt x="33727" y="27857"/>
                      <a:pt x="33935" y="28062"/>
                      <a:pt x="34145" y="28268"/>
                    </a:cubicBezTo>
                    <a:cubicBezTo>
                      <a:pt x="34240" y="28363"/>
                      <a:pt x="34338" y="28455"/>
                      <a:pt x="34435" y="28550"/>
                    </a:cubicBezTo>
                    <a:cubicBezTo>
                      <a:pt x="34662" y="28778"/>
                      <a:pt x="34878" y="29018"/>
                      <a:pt x="35088" y="29258"/>
                    </a:cubicBezTo>
                    <a:cubicBezTo>
                      <a:pt x="35088" y="29423"/>
                      <a:pt x="35088" y="29587"/>
                      <a:pt x="35088" y="29758"/>
                    </a:cubicBezTo>
                    <a:cubicBezTo>
                      <a:pt x="35230" y="29820"/>
                      <a:pt x="35372" y="29880"/>
                      <a:pt x="35517" y="29945"/>
                    </a:cubicBezTo>
                    <a:cubicBezTo>
                      <a:pt x="37223" y="30880"/>
                      <a:pt x="38618" y="32538"/>
                      <a:pt x="39237" y="34370"/>
                    </a:cubicBezTo>
                    <a:cubicBezTo>
                      <a:pt x="39420" y="35535"/>
                      <a:pt x="39145" y="36482"/>
                      <a:pt x="38588" y="37508"/>
                    </a:cubicBezTo>
                    <a:cubicBezTo>
                      <a:pt x="38142" y="38035"/>
                      <a:pt x="37675" y="38397"/>
                      <a:pt x="37088" y="38758"/>
                    </a:cubicBezTo>
                    <a:cubicBezTo>
                      <a:pt x="36932" y="38865"/>
                      <a:pt x="36777" y="38975"/>
                      <a:pt x="36620" y="39085"/>
                    </a:cubicBezTo>
                    <a:cubicBezTo>
                      <a:pt x="35475" y="39455"/>
                      <a:pt x="34547" y="39465"/>
                      <a:pt x="33438" y="38965"/>
                    </a:cubicBezTo>
                    <a:cubicBezTo>
                      <a:pt x="32260" y="38320"/>
                      <a:pt x="31358" y="37617"/>
                      <a:pt x="30588" y="36508"/>
                    </a:cubicBezTo>
                    <a:cubicBezTo>
                      <a:pt x="29955" y="35803"/>
                      <a:pt x="29250" y="35180"/>
                      <a:pt x="28537" y="34558"/>
                    </a:cubicBezTo>
                    <a:cubicBezTo>
                      <a:pt x="27525" y="33680"/>
                      <a:pt x="26640" y="32768"/>
                      <a:pt x="25775" y="31740"/>
                    </a:cubicBezTo>
                    <a:cubicBezTo>
                      <a:pt x="25180" y="31083"/>
                      <a:pt x="24510" y="30528"/>
                      <a:pt x="23832" y="29955"/>
                    </a:cubicBezTo>
                    <a:cubicBezTo>
                      <a:pt x="23152" y="29340"/>
                      <a:pt x="22578" y="28650"/>
                      <a:pt x="21983" y="27950"/>
                    </a:cubicBezTo>
                    <a:cubicBezTo>
                      <a:pt x="21575" y="27493"/>
                      <a:pt x="21158" y="27150"/>
                      <a:pt x="20668" y="26790"/>
                    </a:cubicBezTo>
                    <a:cubicBezTo>
                      <a:pt x="20043" y="26255"/>
                      <a:pt x="19530" y="25610"/>
                      <a:pt x="19000" y="24982"/>
                    </a:cubicBezTo>
                    <a:cubicBezTo>
                      <a:pt x="17945" y="23768"/>
                      <a:pt x="17945" y="23768"/>
                      <a:pt x="17290" y="23710"/>
                    </a:cubicBezTo>
                    <a:cubicBezTo>
                      <a:pt x="17142" y="23725"/>
                      <a:pt x="16993" y="23743"/>
                      <a:pt x="16838" y="23758"/>
                    </a:cubicBezTo>
                    <a:cubicBezTo>
                      <a:pt x="16838" y="24253"/>
                      <a:pt x="16838" y="24748"/>
                      <a:pt x="16838" y="25258"/>
                    </a:cubicBezTo>
                    <a:cubicBezTo>
                      <a:pt x="16682" y="25278"/>
                      <a:pt x="16527" y="25298"/>
                      <a:pt x="16370" y="25320"/>
                    </a:cubicBezTo>
                    <a:cubicBezTo>
                      <a:pt x="15838" y="25508"/>
                      <a:pt x="15838" y="25508"/>
                      <a:pt x="15572" y="26008"/>
                    </a:cubicBezTo>
                    <a:cubicBezTo>
                      <a:pt x="15495" y="26173"/>
                      <a:pt x="15418" y="26337"/>
                      <a:pt x="15338" y="26508"/>
                    </a:cubicBezTo>
                    <a:cubicBezTo>
                      <a:pt x="15088" y="26590"/>
                      <a:pt x="14838" y="26675"/>
                      <a:pt x="14588" y="26758"/>
                    </a:cubicBezTo>
                    <a:cubicBezTo>
                      <a:pt x="14553" y="26830"/>
                      <a:pt x="14553" y="26830"/>
                      <a:pt x="14370" y="27200"/>
                    </a:cubicBezTo>
                    <a:cubicBezTo>
                      <a:pt x="13832" y="28260"/>
                      <a:pt x="13040" y="29065"/>
                      <a:pt x="12088" y="29758"/>
                    </a:cubicBezTo>
                    <a:cubicBezTo>
                      <a:pt x="11130" y="30042"/>
                      <a:pt x="10305" y="30005"/>
                      <a:pt x="9415" y="29532"/>
                    </a:cubicBezTo>
                    <a:cubicBezTo>
                      <a:pt x="8553" y="28863"/>
                      <a:pt x="7878" y="27990"/>
                      <a:pt x="7185" y="27150"/>
                    </a:cubicBezTo>
                    <a:cubicBezTo>
                      <a:pt x="6783" y="26695"/>
                      <a:pt x="6328" y="26365"/>
                      <a:pt x="5838" y="26008"/>
                    </a:cubicBezTo>
                    <a:cubicBezTo>
                      <a:pt x="5838" y="25842"/>
                      <a:pt x="5838" y="25678"/>
                      <a:pt x="5838" y="25508"/>
                    </a:cubicBezTo>
                    <a:cubicBezTo>
                      <a:pt x="5672" y="25508"/>
                      <a:pt x="5507" y="25508"/>
                      <a:pt x="5338" y="25508"/>
                    </a:cubicBezTo>
                    <a:cubicBezTo>
                      <a:pt x="4960" y="25115"/>
                      <a:pt x="4960" y="25115"/>
                      <a:pt x="4525" y="24585"/>
                    </a:cubicBezTo>
                    <a:cubicBezTo>
                      <a:pt x="3995" y="23960"/>
                      <a:pt x="3485" y="23388"/>
                      <a:pt x="2838" y="22883"/>
                    </a:cubicBezTo>
                    <a:cubicBezTo>
                      <a:pt x="1630" y="21930"/>
                      <a:pt x="200" y="20640"/>
                      <a:pt x="0" y="19062"/>
                    </a:cubicBezTo>
                    <a:cubicBezTo>
                      <a:pt x="17" y="18055"/>
                      <a:pt x="575" y="17548"/>
                      <a:pt x="1260" y="16868"/>
                    </a:cubicBezTo>
                    <a:cubicBezTo>
                      <a:pt x="1368" y="16753"/>
                      <a:pt x="1477" y="16640"/>
                      <a:pt x="1590" y="16523"/>
                    </a:cubicBezTo>
                    <a:cubicBezTo>
                      <a:pt x="1918" y="16180"/>
                      <a:pt x="2253" y="15842"/>
                      <a:pt x="2588" y="15508"/>
                    </a:cubicBezTo>
                    <a:cubicBezTo>
                      <a:pt x="2645" y="15450"/>
                      <a:pt x="2645" y="15450"/>
                      <a:pt x="2930" y="15160"/>
                    </a:cubicBezTo>
                    <a:cubicBezTo>
                      <a:pt x="3535" y="14550"/>
                      <a:pt x="4115" y="13980"/>
                      <a:pt x="4838" y="13508"/>
                    </a:cubicBezTo>
                    <a:cubicBezTo>
                      <a:pt x="5003" y="13508"/>
                      <a:pt x="5168" y="13508"/>
                      <a:pt x="5338" y="13508"/>
                    </a:cubicBezTo>
                    <a:cubicBezTo>
                      <a:pt x="5338" y="13342"/>
                      <a:pt x="5338" y="13178"/>
                      <a:pt x="5338" y="13008"/>
                    </a:cubicBezTo>
                    <a:cubicBezTo>
                      <a:pt x="5545" y="13043"/>
                      <a:pt x="5750" y="13080"/>
                      <a:pt x="5963" y="13118"/>
                    </a:cubicBezTo>
                    <a:cubicBezTo>
                      <a:pt x="7108" y="13095"/>
                      <a:pt x="7715" y="12368"/>
                      <a:pt x="8490" y="11597"/>
                    </a:cubicBezTo>
                    <a:cubicBezTo>
                      <a:pt x="8912" y="11185"/>
                      <a:pt x="9348" y="10785"/>
                      <a:pt x="9783" y="10385"/>
                    </a:cubicBezTo>
                    <a:cubicBezTo>
                      <a:pt x="10125" y="10062"/>
                      <a:pt x="10465" y="9738"/>
                      <a:pt x="10807" y="9413"/>
                    </a:cubicBezTo>
                    <a:cubicBezTo>
                      <a:pt x="10890" y="9337"/>
                      <a:pt x="10890" y="9337"/>
                      <a:pt x="11312" y="8950"/>
                    </a:cubicBezTo>
                    <a:cubicBezTo>
                      <a:pt x="12355" y="7935"/>
                      <a:pt x="12753" y="7202"/>
                      <a:pt x="12980" y="5765"/>
                    </a:cubicBezTo>
                    <a:cubicBezTo>
                      <a:pt x="13148" y="4980"/>
                      <a:pt x="13480" y="4640"/>
                      <a:pt x="14040" y="4070"/>
                    </a:cubicBezTo>
                    <a:cubicBezTo>
                      <a:pt x="14130" y="3977"/>
                      <a:pt x="14220" y="3883"/>
                      <a:pt x="14312" y="3788"/>
                    </a:cubicBezTo>
                    <a:cubicBezTo>
                      <a:pt x="14568" y="3523"/>
                      <a:pt x="14828" y="3265"/>
                      <a:pt x="15088" y="3008"/>
                    </a:cubicBezTo>
                    <a:cubicBezTo>
                      <a:pt x="15203" y="2888"/>
                      <a:pt x="15318" y="2765"/>
                      <a:pt x="15435" y="2640"/>
                    </a:cubicBezTo>
                    <a:cubicBezTo>
                      <a:pt x="15727" y="2335"/>
                      <a:pt x="16030" y="2048"/>
                      <a:pt x="16338" y="1758"/>
                    </a:cubicBezTo>
                    <a:cubicBezTo>
                      <a:pt x="16475" y="1623"/>
                      <a:pt x="16610" y="1488"/>
                      <a:pt x="16750" y="1350"/>
                    </a:cubicBezTo>
                    <a:cubicBezTo>
                      <a:pt x="18188" y="0"/>
                      <a:pt x="18188" y="0"/>
                      <a:pt x="19188" y="110"/>
                    </a:cubicBezTo>
                    <a:close/>
                    <a:moveTo>
                      <a:pt x="14088" y="4758"/>
                    </a:moveTo>
                    <a:cubicBezTo>
                      <a:pt x="13807" y="5395"/>
                      <a:pt x="13655" y="5962"/>
                      <a:pt x="13525" y="6645"/>
                    </a:cubicBezTo>
                    <a:cubicBezTo>
                      <a:pt x="13312" y="7337"/>
                      <a:pt x="13053" y="7673"/>
                      <a:pt x="12565" y="8202"/>
                    </a:cubicBezTo>
                    <a:cubicBezTo>
                      <a:pt x="12485" y="8290"/>
                      <a:pt x="12485" y="8290"/>
                      <a:pt x="12088" y="8725"/>
                    </a:cubicBezTo>
                    <a:cubicBezTo>
                      <a:pt x="11922" y="8900"/>
                      <a:pt x="11757" y="9077"/>
                      <a:pt x="11588" y="9258"/>
                    </a:cubicBezTo>
                    <a:cubicBezTo>
                      <a:pt x="11510" y="9342"/>
                      <a:pt x="11510" y="9342"/>
                      <a:pt x="11118" y="9778"/>
                    </a:cubicBezTo>
                    <a:cubicBezTo>
                      <a:pt x="7785" y="13430"/>
                      <a:pt x="7785" y="13430"/>
                      <a:pt x="6040" y="13805"/>
                    </a:cubicBezTo>
                    <a:cubicBezTo>
                      <a:pt x="4000" y="14260"/>
                      <a:pt x="2618" y="15925"/>
                      <a:pt x="1338" y="17508"/>
                    </a:cubicBezTo>
                    <a:cubicBezTo>
                      <a:pt x="840" y="18315"/>
                      <a:pt x="723" y="18840"/>
                      <a:pt x="915" y="19760"/>
                    </a:cubicBezTo>
                    <a:cubicBezTo>
                      <a:pt x="1598" y="21712"/>
                      <a:pt x="4065" y="23530"/>
                      <a:pt x="5505" y="24972"/>
                    </a:cubicBezTo>
                    <a:cubicBezTo>
                      <a:pt x="5920" y="25388"/>
                      <a:pt x="6332" y="25805"/>
                      <a:pt x="6747" y="26222"/>
                    </a:cubicBezTo>
                    <a:cubicBezTo>
                      <a:pt x="7010" y="26488"/>
                      <a:pt x="7275" y="26750"/>
                      <a:pt x="7537" y="27015"/>
                    </a:cubicBezTo>
                    <a:cubicBezTo>
                      <a:pt x="7662" y="27140"/>
                      <a:pt x="7785" y="27265"/>
                      <a:pt x="7912" y="27395"/>
                    </a:cubicBezTo>
                    <a:cubicBezTo>
                      <a:pt x="8025" y="27508"/>
                      <a:pt x="8140" y="27623"/>
                      <a:pt x="8257" y="27738"/>
                    </a:cubicBezTo>
                    <a:cubicBezTo>
                      <a:pt x="8358" y="27840"/>
                      <a:pt x="8457" y="27940"/>
                      <a:pt x="8562" y="28043"/>
                    </a:cubicBezTo>
                    <a:cubicBezTo>
                      <a:pt x="8838" y="28258"/>
                      <a:pt x="8838" y="28258"/>
                      <a:pt x="9338" y="28258"/>
                    </a:cubicBezTo>
                    <a:cubicBezTo>
                      <a:pt x="9370" y="28375"/>
                      <a:pt x="9400" y="28495"/>
                      <a:pt x="9432" y="28617"/>
                    </a:cubicBezTo>
                    <a:cubicBezTo>
                      <a:pt x="9588" y="29008"/>
                      <a:pt x="9588" y="29008"/>
                      <a:pt x="10088" y="29258"/>
                    </a:cubicBezTo>
                    <a:cubicBezTo>
                      <a:pt x="10932" y="29417"/>
                      <a:pt x="11340" y="29425"/>
                      <a:pt x="12060" y="28938"/>
                    </a:cubicBezTo>
                    <a:cubicBezTo>
                      <a:pt x="12590" y="28478"/>
                      <a:pt x="13090" y="28000"/>
                      <a:pt x="13588" y="27508"/>
                    </a:cubicBezTo>
                    <a:cubicBezTo>
                      <a:pt x="13773" y="27330"/>
                      <a:pt x="13957" y="27150"/>
                      <a:pt x="14142" y="26972"/>
                    </a:cubicBezTo>
                    <a:cubicBezTo>
                      <a:pt x="15993" y="25168"/>
                      <a:pt x="15993" y="25168"/>
                      <a:pt x="16370" y="23960"/>
                    </a:cubicBezTo>
                    <a:cubicBezTo>
                      <a:pt x="16443" y="23727"/>
                      <a:pt x="16513" y="23498"/>
                      <a:pt x="16588" y="23258"/>
                    </a:cubicBezTo>
                    <a:cubicBezTo>
                      <a:pt x="17375" y="23168"/>
                      <a:pt x="17753" y="23205"/>
                      <a:pt x="18432" y="23633"/>
                    </a:cubicBezTo>
                    <a:cubicBezTo>
                      <a:pt x="19162" y="24275"/>
                      <a:pt x="19770" y="25033"/>
                      <a:pt x="20400" y="25773"/>
                    </a:cubicBezTo>
                    <a:cubicBezTo>
                      <a:pt x="20777" y="26190"/>
                      <a:pt x="21148" y="26535"/>
                      <a:pt x="21588" y="26883"/>
                    </a:cubicBezTo>
                    <a:cubicBezTo>
                      <a:pt x="22378" y="27508"/>
                      <a:pt x="23000" y="28243"/>
                      <a:pt x="23652" y="29008"/>
                    </a:cubicBezTo>
                    <a:cubicBezTo>
                      <a:pt x="24062" y="29478"/>
                      <a:pt x="24480" y="29935"/>
                      <a:pt x="24915" y="30383"/>
                    </a:cubicBezTo>
                    <a:cubicBezTo>
                      <a:pt x="25033" y="30502"/>
                      <a:pt x="25152" y="30625"/>
                      <a:pt x="25273" y="30750"/>
                    </a:cubicBezTo>
                    <a:cubicBezTo>
                      <a:pt x="25588" y="31008"/>
                      <a:pt x="25588" y="31008"/>
                      <a:pt x="26088" y="31008"/>
                    </a:cubicBezTo>
                    <a:cubicBezTo>
                      <a:pt x="26122" y="31087"/>
                      <a:pt x="26122" y="31087"/>
                      <a:pt x="26290" y="31492"/>
                    </a:cubicBezTo>
                    <a:cubicBezTo>
                      <a:pt x="26588" y="32008"/>
                      <a:pt x="26588" y="32008"/>
                      <a:pt x="26963" y="32133"/>
                    </a:cubicBezTo>
                    <a:cubicBezTo>
                      <a:pt x="27338" y="32258"/>
                      <a:pt x="27338" y="32258"/>
                      <a:pt x="27572" y="32710"/>
                    </a:cubicBezTo>
                    <a:cubicBezTo>
                      <a:pt x="27660" y="32890"/>
                      <a:pt x="27747" y="33073"/>
                      <a:pt x="27838" y="33258"/>
                    </a:cubicBezTo>
                    <a:cubicBezTo>
                      <a:pt x="28148" y="33637"/>
                      <a:pt x="28465" y="33930"/>
                      <a:pt x="28838" y="34258"/>
                    </a:cubicBezTo>
                    <a:cubicBezTo>
                      <a:pt x="29003" y="34258"/>
                      <a:pt x="29168" y="34258"/>
                      <a:pt x="29338" y="34258"/>
                    </a:cubicBezTo>
                    <a:cubicBezTo>
                      <a:pt x="29365" y="34370"/>
                      <a:pt x="29392" y="34480"/>
                      <a:pt x="29420" y="34595"/>
                    </a:cubicBezTo>
                    <a:cubicBezTo>
                      <a:pt x="29622" y="35095"/>
                      <a:pt x="29850" y="35275"/>
                      <a:pt x="30275" y="35600"/>
                    </a:cubicBezTo>
                    <a:cubicBezTo>
                      <a:pt x="31152" y="36300"/>
                      <a:pt x="31940" y="37060"/>
                      <a:pt x="32682" y="37897"/>
                    </a:cubicBezTo>
                    <a:cubicBezTo>
                      <a:pt x="33438" y="38567"/>
                      <a:pt x="34355" y="38692"/>
                      <a:pt x="35338" y="38758"/>
                    </a:cubicBezTo>
                    <a:cubicBezTo>
                      <a:pt x="36345" y="38590"/>
                      <a:pt x="37230" y="38215"/>
                      <a:pt x="37947" y="37475"/>
                    </a:cubicBezTo>
                    <a:cubicBezTo>
                      <a:pt x="38537" y="36610"/>
                      <a:pt x="38640" y="35532"/>
                      <a:pt x="38588" y="34508"/>
                    </a:cubicBezTo>
                    <a:cubicBezTo>
                      <a:pt x="38277" y="33435"/>
                      <a:pt x="37727" y="32768"/>
                      <a:pt x="36977" y="31975"/>
                    </a:cubicBezTo>
                    <a:cubicBezTo>
                      <a:pt x="36880" y="31870"/>
                      <a:pt x="36780" y="31762"/>
                      <a:pt x="36680" y="31650"/>
                    </a:cubicBezTo>
                    <a:cubicBezTo>
                      <a:pt x="36402" y="31350"/>
                      <a:pt x="36120" y="31055"/>
                      <a:pt x="35838" y="30758"/>
                    </a:cubicBezTo>
                    <a:cubicBezTo>
                      <a:pt x="35700" y="30607"/>
                      <a:pt x="35565" y="30460"/>
                      <a:pt x="35422" y="30308"/>
                    </a:cubicBezTo>
                    <a:cubicBezTo>
                      <a:pt x="35088" y="30008"/>
                      <a:pt x="35088" y="30008"/>
                      <a:pt x="34588" y="30008"/>
                    </a:cubicBezTo>
                    <a:cubicBezTo>
                      <a:pt x="34560" y="29938"/>
                      <a:pt x="34560" y="29938"/>
                      <a:pt x="34415" y="29585"/>
                    </a:cubicBezTo>
                    <a:cubicBezTo>
                      <a:pt x="34072" y="28980"/>
                      <a:pt x="33713" y="28593"/>
                      <a:pt x="33213" y="28118"/>
                    </a:cubicBezTo>
                    <a:cubicBezTo>
                      <a:pt x="32930" y="27847"/>
                      <a:pt x="32655" y="27570"/>
                      <a:pt x="32385" y="27288"/>
                    </a:cubicBezTo>
                    <a:cubicBezTo>
                      <a:pt x="32230" y="27130"/>
                      <a:pt x="32075" y="26970"/>
                      <a:pt x="31915" y="26805"/>
                    </a:cubicBezTo>
                    <a:cubicBezTo>
                      <a:pt x="31770" y="26653"/>
                      <a:pt x="31625" y="26503"/>
                      <a:pt x="31475" y="26347"/>
                    </a:cubicBezTo>
                    <a:cubicBezTo>
                      <a:pt x="31088" y="26008"/>
                      <a:pt x="31088" y="26008"/>
                      <a:pt x="30588" y="26008"/>
                    </a:cubicBezTo>
                    <a:cubicBezTo>
                      <a:pt x="30525" y="25863"/>
                      <a:pt x="30465" y="25717"/>
                      <a:pt x="30400" y="25570"/>
                    </a:cubicBezTo>
                    <a:cubicBezTo>
                      <a:pt x="30030" y="24903"/>
                      <a:pt x="29662" y="24510"/>
                      <a:pt x="29088" y="24008"/>
                    </a:cubicBezTo>
                    <a:cubicBezTo>
                      <a:pt x="28922" y="24008"/>
                      <a:pt x="28757" y="24008"/>
                      <a:pt x="28588" y="24008"/>
                    </a:cubicBezTo>
                    <a:cubicBezTo>
                      <a:pt x="28527" y="23865"/>
                      <a:pt x="28465" y="23720"/>
                      <a:pt x="28402" y="23572"/>
                    </a:cubicBezTo>
                    <a:cubicBezTo>
                      <a:pt x="28045" y="22928"/>
                      <a:pt x="27600" y="22465"/>
                      <a:pt x="27072" y="21960"/>
                    </a:cubicBezTo>
                    <a:cubicBezTo>
                      <a:pt x="26975" y="21865"/>
                      <a:pt x="26878" y="21768"/>
                      <a:pt x="26775" y="21670"/>
                    </a:cubicBezTo>
                    <a:cubicBezTo>
                      <a:pt x="26465" y="21365"/>
                      <a:pt x="26150" y="21060"/>
                      <a:pt x="25838" y="20758"/>
                    </a:cubicBezTo>
                    <a:cubicBezTo>
                      <a:pt x="25425" y="20357"/>
                      <a:pt x="25015" y="19957"/>
                      <a:pt x="24602" y="19555"/>
                    </a:cubicBezTo>
                    <a:cubicBezTo>
                      <a:pt x="24510" y="19465"/>
                      <a:pt x="24415" y="19375"/>
                      <a:pt x="24318" y="19280"/>
                    </a:cubicBezTo>
                    <a:cubicBezTo>
                      <a:pt x="23605" y="18582"/>
                      <a:pt x="23112" y="17960"/>
                      <a:pt x="23057" y="16945"/>
                    </a:cubicBezTo>
                    <a:cubicBezTo>
                      <a:pt x="23068" y="16800"/>
                      <a:pt x="23078" y="16655"/>
                      <a:pt x="23088" y="16508"/>
                    </a:cubicBezTo>
                    <a:cubicBezTo>
                      <a:pt x="23217" y="16482"/>
                      <a:pt x="23348" y="16457"/>
                      <a:pt x="23483" y="16433"/>
                    </a:cubicBezTo>
                    <a:cubicBezTo>
                      <a:pt x="25297" y="16043"/>
                      <a:pt x="26138" y="15310"/>
                      <a:pt x="27273" y="13885"/>
                    </a:cubicBezTo>
                    <a:cubicBezTo>
                      <a:pt x="27580" y="13515"/>
                      <a:pt x="27908" y="13195"/>
                      <a:pt x="28260" y="12868"/>
                    </a:cubicBezTo>
                    <a:cubicBezTo>
                      <a:pt x="28835" y="12293"/>
                      <a:pt x="29178" y="11827"/>
                      <a:pt x="29338" y="11008"/>
                    </a:cubicBezTo>
                    <a:cubicBezTo>
                      <a:pt x="28880" y="9143"/>
                      <a:pt x="27050" y="7695"/>
                      <a:pt x="25658" y="6513"/>
                    </a:cubicBezTo>
                    <a:cubicBezTo>
                      <a:pt x="24370" y="5395"/>
                      <a:pt x="23197" y="4135"/>
                      <a:pt x="22003" y="2915"/>
                    </a:cubicBezTo>
                    <a:cubicBezTo>
                      <a:pt x="20230" y="1118"/>
                      <a:pt x="20230" y="1118"/>
                      <a:pt x="18947" y="898"/>
                    </a:cubicBezTo>
                    <a:cubicBezTo>
                      <a:pt x="17003" y="1248"/>
                      <a:pt x="15245" y="3258"/>
                      <a:pt x="14088" y="475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59" name="gavel vector"/>
              <p:cNvSpPr/>
              <p:nvPr/>
            </p:nvSpPr>
            <p:spPr>
              <a:xfrm>
                <a:off x="12015209" y="9415467"/>
                <a:ext cx="222268" cy="74684"/>
              </a:xfrm>
              <a:custGeom>
                <a:avLst/>
                <a:gdLst/>
                <a:ahLst/>
                <a:cxnLst/>
                <a:rect l="0" t="0" r="r" b="b"/>
                <a:pathLst>
                  <a:path w="24308" h="8168" fill="norm" stroke="0">
                    <a:moveTo>
                      <a:pt x="8615" y="20"/>
                    </a:moveTo>
                    <a:cubicBezTo>
                      <a:pt x="8727" y="20"/>
                      <a:pt x="8727" y="20"/>
                      <a:pt x="9297" y="17"/>
                    </a:cubicBezTo>
                    <a:cubicBezTo>
                      <a:pt x="9775" y="15"/>
                      <a:pt x="10250" y="15"/>
                      <a:pt x="10727" y="15"/>
                    </a:cubicBezTo>
                    <a:cubicBezTo>
                      <a:pt x="11450" y="15"/>
                      <a:pt x="12172" y="10"/>
                      <a:pt x="12895" y="5"/>
                    </a:cubicBezTo>
                    <a:cubicBezTo>
                      <a:pt x="13358" y="5"/>
                      <a:pt x="13822" y="5"/>
                      <a:pt x="14287" y="5"/>
                    </a:cubicBezTo>
                    <a:cubicBezTo>
                      <a:pt x="14500" y="3"/>
                      <a:pt x="14713" y="0"/>
                      <a:pt x="14933" y="0"/>
                    </a:cubicBezTo>
                    <a:cubicBezTo>
                      <a:pt x="17080" y="7"/>
                      <a:pt x="18885" y="332"/>
                      <a:pt x="20672" y="1547"/>
                    </a:cubicBezTo>
                    <a:cubicBezTo>
                      <a:pt x="20940" y="1720"/>
                      <a:pt x="21205" y="1895"/>
                      <a:pt x="21473" y="2070"/>
                    </a:cubicBezTo>
                    <a:cubicBezTo>
                      <a:pt x="21600" y="2152"/>
                      <a:pt x="21727" y="2237"/>
                      <a:pt x="21860" y="2322"/>
                    </a:cubicBezTo>
                    <a:cubicBezTo>
                      <a:pt x="22365" y="2632"/>
                      <a:pt x="22890" y="2888"/>
                      <a:pt x="23430" y="3135"/>
                    </a:cubicBezTo>
                    <a:cubicBezTo>
                      <a:pt x="23750" y="3312"/>
                      <a:pt x="23750" y="3312"/>
                      <a:pt x="24250" y="3812"/>
                    </a:cubicBezTo>
                    <a:cubicBezTo>
                      <a:pt x="24308" y="4435"/>
                      <a:pt x="24308" y="4435"/>
                      <a:pt x="24297" y="5172"/>
                    </a:cubicBezTo>
                    <a:cubicBezTo>
                      <a:pt x="24295" y="5412"/>
                      <a:pt x="24295" y="5655"/>
                      <a:pt x="24293" y="5905"/>
                    </a:cubicBezTo>
                    <a:cubicBezTo>
                      <a:pt x="24235" y="6815"/>
                      <a:pt x="24235" y="6815"/>
                      <a:pt x="24000" y="7312"/>
                    </a:cubicBezTo>
                    <a:cubicBezTo>
                      <a:pt x="22830" y="8138"/>
                      <a:pt x="21495" y="8168"/>
                      <a:pt x="20118" y="8150"/>
                    </a:cubicBezTo>
                    <a:cubicBezTo>
                      <a:pt x="19912" y="8152"/>
                      <a:pt x="19705" y="8152"/>
                      <a:pt x="19493" y="8152"/>
                    </a:cubicBezTo>
                    <a:cubicBezTo>
                      <a:pt x="18818" y="8152"/>
                      <a:pt x="18142" y="8150"/>
                      <a:pt x="17467" y="8145"/>
                    </a:cubicBezTo>
                    <a:cubicBezTo>
                      <a:pt x="16995" y="8142"/>
                      <a:pt x="16523" y="8142"/>
                      <a:pt x="16053" y="8142"/>
                    </a:cubicBezTo>
                    <a:cubicBezTo>
                      <a:pt x="15065" y="8142"/>
                      <a:pt x="14080" y="8138"/>
                      <a:pt x="13095" y="8132"/>
                    </a:cubicBezTo>
                    <a:cubicBezTo>
                      <a:pt x="11830" y="8125"/>
                      <a:pt x="10568" y="8122"/>
                      <a:pt x="9305" y="8122"/>
                    </a:cubicBezTo>
                    <a:cubicBezTo>
                      <a:pt x="8332" y="8120"/>
                      <a:pt x="7360" y="8118"/>
                      <a:pt x="6388" y="8115"/>
                    </a:cubicBezTo>
                    <a:cubicBezTo>
                      <a:pt x="5920" y="8112"/>
                      <a:pt x="5455" y="8112"/>
                      <a:pt x="4987" y="8112"/>
                    </a:cubicBezTo>
                    <a:cubicBezTo>
                      <a:pt x="4338" y="8110"/>
                      <a:pt x="3688" y="8105"/>
                      <a:pt x="3037" y="8102"/>
                    </a:cubicBezTo>
                    <a:cubicBezTo>
                      <a:pt x="2845" y="8102"/>
                      <a:pt x="2652" y="8102"/>
                      <a:pt x="2455" y="8102"/>
                    </a:cubicBezTo>
                    <a:cubicBezTo>
                      <a:pt x="1600" y="8095"/>
                      <a:pt x="822" y="8082"/>
                      <a:pt x="0" y="7812"/>
                    </a:cubicBezTo>
                    <a:cubicBezTo>
                      <a:pt x="0" y="7565"/>
                      <a:pt x="0" y="7317"/>
                      <a:pt x="0" y="7062"/>
                    </a:cubicBezTo>
                    <a:cubicBezTo>
                      <a:pt x="225" y="7062"/>
                      <a:pt x="450" y="7062"/>
                      <a:pt x="680" y="7062"/>
                    </a:cubicBezTo>
                    <a:cubicBezTo>
                      <a:pt x="2818" y="7070"/>
                      <a:pt x="4953" y="7072"/>
                      <a:pt x="7088" y="7075"/>
                    </a:cubicBezTo>
                    <a:cubicBezTo>
                      <a:pt x="8188" y="7075"/>
                      <a:pt x="9285" y="7077"/>
                      <a:pt x="10382" y="7080"/>
                    </a:cubicBezTo>
                    <a:cubicBezTo>
                      <a:pt x="11445" y="7082"/>
                      <a:pt x="12507" y="7085"/>
                      <a:pt x="13572" y="7085"/>
                    </a:cubicBezTo>
                    <a:cubicBezTo>
                      <a:pt x="13973" y="7085"/>
                      <a:pt x="14375" y="7088"/>
                      <a:pt x="14775" y="7088"/>
                    </a:cubicBezTo>
                    <a:cubicBezTo>
                      <a:pt x="17693" y="7098"/>
                      <a:pt x="20590" y="6990"/>
                      <a:pt x="23500" y="6812"/>
                    </a:cubicBezTo>
                    <a:cubicBezTo>
                      <a:pt x="23500" y="5822"/>
                      <a:pt x="23500" y="4832"/>
                      <a:pt x="23500" y="3812"/>
                    </a:cubicBezTo>
                    <a:cubicBezTo>
                      <a:pt x="23243" y="3750"/>
                      <a:pt x="22985" y="3688"/>
                      <a:pt x="22720" y="3625"/>
                    </a:cubicBezTo>
                    <a:cubicBezTo>
                      <a:pt x="21755" y="3350"/>
                      <a:pt x="21055" y="2895"/>
                      <a:pt x="20250" y="2312"/>
                    </a:cubicBezTo>
                    <a:cubicBezTo>
                      <a:pt x="18360" y="1067"/>
                      <a:pt x="16685" y="697"/>
                      <a:pt x="14443" y="720"/>
                    </a:cubicBezTo>
                    <a:cubicBezTo>
                      <a:pt x="14205" y="720"/>
                      <a:pt x="13967" y="720"/>
                      <a:pt x="13720" y="720"/>
                    </a:cubicBezTo>
                    <a:cubicBezTo>
                      <a:pt x="13220" y="723"/>
                      <a:pt x="12720" y="723"/>
                      <a:pt x="12220" y="727"/>
                    </a:cubicBezTo>
                    <a:cubicBezTo>
                      <a:pt x="11580" y="733"/>
                      <a:pt x="10943" y="733"/>
                      <a:pt x="10303" y="733"/>
                    </a:cubicBezTo>
                    <a:cubicBezTo>
                      <a:pt x="9688" y="730"/>
                      <a:pt x="9072" y="735"/>
                      <a:pt x="8460" y="737"/>
                    </a:cubicBezTo>
                    <a:cubicBezTo>
                      <a:pt x="8230" y="737"/>
                      <a:pt x="8003" y="737"/>
                      <a:pt x="7767" y="735"/>
                    </a:cubicBezTo>
                    <a:cubicBezTo>
                      <a:pt x="6638" y="747"/>
                      <a:pt x="5760" y="793"/>
                      <a:pt x="4750" y="1312"/>
                    </a:cubicBezTo>
                    <a:cubicBezTo>
                      <a:pt x="4582" y="1385"/>
                      <a:pt x="4415" y="1460"/>
                      <a:pt x="4245" y="1535"/>
                    </a:cubicBezTo>
                    <a:cubicBezTo>
                      <a:pt x="3385" y="1947"/>
                      <a:pt x="2662" y="2355"/>
                      <a:pt x="1955" y="3000"/>
                    </a:cubicBezTo>
                    <a:cubicBezTo>
                      <a:pt x="1410" y="3485"/>
                      <a:pt x="1297" y="3557"/>
                      <a:pt x="533" y="3640"/>
                    </a:cubicBezTo>
                    <a:cubicBezTo>
                      <a:pt x="445" y="3628"/>
                      <a:pt x="445" y="3628"/>
                      <a:pt x="0" y="3562"/>
                    </a:cubicBezTo>
                    <a:cubicBezTo>
                      <a:pt x="162" y="2870"/>
                      <a:pt x="162" y="2870"/>
                      <a:pt x="550" y="2610"/>
                    </a:cubicBezTo>
                    <a:cubicBezTo>
                      <a:pt x="672" y="2557"/>
                      <a:pt x="795" y="2505"/>
                      <a:pt x="922" y="2452"/>
                    </a:cubicBezTo>
                    <a:cubicBezTo>
                      <a:pt x="1487" y="2195"/>
                      <a:pt x="1990" y="1915"/>
                      <a:pt x="2500" y="1562"/>
                    </a:cubicBezTo>
                    <a:cubicBezTo>
                      <a:pt x="4495" y="207"/>
                      <a:pt x="6235" y="23"/>
                      <a:pt x="8615" y="20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60" name="gavel vector"/>
              <p:cNvSpPr/>
              <p:nvPr/>
            </p:nvSpPr>
            <p:spPr>
              <a:xfrm>
                <a:off x="12015215" y="9410735"/>
                <a:ext cx="231823" cy="85725"/>
              </a:xfrm>
              <a:custGeom>
                <a:avLst/>
                <a:gdLst/>
                <a:ahLst/>
                <a:cxnLst/>
                <a:rect l="0" t="0" r="r" b="b"/>
                <a:pathLst>
                  <a:path w="25352" h="9375" fill="norm" stroke="0">
                    <a:moveTo>
                      <a:pt x="8465" y="37"/>
                    </a:moveTo>
                    <a:cubicBezTo>
                      <a:pt x="8700" y="37"/>
                      <a:pt x="8938" y="35"/>
                      <a:pt x="9180" y="35"/>
                    </a:cubicBezTo>
                    <a:cubicBezTo>
                      <a:pt x="9680" y="32"/>
                      <a:pt x="10178" y="32"/>
                      <a:pt x="10675" y="32"/>
                    </a:cubicBezTo>
                    <a:cubicBezTo>
                      <a:pt x="11182" y="32"/>
                      <a:pt x="11688" y="32"/>
                      <a:pt x="12195" y="27"/>
                    </a:cubicBezTo>
                    <a:cubicBezTo>
                      <a:pt x="12930" y="22"/>
                      <a:pt x="13668" y="22"/>
                      <a:pt x="14402" y="22"/>
                    </a:cubicBezTo>
                    <a:cubicBezTo>
                      <a:pt x="14515" y="20"/>
                      <a:pt x="14515" y="20"/>
                      <a:pt x="15077" y="17"/>
                    </a:cubicBezTo>
                    <a:cubicBezTo>
                      <a:pt x="17155" y="25"/>
                      <a:pt x="19202" y="77"/>
                      <a:pt x="20750" y="1580"/>
                    </a:cubicBezTo>
                    <a:cubicBezTo>
                      <a:pt x="21472" y="2185"/>
                      <a:pt x="22105" y="2472"/>
                      <a:pt x="23000" y="2752"/>
                    </a:cubicBezTo>
                    <a:cubicBezTo>
                      <a:pt x="23942" y="3115"/>
                      <a:pt x="24435" y="3402"/>
                      <a:pt x="24922" y="4297"/>
                    </a:cubicBezTo>
                    <a:cubicBezTo>
                      <a:pt x="25287" y="5227"/>
                      <a:pt x="25352" y="5897"/>
                      <a:pt x="25000" y="6830"/>
                    </a:cubicBezTo>
                    <a:cubicBezTo>
                      <a:pt x="24952" y="6962"/>
                      <a:pt x="24905" y="7092"/>
                      <a:pt x="24857" y="7230"/>
                    </a:cubicBezTo>
                    <a:cubicBezTo>
                      <a:pt x="24452" y="8178"/>
                      <a:pt x="23947" y="8647"/>
                      <a:pt x="23000" y="9080"/>
                    </a:cubicBezTo>
                    <a:cubicBezTo>
                      <a:pt x="22465" y="9172"/>
                      <a:pt x="21995" y="9227"/>
                      <a:pt x="21460" y="9250"/>
                    </a:cubicBezTo>
                    <a:cubicBezTo>
                      <a:pt x="21385" y="9255"/>
                      <a:pt x="21385" y="9255"/>
                      <a:pt x="21002" y="9275"/>
                    </a:cubicBezTo>
                    <a:cubicBezTo>
                      <a:pt x="18967" y="9375"/>
                      <a:pt x="16930" y="9360"/>
                      <a:pt x="14892" y="9355"/>
                    </a:cubicBezTo>
                    <a:cubicBezTo>
                      <a:pt x="14460" y="9352"/>
                      <a:pt x="14027" y="9352"/>
                      <a:pt x="13595" y="9352"/>
                    </a:cubicBezTo>
                    <a:cubicBezTo>
                      <a:pt x="12470" y="9352"/>
                      <a:pt x="11345" y="9350"/>
                      <a:pt x="10220" y="9347"/>
                    </a:cubicBezTo>
                    <a:cubicBezTo>
                      <a:pt x="9067" y="9345"/>
                      <a:pt x="7915" y="9342"/>
                      <a:pt x="6760" y="9342"/>
                    </a:cubicBezTo>
                    <a:cubicBezTo>
                      <a:pt x="4507" y="9340"/>
                      <a:pt x="2252" y="9335"/>
                      <a:pt x="0" y="9330"/>
                    </a:cubicBezTo>
                    <a:cubicBezTo>
                      <a:pt x="0" y="9000"/>
                      <a:pt x="0" y="8670"/>
                      <a:pt x="0" y="8330"/>
                    </a:cubicBezTo>
                    <a:cubicBezTo>
                      <a:pt x="57" y="8330"/>
                      <a:pt x="57" y="8330"/>
                      <a:pt x="342" y="8330"/>
                    </a:cubicBezTo>
                    <a:cubicBezTo>
                      <a:pt x="3100" y="8342"/>
                      <a:pt x="5855" y="8350"/>
                      <a:pt x="8612" y="8355"/>
                    </a:cubicBezTo>
                    <a:cubicBezTo>
                      <a:pt x="9945" y="8357"/>
                      <a:pt x="11280" y="8362"/>
                      <a:pt x="12612" y="8367"/>
                    </a:cubicBezTo>
                    <a:cubicBezTo>
                      <a:pt x="13775" y="8372"/>
                      <a:pt x="14938" y="8375"/>
                      <a:pt x="16100" y="8377"/>
                    </a:cubicBezTo>
                    <a:cubicBezTo>
                      <a:pt x="16715" y="8377"/>
                      <a:pt x="17330" y="8380"/>
                      <a:pt x="17945" y="8382"/>
                    </a:cubicBezTo>
                    <a:cubicBezTo>
                      <a:pt x="18632" y="8385"/>
                      <a:pt x="19320" y="8387"/>
                      <a:pt x="20010" y="8387"/>
                    </a:cubicBezTo>
                    <a:cubicBezTo>
                      <a:pt x="20210" y="8387"/>
                      <a:pt x="20412" y="8390"/>
                      <a:pt x="20620" y="8392"/>
                    </a:cubicBezTo>
                    <a:cubicBezTo>
                      <a:pt x="21827" y="8387"/>
                      <a:pt x="22862" y="8232"/>
                      <a:pt x="24000" y="7830"/>
                    </a:cubicBezTo>
                    <a:cubicBezTo>
                      <a:pt x="24035" y="7262"/>
                      <a:pt x="24057" y="6695"/>
                      <a:pt x="24077" y="6127"/>
                    </a:cubicBezTo>
                    <a:cubicBezTo>
                      <a:pt x="24090" y="5965"/>
                      <a:pt x="24100" y="5805"/>
                      <a:pt x="24110" y="5640"/>
                    </a:cubicBezTo>
                    <a:cubicBezTo>
                      <a:pt x="24122" y="5175"/>
                      <a:pt x="24112" y="4780"/>
                      <a:pt x="24000" y="4330"/>
                    </a:cubicBezTo>
                    <a:cubicBezTo>
                      <a:pt x="23555" y="3965"/>
                      <a:pt x="23262" y="3803"/>
                      <a:pt x="22750" y="3580"/>
                    </a:cubicBezTo>
                    <a:cubicBezTo>
                      <a:pt x="22465" y="3418"/>
                      <a:pt x="22180" y="3252"/>
                      <a:pt x="21897" y="3087"/>
                    </a:cubicBezTo>
                    <a:cubicBezTo>
                      <a:pt x="21592" y="2912"/>
                      <a:pt x="21290" y="2737"/>
                      <a:pt x="20985" y="2565"/>
                    </a:cubicBezTo>
                    <a:cubicBezTo>
                      <a:pt x="20832" y="2475"/>
                      <a:pt x="20678" y="2387"/>
                      <a:pt x="20520" y="2297"/>
                    </a:cubicBezTo>
                    <a:cubicBezTo>
                      <a:pt x="20097" y="2055"/>
                      <a:pt x="19675" y="1817"/>
                      <a:pt x="19250" y="1580"/>
                    </a:cubicBezTo>
                    <a:cubicBezTo>
                      <a:pt x="19080" y="1482"/>
                      <a:pt x="18910" y="1385"/>
                      <a:pt x="18735" y="1282"/>
                    </a:cubicBezTo>
                    <a:cubicBezTo>
                      <a:pt x="17360" y="705"/>
                      <a:pt x="15840" y="790"/>
                      <a:pt x="14377" y="787"/>
                    </a:cubicBezTo>
                    <a:cubicBezTo>
                      <a:pt x="14265" y="787"/>
                      <a:pt x="14265" y="787"/>
                      <a:pt x="13692" y="785"/>
                    </a:cubicBezTo>
                    <a:cubicBezTo>
                      <a:pt x="13215" y="782"/>
                      <a:pt x="12737" y="782"/>
                      <a:pt x="12260" y="782"/>
                    </a:cubicBezTo>
                    <a:cubicBezTo>
                      <a:pt x="11535" y="782"/>
                      <a:pt x="10810" y="777"/>
                      <a:pt x="10085" y="772"/>
                    </a:cubicBezTo>
                    <a:cubicBezTo>
                      <a:pt x="9620" y="772"/>
                      <a:pt x="9155" y="772"/>
                      <a:pt x="8690" y="772"/>
                    </a:cubicBezTo>
                    <a:cubicBezTo>
                      <a:pt x="8475" y="770"/>
                      <a:pt x="8260" y="767"/>
                      <a:pt x="8040" y="767"/>
                    </a:cubicBezTo>
                    <a:cubicBezTo>
                      <a:pt x="6242" y="772"/>
                      <a:pt x="4632" y="1020"/>
                      <a:pt x="3062" y="1940"/>
                    </a:cubicBezTo>
                    <a:cubicBezTo>
                      <a:pt x="2972" y="1990"/>
                      <a:pt x="2972" y="1990"/>
                      <a:pt x="2520" y="2250"/>
                    </a:cubicBezTo>
                    <a:cubicBezTo>
                      <a:pt x="2000" y="2580"/>
                      <a:pt x="2000" y="2580"/>
                      <a:pt x="1470" y="2985"/>
                    </a:cubicBezTo>
                    <a:cubicBezTo>
                      <a:pt x="975" y="3347"/>
                      <a:pt x="600" y="3472"/>
                      <a:pt x="0" y="3580"/>
                    </a:cubicBezTo>
                    <a:cubicBezTo>
                      <a:pt x="0" y="3250"/>
                      <a:pt x="0" y="2920"/>
                      <a:pt x="0" y="2580"/>
                    </a:cubicBezTo>
                    <a:cubicBezTo>
                      <a:pt x="290" y="2537"/>
                      <a:pt x="290" y="2537"/>
                      <a:pt x="1750" y="2330"/>
                    </a:cubicBezTo>
                    <a:cubicBezTo>
                      <a:pt x="1832" y="2082"/>
                      <a:pt x="1915" y="1835"/>
                      <a:pt x="2000" y="1580"/>
                    </a:cubicBezTo>
                    <a:cubicBezTo>
                      <a:pt x="2517" y="1242"/>
                      <a:pt x="2517" y="1242"/>
                      <a:pt x="3172" y="922"/>
                    </a:cubicBezTo>
                    <a:cubicBezTo>
                      <a:pt x="3385" y="817"/>
                      <a:pt x="3597" y="710"/>
                      <a:pt x="3815" y="600"/>
                    </a:cubicBezTo>
                    <a:cubicBezTo>
                      <a:pt x="5330" y="0"/>
                      <a:pt x="6857" y="40"/>
                      <a:pt x="8465" y="37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61" name="gavel vector"/>
              <p:cNvSpPr/>
              <p:nvPr/>
            </p:nvSpPr>
            <p:spPr>
              <a:xfrm>
                <a:off x="12232226" y="9145189"/>
                <a:ext cx="67300" cy="70820"/>
              </a:xfrm>
              <a:custGeom>
                <a:avLst/>
                <a:gdLst/>
                <a:ahLst/>
                <a:cxnLst/>
                <a:rect l="0" t="0" r="r" b="b"/>
                <a:pathLst>
                  <a:path w="7360" h="7745" fill="norm" stroke="0">
                    <a:moveTo>
                      <a:pt x="267" y="120"/>
                    </a:moveTo>
                    <a:cubicBezTo>
                      <a:pt x="867" y="35"/>
                      <a:pt x="1327" y="0"/>
                      <a:pt x="1852" y="332"/>
                    </a:cubicBezTo>
                    <a:cubicBezTo>
                      <a:pt x="2217" y="650"/>
                      <a:pt x="2557" y="980"/>
                      <a:pt x="2898" y="1325"/>
                    </a:cubicBezTo>
                    <a:cubicBezTo>
                      <a:pt x="3023" y="1450"/>
                      <a:pt x="3150" y="1572"/>
                      <a:pt x="3280" y="1700"/>
                    </a:cubicBezTo>
                    <a:cubicBezTo>
                      <a:pt x="3543" y="1965"/>
                      <a:pt x="3807" y="2227"/>
                      <a:pt x="4067" y="2495"/>
                    </a:cubicBezTo>
                    <a:cubicBezTo>
                      <a:pt x="4470" y="2900"/>
                      <a:pt x="4875" y="3298"/>
                      <a:pt x="5285" y="3695"/>
                    </a:cubicBezTo>
                    <a:cubicBezTo>
                      <a:pt x="5543" y="3950"/>
                      <a:pt x="5797" y="4207"/>
                      <a:pt x="6053" y="4465"/>
                    </a:cubicBezTo>
                    <a:cubicBezTo>
                      <a:pt x="6175" y="4582"/>
                      <a:pt x="6297" y="4702"/>
                      <a:pt x="6422" y="4822"/>
                    </a:cubicBezTo>
                    <a:cubicBezTo>
                      <a:pt x="7007" y="5428"/>
                      <a:pt x="7342" y="5830"/>
                      <a:pt x="7360" y="6692"/>
                    </a:cubicBezTo>
                    <a:cubicBezTo>
                      <a:pt x="7267" y="7370"/>
                      <a:pt x="7267" y="7370"/>
                      <a:pt x="7017" y="7620"/>
                    </a:cubicBezTo>
                    <a:cubicBezTo>
                      <a:pt x="6410" y="7720"/>
                      <a:pt x="5965" y="7745"/>
                      <a:pt x="5432" y="7408"/>
                    </a:cubicBezTo>
                    <a:cubicBezTo>
                      <a:pt x="5062" y="7095"/>
                      <a:pt x="4720" y="6765"/>
                      <a:pt x="4380" y="6423"/>
                    </a:cubicBezTo>
                    <a:cubicBezTo>
                      <a:pt x="4252" y="6300"/>
                      <a:pt x="4125" y="6178"/>
                      <a:pt x="3995" y="6050"/>
                    </a:cubicBezTo>
                    <a:cubicBezTo>
                      <a:pt x="3730" y="5788"/>
                      <a:pt x="3465" y="5525"/>
                      <a:pt x="3202" y="5260"/>
                    </a:cubicBezTo>
                    <a:cubicBezTo>
                      <a:pt x="2800" y="4855"/>
                      <a:pt x="2390" y="4462"/>
                      <a:pt x="1977" y="4067"/>
                    </a:cubicBezTo>
                    <a:cubicBezTo>
                      <a:pt x="1720" y="3812"/>
                      <a:pt x="1462" y="3555"/>
                      <a:pt x="1207" y="3298"/>
                    </a:cubicBezTo>
                    <a:cubicBezTo>
                      <a:pt x="1085" y="3183"/>
                      <a:pt x="960" y="3065"/>
                      <a:pt x="835" y="2945"/>
                    </a:cubicBezTo>
                    <a:cubicBezTo>
                      <a:pt x="25" y="2110"/>
                      <a:pt x="25" y="2110"/>
                      <a:pt x="0" y="1393"/>
                    </a:cubicBezTo>
                    <a:cubicBezTo>
                      <a:pt x="62" y="955"/>
                      <a:pt x="145" y="543"/>
                      <a:pt x="267" y="120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62" name="gavel vector"/>
              <p:cNvSpPr/>
              <p:nvPr/>
            </p:nvSpPr>
            <p:spPr>
              <a:xfrm>
                <a:off x="12106656" y="9270667"/>
                <a:ext cx="70866" cy="67643"/>
              </a:xfrm>
              <a:custGeom>
                <a:avLst/>
                <a:gdLst/>
                <a:ahLst/>
                <a:cxnLst/>
                <a:rect l="0" t="0" r="r" b="b"/>
                <a:pathLst>
                  <a:path w="7750" h="7398" fill="norm" stroke="0">
                    <a:moveTo>
                      <a:pt x="250" y="148"/>
                    </a:moveTo>
                    <a:cubicBezTo>
                      <a:pt x="1510" y="0"/>
                      <a:pt x="1510" y="0"/>
                      <a:pt x="2105" y="365"/>
                    </a:cubicBezTo>
                    <a:cubicBezTo>
                      <a:pt x="2473" y="688"/>
                      <a:pt x="2810" y="1025"/>
                      <a:pt x="3145" y="1380"/>
                    </a:cubicBezTo>
                    <a:cubicBezTo>
                      <a:pt x="3270" y="1505"/>
                      <a:pt x="3395" y="1630"/>
                      <a:pt x="3525" y="1760"/>
                    </a:cubicBezTo>
                    <a:cubicBezTo>
                      <a:pt x="3787" y="2025"/>
                      <a:pt x="4047" y="2293"/>
                      <a:pt x="4305" y="2562"/>
                    </a:cubicBezTo>
                    <a:cubicBezTo>
                      <a:pt x="4703" y="2975"/>
                      <a:pt x="5105" y="3383"/>
                      <a:pt x="5507" y="3788"/>
                    </a:cubicBezTo>
                    <a:cubicBezTo>
                      <a:pt x="5763" y="4048"/>
                      <a:pt x="6017" y="4308"/>
                      <a:pt x="6270" y="4567"/>
                    </a:cubicBezTo>
                    <a:cubicBezTo>
                      <a:pt x="6390" y="4688"/>
                      <a:pt x="6510" y="4810"/>
                      <a:pt x="6632" y="4935"/>
                    </a:cubicBezTo>
                    <a:cubicBezTo>
                      <a:pt x="6688" y="4993"/>
                      <a:pt x="6688" y="4993"/>
                      <a:pt x="6967" y="5285"/>
                    </a:cubicBezTo>
                    <a:cubicBezTo>
                      <a:pt x="7065" y="5385"/>
                      <a:pt x="7162" y="5485"/>
                      <a:pt x="7263" y="5590"/>
                    </a:cubicBezTo>
                    <a:cubicBezTo>
                      <a:pt x="7525" y="5930"/>
                      <a:pt x="7638" y="6233"/>
                      <a:pt x="7750" y="6648"/>
                    </a:cubicBezTo>
                    <a:cubicBezTo>
                      <a:pt x="7470" y="7038"/>
                      <a:pt x="7470" y="7038"/>
                      <a:pt x="7000" y="7398"/>
                    </a:cubicBezTo>
                    <a:cubicBezTo>
                      <a:pt x="6055" y="7398"/>
                      <a:pt x="5537" y="7263"/>
                      <a:pt x="4860" y="6600"/>
                    </a:cubicBezTo>
                    <a:cubicBezTo>
                      <a:pt x="4440" y="6138"/>
                      <a:pt x="4050" y="5650"/>
                      <a:pt x="3655" y="5163"/>
                    </a:cubicBezTo>
                    <a:cubicBezTo>
                      <a:pt x="3190" y="4590"/>
                      <a:pt x="2695" y="4120"/>
                      <a:pt x="2125" y="3648"/>
                    </a:cubicBezTo>
                    <a:cubicBezTo>
                      <a:pt x="475" y="2263"/>
                      <a:pt x="475" y="2263"/>
                      <a:pt x="0" y="1398"/>
                    </a:cubicBezTo>
                    <a:cubicBezTo>
                      <a:pt x="47" y="678"/>
                      <a:pt x="47" y="678"/>
                      <a:pt x="250" y="14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63" name="gavel vector"/>
              <p:cNvSpPr/>
              <p:nvPr/>
            </p:nvSpPr>
            <p:spPr>
              <a:xfrm>
                <a:off x="12101787" y="9263564"/>
                <a:ext cx="80604" cy="82342"/>
              </a:xfrm>
              <a:custGeom>
                <a:avLst/>
                <a:gdLst/>
                <a:ahLst/>
                <a:cxnLst/>
                <a:rect l="0" t="0" r="r" b="b"/>
                <a:pathLst>
                  <a:path w="8815" h="9005" fill="norm" stroke="0">
                    <a:moveTo>
                      <a:pt x="3095" y="668"/>
                    </a:moveTo>
                    <a:cubicBezTo>
                      <a:pt x="3652" y="1210"/>
                      <a:pt x="4138" y="1803"/>
                      <a:pt x="4625" y="2408"/>
                    </a:cubicBezTo>
                    <a:cubicBezTo>
                      <a:pt x="5217" y="3135"/>
                      <a:pt x="5888" y="3715"/>
                      <a:pt x="6605" y="4312"/>
                    </a:cubicBezTo>
                    <a:cubicBezTo>
                      <a:pt x="8395" y="5827"/>
                      <a:pt x="8395" y="5827"/>
                      <a:pt x="8783" y="6675"/>
                    </a:cubicBezTo>
                    <a:cubicBezTo>
                      <a:pt x="8815" y="7345"/>
                      <a:pt x="8815" y="7345"/>
                      <a:pt x="8783" y="7925"/>
                    </a:cubicBezTo>
                    <a:cubicBezTo>
                      <a:pt x="8618" y="8008"/>
                      <a:pt x="8618" y="8008"/>
                      <a:pt x="7783" y="8425"/>
                    </a:cubicBezTo>
                    <a:cubicBezTo>
                      <a:pt x="7783" y="8590"/>
                      <a:pt x="7783" y="8755"/>
                      <a:pt x="7783" y="8925"/>
                    </a:cubicBezTo>
                    <a:cubicBezTo>
                      <a:pt x="6995" y="9005"/>
                      <a:pt x="6630" y="8990"/>
                      <a:pt x="5963" y="8540"/>
                    </a:cubicBezTo>
                    <a:cubicBezTo>
                      <a:pt x="5775" y="8370"/>
                      <a:pt x="5590" y="8195"/>
                      <a:pt x="5408" y="8018"/>
                    </a:cubicBezTo>
                    <a:cubicBezTo>
                      <a:pt x="5310" y="7928"/>
                      <a:pt x="5213" y="7835"/>
                      <a:pt x="5112" y="7743"/>
                    </a:cubicBezTo>
                    <a:cubicBezTo>
                      <a:pt x="4457" y="7125"/>
                      <a:pt x="3868" y="6472"/>
                      <a:pt x="3310" y="5765"/>
                    </a:cubicBezTo>
                    <a:cubicBezTo>
                      <a:pt x="2517" y="4788"/>
                      <a:pt x="1575" y="3983"/>
                      <a:pt x="590" y="3202"/>
                    </a:cubicBezTo>
                    <a:cubicBezTo>
                      <a:pt x="213" y="2860"/>
                      <a:pt x="48" y="2577"/>
                      <a:pt x="0" y="2065"/>
                    </a:cubicBezTo>
                    <a:cubicBezTo>
                      <a:pt x="0" y="1935"/>
                      <a:pt x="0" y="1808"/>
                      <a:pt x="0" y="1675"/>
                    </a:cubicBezTo>
                    <a:cubicBezTo>
                      <a:pt x="0" y="1545"/>
                      <a:pt x="0" y="1418"/>
                      <a:pt x="0" y="1283"/>
                    </a:cubicBezTo>
                    <a:cubicBezTo>
                      <a:pt x="33" y="925"/>
                      <a:pt x="33" y="925"/>
                      <a:pt x="283" y="425"/>
                    </a:cubicBezTo>
                    <a:cubicBezTo>
                      <a:pt x="1265" y="125"/>
                      <a:pt x="2237" y="0"/>
                      <a:pt x="3095" y="668"/>
                    </a:cubicBezTo>
                    <a:close/>
                    <a:moveTo>
                      <a:pt x="783" y="925"/>
                    </a:moveTo>
                    <a:cubicBezTo>
                      <a:pt x="580" y="1455"/>
                      <a:pt x="580" y="1455"/>
                      <a:pt x="533" y="2175"/>
                    </a:cubicBezTo>
                    <a:cubicBezTo>
                      <a:pt x="1125" y="3253"/>
                      <a:pt x="2160" y="4010"/>
                      <a:pt x="3092" y="4783"/>
                    </a:cubicBezTo>
                    <a:cubicBezTo>
                      <a:pt x="3543" y="5183"/>
                      <a:pt x="3915" y="5602"/>
                      <a:pt x="4298" y="6065"/>
                    </a:cubicBezTo>
                    <a:cubicBezTo>
                      <a:pt x="5650" y="7680"/>
                      <a:pt x="5650" y="7680"/>
                      <a:pt x="6533" y="8175"/>
                    </a:cubicBezTo>
                    <a:cubicBezTo>
                      <a:pt x="7220" y="8175"/>
                      <a:pt x="7220" y="8175"/>
                      <a:pt x="7783" y="7925"/>
                    </a:cubicBezTo>
                    <a:cubicBezTo>
                      <a:pt x="8068" y="7533"/>
                      <a:pt x="8068" y="7533"/>
                      <a:pt x="8283" y="7175"/>
                    </a:cubicBezTo>
                    <a:cubicBezTo>
                      <a:pt x="7115" y="5815"/>
                      <a:pt x="5920" y="4488"/>
                      <a:pt x="4668" y="3207"/>
                    </a:cubicBezTo>
                    <a:cubicBezTo>
                      <a:pt x="4483" y="3018"/>
                      <a:pt x="4298" y="2825"/>
                      <a:pt x="4115" y="2630"/>
                    </a:cubicBezTo>
                    <a:cubicBezTo>
                      <a:pt x="2585" y="1005"/>
                      <a:pt x="2585" y="1005"/>
                      <a:pt x="1818" y="800"/>
                    </a:cubicBezTo>
                    <a:cubicBezTo>
                      <a:pt x="1400" y="800"/>
                      <a:pt x="1400" y="800"/>
                      <a:pt x="783" y="925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64" name="gavel vector"/>
              <p:cNvSpPr/>
              <p:nvPr/>
            </p:nvSpPr>
            <p:spPr>
              <a:xfrm>
                <a:off x="12223242" y="9140182"/>
                <a:ext cx="80216" cy="82319"/>
              </a:xfrm>
              <a:custGeom>
                <a:avLst/>
                <a:gdLst/>
                <a:ahLst/>
                <a:cxnLst/>
                <a:rect l="0" t="0" r="r" b="b"/>
                <a:pathLst>
                  <a:path w="8773" h="9003" fill="norm" stroke="0">
                    <a:moveTo>
                      <a:pt x="750" y="168"/>
                    </a:moveTo>
                    <a:cubicBezTo>
                      <a:pt x="1533" y="40"/>
                      <a:pt x="2220" y="0"/>
                      <a:pt x="3000" y="168"/>
                    </a:cubicBezTo>
                    <a:cubicBezTo>
                      <a:pt x="3543" y="638"/>
                      <a:pt x="3932" y="1123"/>
                      <a:pt x="4348" y="1705"/>
                    </a:cubicBezTo>
                    <a:cubicBezTo>
                      <a:pt x="4815" y="2243"/>
                      <a:pt x="5075" y="2270"/>
                      <a:pt x="5750" y="2418"/>
                    </a:cubicBezTo>
                    <a:cubicBezTo>
                      <a:pt x="5918" y="2768"/>
                      <a:pt x="6082" y="3120"/>
                      <a:pt x="6237" y="3477"/>
                    </a:cubicBezTo>
                    <a:cubicBezTo>
                      <a:pt x="6693" y="4238"/>
                      <a:pt x="7385" y="4735"/>
                      <a:pt x="8065" y="5288"/>
                    </a:cubicBezTo>
                    <a:cubicBezTo>
                      <a:pt x="8500" y="5668"/>
                      <a:pt x="8500" y="5668"/>
                      <a:pt x="8750" y="6168"/>
                    </a:cubicBezTo>
                    <a:cubicBezTo>
                      <a:pt x="8767" y="6640"/>
                      <a:pt x="8773" y="7102"/>
                      <a:pt x="8765" y="7572"/>
                    </a:cubicBezTo>
                    <a:cubicBezTo>
                      <a:pt x="8765" y="7702"/>
                      <a:pt x="8763" y="7832"/>
                      <a:pt x="8763" y="7965"/>
                    </a:cubicBezTo>
                    <a:cubicBezTo>
                      <a:pt x="8760" y="8283"/>
                      <a:pt x="8755" y="8600"/>
                      <a:pt x="8750" y="8918"/>
                    </a:cubicBezTo>
                    <a:cubicBezTo>
                      <a:pt x="7662" y="9003"/>
                      <a:pt x="6727" y="8910"/>
                      <a:pt x="5870" y="8197"/>
                    </a:cubicBezTo>
                    <a:cubicBezTo>
                      <a:pt x="5195" y="7575"/>
                      <a:pt x="4575" y="6905"/>
                      <a:pt x="3953" y="6230"/>
                    </a:cubicBezTo>
                    <a:cubicBezTo>
                      <a:pt x="3630" y="5888"/>
                      <a:pt x="3303" y="5548"/>
                      <a:pt x="2977" y="5205"/>
                    </a:cubicBezTo>
                    <a:cubicBezTo>
                      <a:pt x="2767" y="4988"/>
                      <a:pt x="2560" y="4768"/>
                      <a:pt x="2352" y="4548"/>
                    </a:cubicBezTo>
                    <a:cubicBezTo>
                      <a:pt x="1618" y="3775"/>
                      <a:pt x="852" y="3062"/>
                      <a:pt x="0" y="2418"/>
                    </a:cubicBezTo>
                    <a:cubicBezTo>
                      <a:pt x="140" y="1577"/>
                      <a:pt x="355" y="920"/>
                      <a:pt x="750" y="168"/>
                    </a:cubicBezTo>
                    <a:close/>
                    <a:moveTo>
                      <a:pt x="1250" y="668"/>
                    </a:moveTo>
                    <a:cubicBezTo>
                      <a:pt x="835" y="2095"/>
                      <a:pt x="835" y="2095"/>
                      <a:pt x="1193" y="2798"/>
                    </a:cubicBezTo>
                    <a:cubicBezTo>
                      <a:pt x="1505" y="3175"/>
                      <a:pt x="1835" y="3510"/>
                      <a:pt x="2190" y="3845"/>
                    </a:cubicBezTo>
                    <a:cubicBezTo>
                      <a:pt x="2253" y="3910"/>
                      <a:pt x="2253" y="3910"/>
                      <a:pt x="2568" y="4225"/>
                    </a:cubicBezTo>
                    <a:cubicBezTo>
                      <a:pt x="2832" y="4488"/>
                      <a:pt x="3100" y="4748"/>
                      <a:pt x="3370" y="5005"/>
                    </a:cubicBezTo>
                    <a:cubicBezTo>
                      <a:pt x="3780" y="5400"/>
                      <a:pt x="4182" y="5805"/>
                      <a:pt x="4585" y="6210"/>
                    </a:cubicBezTo>
                    <a:cubicBezTo>
                      <a:pt x="4842" y="6462"/>
                      <a:pt x="5102" y="6717"/>
                      <a:pt x="5362" y="6970"/>
                    </a:cubicBezTo>
                    <a:cubicBezTo>
                      <a:pt x="5483" y="7092"/>
                      <a:pt x="5602" y="7212"/>
                      <a:pt x="5725" y="7335"/>
                    </a:cubicBezTo>
                    <a:cubicBezTo>
                      <a:pt x="6325" y="7903"/>
                      <a:pt x="6608" y="8150"/>
                      <a:pt x="7445" y="8258"/>
                    </a:cubicBezTo>
                    <a:cubicBezTo>
                      <a:pt x="8000" y="8168"/>
                      <a:pt x="8000" y="8168"/>
                      <a:pt x="8250" y="7918"/>
                    </a:cubicBezTo>
                    <a:cubicBezTo>
                      <a:pt x="8415" y="6690"/>
                      <a:pt x="8415" y="6690"/>
                      <a:pt x="8035" y="6060"/>
                    </a:cubicBezTo>
                    <a:cubicBezTo>
                      <a:pt x="7717" y="5692"/>
                      <a:pt x="7385" y="5352"/>
                      <a:pt x="7035" y="5013"/>
                    </a:cubicBezTo>
                    <a:cubicBezTo>
                      <a:pt x="6912" y="4888"/>
                      <a:pt x="6787" y="4763"/>
                      <a:pt x="6658" y="4633"/>
                    </a:cubicBezTo>
                    <a:cubicBezTo>
                      <a:pt x="6395" y="4370"/>
                      <a:pt x="6130" y="4108"/>
                      <a:pt x="5862" y="3847"/>
                    </a:cubicBezTo>
                    <a:cubicBezTo>
                      <a:pt x="5455" y="3450"/>
                      <a:pt x="5053" y="3045"/>
                      <a:pt x="4655" y="2638"/>
                    </a:cubicBezTo>
                    <a:cubicBezTo>
                      <a:pt x="4398" y="2383"/>
                      <a:pt x="4138" y="2128"/>
                      <a:pt x="3880" y="1873"/>
                    </a:cubicBezTo>
                    <a:cubicBezTo>
                      <a:pt x="3820" y="1812"/>
                      <a:pt x="3820" y="1812"/>
                      <a:pt x="3517" y="1505"/>
                    </a:cubicBezTo>
                    <a:cubicBezTo>
                      <a:pt x="2910" y="923"/>
                      <a:pt x="2650" y="683"/>
                      <a:pt x="1790" y="592"/>
                    </a:cubicBezTo>
                    <a:cubicBezTo>
                      <a:pt x="1610" y="618"/>
                      <a:pt x="1432" y="643"/>
                      <a:pt x="1250" y="668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65" name="gavel vector"/>
              <p:cNvSpPr/>
              <p:nvPr/>
            </p:nvSpPr>
            <p:spPr>
              <a:xfrm>
                <a:off x="12111228" y="9274302"/>
                <a:ext cx="59436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6500" h="6500" fill="norm" stroke="0">
                    <a:moveTo>
                      <a:pt x="250" y="0"/>
                    </a:moveTo>
                    <a:cubicBezTo>
                      <a:pt x="800" y="40"/>
                      <a:pt x="1150" y="145"/>
                      <a:pt x="1533" y="548"/>
                    </a:cubicBezTo>
                    <a:cubicBezTo>
                      <a:pt x="1737" y="808"/>
                      <a:pt x="1943" y="1070"/>
                      <a:pt x="2145" y="1330"/>
                    </a:cubicBezTo>
                    <a:cubicBezTo>
                      <a:pt x="2523" y="1778"/>
                      <a:pt x="2925" y="2130"/>
                      <a:pt x="3375" y="2500"/>
                    </a:cubicBezTo>
                    <a:cubicBezTo>
                      <a:pt x="4082" y="3085"/>
                      <a:pt x="4648" y="3700"/>
                      <a:pt x="5217" y="4420"/>
                    </a:cubicBezTo>
                    <a:cubicBezTo>
                      <a:pt x="5592" y="4857"/>
                      <a:pt x="6020" y="5180"/>
                      <a:pt x="6500" y="5500"/>
                    </a:cubicBezTo>
                    <a:cubicBezTo>
                      <a:pt x="6418" y="5830"/>
                      <a:pt x="6335" y="6160"/>
                      <a:pt x="6250" y="6500"/>
                    </a:cubicBezTo>
                    <a:cubicBezTo>
                      <a:pt x="5243" y="6378"/>
                      <a:pt x="4803" y="5837"/>
                      <a:pt x="4188" y="5095"/>
                    </a:cubicBezTo>
                    <a:cubicBezTo>
                      <a:pt x="3102" y="3832"/>
                      <a:pt x="1928" y="2768"/>
                      <a:pt x="645" y="1705"/>
                    </a:cubicBezTo>
                    <a:cubicBezTo>
                      <a:pt x="360" y="1452"/>
                      <a:pt x="360" y="1452"/>
                      <a:pt x="0" y="1000"/>
                    </a:cubicBezTo>
                    <a:cubicBezTo>
                      <a:pt x="62" y="438"/>
                      <a:pt x="62" y="438"/>
                      <a:pt x="250" y="0"/>
                    </a:cubicBezTo>
                    <a:close/>
                  </a:path>
                </a:pathLst>
              </a:custGeom>
              <a:solidFill>
                <a:srgbClr val="EBF1F2"/>
              </a:solidFill>
              <a:ln w="0">
                <a:noFill/>
              </a:ln>
            </p:spPr>
          </p:sp>
          <p:sp>
            <p:nvSpPr>
              <p:cNvPr id="1066" name="gavel vector"/>
              <p:cNvSpPr/>
              <p:nvPr/>
            </p:nvSpPr>
            <p:spPr>
              <a:xfrm>
                <a:off x="12236958" y="9150858"/>
                <a:ext cx="57790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6320" h="6500" fill="norm" stroke="0">
                    <a:moveTo>
                      <a:pt x="0" y="0"/>
                    </a:moveTo>
                    <a:cubicBezTo>
                      <a:pt x="1037" y="133"/>
                      <a:pt x="1540" y="678"/>
                      <a:pt x="2245" y="1388"/>
                    </a:cubicBezTo>
                    <a:cubicBezTo>
                      <a:pt x="2360" y="1503"/>
                      <a:pt x="2477" y="1615"/>
                      <a:pt x="2595" y="1732"/>
                    </a:cubicBezTo>
                    <a:cubicBezTo>
                      <a:pt x="2838" y="1972"/>
                      <a:pt x="3078" y="2215"/>
                      <a:pt x="3318" y="2457"/>
                    </a:cubicBezTo>
                    <a:cubicBezTo>
                      <a:pt x="3688" y="2827"/>
                      <a:pt x="4060" y="3192"/>
                      <a:pt x="4432" y="3558"/>
                    </a:cubicBezTo>
                    <a:cubicBezTo>
                      <a:pt x="4668" y="3793"/>
                      <a:pt x="4902" y="4028"/>
                      <a:pt x="5138" y="4263"/>
                    </a:cubicBezTo>
                    <a:cubicBezTo>
                      <a:pt x="5247" y="4372"/>
                      <a:pt x="5360" y="4480"/>
                      <a:pt x="5475" y="4592"/>
                    </a:cubicBezTo>
                    <a:cubicBezTo>
                      <a:pt x="6235" y="5370"/>
                      <a:pt x="6235" y="5370"/>
                      <a:pt x="6320" y="6077"/>
                    </a:cubicBezTo>
                    <a:cubicBezTo>
                      <a:pt x="6297" y="6217"/>
                      <a:pt x="6273" y="6357"/>
                      <a:pt x="6250" y="6500"/>
                    </a:cubicBezTo>
                    <a:cubicBezTo>
                      <a:pt x="5315" y="6362"/>
                      <a:pt x="4818" y="5925"/>
                      <a:pt x="4188" y="5265"/>
                    </a:cubicBezTo>
                    <a:cubicBezTo>
                      <a:pt x="4098" y="5175"/>
                      <a:pt x="4005" y="5085"/>
                      <a:pt x="3912" y="4992"/>
                    </a:cubicBezTo>
                    <a:cubicBezTo>
                      <a:pt x="3250" y="4317"/>
                      <a:pt x="3250" y="4317"/>
                      <a:pt x="3250" y="3750"/>
                    </a:cubicBezTo>
                    <a:cubicBezTo>
                      <a:pt x="3108" y="3688"/>
                      <a:pt x="2963" y="3625"/>
                      <a:pt x="2815" y="3560"/>
                    </a:cubicBezTo>
                    <a:cubicBezTo>
                      <a:pt x="2175" y="3210"/>
                      <a:pt x="1725" y="2808"/>
                      <a:pt x="1203" y="2298"/>
                    </a:cubicBezTo>
                    <a:cubicBezTo>
                      <a:pt x="1030" y="2130"/>
                      <a:pt x="855" y="1962"/>
                      <a:pt x="678" y="1793"/>
                    </a:cubicBezTo>
                    <a:cubicBezTo>
                      <a:pt x="197" y="1185"/>
                      <a:pt x="90" y="760"/>
                      <a:pt x="0" y="0"/>
                    </a:cubicBezTo>
                    <a:close/>
                  </a:path>
                </a:pathLst>
              </a:custGeom>
              <a:solidFill>
                <a:srgbClr val="EBF1F2"/>
              </a:solidFill>
              <a:ln w="0">
                <a:noFill/>
              </a:ln>
            </p:spPr>
          </p:sp>
        </p:grpSp>
        <p:grpSp>
          <p:nvGrpSpPr>
            <p:cNvPr id="1071" name="Accuracy reward"/>
            <p:cNvGrpSpPr/>
            <p:nvPr/>
          </p:nvGrpSpPr>
          <p:grpSpPr>
            <a:xfrm>
              <a:off x="12481560" y="7941564"/>
              <a:ext cx="1941614" cy="267462"/>
              <a:chOff x="12481560" y="7941564"/>
              <a:chExt cx="1941614" cy="267462"/>
            </a:xfrm>
          </p:grpSpPr>
          <p:sp>
            <p:nvSpPr>
              <p:cNvPr id="1068" name="Accuracy Reward "/>
              <p:cNvSpPr txBox="1"/>
              <p:nvPr/>
            </p:nvSpPr>
            <p:spPr>
              <a:xfrm>
                <a:off x="12481560" y="7941564"/>
                <a:ext cx="1639419" cy="2674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6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20" b="1" i="0">
                    <a:solidFill>
                      <a:srgbClr val="000000"/>
                    </a:solidFill>
                    <a:latin typeface="Times New Roman"/>
                  </a:rPr>
                  <a:t>Accuracy Reward </a:t>
                </a:r>
              </a:p>
            </p:txBody>
          </p:sp>
          <p:sp>
            <p:nvSpPr>
              <p:cNvPr id="1069" name="R"/>
              <p:cNvSpPr txBox="1"/>
              <p:nvPr/>
            </p:nvSpPr>
            <p:spPr>
              <a:xfrm>
                <a:off x="14115493" y="7941564"/>
                <a:ext cx="142718" cy="2674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6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20" b="1" i="1">
                    <a:solidFill>
                      <a:srgbClr val="000000"/>
                    </a:solidFill>
                    <a:latin typeface="Times New Roman"/>
                  </a:rPr>
                  <a:t>R</a:t>
                </a:r>
              </a:p>
            </p:txBody>
          </p:sp>
          <p:sp>
            <p:nvSpPr>
              <p:cNvPr id="1070" name="acc"/>
              <p:cNvSpPr txBox="1"/>
              <p:nvPr/>
            </p:nvSpPr>
            <p:spPr>
              <a:xfrm>
                <a:off x="14252724" y="8051292"/>
                <a:ext cx="170450" cy="15453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96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6" b="1" i="0">
                    <a:solidFill>
                      <a:srgbClr val="000000"/>
                    </a:solidFill>
                    <a:latin typeface="Times New Roman"/>
                  </a:rPr>
                  <a:t>acc</a:t>
                </a:r>
              </a:p>
            </p:txBody>
          </p:sp>
        </p:grpSp>
        <p:grpSp>
          <p:nvGrpSpPr>
            <p:cNvPr id="1075" name="Format reward"/>
            <p:cNvGrpSpPr/>
            <p:nvPr/>
          </p:nvGrpSpPr>
          <p:grpSpPr>
            <a:xfrm>
              <a:off x="12463272" y="8581644"/>
              <a:ext cx="1955116" cy="267462"/>
              <a:chOff x="12463272" y="8581644"/>
              <a:chExt cx="1955116" cy="267462"/>
            </a:xfrm>
          </p:grpSpPr>
          <p:sp>
            <p:nvSpPr>
              <p:cNvPr id="1072" name="Format Reward "/>
              <p:cNvSpPr txBox="1"/>
              <p:nvPr/>
            </p:nvSpPr>
            <p:spPr>
              <a:xfrm>
                <a:off x="12463272" y="8581644"/>
                <a:ext cx="1468041" cy="2674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6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20" b="1" i="0">
                    <a:solidFill>
                      <a:srgbClr val="000000"/>
                    </a:solidFill>
                    <a:latin typeface="Times New Roman"/>
                  </a:rPr>
                  <a:t>Format Reward </a:t>
                </a:r>
              </a:p>
            </p:txBody>
          </p:sp>
          <p:sp>
            <p:nvSpPr>
              <p:cNvPr id="1073" name="R"/>
              <p:cNvSpPr txBox="1"/>
              <p:nvPr/>
            </p:nvSpPr>
            <p:spPr>
              <a:xfrm>
                <a:off x="13925826" y="8581644"/>
                <a:ext cx="142718" cy="2674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6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20" b="1" i="1">
                    <a:solidFill>
                      <a:srgbClr val="000000"/>
                    </a:solidFill>
                    <a:latin typeface="Times New Roman"/>
                  </a:rPr>
                  <a:t>R</a:t>
                </a:r>
              </a:p>
            </p:txBody>
          </p:sp>
          <p:sp>
            <p:nvSpPr>
              <p:cNvPr id="1074" name="format"/>
              <p:cNvSpPr txBox="1"/>
              <p:nvPr/>
            </p:nvSpPr>
            <p:spPr>
              <a:xfrm>
                <a:off x="14063058" y="8691372"/>
                <a:ext cx="355330" cy="15453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96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6" b="1" i="0">
                    <a:solidFill>
                      <a:srgbClr val="000000"/>
                    </a:solidFill>
                    <a:latin typeface="Times New Roman"/>
                  </a:rPr>
                  <a:t>format</a:t>
                </a:r>
              </a:p>
            </p:txBody>
          </p:sp>
        </p:grpSp>
        <p:sp>
          <p:nvSpPr>
            <p:cNvPr id="1076" name="Reasoning Keywords"/>
            <p:cNvSpPr txBox="1"/>
            <p:nvPr/>
          </p:nvSpPr>
          <p:spPr>
            <a:xfrm>
              <a:off x="12472416" y="9176004"/>
              <a:ext cx="1920240" cy="283464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6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20" b="1" i="0">
                  <a:solidFill>
                    <a:srgbClr val="000000"/>
                  </a:solidFill>
                  <a:latin typeface="Times New Roman"/>
                </a:rPr>
                <a:t>Reasoning Keywords</a:t>
              </a:r>
            </a:p>
          </p:txBody>
        </p:sp>
        <p:grpSp>
          <p:nvGrpSpPr>
            <p:cNvPr id="1080" name="Reasoning keywords reward"/>
            <p:cNvGrpSpPr/>
            <p:nvPr/>
          </p:nvGrpSpPr>
          <p:grpSpPr>
            <a:xfrm>
              <a:off x="12472416" y="9422892"/>
              <a:ext cx="1155373" cy="267462"/>
              <a:chOff x="12472416" y="9422892"/>
              <a:chExt cx="1155373" cy="267462"/>
            </a:xfrm>
          </p:grpSpPr>
          <p:sp>
            <p:nvSpPr>
              <p:cNvPr id="1077" name="Reward "/>
              <p:cNvSpPr txBox="1"/>
              <p:nvPr/>
            </p:nvSpPr>
            <p:spPr>
              <a:xfrm>
                <a:off x="12472416" y="9422892"/>
                <a:ext cx="753994" cy="2674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6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20" b="1" i="0">
                    <a:solidFill>
                      <a:srgbClr val="000000"/>
                    </a:solidFill>
                    <a:latin typeface="Times New Roman"/>
                  </a:rPr>
                  <a:t>Reward </a:t>
                </a:r>
              </a:p>
            </p:txBody>
          </p:sp>
          <p:sp>
            <p:nvSpPr>
              <p:cNvPr id="1078" name="R"/>
              <p:cNvSpPr txBox="1"/>
              <p:nvPr/>
            </p:nvSpPr>
            <p:spPr>
              <a:xfrm>
                <a:off x="13220924" y="9422892"/>
                <a:ext cx="142718" cy="2674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68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20" b="1" i="1">
                    <a:solidFill>
                      <a:srgbClr val="000000"/>
                    </a:solidFill>
                    <a:latin typeface="Times New Roman"/>
                  </a:rPr>
                  <a:t>R</a:t>
                </a:r>
              </a:p>
            </p:txBody>
          </p:sp>
          <p:sp>
            <p:nvSpPr>
              <p:cNvPr id="1079" name="word"/>
              <p:cNvSpPr txBox="1"/>
              <p:nvPr/>
            </p:nvSpPr>
            <p:spPr>
              <a:xfrm>
                <a:off x="13358155" y="9532620"/>
                <a:ext cx="269634" cy="15453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96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6" b="1" i="0">
                    <a:solidFill>
                      <a:srgbClr val="000000"/>
                    </a:solidFill>
                    <a:latin typeface="Times New Roman"/>
                  </a:rPr>
                  <a:t>word</a:t>
                </a:r>
              </a:p>
            </p:txBody>
          </p:sp>
        </p:grpSp>
        <p:grpSp>
          <p:nvGrpSpPr>
            <p:cNvPr id="1094" name="Vector icon - gavel"/>
            <p:cNvGrpSpPr/>
            <p:nvPr/>
          </p:nvGrpSpPr>
          <p:grpSpPr>
            <a:xfrm>
              <a:off x="14665186" y="7870630"/>
              <a:ext cx="422414" cy="395546"/>
              <a:chOff x="14665186" y="7870630"/>
              <a:chExt cx="422414" cy="395546"/>
            </a:xfrm>
          </p:grpSpPr>
          <p:sp>
            <p:nvSpPr>
              <p:cNvPr id="1081" name="gavel vector"/>
              <p:cNvSpPr/>
              <p:nvPr/>
            </p:nvSpPr>
            <p:spPr>
              <a:xfrm>
                <a:off x="14666976" y="7872984"/>
                <a:ext cx="420624" cy="393192"/>
              </a:xfrm>
              <a:custGeom>
                <a:avLst/>
                <a:gdLst/>
                <a:ahLst/>
                <a:cxnLst/>
                <a:rect l="0" t="0" r="r" b="b"/>
                <a:pathLst>
                  <a:path w="46000" h="43000" fill="norm" stroke="0">
                    <a:moveTo>
                      <a:pt x="0" y="0"/>
                    </a:moveTo>
                    <a:cubicBezTo>
                      <a:pt x="15180" y="0"/>
                      <a:pt x="30360" y="0"/>
                      <a:pt x="46000" y="0"/>
                    </a:cubicBezTo>
                    <a:cubicBezTo>
                      <a:pt x="46000" y="14190"/>
                      <a:pt x="46000" y="28380"/>
                      <a:pt x="46000" y="43000"/>
                    </a:cubicBezTo>
                    <a:cubicBezTo>
                      <a:pt x="30820" y="43000"/>
                      <a:pt x="15640" y="43000"/>
                      <a:pt x="0" y="43000"/>
                    </a:cubicBezTo>
                    <a:cubicBezTo>
                      <a:pt x="0" y="28810"/>
                      <a:pt x="0" y="14620"/>
                      <a:pt x="0" y="0"/>
                    </a:cubicBezTo>
                    <a:close/>
                  </a:path>
                </a:pathLst>
              </a:custGeom>
              <a:solidFill>
                <a:srgbClr val="EBF0F1"/>
              </a:solidFill>
              <a:ln w="0">
                <a:noFill/>
              </a:ln>
            </p:spPr>
          </p:sp>
          <p:sp>
            <p:nvSpPr>
              <p:cNvPr id="1082" name="gavel vector"/>
              <p:cNvSpPr/>
              <p:nvPr/>
            </p:nvSpPr>
            <p:spPr>
              <a:xfrm>
                <a:off x="14725905" y="7877156"/>
                <a:ext cx="346078" cy="349095"/>
              </a:xfrm>
              <a:custGeom>
                <a:avLst/>
                <a:gdLst/>
                <a:ahLst/>
                <a:cxnLst/>
                <a:rect l="0" t="0" r="r" b="b"/>
                <a:pathLst>
                  <a:path w="37848" h="38178" fill="norm" stroke="0">
                    <a:moveTo>
                      <a:pt x="19803" y="825"/>
                    </a:moveTo>
                    <a:cubicBezTo>
                      <a:pt x="20888" y="1600"/>
                      <a:pt x="21727" y="2490"/>
                      <a:pt x="22578" y="3510"/>
                    </a:cubicBezTo>
                    <a:cubicBezTo>
                      <a:pt x="23118" y="4113"/>
                      <a:pt x="23697" y="4638"/>
                      <a:pt x="24305" y="5170"/>
                    </a:cubicBezTo>
                    <a:cubicBezTo>
                      <a:pt x="25405" y="6133"/>
                      <a:pt x="26372" y="7163"/>
                      <a:pt x="27305" y="8295"/>
                    </a:cubicBezTo>
                    <a:cubicBezTo>
                      <a:pt x="27410" y="8415"/>
                      <a:pt x="27517" y="8535"/>
                      <a:pt x="27625" y="8660"/>
                    </a:cubicBezTo>
                    <a:cubicBezTo>
                      <a:pt x="28555" y="9750"/>
                      <a:pt x="28555" y="9750"/>
                      <a:pt x="28555" y="10545"/>
                    </a:cubicBezTo>
                    <a:cubicBezTo>
                      <a:pt x="28085" y="11808"/>
                      <a:pt x="27275" y="12613"/>
                      <a:pt x="26240" y="13440"/>
                    </a:cubicBezTo>
                    <a:cubicBezTo>
                      <a:pt x="25838" y="13768"/>
                      <a:pt x="25477" y="14108"/>
                      <a:pt x="25118" y="14480"/>
                    </a:cubicBezTo>
                    <a:cubicBezTo>
                      <a:pt x="24210" y="15400"/>
                      <a:pt x="23582" y="15623"/>
                      <a:pt x="22305" y="15795"/>
                    </a:cubicBezTo>
                    <a:cubicBezTo>
                      <a:pt x="22355" y="17763"/>
                      <a:pt x="23888" y="18883"/>
                      <a:pt x="25200" y="20183"/>
                    </a:cubicBezTo>
                    <a:cubicBezTo>
                      <a:pt x="25358" y="20340"/>
                      <a:pt x="25517" y="20498"/>
                      <a:pt x="25680" y="20658"/>
                    </a:cubicBezTo>
                    <a:cubicBezTo>
                      <a:pt x="26003" y="20975"/>
                      <a:pt x="26325" y="21293"/>
                      <a:pt x="26650" y="21608"/>
                    </a:cubicBezTo>
                    <a:cubicBezTo>
                      <a:pt x="26797" y="21753"/>
                      <a:pt x="26947" y="21900"/>
                      <a:pt x="27102" y="22050"/>
                    </a:cubicBezTo>
                    <a:cubicBezTo>
                      <a:pt x="27237" y="22180"/>
                      <a:pt x="27372" y="22312"/>
                      <a:pt x="27513" y="22447"/>
                    </a:cubicBezTo>
                    <a:cubicBezTo>
                      <a:pt x="27805" y="22795"/>
                      <a:pt x="27805" y="22795"/>
                      <a:pt x="27805" y="23295"/>
                    </a:cubicBezTo>
                    <a:cubicBezTo>
                      <a:pt x="27878" y="23325"/>
                      <a:pt x="27878" y="23325"/>
                      <a:pt x="28243" y="23480"/>
                    </a:cubicBezTo>
                    <a:cubicBezTo>
                      <a:pt x="28910" y="23853"/>
                      <a:pt x="29303" y="24220"/>
                      <a:pt x="29805" y="24795"/>
                    </a:cubicBezTo>
                    <a:cubicBezTo>
                      <a:pt x="29805" y="24958"/>
                      <a:pt x="29805" y="25123"/>
                      <a:pt x="29805" y="25295"/>
                    </a:cubicBezTo>
                    <a:cubicBezTo>
                      <a:pt x="29953" y="25360"/>
                      <a:pt x="30100" y="25425"/>
                      <a:pt x="30253" y="25493"/>
                    </a:cubicBezTo>
                    <a:cubicBezTo>
                      <a:pt x="30835" y="25810"/>
                      <a:pt x="31207" y="26145"/>
                      <a:pt x="31665" y="26623"/>
                    </a:cubicBezTo>
                    <a:cubicBezTo>
                      <a:pt x="31815" y="26778"/>
                      <a:pt x="31965" y="26930"/>
                      <a:pt x="32118" y="27090"/>
                    </a:cubicBezTo>
                    <a:cubicBezTo>
                      <a:pt x="32263" y="27240"/>
                      <a:pt x="32408" y="27390"/>
                      <a:pt x="32555" y="27545"/>
                    </a:cubicBezTo>
                    <a:cubicBezTo>
                      <a:pt x="32900" y="27875"/>
                      <a:pt x="33245" y="28205"/>
                      <a:pt x="33592" y="28533"/>
                    </a:cubicBezTo>
                    <a:cubicBezTo>
                      <a:pt x="33805" y="28795"/>
                      <a:pt x="33805" y="28795"/>
                      <a:pt x="33805" y="29295"/>
                    </a:cubicBezTo>
                    <a:cubicBezTo>
                      <a:pt x="33950" y="29358"/>
                      <a:pt x="34092" y="29420"/>
                      <a:pt x="34243" y="29483"/>
                    </a:cubicBezTo>
                    <a:cubicBezTo>
                      <a:pt x="34882" y="29835"/>
                      <a:pt x="35310" y="30240"/>
                      <a:pt x="35820" y="30763"/>
                    </a:cubicBezTo>
                    <a:cubicBezTo>
                      <a:pt x="35990" y="30933"/>
                      <a:pt x="36158" y="31103"/>
                      <a:pt x="36330" y="31275"/>
                    </a:cubicBezTo>
                    <a:cubicBezTo>
                      <a:pt x="37525" y="32575"/>
                      <a:pt x="37848" y="33520"/>
                      <a:pt x="37805" y="35295"/>
                    </a:cubicBezTo>
                    <a:cubicBezTo>
                      <a:pt x="37598" y="36243"/>
                      <a:pt x="37122" y="36803"/>
                      <a:pt x="36352" y="37373"/>
                    </a:cubicBezTo>
                    <a:cubicBezTo>
                      <a:pt x="35415" y="37920"/>
                      <a:pt x="34648" y="38178"/>
                      <a:pt x="33570" y="37933"/>
                    </a:cubicBezTo>
                    <a:cubicBezTo>
                      <a:pt x="31830" y="37355"/>
                      <a:pt x="30700" y="36310"/>
                      <a:pt x="29600" y="34878"/>
                    </a:cubicBezTo>
                    <a:cubicBezTo>
                      <a:pt x="29305" y="34543"/>
                      <a:pt x="29305" y="34543"/>
                      <a:pt x="28895" y="34280"/>
                    </a:cubicBezTo>
                    <a:cubicBezTo>
                      <a:pt x="28783" y="34203"/>
                      <a:pt x="28670" y="34125"/>
                      <a:pt x="28555" y="34045"/>
                    </a:cubicBezTo>
                    <a:cubicBezTo>
                      <a:pt x="28555" y="33880"/>
                      <a:pt x="28555" y="33715"/>
                      <a:pt x="28555" y="33545"/>
                    </a:cubicBezTo>
                    <a:cubicBezTo>
                      <a:pt x="28445" y="33515"/>
                      <a:pt x="28335" y="33488"/>
                      <a:pt x="28223" y="33458"/>
                    </a:cubicBezTo>
                    <a:cubicBezTo>
                      <a:pt x="27745" y="33270"/>
                      <a:pt x="27493" y="33048"/>
                      <a:pt x="27132" y="32685"/>
                    </a:cubicBezTo>
                    <a:cubicBezTo>
                      <a:pt x="27025" y="32578"/>
                      <a:pt x="26915" y="32468"/>
                      <a:pt x="26803" y="32358"/>
                    </a:cubicBezTo>
                    <a:cubicBezTo>
                      <a:pt x="26555" y="32045"/>
                      <a:pt x="26555" y="32045"/>
                      <a:pt x="26555" y="31545"/>
                    </a:cubicBezTo>
                    <a:cubicBezTo>
                      <a:pt x="26395" y="31478"/>
                      <a:pt x="26235" y="31410"/>
                      <a:pt x="26070" y="31340"/>
                    </a:cubicBezTo>
                    <a:cubicBezTo>
                      <a:pt x="25470" y="30995"/>
                      <a:pt x="25510" y="30908"/>
                      <a:pt x="25305" y="30295"/>
                    </a:cubicBezTo>
                    <a:cubicBezTo>
                      <a:pt x="25158" y="30225"/>
                      <a:pt x="25010" y="30158"/>
                      <a:pt x="24860" y="30088"/>
                    </a:cubicBezTo>
                    <a:cubicBezTo>
                      <a:pt x="24200" y="29738"/>
                      <a:pt x="23793" y="29278"/>
                      <a:pt x="23320" y="28715"/>
                    </a:cubicBezTo>
                    <a:cubicBezTo>
                      <a:pt x="21540" y="26653"/>
                      <a:pt x="21540" y="26653"/>
                      <a:pt x="20445" y="25825"/>
                    </a:cubicBezTo>
                    <a:cubicBezTo>
                      <a:pt x="19908" y="25410"/>
                      <a:pt x="19490" y="24942"/>
                      <a:pt x="19055" y="24420"/>
                    </a:cubicBezTo>
                    <a:cubicBezTo>
                      <a:pt x="17513" y="22585"/>
                      <a:pt x="17513" y="22585"/>
                      <a:pt x="16352" y="22480"/>
                    </a:cubicBezTo>
                    <a:cubicBezTo>
                      <a:pt x="16172" y="22503"/>
                      <a:pt x="15993" y="22523"/>
                      <a:pt x="15805" y="22545"/>
                    </a:cubicBezTo>
                    <a:cubicBezTo>
                      <a:pt x="15755" y="22685"/>
                      <a:pt x="15703" y="22825"/>
                      <a:pt x="15650" y="22970"/>
                    </a:cubicBezTo>
                    <a:cubicBezTo>
                      <a:pt x="15030" y="24520"/>
                      <a:pt x="14233" y="25533"/>
                      <a:pt x="13025" y="26670"/>
                    </a:cubicBezTo>
                    <a:cubicBezTo>
                      <a:pt x="12865" y="26822"/>
                      <a:pt x="12707" y="26978"/>
                      <a:pt x="12545" y="27138"/>
                    </a:cubicBezTo>
                    <a:cubicBezTo>
                      <a:pt x="11112" y="28525"/>
                      <a:pt x="11112" y="28525"/>
                      <a:pt x="10070" y="28590"/>
                    </a:cubicBezTo>
                    <a:cubicBezTo>
                      <a:pt x="9433" y="28580"/>
                      <a:pt x="9025" y="28513"/>
                      <a:pt x="8555" y="28045"/>
                    </a:cubicBezTo>
                    <a:cubicBezTo>
                      <a:pt x="8555" y="27880"/>
                      <a:pt x="8555" y="27715"/>
                      <a:pt x="8555" y="27545"/>
                    </a:cubicBezTo>
                    <a:cubicBezTo>
                      <a:pt x="8422" y="27493"/>
                      <a:pt x="8293" y="27442"/>
                      <a:pt x="8155" y="27390"/>
                    </a:cubicBezTo>
                    <a:cubicBezTo>
                      <a:pt x="7287" y="26890"/>
                      <a:pt x="6648" y="26208"/>
                      <a:pt x="5945" y="25500"/>
                    </a:cubicBezTo>
                    <a:cubicBezTo>
                      <a:pt x="5793" y="25348"/>
                      <a:pt x="5638" y="25195"/>
                      <a:pt x="5480" y="25038"/>
                    </a:cubicBezTo>
                    <a:cubicBezTo>
                      <a:pt x="5160" y="24715"/>
                      <a:pt x="4838" y="24393"/>
                      <a:pt x="4517" y="24070"/>
                    </a:cubicBezTo>
                    <a:cubicBezTo>
                      <a:pt x="4025" y="23578"/>
                      <a:pt x="3533" y="23085"/>
                      <a:pt x="3040" y="22595"/>
                    </a:cubicBezTo>
                    <a:cubicBezTo>
                      <a:pt x="2725" y="22283"/>
                      <a:pt x="2412" y="21968"/>
                      <a:pt x="2100" y="21655"/>
                    </a:cubicBezTo>
                    <a:cubicBezTo>
                      <a:pt x="1953" y="21508"/>
                      <a:pt x="1805" y="21363"/>
                      <a:pt x="1652" y="21213"/>
                    </a:cubicBezTo>
                    <a:cubicBezTo>
                      <a:pt x="142" y="19683"/>
                      <a:pt x="142" y="19683"/>
                      <a:pt x="0" y="18633"/>
                    </a:cubicBezTo>
                    <a:cubicBezTo>
                      <a:pt x="148" y="17140"/>
                      <a:pt x="1043" y="16328"/>
                      <a:pt x="2055" y="15295"/>
                    </a:cubicBezTo>
                    <a:cubicBezTo>
                      <a:pt x="2188" y="15135"/>
                      <a:pt x="2320" y="14978"/>
                      <a:pt x="2455" y="14812"/>
                    </a:cubicBezTo>
                    <a:cubicBezTo>
                      <a:pt x="3168" y="13995"/>
                      <a:pt x="3737" y="13513"/>
                      <a:pt x="4810" y="13253"/>
                    </a:cubicBezTo>
                    <a:cubicBezTo>
                      <a:pt x="6770" y="12768"/>
                      <a:pt x="7967" y="11675"/>
                      <a:pt x="9340" y="10243"/>
                    </a:cubicBezTo>
                    <a:cubicBezTo>
                      <a:pt x="9697" y="9870"/>
                      <a:pt x="10062" y="9510"/>
                      <a:pt x="10430" y="9148"/>
                    </a:cubicBezTo>
                    <a:cubicBezTo>
                      <a:pt x="11790" y="7783"/>
                      <a:pt x="12582" y="6692"/>
                      <a:pt x="13055" y="4795"/>
                    </a:cubicBezTo>
                    <a:cubicBezTo>
                      <a:pt x="13610" y="3665"/>
                      <a:pt x="14418" y="2855"/>
                      <a:pt x="15305" y="1980"/>
                    </a:cubicBezTo>
                    <a:cubicBezTo>
                      <a:pt x="15440" y="1845"/>
                      <a:pt x="15572" y="1710"/>
                      <a:pt x="15710" y="1570"/>
                    </a:cubicBezTo>
                    <a:cubicBezTo>
                      <a:pt x="15840" y="1442"/>
                      <a:pt x="15970" y="1312"/>
                      <a:pt x="16102" y="1180"/>
                    </a:cubicBezTo>
                    <a:cubicBezTo>
                      <a:pt x="16160" y="1123"/>
                      <a:pt x="16160" y="1123"/>
                      <a:pt x="16457" y="828"/>
                    </a:cubicBezTo>
                    <a:cubicBezTo>
                      <a:pt x="17473" y="0"/>
                      <a:pt x="18723" y="215"/>
                      <a:pt x="19803" y="825"/>
                    </a:cubicBezTo>
                    <a:close/>
                  </a:path>
                </a:pathLst>
              </a:custGeom>
              <a:solidFill>
                <a:srgbClr val="E28E43"/>
              </a:solidFill>
              <a:ln w="0">
                <a:noFill/>
              </a:ln>
            </p:spPr>
          </p:sp>
          <p:sp>
            <p:nvSpPr>
              <p:cNvPr id="1083" name="gavel vector"/>
              <p:cNvSpPr/>
              <p:nvPr/>
            </p:nvSpPr>
            <p:spPr>
              <a:xfrm>
                <a:off x="14665186" y="8180593"/>
                <a:ext cx="224051" cy="75118"/>
              </a:xfrm>
              <a:custGeom>
                <a:avLst/>
                <a:gdLst/>
                <a:ahLst/>
                <a:cxnLst/>
                <a:rect l="0" t="0" r="r" b="b"/>
                <a:pathLst>
                  <a:path w="24503" h="8215" fill="norm" stroke="0">
                    <a:moveTo>
                      <a:pt x="8810" y="67"/>
                    </a:moveTo>
                    <a:cubicBezTo>
                      <a:pt x="8922" y="67"/>
                      <a:pt x="8922" y="67"/>
                      <a:pt x="9492" y="65"/>
                    </a:cubicBezTo>
                    <a:cubicBezTo>
                      <a:pt x="9970" y="62"/>
                      <a:pt x="10445" y="62"/>
                      <a:pt x="10922" y="62"/>
                    </a:cubicBezTo>
                    <a:cubicBezTo>
                      <a:pt x="11645" y="62"/>
                      <a:pt x="12367" y="58"/>
                      <a:pt x="13090" y="53"/>
                    </a:cubicBezTo>
                    <a:cubicBezTo>
                      <a:pt x="13553" y="53"/>
                      <a:pt x="14017" y="53"/>
                      <a:pt x="14482" y="53"/>
                    </a:cubicBezTo>
                    <a:cubicBezTo>
                      <a:pt x="14695" y="50"/>
                      <a:pt x="14908" y="48"/>
                      <a:pt x="15128" y="48"/>
                    </a:cubicBezTo>
                    <a:cubicBezTo>
                      <a:pt x="17275" y="55"/>
                      <a:pt x="19080" y="380"/>
                      <a:pt x="20867" y="1595"/>
                    </a:cubicBezTo>
                    <a:cubicBezTo>
                      <a:pt x="21135" y="1768"/>
                      <a:pt x="21400" y="1942"/>
                      <a:pt x="21668" y="2117"/>
                    </a:cubicBezTo>
                    <a:cubicBezTo>
                      <a:pt x="21795" y="2200"/>
                      <a:pt x="21922" y="2285"/>
                      <a:pt x="22055" y="2370"/>
                    </a:cubicBezTo>
                    <a:cubicBezTo>
                      <a:pt x="22560" y="2680"/>
                      <a:pt x="23085" y="2935"/>
                      <a:pt x="23625" y="3183"/>
                    </a:cubicBezTo>
                    <a:cubicBezTo>
                      <a:pt x="23945" y="3360"/>
                      <a:pt x="23945" y="3360"/>
                      <a:pt x="24445" y="3860"/>
                    </a:cubicBezTo>
                    <a:cubicBezTo>
                      <a:pt x="24503" y="4482"/>
                      <a:pt x="24503" y="4482"/>
                      <a:pt x="24492" y="5220"/>
                    </a:cubicBezTo>
                    <a:cubicBezTo>
                      <a:pt x="24490" y="5460"/>
                      <a:pt x="24490" y="5702"/>
                      <a:pt x="24487" y="5952"/>
                    </a:cubicBezTo>
                    <a:cubicBezTo>
                      <a:pt x="24430" y="6862"/>
                      <a:pt x="24430" y="6862"/>
                      <a:pt x="24195" y="7360"/>
                    </a:cubicBezTo>
                    <a:cubicBezTo>
                      <a:pt x="23025" y="8185"/>
                      <a:pt x="21690" y="8215"/>
                      <a:pt x="20312" y="8197"/>
                    </a:cubicBezTo>
                    <a:cubicBezTo>
                      <a:pt x="20107" y="8200"/>
                      <a:pt x="19900" y="8200"/>
                      <a:pt x="19688" y="8200"/>
                    </a:cubicBezTo>
                    <a:cubicBezTo>
                      <a:pt x="19013" y="8200"/>
                      <a:pt x="18337" y="8197"/>
                      <a:pt x="17662" y="8192"/>
                    </a:cubicBezTo>
                    <a:cubicBezTo>
                      <a:pt x="17190" y="8190"/>
                      <a:pt x="16717" y="8190"/>
                      <a:pt x="16247" y="8190"/>
                    </a:cubicBezTo>
                    <a:cubicBezTo>
                      <a:pt x="15260" y="8190"/>
                      <a:pt x="14275" y="8185"/>
                      <a:pt x="13290" y="8180"/>
                    </a:cubicBezTo>
                    <a:cubicBezTo>
                      <a:pt x="12025" y="8173"/>
                      <a:pt x="10763" y="8170"/>
                      <a:pt x="9500" y="8170"/>
                    </a:cubicBezTo>
                    <a:cubicBezTo>
                      <a:pt x="8527" y="8168"/>
                      <a:pt x="7555" y="8165"/>
                      <a:pt x="6582" y="8163"/>
                    </a:cubicBezTo>
                    <a:cubicBezTo>
                      <a:pt x="6115" y="8160"/>
                      <a:pt x="5650" y="8160"/>
                      <a:pt x="5182" y="8160"/>
                    </a:cubicBezTo>
                    <a:cubicBezTo>
                      <a:pt x="4533" y="8158"/>
                      <a:pt x="3882" y="8153"/>
                      <a:pt x="3232" y="8150"/>
                    </a:cubicBezTo>
                    <a:cubicBezTo>
                      <a:pt x="3040" y="8150"/>
                      <a:pt x="2847" y="8150"/>
                      <a:pt x="2650" y="8150"/>
                    </a:cubicBezTo>
                    <a:cubicBezTo>
                      <a:pt x="1795" y="8143"/>
                      <a:pt x="1017" y="8130"/>
                      <a:pt x="195" y="7860"/>
                    </a:cubicBezTo>
                    <a:cubicBezTo>
                      <a:pt x="138" y="7095"/>
                      <a:pt x="102" y="6330"/>
                      <a:pt x="70" y="5562"/>
                    </a:cubicBezTo>
                    <a:cubicBezTo>
                      <a:pt x="55" y="5347"/>
                      <a:pt x="37" y="5130"/>
                      <a:pt x="20" y="4908"/>
                    </a:cubicBezTo>
                    <a:cubicBezTo>
                      <a:pt x="0" y="4255"/>
                      <a:pt x="13" y="3737"/>
                      <a:pt x="195" y="3110"/>
                    </a:cubicBezTo>
                    <a:cubicBezTo>
                      <a:pt x="785" y="2523"/>
                      <a:pt x="1445" y="2205"/>
                      <a:pt x="2195" y="1860"/>
                    </a:cubicBezTo>
                    <a:cubicBezTo>
                      <a:pt x="2445" y="1715"/>
                      <a:pt x="2692" y="1567"/>
                      <a:pt x="2940" y="1418"/>
                    </a:cubicBezTo>
                    <a:cubicBezTo>
                      <a:pt x="3160" y="1295"/>
                      <a:pt x="3380" y="1170"/>
                      <a:pt x="3602" y="1048"/>
                    </a:cubicBezTo>
                    <a:cubicBezTo>
                      <a:pt x="3712" y="982"/>
                      <a:pt x="3820" y="920"/>
                      <a:pt x="3935" y="852"/>
                    </a:cubicBezTo>
                    <a:cubicBezTo>
                      <a:pt x="5470" y="0"/>
                      <a:pt x="7100" y="70"/>
                      <a:pt x="8810" y="67"/>
                    </a:cubicBezTo>
                    <a:close/>
                  </a:path>
                </a:pathLst>
              </a:custGeom>
              <a:solidFill>
                <a:srgbClr val="E28E43"/>
              </a:solidFill>
              <a:ln w="0">
                <a:noFill/>
              </a:ln>
            </p:spPr>
          </p:sp>
          <p:sp>
            <p:nvSpPr>
              <p:cNvPr id="1084" name="gavel vector"/>
              <p:cNvSpPr/>
              <p:nvPr/>
            </p:nvSpPr>
            <p:spPr>
              <a:xfrm>
                <a:off x="14725905" y="7877156"/>
                <a:ext cx="346078" cy="349095"/>
              </a:xfrm>
              <a:custGeom>
                <a:avLst/>
                <a:gdLst/>
                <a:ahLst/>
                <a:cxnLst/>
                <a:rect l="0" t="0" r="r" b="b"/>
                <a:pathLst>
                  <a:path w="37848" h="38178" fill="norm" stroke="0">
                    <a:moveTo>
                      <a:pt x="19803" y="825"/>
                    </a:moveTo>
                    <a:cubicBezTo>
                      <a:pt x="20888" y="1600"/>
                      <a:pt x="21727" y="2490"/>
                      <a:pt x="22578" y="3510"/>
                    </a:cubicBezTo>
                    <a:cubicBezTo>
                      <a:pt x="23118" y="4113"/>
                      <a:pt x="23697" y="4638"/>
                      <a:pt x="24305" y="5170"/>
                    </a:cubicBezTo>
                    <a:cubicBezTo>
                      <a:pt x="25405" y="6133"/>
                      <a:pt x="26372" y="7163"/>
                      <a:pt x="27305" y="8295"/>
                    </a:cubicBezTo>
                    <a:cubicBezTo>
                      <a:pt x="27410" y="8415"/>
                      <a:pt x="27517" y="8535"/>
                      <a:pt x="27625" y="8660"/>
                    </a:cubicBezTo>
                    <a:cubicBezTo>
                      <a:pt x="28555" y="9750"/>
                      <a:pt x="28555" y="9750"/>
                      <a:pt x="28555" y="10545"/>
                    </a:cubicBezTo>
                    <a:cubicBezTo>
                      <a:pt x="28085" y="11808"/>
                      <a:pt x="27275" y="12613"/>
                      <a:pt x="26240" y="13440"/>
                    </a:cubicBezTo>
                    <a:cubicBezTo>
                      <a:pt x="25838" y="13768"/>
                      <a:pt x="25477" y="14108"/>
                      <a:pt x="25118" y="14480"/>
                    </a:cubicBezTo>
                    <a:cubicBezTo>
                      <a:pt x="24210" y="15400"/>
                      <a:pt x="23582" y="15623"/>
                      <a:pt x="22305" y="15795"/>
                    </a:cubicBezTo>
                    <a:cubicBezTo>
                      <a:pt x="22355" y="17763"/>
                      <a:pt x="23888" y="18883"/>
                      <a:pt x="25200" y="20183"/>
                    </a:cubicBezTo>
                    <a:cubicBezTo>
                      <a:pt x="25358" y="20340"/>
                      <a:pt x="25517" y="20498"/>
                      <a:pt x="25680" y="20658"/>
                    </a:cubicBezTo>
                    <a:cubicBezTo>
                      <a:pt x="26003" y="20975"/>
                      <a:pt x="26325" y="21293"/>
                      <a:pt x="26650" y="21608"/>
                    </a:cubicBezTo>
                    <a:cubicBezTo>
                      <a:pt x="26797" y="21753"/>
                      <a:pt x="26947" y="21900"/>
                      <a:pt x="27102" y="22050"/>
                    </a:cubicBezTo>
                    <a:cubicBezTo>
                      <a:pt x="27237" y="22180"/>
                      <a:pt x="27372" y="22312"/>
                      <a:pt x="27513" y="22447"/>
                    </a:cubicBezTo>
                    <a:cubicBezTo>
                      <a:pt x="27805" y="22795"/>
                      <a:pt x="27805" y="22795"/>
                      <a:pt x="27805" y="23295"/>
                    </a:cubicBezTo>
                    <a:cubicBezTo>
                      <a:pt x="27878" y="23325"/>
                      <a:pt x="27878" y="23325"/>
                      <a:pt x="28243" y="23480"/>
                    </a:cubicBezTo>
                    <a:cubicBezTo>
                      <a:pt x="28910" y="23853"/>
                      <a:pt x="29303" y="24220"/>
                      <a:pt x="29805" y="24795"/>
                    </a:cubicBezTo>
                    <a:cubicBezTo>
                      <a:pt x="29805" y="24958"/>
                      <a:pt x="29805" y="25123"/>
                      <a:pt x="29805" y="25295"/>
                    </a:cubicBezTo>
                    <a:cubicBezTo>
                      <a:pt x="29953" y="25360"/>
                      <a:pt x="30100" y="25425"/>
                      <a:pt x="30253" y="25493"/>
                    </a:cubicBezTo>
                    <a:cubicBezTo>
                      <a:pt x="30835" y="25810"/>
                      <a:pt x="31207" y="26145"/>
                      <a:pt x="31665" y="26623"/>
                    </a:cubicBezTo>
                    <a:cubicBezTo>
                      <a:pt x="31815" y="26778"/>
                      <a:pt x="31965" y="26930"/>
                      <a:pt x="32118" y="27090"/>
                    </a:cubicBezTo>
                    <a:cubicBezTo>
                      <a:pt x="32263" y="27240"/>
                      <a:pt x="32408" y="27390"/>
                      <a:pt x="32555" y="27545"/>
                    </a:cubicBezTo>
                    <a:cubicBezTo>
                      <a:pt x="32900" y="27875"/>
                      <a:pt x="33245" y="28205"/>
                      <a:pt x="33592" y="28533"/>
                    </a:cubicBezTo>
                    <a:cubicBezTo>
                      <a:pt x="33805" y="28795"/>
                      <a:pt x="33805" y="28795"/>
                      <a:pt x="33805" y="29295"/>
                    </a:cubicBezTo>
                    <a:cubicBezTo>
                      <a:pt x="33950" y="29358"/>
                      <a:pt x="34092" y="29420"/>
                      <a:pt x="34243" y="29483"/>
                    </a:cubicBezTo>
                    <a:cubicBezTo>
                      <a:pt x="34882" y="29835"/>
                      <a:pt x="35310" y="30240"/>
                      <a:pt x="35820" y="30763"/>
                    </a:cubicBezTo>
                    <a:cubicBezTo>
                      <a:pt x="35990" y="30933"/>
                      <a:pt x="36158" y="31103"/>
                      <a:pt x="36330" y="31275"/>
                    </a:cubicBezTo>
                    <a:cubicBezTo>
                      <a:pt x="37525" y="32575"/>
                      <a:pt x="37848" y="33520"/>
                      <a:pt x="37805" y="35295"/>
                    </a:cubicBezTo>
                    <a:cubicBezTo>
                      <a:pt x="37598" y="36243"/>
                      <a:pt x="37122" y="36803"/>
                      <a:pt x="36352" y="37373"/>
                    </a:cubicBezTo>
                    <a:cubicBezTo>
                      <a:pt x="35415" y="37920"/>
                      <a:pt x="34648" y="38178"/>
                      <a:pt x="33570" y="37933"/>
                    </a:cubicBezTo>
                    <a:cubicBezTo>
                      <a:pt x="31830" y="37355"/>
                      <a:pt x="30700" y="36310"/>
                      <a:pt x="29600" y="34878"/>
                    </a:cubicBezTo>
                    <a:cubicBezTo>
                      <a:pt x="29305" y="34543"/>
                      <a:pt x="29305" y="34543"/>
                      <a:pt x="28895" y="34280"/>
                    </a:cubicBezTo>
                    <a:cubicBezTo>
                      <a:pt x="28783" y="34203"/>
                      <a:pt x="28670" y="34125"/>
                      <a:pt x="28555" y="34045"/>
                    </a:cubicBezTo>
                    <a:cubicBezTo>
                      <a:pt x="28555" y="33880"/>
                      <a:pt x="28555" y="33715"/>
                      <a:pt x="28555" y="33545"/>
                    </a:cubicBezTo>
                    <a:cubicBezTo>
                      <a:pt x="28445" y="33515"/>
                      <a:pt x="28335" y="33488"/>
                      <a:pt x="28223" y="33458"/>
                    </a:cubicBezTo>
                    <a:cubicBezTo>
                      <a:pt x="27745" y="33270"/>
                      <a:pt x="27493" y="33048"/>
                      <a:pt x="27132" y="32685"/>
                    </a:cubicBezTo>
                    <a:cubicBezTo>
                      <a:pt x="27025" y="32578"/>
                      <a:pt x="26915" y="32468"/>
                      <a:pt x="26803" y="32358"/>
                    </a:cubicBezTo>
                    <a:cubicBezTo>
                      <a:pt x="26555" y="32045"/>
                      <a:pt x="26555" y="32045"/>
                      <a:pt x="26555" y="31545"/>
                    </a:cubicBezTo>
                    <a:cubicBezTo>
                      <a:pt x="26395" y="31478"/>
                      <a:pt x="26235" y="31410"/>
                      <a:pt x="26070" y="31340"/>
                    </a:cubicBezTo>
                    <a:cubicBezTo>
                      <a:pt x="25470" y="30995"/>
                      <a:pt x="25510" y="30908"/>
                      <a:pt x="25305" y="30295"/>
                    </a:cubicBezTo>
                    <a:cubicBezTo>
                      <a:pt x="25158" y="30225"/>
                      <a:pt x="25010" y="30158"/>
                      <a:pt x="24860" y="30088"/>
                    </a:cubicBezTo>
                    <a:cubicBezTo>
                      <a:pt x="24200" y="29738"/>
                      <a:pt x="23793" y="29278"/>
                      <a:pt x="23320" y="28715"/>
                    </a:cubicBezTo>
                    <a:cubicBezTo>
                      <a:pt x="21540" y="26653"/>
                      <a:pt x="21540" y="26653"/>
                      <a:pt x="20445" y="25825"/>
                    </a:cubicBezTo>
                    <a:cubicBezTo>
                      <a:pt x="19908" y="25410"/>
                      <a:pt x="19490" y="24942"/>
                      <a:pt x="19055" y="24420"/>
                    </a:cubicBezTo>
                    <a:cubicBezTo>
                      <a:pt x="17513" y="22585"/>
                      <a:pt x="17513" y="22585"/>
                      <a:pt x="16352" y="22480"/>
                    </a:cubicBezTo>
                    <a:cubicBezTo>
                      <a:pt x="16172" y="22503"/>
                      <a:pt x="15993" y="22523"/>
                      <a:pt x="15805" y="22545"/>
                    </a:cubicBezTo>
                    <a:cubicBezTo>
                      <a:pt x="15755" y="22685"/>
                      <a:pt x="15703" y="22825"/>
                      <a:pt x="15650" y="22970"/>
                    </a:cubicBezTo>
                    <a:cubicBezTo>
                      <a:pt x="15030" y="24520"/>
                      <a:pt x="14233" y="25533"/>
                      <a:pt x="13025" y="26670"/>
                    </a:cubicBezTo>
                    <a:cubicBezTo>
                      <a:pt x="12865" y="26822"/>
                      <a:pt x="12707" y="26978"/>
                      <a:pt x="12545" y="27138"/>
                    </a:cubicBezTo>
                    <a:cubicBezTo>
                      <a:pt x="11112" y="28525"/>
                      <a:pt x="11112" y="28525"/>
                      <a:pt x="10070" y="28590"/>
                    </a:cubicBezTo>
                    <a:cubicBezTo>
                      <a:pt x="9433" y="28580"/>
                      <a:pt x="9025" y="28513"/>
                      <a:pt x="8555" y="28045"/>
                    </a:cubicBezTo>
                    <a:cubicBezTo>
                      <a:pt x="8555" y="27880"/>
                      <a:pt x="8555" y="27715"/>
                      <a:pt x="8555" y="27545"/>
                    </a:cubicBezTo>
                    <a:cubicBezTo>
                      <a:pt x="8422" y="27493"/>
                      <a:pt x="8293" y="27442"/>
                      <a:pt x="8155" y="27390"/>
                    </a:cubicBezTo>
                    <a:cubicBezTo>
                      <a:pt x="7287" y="26890"/>
                      <a:pt x="6648" y="26208"/>
                      <a:pt x="5945" y="25500"/>
                    </a:cubicBezTo>
                    <a:cubicBezTo>
                      <a:pt x="5793" y="25348"/>
                      <a:pt x="5638" y="25195"/>
                      <a:pt x="5480" y="25038"/>
                    </a:cubicBezTo>
                    <a:cubicBezTo>
                      <a:pt x="5160" y="24715"/>
                      <a:pt x="4838" y="24393"/>
                      <a:pt x="4517" y="24070"/>
                    </a:cubicBezTo>
                    <a:cubicBezTo>
                      <a:pt x="4025" y="23578"/>
                      <a:pt x="3533" y="23085"/>
                      <a:pt x="3040" y="22595"/>
                    </a:cubicBezTo>
                    <a:cubicBezTo>
                      <a:pt x="2725" y="22283"/>
                      <a:pt x="2412" y="21968"/>
                      <a:pt x="2100" y="21655"/>
                    </a:cubicBezTo>
                    <a:cubicBezTo>
                      <a:pt x="1953" y="21508"/>
                      <a:pt x="1805" y="21363"/>
                      <a:pt x="1652" y="21213"/>
                    </a:cubicBezTo>
                    <a:cubicBezTo>
                      <a:pt x="142" y="19683"/>
                      <a:pt x="142" y="19683"/>
                      <a:pt x="0" y="18633"/>
                    </a:cubicBezTo>
                    <a:cubicBezTo>
                      <a:pt x="148" y="17140"/>
                      <a:pt x="1043" y="16328"/>
                      <a:pt x="2055" y="15295"/>
                    </a:cubicBezTo>
                    <a:cubicBezTo>
                      <a:pt x="2188" y="15135"/>
                      <a:pt x="2320" y="14978"/>
                      <a:pt x="2455" y="14812"/>
                    </a:cubicBezTo>
                    <a:cubicBezTo>
                      <a:pt x="3168" y="13995"/>
                      <a:pt x="3737" y="13513"/>
                      <a:pt x="4810" y="13253"/>
                    </a:cubicBezTo>
                    <a:cubicBezTo>
                      <a:pt x="6770" y="12768"/>
                      <a:pt x="7967" y="11675"/>
                      <a:pt x="9340" y="10243"/>
                    </a:cubicBezTo>
                    <a:cubicBezTo>
                      <a:pt x="9697" y="9870"/>
                      <a:pt x="10062" y="9510"/>
                      <a:pt x="10430" y="9148"/>
                    </a:cubicBezTo>
                    <a:cubicBezTo>
                      <a:pt x="11790" y="7783"/>
                      <a:pt x="12582" y="6692"/>
                      <a:pt x="13055" y="4795"/>
                    </a:cubicBezTo>
                    <a:cubicBezTo>
                      <a:pt x="13610" y="3665"/>
                      <a:pt x="14418" y="2855"/>
                      <a:pt x="15305" y="1980"/>
                    </a:cubicBezTo>
                    <a:cubicBezTo>
                      <a:pt x="15440" y="1845"/>
                      <a:pt x="15572" y="1710"/>
                      <a:pt x="15710" y="1570"/>
                    </a:cubicBezTo>
                    <a:cubicBezTo>
                      <a:pt x="15840" y="1442"/>
                      <a:pt x="15970" y="1312"/>
                      <a:pt x="16102" y="1180"/>
                    </a:cubicBezTo>
                    <a:cubicBezTo>
                      <a:pt x="16160" y="1123"/>
                      <a:pt x="16160" y="1123"/>
                      <a:pt x="16457" y="828"/>
                    </a:cubicBezTo>
                    <a:cubicBezTo>
                      <a:pt x="17473" y="0"/>
                      <a:pt x="18723" y="215"/>
                      <a:pt x="19803" y="825"/>
                    </a:cubicBezTo>
                    <a:close/>
                    <a:moveTo>
                      <a:pt x="15055" y="3045"/>
                    </a:moveTo>
                    <a:cubicBezTo>
                      <a:pt x="14820" y="3263"/>
                      <a:pt x="14582" y="3478"/>
                      <a:pt x="14338" y="3685"/>
                    </a:cubicBezTo>
                    <a:cubicBezTo>
                      <a:pt x="13848" y="4158"/>
                      <a:pt x="13743" y="4447"/>
                      <a:pt x="13695" y="5123"/>
                    </a:cubicBezTo>
                    <a:cubicBezTo>
                      <a:pt x="13525" y="7205"/>
                      <a:pt x="11110" y="9113"/>
                      <a:pt x="9715" y="10530"/>
                    </a:cubicBezTo>
                    <a:cubicBezTo>
                      <a:pt x="9473" y="10780"/>
                      <a:pt x="9233" y="11033"/>
                      <a:pt x="8993" y="11285"/>
                    </a:cubicBezTo>
                    <a:cubicBezTo>
                      <a:pt x="6747" y="13668"/>
                      <a:pt x="6747" y="13668"/>
                      <a:pt x="5308" y="13800"/>
                    </a:cubicBezTo>
                    <a:cubicBezTo>
                      <a:pt x="5132" y="13793"/>
                      <a:pt x="4957" y="13785"/>
                      <a:pt x="4777" y="13778"/>
                    </a:cubicBezTo>
                    <a:cubicBezTo>
                      <a:pt x="4040" y="13803"/>
                      <a:pt x="3658" y="14185"/>
                      <a:pt x="3140" y="14678"/>
                    </a:cubicBezTo>
                    <a:cubicBezTo>
                      <a:pt x="2685" y="15175"/>
                      <a:pt x="2247" y="15680"/>
                      <a:pt x="1830" y="16210"/>
                    </a:cubicBezTo>
                    <a:cubicBezTo>
                      <a:pt x="1555" y="16545"/>
                      <a:pt x="1555" y="16545"/>
                      <a:pt x="1102" y="16903"/>
                    </a:cubicBezTo>
                    <a:cubicBezTo>
                      <a:pt x="608" y="17555"/>
                      <a:pt x="705" y="18258"/>
                      <a:pt x="805" y="19045"/>
                    </a:cubicBezTo>
                    <a:cubicBezTo>
                      <a:pt x="1072" y="19955"/>
                      <a:pt x="1662" y="20358"/>
                      <a:pt x="2380" y="20925"/>
                    </a:cubicBezTo>
                    <a:cubicBezTo>
                      <a:pt x="3025" y="21485"/>
                      <a:pt x="3555" y="22133"/>
                      <a:pt x="4108" y="22780"/>
                    </a:cubicBezTo>
                    <a:cubicBezTo>
                      <a:pt x="4800" y="23575"/>
                      <a:pt x="5553" y="24308"/>
                      <a:pt x="6305" y="25045"/>
                    </a:cubicBezTo>
                    <a:cubicBezTo>
                      <a:pt x="6535" y="25273"/>
                      <a:pt x="6765" y="25503"/>
                      <a:pt x="6993" y="25730"/>
                    </a:cubicBezTo>
                    <a:cubicBezTo>
                      <a:pt x="7092" y="25830"/>
                      <a:pt x="7190" y="25928"/>
                      <a:pt x="7293" y="26028"/>
                    </a:cubicBezTo>
                    <a:cubicBezTo>
                      <a:pt x="7520" y="26258"/>
                      <a:pt x="7735" y="26503"/>
                      <a:pt x="7945" y="26748"/>
                    </a:cubicBezTo>
                    <a:cubicBezTo>
                      <a:pt x="8305" y="27045"/>
                      <a:pt x="8305" y="27045"/>
                      <a:pt x="8852" y="27090"/>
                    </a:cubicBezTo>
                    <a:cubicBezTo>
                      <a:pt x="9003" y="27075"/>
                      <a:pt x="9152" y="27060"/>
                      <a:pt x="9305" y="27045"/>
                    </a:cubicBezTo>
                    <a:cubicBezTo>
                      <a:pt x="9388" y="27373"/>
                      <a:pt x="9470" y="27705"/>
                      <a:pt x="9555" y="28045"/>
                    </a:cubicBezTo>
                    <a:cubicBezTo>
                      <a:pt x="10155" y="28125"/>
                      <a:pt x="10612" y="28178"/>
                      <a:pt x="11128" y="27822"/>
                    </a:cubicBezTo>
                    <a:cubicBezTo>
                      <a:pt x="11457" y="27508"/>
                      <a:pt x="11765" y="27180"/>
                      <a:pt x="12070" y="26840"/>
                    </a:cubicBezTo>
                    <a:cubicBezTo>
                      <a:pt x="12283" y="26615"/>
                      <a:pt x="12493" y="26390"/>
                      <a:pt x="12705" y="26165"/>
                    </a:cubicBezTo>
                    <a:cubicBezTo>
                      <a:pt x="12755" y="26110"/>
                      <a:pt x="12755" y="26110"/>
                      <a:pt x="13010" y="25835"/>
                    </a:cubicBezTo>
                    <a:cubicBezTo>
                      <a:pt x="13305" y="25545"/>
                      <a:pt x="13305" y="25545"/>
                      <a:pt x="13858" y="25165"/>
                    </a:cubicBezTo>
                    <a:cubicBezTo>
                      <a:pt x="14445" y="24678"/>
                      <a:pt x="14530" y="24278"/>
                      <a:pt x="14713" y="23545"/>
                    </a:cubicBezTo>
                    <a:cubicBezTo>
                      <a:pt x="14905" y="22778"/>
                      <a:pt x="15070" y="22175"/>
                      <a:pt x="15555" y="21545"/>
                    </a:cubicBezTo>
                    <a:cubicBezTo>
                      <a:pt x="16388" y="21703"/>
                      <a:pt x="16965" y="22010"/>
                      <a:pt x="17665" y="22480"/>
                    </a:cubicBezTo>
                    <a:cubicBezTo>
                      <a:pt x="17850" y="22603"/>
                      <a:pt x="18035" y="22725"/>
                      <a:pt x="18227" y="22853"/>
                    </a:cubicBezTo>
                    <a:cubicBezTo>
                      <a:pt x="18760" y="23260"/>
                      <a:pt x="19213" y="23678"/>
                      <a:pt x="19680" y="24158"/>
                    </a:cubicBezTo>
                    <a:cubicBezTo>
                      <a:pt x="20055" y="24543"/>
                      <a:pt x="20435" y="24923"/>
                      <a:pt x="20818" y="25300"/>
                    </a:cubicBezTo>
                    <a:cubicBezTo>
                      <a:pt x="21205" y="25683"/>
                      <a:pt x="21590" y="26067"/>
                      <a:pt x="21975" y="26450"/>
                    </a:cubicBezTo>
                    <a:cubicBezTo>
                      <a:pt x="22172" y="26648"/>
                      <a:pt x="22372" y="26843"/>
                      <a:pt x="22570" y="27040"/>
                    </a:cubicBezTo>
                    <a:cubicBezTo>
                      <a:pt x="23740" y="28197"/>
                      <a:pt x="24870" y="29373"/>
                      <a:pt x="25943" y="30625"/>
                    </a:cubicBezTo>
                    <a:cubicBezTo>
                      <a:pt x="26898" y="31730"/>
                      <a:pt x="27977" y="32668"/>
                      <a:pt x="29080" y="33623"/>
                    </a:cubicBezTo>
                    <a:cubicBezTo>
                      <a:pt x="29457" y="33958"/>
                      <a:pt x="29822" y="34295"/>
                      <a:pt x="30180" y="34653"/>
                    </a:cubicBezTo>
                    <a:cubicBezTo>
                      <a:pt x="30277" y="34750"/>
                      <a:pt x="30375" y="34845"/>
                      <a:pt x="30475" y="34945"/>
                    </a:cubicBezTo>
                    <a:cubicBezTo>
                      <a:pt x="30740" y="35223"/>
                      <a:pt x="30987" y="35518"/>
                      <a:pt x="31230" y="35815"/>
                    </a:cubicBezTo>
                    <a:cubicBezTo>
                      <a:pt x="31922" y="36618"/>
                      <a:pt x="32443" y="37203"/>
                      <a:pt x="33493" y="37465"/>
                    </a:cubicBezTo>
                    <a:cubicBezTo>
                      <a:pt x="34582" y="37513"/>
                      <a:pt x="35537" y="37440"/>
                      <a:pt x="36463" y="36825"/>
                    </a:cubicBezTo>
                    <a:cubicBezTo>
                      <a:pt x="37195" y="36065"/>
                      <a:pt x="37370" y="35230"/>
                      <a:pt x="37408" y="34195"/>
                    </a:cubicBezTo>
                    <a:cubicBezTo>
                      <a:pt x="37213" y="32947"/>
                      <a:pt x="36415" y="32165"/>
                      <a:pt x="35555" y="31295"/>
                    </a:cubicBezTo>
                    <a:cubicBezTo>
                      <a:pt x="35445" y="31180"/>
                      <a:pt x="35335" y="31065"/>
                      <a:pt x="35223" y="30947"/>
                    </a:cubicBezTo>
                    <a:cubicBezTo>
                      <a:pt x="34550" y="30255"/>
                      <a:pt x="33865" y="29575"/>
                      <a:pt x="33172" y="28903"/>
                    </a:cubicBezTo>
                    <a:cubicBezTo>
                      <a:pt x="32135" y="27888"/>
                      <a:pt x="31118" y="26853"/>
                      <a:pt x="30092" y="25825"/>
                    </a:cubicBezTo>
                    <a:cubicBezTo>
                      <a:pt x="29415" y="25143"/>
                      <a:pt x="28735" y="24463"/>
                      <a:pt x="28055" y="23783"/>
                    </a:cubicBezTo>
                    <a:cubicBezTo>
                      <a:pt x="27543" y="23265"/>
                      <a:pt x="27027" y="22750"/>
                      <a:pt x="26513" y="22233"/>
                    </a:cubicBezTo>
                    <a:cubicBezTo>
                      <a:pt x="26013" y="21730"/>
                      <a:pt x="25513" y="21228"/>
                      <a:pt x="25010" y="20725"/>
                    </a:cubicBezTo>
                    <a:cubicBezTo>
                      <a:pt x="24820" y="20535"/>
                      <a:pt x="24630" y="20343"/>
                      <a:pt x="24440" y="20153"/>
                    </a:cubicBezTo>
                    <a:cubicBezTo>
                      <a:pt x="24175" y="19885"/>
                      <a:pt x="23910" y="19620"/>
                      <a:pt x="23645" y="19355"/>
                    </a:cubicBezTo>
                    <a:cubicBezTo>
                      <a:pt x="23495" y="19205"/>
                      <a:pt x="23345" y="19053"/>
                      <a:pt x="23190" y="18898"/>
                    </a:cubicBezTo>
                    <a:cubicBezTo>
                      <a:pt x="22805" y="18545"/>
                      <a:pt x="22805" y="18545"/>
                      <a:pt x="22305" y="18295"/>
                    </a:cubicBezTo>
                    <a:cubicBezTo>
                      <a:pt x="21803" y="17470"/>
                      <a:pt x="21530" y="16775"/>
                      <a:pt x="21632" y="15810"/>
                    </a:cubicBezTo>
                    <a:cubicBezTo>
                      <a:pt x="21690" y="15640"/>
                      <a:pt x="21747" y="15470"/>
                      <a:pt x="21805" y="15295"/>
                    </a:cubicBezTo>
                    <a:cubicBezTo>
                      <a:pt x="21943" y="15280"/>
                      <a:pt x="22078" y="15268"/>
                      <a:pt x="22217" y="15255"/>
                    </a:cubicBezTo>
                    <a:cubicBezTo>
                      <a:pt x="24023" y="14983"/>
                      <a:pt x="25125" y="14133"/>
                      <a:pt x="26305" y="12795"/>
                    </a:cubicBezTo>
                    <a:cubicBezTo>
                      <a:pt x="26305" y="12630"/>
                      <a:pt x="26305" y="12463"/>
                      <a:pt x="26305" y="12295"/>
                    </a:cubicBezTo>
                    <a:cubicBezTo>
                      <a:pt x="26412" y="12278"/>
                      <a:pt x="26523" y="12263"/>
                      <a:pt x="26632" y="12248"/>
                    </a:cubicBezTo>
                    <a:cubicBezTo>
                      <a:pt x="27275" y="11938"/>
                      <a:pt x="27562" y="11440"/>
                      <a:pt x="27805" y="10795"/>
                    </a:cubicBezTo>
                    <a:cubicBezTo>
                      <a:pt x="27840" y="9485"/>
                      <a:pt x="26882" y="8478"/>
                      <a:pt x="26055" y="7545"/>
                    </a:cubicBezTo>
                    <a:cubicBezTo>
                      <a:pt x="25570" y="7093"/>
                      <a:pt x="25068" y="6668"/>
                      <a:pt x="24560" y="6243"/>
                    </a:cubicBezTo>
                    <a:cubicBezTo>
                      <a:pt x="23872" y="5630"/>
                      <a:pt x="23297" y="4940"/>
                      <a:pt x="22703" y="4240"/>
                    </a:cubicBezTo>
                    <a:cubicBezTo>
                      <a:pt x="22197" y="3673"/>
                      <a:pt x="21658" y="3255"/>
                      <a:pt x="21055" y="2795"/>
                    </a:cubicBezTo>
                    <a:cubicBezTo>
                      <a:pt x="20628" y="2388"/>
                      <a:pt x="20215" y="1968"/>
                      <a:pt x="19805" y="1545"/>
                    </a:cubicBezTo>
                    <a:cubicBezTo>
                      <a:pt x="19200" y="940"/>
                      <a:pt x="18970" y="935"/>
                      <a:pt x="18132" y="888"/>
                    </a:cubicBezTo>
                    <a:cubicBezTo>
                      <a:pt x="16490" y="913"/>
                      <a:pt x="15967" y="1803"/>
                      <a:pt x="15055" y="3045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85" name="gavel vector"/>
              <p:cNvSpPr/>
              <p:nvPr/>
            </p:nvSpPr>
            <p:spPr>
              <a:xfrm>
                <a:off x="14718750" y="7870630"/>
                <a:ext cx="360456" cy="360868"/>
              </a:xfrm>
              <a:custGeom>
                <a:avLst/>
                <a:gdLst/>
                <a:ahLst/>
                <a:cxnLst/>
                <a:rect l="0" t="0" r="r" b="b"/>
                <a:pathLst>
                  <a:path w="39420" h="39465" fill="norm" stroke="0">
                    <a:moveTo>
                      <a:pt x="19188" y="110"/>
                    </a:moveTo>
                    <a:cubicBezTo>
                      <a:pt x="20638" y="645"/>
                      <a:pt x="21793" y="1905"/>
                      <a:pt x="22838" y="3008"/>
                    </a:cubicBezTo>
                    <a:cubicBezTo>
                      <a:pt x="23855" y="4048"/>
                      <a:pt x="24868" y="5058"/>
                      <a:pt x="25997" y="5975"/>
                    </a:cubicBezTo>
                    <a:cubicBezTo>
                      <a:pt x="26568" y="6450"/>
                      <a:pt x="27080" y="6967"/>
                      <a:pt x="27588" y="7508"/>
                    </a:cubicBezTo>
                    <a:cubicBezTo>
                      <a:pt x="27662" y="7582"/>
                      <a:pt x="27662" y="7582"/>
                      <a:pt x="28037" y="7970"/>
                    </a:cubicBezTo>
                    <a:cubicBezTo>
                      <a:pt x="28963" y="8962"/>
                      <a:pt x="29763" y="9852"/>
                      <a:pt x="29838" y="11258"/>
                    </a:cubicBezTo>
                    <a:cubicBezTo>
                      <a:pt x="29628" y="12235"/>
                      <a:pt x="29150" y="12753"/>
                      <a:pt x="28443" y="13410"/>
                    </a:cubicBezTo>
                    <a:cubicBezTo>
                      <a:pt x="28043" y="13800"/>
                      <a:pt x="27695" y="14217"/>
                      <a:pt x="27338" y="14648"/>
                    </a:cubicBezTo>
                    <a:cubicBezTo>
                      <a:pt x="25747" y="16503"/>
                      <a:pt x="25747" y="16503"/>
                      <a:pt x="24260" y="16695"/>
                    </a:cubicBezTo>
                    <a:cubicBezTo>
                      <a:pt x="23953" y="16717"/>
                      <a:pt x="23645" y="16738"/>
                      <a:pt x="23338" y="16758"/>
                    </a:cubicBezTo>
                    <a:cubicBezTo>
                      <a:pt x="24295" y="18538"/>
                      <a:pt x="25578" y="19837"/>
                      <a:pt x="27007" y="21232"/>
                    </a:cubicBezTo>
                    <a:cubicBezTo>
                      <a:pt x="27240" y="21462"/>
                      <a:pt x="27475" y="21695"/>
                      <a:pt x="27707" y="21925"/>
                    </a:cubicBezTo>
                    <a:cubicBezTo>
                      <a:pt x="28318" y="22530"/>
                      <a:pt x="28930" y="23133"/>
                      <a:pt x="29540" y="23732"/>
                    </a:cubicBezTo>
                    <a:cubicBezTo>
                      <a:pt x="30525" y="24700"/>
                      <a:pt x="31507" y="25670"/>
                      <a:pt x="32487" y="26640"/>
                    </a:cubicBezTo>
                    <a:cubicBezTo>
                      <a:pt x="32830" y="26977"/>
                      <a:pt x="33175" y="27315"/>
                      <a:pt x="33520" y="27650"/>
                    </a:cubicBezTo>
                    <a:cubicBezTo>
                      <a:pt x="33727" y="27857"/>
                      <a:pt x="33935" y="28062"/>
                      <a:pt x="34145" y="28268"/>
                    </a:cubicBezTo>
                    <a:cubicBezTo>
                      <a:pt x="34240" y="28363"/>
                      <a:pt x="34338" y="28455"/>
                      <a:pt x="34435" y="28550"/>
                    </a:cubicBezTo>
                    <a:cubicBezTo>
                      <a:pt x="34662" y="28778"/>
                      <a:pt x="34878" y="29018"/>
                      <a:pt x="35088" y="29258"/>
                    </a:cubicBezTo>
                    <a:cubicBezTo>
                      <a:pt x="35088" y="29423"/>
                      <a:pt x="35088" y="29587"/>
                      <a:pt x="35088" y="29758"/>
                    </a:cubicBezTo>
                    <a:cubicBezTo>
                      <a:pt x="35230" y="29820"/>
                      <a:pt x="35372" y="29880"/>
                      <a:pt x="35517" y="29945"/>
                    </a:cubicBezTo>
                    <a:cubicBezTo>
                      <a:pt x="37223" y="30880"/>
                      <a:pt x="38618" y="32538"/>
                      <a:pt x="39237" y="34370"/>
                    </a:cubicBezTo>
                    <a:cubicBezTo>
                      <a:pt x="39420" y="35535"/>
                      <a:pt x="39145" y="36482"/>
                      <a:pt x="38588" y="37508"/>
                    </a:cubicBezTo>
                    <a:cubicBezTo>
                      <a:pt x="38142" y="38035"/>
                      <a:pt x="37675" y="38398"/>
                      <a:pt x="37088" y="38758"/>
                    </a:cubicBezTo>
                    <a:cubicBezTo>
                      <a:pt x="36932" y="38865"/>
                      <a:pt x="36777" y="38975"/>
                      <a:pt x="36620" y="39085"/>
                    </a:cubicBezTo>
                    <a:cubicBezTo>
                      <a:pt x="35475" y="39455"/>
                      <a:pt x="34547" y="39465"/>
                      <a:pt x="33438" y="38965"/>
                    </a:cubicBezTo>
                    <a:cubicBezTo>
                      <a:pt x="32260" y="38320"/>
                      <a:pt x="31358" y="37618"/>
                      <a:pt x="30588" y="36508"/>
                    </a:cubicBezTo>
                    <a:cubicBezTo>
                      <a:pt x="29955" y="35803"/>
                      <a:pt x="29250" y="35180"/>
                      <a:pt x="28537" y="34558"/>
                    </a:cubicBezTo>
                    <a:cubicBezTo>
                      <a:pt x="27525" y="33680"/>
                      <a:pt x="26640" y="32768"/>
                      <a:pt x="25775" y="31740"/>
                    </a:cubicBezTo>
                    <a:cubicBezTo>
                      <a:pt x="25180" y="31082"/>
                      <a:pt x="24510" y="30528"/>
                      <a:pt x="23832" y="29955"/>
                    </a:cubicBezTo>
                    <a:cubicBezTo>
                      <a:pt x="23152" y="29340"/>
                      <a:pt x="22578" y="28650"/>
                      <a:pt x="21983" y="27950"/>
                    </a:cubicBezTo>
                    <a:cubicBezTo>
                      <a:pt x="21575" y="27493"/>
                      <a:pt x="21158" y="27150"/>
                      <a:pt x="20668" y="26790"/>
                    </a:cubicBezTo>
                    <a:cubicBezTo>
                      <a:pt x="20043" y="26255"/>
                      <a:pt x="19530" y="25610"/>
                      <a:pt x="19000" y="24982"/>
                    </a:cubicBezTo>
                    <a:cubicBezTo>
                      <a:pt x="17945" y="23768"/>
                      <a:pt x="17945" y="23768"/>
                      <a:pt x="17290" y="23710"/>
                    </a:cubicBezTo>
                    <a:cubicBezTo>
                      <a:pt x="17142" y="23725"/>
                      <a:pt x="16993" y="23743"/>
                      <a:pt x="16838" y="23758"/>
                    </a:cubicBezTo>
                    <a:cubicBezTo>
                      <a:pt x="16838" y="24253"/>
                      <a:pt x="16838" y="24748"/>
                      <a:pt x="16838" y="25258"/>
                    </a:cubicBezTo>
                    <a:cubicBezTo>
                      <a:pt x="16682" y="25278"/>
                      <a:pt x="16527" y="25298"/>
                      <a:pt x="16370" y="25320"/>
                    </a:cubicBezTo>
                    <a:cubicBezTo>
                      <a:pt x="15838" y="25508"/>
                      <a:pt x="15838" y="25508"/>
                      <a:pt x="15572" y="26008"/>
                    </a:cubicBezTo>
                    <a:cubicBezTo>
                      <a:pt x="15495" y="26173"/>
                      <a:pt x="15418" y="26337"/>
                      <a:pt x="15338" y="26508"/>
                    </a:cubicBezTo>
                    <a:cubicBezTo>
                      <a:pt x="15088" y="26590"/>
                      <a:pt x="14838" y="26675"/>
                      <a:pt x="14588" y="26758"/>
                    </a:cubicBezTo>
                    <a:cubicBezTo>
                      <a:pt x="14553" y="26830"/>
                      <a:pt x="14553" y="26830"/>
                      <a:pt x="14370" y="27200"/>
                    </a:cubicBezTo>
                    <a:cubicBezTo>
                      <a:pt x="13832" y="28260"/>
                      <a:pt x="13040" y="29065"/>
                      <a:pt x="12088" y="29758"/>
                    </a:cubicBezTo>
                    <a:cubicBezTo>
                      <a:pt x="11130" y="30043"/>
                      <a:pt x="10305" y="30005"/>
                      <a:pt x="9415" y="29533"/>
                    </a:cubicBezTo>
                    <a:cubicBezTo>
                      <a:pt x="8553" y="28863"/>
                      <a:pt x="7878" y="27990"/>
                      <a:pt x="7185" y="27150"/>
                    </a:cubicBezTo>
                    <a:cubicBezTo>
                      <a:pt x="6783" y="26695"/>
                      <a:pt x="6328" y="26365"/>
                      <a:pt x="5838" y="26008"/>
                    </a:cubicBezTo>
                    <a:cubicBezTo>
                      <a:pt x="5838" y="25842"/>
                      <a:pt x="5838" y="25678"/>
                      <a:pt x="5838" y="25508"/>
                    </a:cubicBezTo>
                    <a:cubicBezTo>
                      <a:pt x="5672" y="25508"/>
                      <a:pt x="5507" y="25508"/>
                      <a:pt x="5338" y="25508"/>
                    </a:cubicBezTo>
                    <a:cubicBezTo>
                      <a:pt x="4960" y="25115"/>
                      <a:pt x="4960" y="25115"/>
                      <a:pt x="4525" y="24585"/>
                    </a:cubicBezTo>
                    <a:cubicBezTo>
                      <a:pt x="3995" y="23960"/>
                      <a:pt x="3485" y="23388"/>
                      <a:pt x="2838" y="22883"/>
                    </a:cubicBezTo>
                    <a:cubicBezTo>
                      <a:pt x="1630" y="21930"/>
                      <a:pt x="200" y="20640"/>
                      <a:pt x="0" y="19062"/>
                    </a:cubicBezTo>
                    <a:cubicBezTo>
                      <a:pt x="17" y="18055"/>
                      <a:pt x="575" y="17548"/>
                      <a:pt x="1260" y="16868"/>
                    </a:cubicBezTo>
                    <a:cubicBezTo>
                      <a:pt x="1368" y="16753"/>
                      <a:pt x="1477" y="16640"/>
                      <a:pt x="1590" y="16523"/>
                    </a:cubicBezTo>
                    <a:cubicBezTo>
                      <a:pt x="1918" y="16180"/>
                      <a:pt x="2253" y="15842"/>
                      <a:pt x="2588" y="15508"/>
                    </a:cubicBezTo>
                    <a:cubicBezTo>
                      <a:pt x="2645" y="15450"/>
                      <a:pt x="2645" y="15450"/>
                      <a:pt x="2930" y="15160"/>
                    </a:cubicBezTo>
                    <a:cubicBezTo>
                      <a:pt x="3535" y="14550"/>
                      <a:pt x="4115" y="13980"/>
                      <a:pt x="4838" y="13508"/>
                    </a:cubicBezTo>
                    <a:cubicBezTo>
                      <a:pt x="5003" y="13508"/>
                      <a:pt x="5168" y="13508"/>
                      <a:pt x="5338" y="13508"/>
                    </a:cubicBezTo>
                    <a:cubicBezTo>
                      <a:pt x="5338" y="13342"/>
                      <a:pt x="5338" y="13178"/>
                      <a:pt x="5338" y="13008"/>
                    </a:cubicBezTo>
                    <a:cubicBezTo>
                      <a:pt x="5545" y="13043"/>
                      <a:pt x="5750" y="13080"/>
                      <a:pt x="5963" y="13118"/>
                    </a:cubicBezTo>
                    <a:cubicBezTo>
                      <a:pt x="7108" y="13095"/>
                      <a:pt x="7715" y="12368"/>
                      <a:pt x="8490" y="11597"/>
                    </a:cubicBezTo>
                    <a:cubicBezTo>
                      <a:pt x="8912" y="11185"/>
                      <a:pt x="9348" y="10785"/>
                      <a:pt x="9783" y="10385"/>
                    </a:cubicBezTo>
                    <a:cubicBezTo>
                      <a:pt x="10125" y="10062"/>
                      <a:pt x="10465" y="9738"/>
                      <a:pt x="10807" y="9413"/>
                    </a:cubicBezTo>
                    <a:cubicBezTo>
                      <a:pt x="10890" y="9337"/>
                      <a:pt x="10890" y="9337"/>
                      <a:pt x="11312" y="8950"/>
                    </a:cubicBezTo>
                    <a:cubicBezTo>
                      <a:pt x="12355" y="7935"/>
                      <a:pt x="12753" y="7202"/>
                      <a:pt x="12980" y="5765"/>
                    </a:cubicBezTo>
                    <a:cubicBezTo>
                      <a:pt x="13148" y="4980"/>
                      <a:pt x="13480" y="4640"/>
                      <a:pt x="14040" y="4070"/>
                    </a:cubicBezTo>
                    <a:cubicBezTo>
                      <a:pt x="14130" y="3977"/>
                      <a:pt x="14220" y="3883"/>
                      <a:pt x="14312" y="3788"/>
                    </a:cubicBezTo>
                    <a:cubicBezTo>
                      <a:pt x="14568" y="3523"/>
                      <a:pt x="14828" y="3265"/>
                      <a:pt x="15088" y="3008"/>
                    </a:cubicBezTo>
                    <a:cubicBezTo>
                      <a:pt x="15203" y="2888"/>
                      <a:pt x="15318" y="2765"/>
                      <a:pt x="15435" y="2640"/>
                    </a:cubicBezTo>
                    <a:cubicBezTo>
                      <a:pt x="15727" y="2335"/>
                      <a:pt x="16030" y="2048"/>
                      <a:pt x="16338" y="1758"/>
                    </a:cubicBezTo>
                    <a:cubicBezTo>
                      <a:pt x="16475" y="1623"/>
                      <a:pt x="16610" y="1488"/>
                      <a:pt x="16750" y="1350"/>
                    </a:cubicBezTo>
                    <a:cubicBezTo>
                      <a:pt x="18188" y="0"/>
                      <a:pt x="18188" y="0"/>
                      <a:pt x="19188" y="110"/>
                    </a:cubicBezTo>
                    <a:close/>
                    <a:moveTo>
                      <a:pt x="14088" y="4758"/>
                    </a:moveTo>
                    <a:cubicBezTo>
                      <a:pt x="13807" y="5395"/>
                      <a:pt x="13655" y="5962"/>
                      <a:pt x="13525" y="6645"/>
                    </a:cubicBezTo>
                    <a:cubicBezTo>
                      <a:pt x="13312" y="7337"/>
                      <a:pt x="13053" y="7673"/>
                      <a:pt x="12565" y="8202"/>
                    </a:cubicBezTo>
                    <a:cubicBezTo>
                      <a:pt x="12485" y="8290"/>
                      <a:pt x="12485" y="8290"/>
                      <a:pt x="12088" y="8725"/>
                    </a:cubicBezTo>
                    <a:cubicBezTo>
                      <a:pt x="11922" y="8900"/>
                      <a:pt x="11757" y="9077"/>
                      <a:pt x="11588" y="9258"/>
                    </a:cubicBezTo>
                    <a:cubicBezTo>
                      <a:pt x="11510" y="9342"/>
                      <a:pt x="11510" y="9342"/>
                      <a:pt x="11118" y="9778"/>
                    </a:cubicBezTo>
                    <a:cubicBezTo>
                      <a:pt x="7785" y="13430"/>
                      <a:pt x="7785" y="13430"/>
                      <a:pt x="6040" y="13805"/>
                    </a:cubicBezTo>
                    <a:cubicBezTo>
                      <a:pt x="4000" y="14260"/>
                      <a:pt x="2618" y="15925"/>
                      <a:pt x="1338" y="17508"/>
                    </a:cubicBezTo>
                    <a:cubicBezTo>
                      <a:pt x="840" y="18315"/>
                      <a:pt x="723" y="18840"/>
                      <a:pt x="915" y="19760"/>
                    </a:cubicBezTo>
                    <a:cubicBezTo>
                      <a:pt x="1598" y="21712"/>
                      <a:pt x="4065" y="23530"/>
                      <a:pt x="5505" y="24972"/>
                    </a:cubicBezTo>
                    <a:cubicBezTo>
                      <a:pt x="5920" y="25388"/>
                      <a:pt x="6332" y="25805"/>
                      <a:pt x="6747" y="26222"/>
                    </a:cubicBezTo>
                    <a:cubicBezTo>
                      <a:pt x="7010" y="26488"/>
                      <a:pt x="7275" y="26750"/>
                      <a:pt x="7537" y="27015"/>
                    </a:cubicBezTo>
                    <a:cubicBezTo>
                      <a:pt x="7662" y="27140"/>
                      <a:pt x="7785" y="27265"/>
                      <a:pt x="7912" y="27395"/>
                    </a:cubicBezTo>
                    <a:cubicBezTo>
                      <a:pt x="8025" y="27508"/>
                      <a:pt x="8140" y="27623"/>
                      <a:pt x="8257" y="27738"/>
                    </a:cubicBezTo>
                    <a:cubicBezTo>
                      <a:pt x="8358" y="27840"/>
                      <a:pt x="8457" y="27940"/>
                      <a:pt x="8562" y="28043"/>
                    </a:cubicBezTo>
                    <a:cubicBezTo>
                      <a:pt x="8838" y="28258"/>
                      <a:pt x="8838" y="28258"/>
                      <a:pt x="9338" y="28258"/>
                    </a:cubicBezTo>
                    <a:cubicBezTo>
                      <a:pt x="9370" y="28375"/>
                      <a:pt x="9400" y="28495"/>
                      <a:pt x="9432" y="28618"/>
                    </a:cubicBezTo>
                    <a:cubicBezTo>
                      <a:pt x="9588" y="29008"/>
                      <a:pt x="9588" y="29008"/>
                      <a:pt x="10088" y="29258"/>
                    </a:cubicBezTo>
                    <a:cubicBezTo>
                      <a:pt x="10932" y="29418"/>
                      <a:pt x="11340" y="29425"/>
                      <a:pt x="12060" y="28938"/>
                    </a:cubicBezTo>
                    <a:cubicBezTo>
                      <a:pt x="12590" y="28477"/>
                      <a:pt x="13090" y="28000"/>
                      <a:pt x="13588" y="27508"/>
                    </a:cubicBezTo>
                    <a:cubicBezTo>
                      <a:pt x="13773" y="27330"/>
                      <a:pt x="13957" y="27150"/>
                      <a:pt x="14142" y="26972"/>
                    </a:cubicBezTo>
                    <a:cubicBezTo>
                      <a:pt x="15993" y="25168"/>
                      <a:pt x="15993" y="25168"/>
                      <a:pt x="16370" y="23960"/>
                    </a:cubicBezTo>
                    <a:cubicBezTo>
                      <a:pt x="16443" y="23727"/>
                      <a:pt x="16513" y="23498"/>
                      <a:pt x="16588" y="23258"/>
                    </a:cubicBezTo>
                    <a:cubicBezTo>
                      <a:pt x="17375" y="23168"/>
                      <a:pt x="17753" y="23205"/>
                      <a:pt x="18432" y="23633"/>
                    </a:cubicBezTo>
                    <a:cubicBezTo>
                      <a:pt x="19162" y="24275"/>
                      <a:pt x="19770" y="25033"/>
                      <a:pt x="20400" y="25773"/>
                    </a:cubicBezTo>
                    <a:cubicBezTo>
                      <a:pt x="20777" y="26190"/>
                      <a:pt x="21148" y="26535"/>
                      <a:pt x="21588" y="26883"/>
                    </a:cubicBezTo>
                    <a:cubicBezTo>
                      <a:pt x="22378" y="27508"/>
                      <a:pt x="23000" y="28243"/>
                      <a:pt x="23652" y="29008"/>
                    </a:cubicBezTo>
                    <a:cubicBezTo>
                      <a:pt x="24062" y="29477"/>
                      <a:pt x="24480" y="29935"/>
                      <a:pt x="24915" y="30383"/>
                    </a:cubicBezTo>
                    <a:cubicBezTo>
                      <a:pt x="25033" y="30503"/>
                      <a:pt x="25152" y="30625"/>
                      <a:pt x="25273" y="30750"/>
                    </a:cubicBezTo>
                    <a:cubicBezTo>
                      <a:pt x="25588" y="31008"/>
                      <a:pt x="25588" y="31008"/>
                      <a:pt x="26088" y="31008"/>
                    </a:cubicBezTo>
                    <a:cubicBezTo>
                      <a:pt x="26122" y="31087"/>
                      <a:pt x="26122" y="31087"/>
                      <a:pt x="26290" y="31493"/>
                    </a:cubicBezTo>
                    <a:cubicBezTo>
                      <a:pt x="26588" y="32008"/>
                      <a:pt x="26588" y="32008"/>
                      <a:pt x="26963" y="32133"/>
                    </a:cubicBezTo>
                    <a:cubicBezTo>
                      <a:pt x="27338" y="32258"/>
                      <a:pt x="27338" y="32258"/>
                      <a:pt x="27572" y="32710"/>
                    </a:cubicBezTo>
                    <a:cubicBezTo>
                      <a:pt x="27660" y="32890"/>
                      <a:pt x="27747" y="33072"/>
                      <a:pt x="27838" y="33258"/>
                    </a:cubicBezTo>
                    <a:cubicBezTo>
                      <a:pt x="28148" y="33638"/>
                      <a:pt x="28465" y="33930"/>
                      <a:pt x="28838" y="34258"/>
                    </a:cubicBezTo>
                    <a:cubicBezTo>
                      <a:pt x="29003" y="34258"/>
                      <a:pt x="29168" y="34258"/>
                      <a:pt x="29338" y="34258"/>
                    </a:cubicBezTo>
                    <a:cubicBezTo>
                      <a:pt x="29365" y="34370"/>
                      <a:pt x="29392" y="34480"/>
                      <a:pt x="29420" y="34595"/>
                    </a:cubicBezTo>
                    <a:cubicBezTo>
                      <a:pt x="29622" y="35095"/>
                      <a:pt x="29850" y="35275"/>
                      <a:pt x="30275" y="35600"/>
                    </a:cubicBezTo>
                    <a:cubicBezTo>
                      <a:pt x="31152" y="36300"/>
                      <a:pt x="31940" y="37060"/>
                      <a:pt x="32682" y="37898"/>
                    </a:cubicBezTo>
                    <a:cubicBezTo>
                      <a:pt x="33438" y="38567"/>
                      <a:pt x="34355" y="38692"/>
                      <a:pt x="35338" y="38758"/>
                    </a:cubicBezTo>
                    <a:cubicBezTo>
                      <a:pt x="36345" y="38590"/>
                      <a:pt x="37230" y="38215"/>
                      <a:pt x="37947" y="37475"/>
                    </a:cubicBezTo>
                    <a:cubicBezTo>
                      <a:pt x="38537" y="36610"/>
                      <a:pt x="38640" y="35533"/>
                      <a:pt x="38588" y="34508"/>
                    </a:cubicBezTo>
                    <a:cubicBezTo>
                      <a:pt x="38277" y="33435"/>
                      <a:pt x="37727" y="32768"/>
                      <a:pt x="36977" y="31975"/>
                    </a:cubicBezTo>
                    <a:cubicBezTo>
                      <a:pt x="36880" y="31870"/>
                      <a:pt x="36780" y="31763"/>
                      <a:pt x="36680" y="31650"/>
                    </a:cubicBezTo>
                    <a:cubicBezTo>
                      <a:pt x="36402" y="31350"/>
                      <a:pt x="36120" y="31055"/>
                      <a:pt x="35838" y="30758"/>
                    </a:cubicBezTo>
                    <a:cubicBezTo>
                      <a:pt x="35700" y="30607"/>
                      <a:pt x="35565" y="30460"/>
                      <a:pt x="35422" y="30308"/>
                    </a:cubicBezTo>
                    <a:cubicBezTo>
                      <a:pt x="35088" y="30008"/>
                      <a:pt x="35088" y="30008"/>
                      <a:pt x="34588" y="30008"/>
                    </a:cubicBezTo>
                    <a:cubicBezTo>
                      <a:pt x="34560" y="29938"/>
                      <a:pt x="34560" y="29938"/>
                      <a:pt x="34415" y="29585"/>
                    </a:cubicBezTo>
                    <a:cubicBezTo>
                      <a:pt x="34072" y="28980"/>
                      <a:pt x="33713" y="28592"/>
                      <a:pt x="33213" y="28118"/>
                    </a:cubicBezTo>
                    <a:cubicBezTo>
                      <a:pt x="32930" y="27847"/>
                      <a:pt x="32655" y="27570"/>
                      <a:pt x="32385" y="27288"/>
                    </a:cubicBezTo>
                    <a:cubicBezTo>
                      <a:pt x="32230" y="27130"/>
                      <a:pt x="32075" y="26970"/>
                      <a:pt x="31915" y="26805"/>
                    </a:cubicBezTo>
                    <a:cubicBezTo>
                      <a:pt x="31770" y="26653"/>
                      <a:pt x="31625" y="26503"/>
                      <a:pt x="31475" y="26347"/>
                    </a:cubicBezTo>
                    <a:cubicBezTo>
                      <a:pt x="31088" y="26008"/>
                      <a:pt x="31088" y="26008"/>
                      <a:pt x="30588" y="26008"/>
                    </a:cubicBezTo>
                    <a:cubicBezTo>
                      <a:pt x="30525" y="25863"/>
                      <a:pt x="30465" y="25717"/>
                      <a:pt x="30400" y="25570"/>
                    </a:cubicBezTo>
                    <a:cubicBezTo>
                      <a:pt x="30030" y="24903"/>
                      <a:pt x="29662" y="24510"/>
                      <a:pt x="29088" y="24008"/>
                    </a:cubicBezTo>
                    <a:cubicBezTo>
                      <a:pt x="28922" y="24008"/>
                      <a:pt x="28757" y="24008"/>
                      <a:pt x="28588" y="24008"/>
                    </a:cubicBezTo>
                    <a:cubicBezTo>
                      <a:pt x="28527" y="23865"/>
                      <a:pt x="28465" y="23720"/>
                      <a:pt x="28402" y="23572"/>
                    </a:cubicBezTo>
                    <a:cubicBezTo>
                      <a:pt x="28045" y="22928"/>
                      <a:pt x="27600" y="22465"/>
                      <a:pt x="27072" y="21960"/>
                    </a:cubicBezTo>
                    <a:cubicBezTo>
                      <a:pt x="26975" y="21865"/>
                      <a:pt x="26878" y="21768"/>
                      <a:pt x="26775" y="21670"/>
                    </a:cubicBezTo>
                    <a:cubicBezTo>
                      <a:pt x="26465" y="21365"/>
                      <a:pt x="26150" y="21060"/>
                      <a:pt x="25838" y="20758"/>
                    </a:cubicBezTo>
                    <a:cubicBezTo>
                      <a:pt x="25425" y="20357"/>
                      <a:pt x="25015" y="19957"/>
                      <a:pt x="24602" y="19555"/>
                    </a:cubicBezTo>
                    <a:cubicBezTo>
                      <a:pt x="24510" y="19465"/>
                      <a:pt x="24415" y="19375"/>
                      <a:pt x="24318" y="19280"/>
                    </a:cubicBezTo>
                    <a:cubicBezTo>
                      <a:pt x="23605" y="18582"/>
                      <a:pt x="23112" y="17960"/>
                      <a:pt x="23057" y="16945"/>
                    </a:cubicBezTo>
                    <a:cubicBezTo>
                      <a:pt x="23068" y="16800"/>
                      <a:pt x="23078" y="16655"/>
                      <a:pt x="23088" y="16508"/>
                    </a:cubicBezTo>
                    <a:cubicBezTo>
                      <a:pt x="23217" y="16482"/>
                      <a:pt x="23348" y="16457"/>
                      <a:pt x="23483" y="16433"/>
                    </a:cubicBezTo>
                    <a:cubicBezTo>
                      <a:pt x="25297" y="16043"/>
                      <a:pt x="26138" y="15310"/>
                      <a:pt x="27273" y="13885"/>
                    </a:cubicBezTo>
                    <a:cubicBezTo>
                      <a:pt x="27580" y="13515"/>
                      <a:pt x="27908" y="13195"/>
                      <a:pt x="28260" y="12868"/>
                    </a:cubicBezTo>
                    <a:cubicBezTo>
                      <a:pt x="28835" y="12293"/>
                      <a:pt x="29178" y="11827"/>
                      <a:pt x="29338" y="11008"/>
                    </a:cubicBezTo>
                    <a:cubicBezTo>
                      <a:pt x="28880" y="9143"/>
                      <a:pt x="27050" y="7695"/>
                      <a:pt x="25658" y="6513"/>
                    </a:cubicBezTo>
                    <a:cubicBezTo>
                      <a:pt x="24370" y="5395"/>
                      <a:pt x="23197" y="4135"/>
                      <a:pt x="22003" y="2915"/>
                    </a:cubicBezTo>
                    <a:cubicBezTo>
                      <a:pt x="20230" y="1118"/>
                      <a:pt x="20230" y="1118"/>
                      <a:pt x="18947" y="898"/>
                    </a:cubicBezTo>
                    <a:cubicBezTo>
                      <a:pt x="17003" y="1248"/>
                      <a:pt x="15245" y="3258"/>
                      <a:pt x="14088" y="475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86" name="gavel vector"/>
              <p:cNvSpPr/>
              <p:nvPr/>
            </p:nvSpPr>
            <p:spPr>
              <a:xfrm>
                <a:off x="14666969" y="8181027"/>
                <a:ext cx="222268" cy="74684"/>
              </a:xfrm>
              <a:custGeom>
                <a:avLst/>
                <a:gdLst/>
                <a:ahLst/>
                <a:cxnLst/>
                <a:rect l="0" t="0" r="r" b="b"/>
                <a:pathLst>
                  <a:path w="24308" h="8168" fill="norm" stroke="0">
                    <a:moveTo>
                      <a:pt x="8615" y="20"/>
                    </a:moveTo>
                    <a:cubicBezTo>
                      <a:pt x="8727" y="20"/>
                      <a:pt x="8727" y="20"/>
                      <a:pt x="9297" y="17"/>
                    </a:cubicBezTo>
                    <a:cubicBezTo>
                      <a:pt x="9775" y="15"/>
                      <a:pt x="10250" y="15"/>
                      <a:pt x="10727" y="15"/>
                    </a:cubicBezTo>
                    <a:cubicBezTo>
                      <a:pt x="11450" y="15"/>
                      <a:pt x="12172" y="10"/>
                      <a:pt x="12895" y="5"/>
                    </a:cubicBezTo>
                    <a:cubicBezTo>
                      <a:pt x="13358" y="5"/>
                      <a:pt x="13822" y="5"/>
                      <a:pt x="14287" y="5"/>
                    </a:cubicBezTo>
                    <a:cubicBezTo>
                      <a:pt x="14500" y="2"/>
                      <a:pt x="14713" y="0"/>
                      <a:pt x="14933" y="0"/>
                    </a:cubicBezTo>
                    <a:cubicBezTo>
                      <a:pt x="17080" y="7"/>
                      <a:pt x="18885" y="332"/>
                      <a:pt x="20672" y="1548"/>
                    </a:cubicBezTo>
                    <a:cubicBezTo>
                      <a:pt x="20940" y="1720"/>
                      <a:pt x="21205" y="1895"/>
                      <a:pt x="21473" y="2070"/>
                    </a:cubicBezTo>
                    <a:cubicBezTo>
                      <a:pt x="21600" y="2153"/>
                      <a:pt x="21727" y="2237"/>
                      <a:pt x="21860" y="2322"/>
                    </a:cubicBezTo>
                    <a:cubicBezTo>
                      <a:pt x="22365" y="2632"/>
                      <a:pt x="22890" y="2887"/>
                      <a:pt x="23430" y="3135"/>
                    </a:cubicBezTo>
                    <a:cubicBezTo>
                      <a:pt x="23750" y="3312"/>
                      <a:pt x="23750" y="3312"/>
                      <a:pt x="24250" y="3812"/>
                    </a:cubicBezTo>
                    <a:cubicBezTo>
                      <a:pt x="24308" y="4435"/>
                      <a:pt x="24308" y="4435"/>
                      <a:pt x="24297" y="5173"/>
                    </a:cubicBezTo>
                    <a:cubicBezTo>
                      <a:pt x="24295" y="5413"/>
                      <a:pt x="24295" y="5655"/>
                      <a:pt x="24293" y="5905"/>
                    </a:cubicBezTo>
                    <a:cubicBezTo>
                      <a:pt x="24235" y="6815"/>
                      <a:pt x="24235" y="6815"/>
                      <a:pt x="24000" y="7312"/>
                    </a:cubicBezTo>
                    <a:cubicBezTo>
                      <a:pt x="22830" y="8137"/>
                      <a:pt x="21495" y="8168"/>
                      <a:pt x="20118" y="8150"/>
                    </a:cubicBezTo>
                    <a:cubicBezTo>
                      <a:pt x="19912" y="8153"/>
                      <a:pt x="19705" y="8153"/>
                      <a:pt x="19493" y="8153"/>
                    </a:cubicBezTo>
                    <a:cubicBezTo>
                      <a:pt x="18818" y="8153"/>
                      <a:pt x="18142" y="8150"/>
                      <a:pt x="17467" y="8145"/>
                    </a:cubicBezTo>
                    <a:cubicBezTo>
                      <a:pt x="16995" y="8142"/>
                      <a:pt x="16523" y="8142"/>
                      <a:pt x="16053" y="8142"/>
                    </a:cubicBezTo>
                    <a:cubicBezTo>
                      <a:pt x="15065" y="8142"/>
                      <a:pt x="14080" y="8137"/>
                      <a:pt x="13095" y="8132"/>
                    </a:cubicBezTo>
                    <a:cubicBezTo>
                      <a:pt x="11830" y="8125"/>
                      <a:pt x="10568" y="8122"/>
                      <a:pt x="9305" y="8122"/>
                    </a:cubicBezTo>
                    <a:cubicBezTo>
                      <a:pt x="8332" y="8120"/>
                      <a:pt x="7360" y="8117"/>
                      <a:pt x="6388" y="8115"/>
                    </a:cubicBezTo>
                    <a:cubicBezTo>
                      <a:pt x="5920" y="8112"/>
                      <a:pt x="5455" y="8112"/>
                      <a:pt x="4987" y="8112"/>
                    </a:cubicBezTo>
                    <a:cubicBezTo>
                      <a:pt x="4338" y="8110"/>
                      <a:pt x="3688" y="8105"/>
                      <a:pt x="3037" y="8102"/>
                    </a:cubicBezTo>
                    <a:cubicBezTo>
                      <a:pt x="2845" y="8102"/>
                      <a:pt x="2652" y="8102"/>
                      <a:pt x="2455" y="8102"/>
                    </a:cubicBezTo>
                    <a:cubicBezTo>
                      <a:pt x="1600" y="8095"/>
                      <a:pt x="822" y="8082"/>
                      <a:pt x="0" y="7812"/>
                    </a:cubicBezTo>
                    <a:cubicBezTo>
                      <a:pt x="0" y="7565"/>
                      <a:pt x="0" y="7317"/>
                      <a:pt x="0" y="7062"/>
                    </a:cubicBezTo>
                    <a:cubicBezTo>
                      <a:pt x="225" y="7062"/>
                      <a:pt x="450" y="7062"/>
                      <a:pt x="680" y="7062"/>
                    </a:cubicBezTo>
                    <a:cubicBezTo>
                      <a:pt x="2818" y="7070"/>
                      <a:pt x="4953" y="7072"/>
                      <a:pt x="7088" y="7075"/>
                    </a:cubicBezTo>
                    <a:cubicBezTo>
                      <a:pt x="8188" y="7075"/>
                      <a:pt x="9285" y="7077"/>
                      <a:pt x="10382" y="7080"/>
                    </a:cubicBezTo>
                    <a:cubicBezTo>
                      <a:pt x="11445" y="7082"/>
                      <a:pt x="12507" y="7085"/>
                      <a:pt x="13572" y="7085"/>
                    </a:cubicBezTo>
                    <a:cubicBezTo>
                      <a:pt x="13973" y="7085"/>
                      <a:pt x="14375" y="7087"/>
                      <a:pt x="14775" y="7087"/>
                    </a:cubicBezTo>
                    <a:cubicBezTo>
                      <a:pt x="17693" y="7097"/>
                      <a:pt x="20590" y="6990"/>
                      <a:pt x="23500" y="6812"/>
                    </a:cubicBezTo>
                    <a:cubicBezTo>
                      <a:pt x="23500" y="5822"/>
                      <a:pt x="23500" y="4832"/>
                      <a:pt x="23500" y="3812"/>
                    </a:cubicBezTo>
                    <a:cubicBezTo>
                      <a:pt x="23243" y="3750"/>
                      <a:pt x="22985" y="3688"/>
                      <a:pt x="22720" y="3625"/>
                    </a:cubicBezTo>
                    <a:cubicBezTo>
                      <a:pt x="21755" y="3350"/>
                      <a:pt x="21055" y="2895"/>
                      <a:pt x="20250" y="2312"/>
                    </a:cubicBezTo>
                    <a:cubicBezTo>
                      <a:pt x="18360" y="1067"/>
                      <a:pt x="16685" y="697"/>
                      <a:pt x="14443" y="720"/>
                    </a:cubicBezTo>
                    <a:cubicBezTo>
                      <a:pt x="14205" y="720"/>
                      <a:pt x="13967" y="720"/>
                      <a:pt x="13720" y="720"/>
                    </a:cubicBezTo>
                    <a:cubicBezTo>
                      <a:pt x="13220" y="722"/>
                      <a:pt x="12720" y="722"/>
                      <a:pt x="12220" y="727"/>
                    </a:cubicBezTo>
                    <a:cubicBezTo>
                      <a:pt x="11580" y="732"/>
                      <a:pt x="10943" y="732"/>
                      <a:pt x="10303" y="732"/>
                    </a:cubicBezTo>
                    <a:cubicBezTo>
                      <a:pt x="9688" y="730"/>
                      <a:pt x="9072" y="735"/>
                      <a:pt x="8460" y="737"/>
                    </a:cubicBezTo>
                    <a:cubicBezTo>
                      <a:pt x="8230" y="737"/>
                      <a:pt x="8003" y="737"/>
                      <a:pt x="7767" y="735"/>
                    </a:cubicBezTo>
                    <a:cubicBezTo>
                      <a:pt x="6638" y="747"/>
                      <a:pt x="5760" y="793"/>
                      <a:pt x="4750" y="1312"/>
                    </a:cubicBezTo>
                    <a:cubicBezTo>
                      <a:pt x="4582" y="1385"/>
                      <a:pt x="4415" y="1460"/>
                      <a:pt x="4245" y="1535"/>
                    </a:cubicBezTo>
                    <a:cubicBezTo>
                      <a:pt x="3385" y="1947"/>
                      <a:pt x="2662" y="2355"/>
                      <a:pt x="1955" y="3000"/>
                    </a:cubicBezTo>
                    <a:cubicBezTo>
                      <a:pt x="1410" y="3485"/>
                      <a:pt x="1297" y="3558"/>
                      <a:pt x="533" y="3640"/>
                    </a:cubicBezTo>
                    <a:cubicBezTo>
                      <a:pt x="445" y="3627"/>
                      <a:pt x="445" y="3627"/>
                      <a:pt x="0" y="3562"/>
                    </a:cubicBezTo>
                    <a:cubicBezTo>
                      <a:pt x="162" y="2870"/>
                      <a:pt x="162" y="2870"/>
                      <a:pt x="550" y="2610"/>
                    </a:cubicBezTo>
                    <a:cubicBezTo>
                      <a:pt x="672" y="2558"/>
                      <a:pt x="795" y="2505"/>
                      <a:pt x="922" y="2452"/>
                    </a:cubicBezTo>
                    <a:cubicBezTo>
                      <a:pt x="1487" y="2195"/>
                      <a:pt x="1990" y="1915"/>
                      <a:pt x="2500" y="1562"/>
                    </a:cubicBezTo>
                    <a:cubicBezTo>
                      <a:pt x="4495" y="207"/>
                      <a:pt x="6235" y="23"/>
                      <a:pt x="8615" y="20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87" name="gavel vector"/>
              <p:cNvSpPr/>
              <p:nvPr/>
            </p:nvSpPr>
            <p:spPr>
              <a:xfrm>
                <a:off x="14666975" y="8176295"/>
                <a:ext cx="231823" cy="85725"/>
              </a:xfrm>
              <a:custGeom>
                <a:avLst/>
                <a:gdLst/>
                <a:ahLst/>
                <a:cxnLst/>
                <a:rect l="0" t="0" r="r" b="b"/>
                <a:pathLst>
                  <a:path w="25352" h="9375" fill="norm" stroke="0">
                    <a:moveTo>
                      <a:pt x="8465" y="38"/>
                    </a:moveTo>
                    <a:cubicBezTo>
                      <a:pt x="8700" y="38"/>
                      <a:pt x="8938" y="35"/>
                      <a:pt x="9180" y="35"/>
                    </a:cubicBezTo>
                    <a:cubicBezTo>
                      <a:pt x="9680" y="33"/>
                      <a:pt x="10178" y="33"/>
                      <a:pt x="10675" y="33"/>
                    </a:cubicBezTo>
                    <a:cubicBezTo>
                      <a:pt x="11182" y="33"/>
                      <a:pt x="11688" y="33"/>
                      <a:pt x="12195" y="28"/>
                    </a:cubicBezTo>
                    <a:cubicBezTo>
                      <a:pt x="12930" y="23"/>
                      <a:pt x="13668" y="23"/>
                      <a:pt x="14402" y="23"/>
                    </a:cubicBezTo>
                    <a:cubicBezTo>
                      <a:pt x="14515" y="20"/>
                      <a:pt x="14515" y="20"/>
                      <a:pt x="15077" y="18"/>
                    </a:cubicBezTo>
                    <a:cubicBezTo>
                      <a:pt x="17155" y="25"/>
                      <a:pt x="19202" y="77"/>
                      <a:pt x="20750" y="1580"/>
                    </a:cubicBezTo>
                    <a:cubicBezTo>
                      <a:pt x="21472" y="2185"/>
                      <a:pt x="22105" y="2472"/>
                      <a:pt x="23000" y="2753"/>
                    </a:cubicBezTo>
                    <a:cubicBezTo>
                      <a:pt x="23942" y="3115"/>
                      <a:pt x="24435" y="3403"/>
                      <a:pt x="24922" y="4298"/>
                    </a:cubicBezTo>
                    <a:cubicBezTo>
                      <a:pt x="25287" y="5228"/>
                      <a:pt x="25352" y="5898"/>
                      <a:pt x="25000" y="6830"/>
                    </a:cubicBezTo>
                    <a:cubicBezTo>
                      <a:pt x="24952" y="6962"/>
                      <a:pt x="24905" y="7092"/>
                      <a:pt x="24857" y="7230"/>
                    </a:cubicBezTo>
                    <a:cubicBezTo>
                      <a:pt x="24452" y="8178"/>
                      <a:pt x="23947" y="8648"/>
                      <a:pt x="23000" y="9080"/>
                    </a:cubicBezTo>
                    <a:cubicBezTo>
                      <a:pt x="22465" y="9173"/>
                      <a:pt x="21995" y="9228"/>
                      <a:pt x="21460" y="9250"/>
                    </a:cubicBezTo>
                    <a:cubicBezTo>
                      <a:pt x="21385" y="9255"/>
                      <a:pt x="21385" y="9255"/>
                      <a:pt x="21002" y="9275"/>
                    </a:cubicBezTo>
                    <a:cubicBezTo>
                      <a:pt x="18967" y="9375"/>
                      <a:pt x="16930" y="9360"/>
                      <a:pt x="14892" y="9355"/>
                    </a:cubicBezTo>
                    <a:cubicBezTo>
                      <a:pt x="14460" y="9353"/>
                      <a:pt x="14027" y="9353"/>
                      <a:pt x="13595" y="9353"/>
                    </a:cubicBezTo>
                    <a:cubicBezTo>
                      <a:pt x="12470" y="9353"/>
                      <a:pt x="11345" y="9350"/>
                      <a:pt x="10220" y="9347"/>
                    </a:cubicBezTo>
                    <a:cubicBezTo>
                      <a:pt x="9067" y="9345"/>
                      <a:pt x="7915" y="9342"/>
                      <a:pt x="6760" y="9342"/>
                    </a:cubicBezTo>
                    <a:cubicBezTo>
                      <a:pt x="4507" y="9340"/>
                      <a:pt x="2252" y="9335"/>
                      <a:pt x="0" y="9330"/>
                    </a:cubicBezTo>
                    <a:cubicBezTo>
                      <a:pt x="0" y="9000"/>
                      <a:pt x="0" y="8670"/>
                      <a:pt x="0" y="8330"/>
                    </a:cubicBezTo>
                    <a:cubicBezTo>
                      <a:pt x="57" y="8330"/>
                      <a:pt x="57" y="8330"/>
                      <a:pt x="342" y="8330"/>
                    </a:cubicBezTo>
                    <a:cubicBezTo>
                      <a:pt x="3100" y="8342"/>
                      <a:pt x="5855" y="8350"/>
                      <a:pt x="8612" y="8355"/>
                    </a:cubicBezTo>
                    <a:cubicBezTo>
                      <a:pt x="9945" y="8358"/>
                      <a:pt x="11280" y="8363"/>
                      <a:pt x="12612" y="8368"/>
                    </a:cubicBezTo>
                    <a:cubicBezTo>
                      <a:pt x="13775" y="8373"/>
                      <a:pt x="14938" y="8375"/>
                      <a:pt x="16100" y="8378"/>
                    </a:cubicBezTo>
                    <a:cubicBezTo>
                      <a:pt x="16715" y="8378"/>
                      <a:pt x="17330" y="8380"/>
                      <a:pt x="17945" y="8383"/>
                    </a:cubicBezTo>
                    <a:cubicBezTo>
                      <a:pt x="18632" y="8385"/>
                      <a:pt x="19320" y="8388"/>
                      <a:pt x="20010" y="8388"/>
                    </a:cubicBezTo>
                    <a:cubicBezTo>
                      <a:pt x="20210" y="8388"/>
                      <a:pt x="20412" y="8390"/>
                      <a:pt x="20620" y="8393"/>
                    </a:cubicBezTo>
                    <a:cubicBezTo>
                      <a:pt x="21827" y="8388"/>
                      <a:pt x="22862" y="8233"/>
                      <a:pt x="24000" y="7830"/>
                    </a:cubicBezTo>
                    <a:cubicBezTo>
                      <a:pt x="24035" y="7263"/>
                      <a:pt x="24057" y="6695"/>
                      <a:pt x="24077" y="6128"/>
                    </a:cubicBezTo>
                    <a:cubicBezTo>
                      <a:pt x="24090" y="5965"/>
                      <a:pt x="24100" y="5805"/>
                      <a:pt x="24110" y="5640"/>
                    </a:cubicBezTo>
                    <a:cubicBezTo>
                      <a:pt x="24122" y="5175"/>
                      <a:pt x="24112" y="4780"/>
                      <a:pt x="24000" y="4330"/>
                    </a:cubicBezTo>
                    <a:cubicBezTo>
                      <a:pt x="23555" y="3965"/>
                      <a:pt x="23262" y="3803"/>
                      <a:pt x="22750" y="3580"/>
                    </a:cubicBezTo>
                    <a:cubicBezTo>
                      <a:pt x="22465" y="3418"/>
                      <a:pt x="22180" y="3253"/>
                      <a:pt x="21897" y="3087"/>
                    </a:cubicBezTo>
                    <a:cubicBezTo>
                      <a:pt x="21592" y="2913"/>
                      <a:pt x="21290" y="2738"/>
                      <a:pt x="20985" y="2565"/>
                    </a:cubicBezTo>
                    <a:cubicBezTo>
                      <a:pt x="20832" y="2475"/>
                      <a:pt x="20678" y="2388"/>
                      <a:pt x="20520" y="2298"/>
                    </a:cubicBezTo>
                    <a:cubicBezTo>
                      <a:pt x="20097" y="2055"/>
                      <a:pt x="19675" y="1817"/>
                      <a:pt x="19250" y="1580"/>
                    </a:cubicBezTo>
                    <a:cubicBezTo>
                      <a:pt x="19080" y="1483"/>
                      <a:pt x="18910" y="1385"/>
                      <a:pt x="18735" y="1283"/>
                    </a:cubicBezTo>
                    <a:cubicBezTo>
                      <a:pt x="17360" y="705"/>
                      <a:pt x="15840" y="790"/>
                      <a:pt x="14377" y="788"/>
                    </a:cubicBezTo>
                    <a:cubicBezTo>
                      <a:pt x="14265" y="788"/>
                      <a:pt x="14265" y="788"/>
                      <a:pt x="13692" y="785"/>
                    </a:cubicBezTo>
                    <a:cubicBezTo>
                      <a:pt x="13215" y="783"/>
                      <a:pt x="12737" y="783"/>
                      <a:pt x="12260" y="783"/>
                    </a:cubicBezTo>
                    <a:cubicBezTo>
                      <a:pt x="11535" y="783"/>
                      <a:pt x="10810" y="778"/>
                      <a:pt x="10085" y="773"/>
                    </a:cubicBezTo>
                    <a:cubicBezTo>
                      <a:pt x="9620" y="773"/>
                      <a:pt x="9155" y="773"/>
                      <a:pt x="8690" y="773"/>
                    </a:cubicBezTo>
                    <a:cubicBezTo>
                      <a:pt x="8475" y="770"/>
                      <a:pt x="8260" y="768"/>
                      <a:pt x="8040" y="768"/>
                    </a:cubicBezTo>
                    <a:cubicBezTo>
                      <a:pt x="6242" y="773"/>
                      <a:pt x="4632" y="1020"/>
                      <a:pt x="3062" y="1940"/>
                    </a:cubicBezTo>
                    <a:cubicBezTo>
                      <a:pt x="2972" y="1990"/>
                      <a:pt x="2972" y="1990"/>
                      <a:pt x="2520" y="2250"/>
                    </a:cubicBezTo>
                    <a:cubicBezTo>
                      <a:pt x="2000" y="2580"/>
                      <a:pt x="2000" y="2580"/>
                      <a:pt x="1470" y="2985"/>
                    </a:cubicBezTo>
                    <a:cubicBezTo>
                      <a:pt x="975" y="3347"/>
                      <a:pt x="600" y="3472"/>
                      <a:pt x="0" y="3580"/>
                    </a:cubicBezTo>
                    <a:cubicBezTo>
                      <a:pt x="0" y="3250"/>
                      <a:pt x="0" y="2920"/>
                      <a:pt x="0" y="2580"/>
                    </a:cubicBezTo>
                    <a:cubicBezTo>
                      <a:pt x="290" y="2538"/>
                      <a:pt x="290" y="2538"/>
                      <a:pt x="1750" y="2330"/>
                    </a:cubicBezTo>
                    <a:cubicBezTo>
                      <a:pt x="1832" y="2082"/>
                      <a:pt x="1915" y="1835"/>
                      <a:pt x="2000" y="1580"/>
                    </a:cubicBezTo>
                    <a:cubicBezTo>
                      <a:pt x="2517" y="1243"/>
                      <a:pt x="2517" y="1243"/>
                      <a:pt x="3172" y="923"/>
                    </a:cubicBezTo>
                    <a:cubicBezTo>
                      <a:pt x="3385" y="817"/>
                      <a:pt x="3597" y="710"/>
                      <a:pt x="3815" y="600"/>
                    </a:cubicBezTo>
                    <a:cubicBezTo>
                      <a:pt x="5330" y="0"/>
                      <a:pt x="6857" y="40"/>
                      <a:pt x="8465" y="3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88" name="gavel vector"/>
              <p:cNvSpPr/>
              <p:nvPr/>
            </p:nvSpPr>
            <p:spPr>
              <a:xfrm>
                <a:off x="14883986" y="7910749"/>
                <a:ext cx="67300" cy="70820"/>
              </a:xfrm>
              <a:custGeom>
                <a:avLst/>
                <a:gdLst/>
                <a:ahLst/>
                <a:cxnLst/>
                <a:rect l="0" t="0" r="r" b="b"/>
                <a:pathLst>
                  <a:path w="7360" h="7745" fill="norm" stroke="0">
                    <a:moveTo>
                      <a:pt x="267" y="120"/>
                    </a:moveTo>
                    <a:cubicBezTo>
                      <a:pt x="867" y="35"/>
                      <a:pt x="1327" y="0"/>
                      <a:pt x="1852" y="332"/>
                    </a:cubicBezTo>
                    <a:cubicBezTo>
                      <a:pt x="2217" y="650"/>
                      <a:pt x="2557" y="980"/>
                      <a:pt x="2898" y="1325"/>
                    </a:cubicBezTo>
                    <a:cubicBezTo>
                      <a:pt x="3023" y="1450"/>
                      <a:pt x="3150" y="1572"/>
                      <a:pt x="3280" y="1700"/>
                    </a:cubicBezTo>
                    <a:cubicBezTo>
                      <a:pt x="3543" y="1965"/>
                      <a:pt x="3807" y="2227"/>
                      <a:pt x="4067" y="2495"/>
                    </a:cubicBezTo>
                    <a:cubicBezTo>
                      <a:pt x="4470" y="2900"/>
                      <a:pt x="4875" y="3298"/>
                      <a:pt x="5285" y="3695"/>
                    </a:cubicBezTo>
                    <a:cubicBezTo>
                      <a:pt x="5543" y="3950"/>
                      <a:pt x="5797" y="4207"/>
                      <a:pt x="6053" y="4465"/>
                    </a:cubicBezTo>
                    <a:cubicBezTo>
                      <a:pt x="6175" y="4582"/>
                      <a:pt x="6297" y="4702"/>
                      <a:pt x="6422" y="4822"/>
                    </a:cubicBezTo>
                    <a:cubicBezTo>
                      <a:pt x="7007" y="5428"/>
                      <a:pt x="7342" y="5830"/>
                      <a:pt x="7360" y="6692"/>
                    </a:cubicBezTo>
                    <a:cubicBezTo>
                      <a:pt x="7267" y="7370"/>
                      <a:pt x="7267" y="7370"/>
                      <a:pt x="7017" y="7620"/>
                    </a:cubicBezTo>
                    <a:cubicBezTo>
                      <a:pt x="6410" y="7720"/>
                      <a:pt x="5965" y="7745"/>
                      <a:pt x="5432" y="7408"/>
                    </a:cubicBezTo>
                    <a:cubicBezTo>
                      <a:pt x="5062" y="7095"/>
                      <a:pt x="4720" y="6765"/>
                      <a:pt x="4380" y="6423"/>
                    </a:cubicBezTo>
                    <a:cubicBezTo>
                      <a:pt x="4252" y="6300"/>
                      <a:pt x="4125" y="6178"/>
                      <a:pt x="3995" y="6050"/>
                    </a:cubicBezTo>
                    <a:cubicBezTo>
                      <a:pt x="3730" y="5788"/>
                      <a:pt x="3465" y="5525"/>
                      <a:pt x="3202" y="5260"/>
                    </a:cubicBezTo>
                    <a:cubicBezTo>
                      <a:pt x="2800" y="4855"/>
                      <a:pt x="2390" y="4462"/>
                      <a:pt x="1977" y="4067"/>
                    </a:cubicBezTo>
                    <a:cubicBezTo>
                      <a:pt x="1720" y="3812"/>
                      <a:pt x="1462" y="3555"/>
                      <a:pt x="1207" y="3298"/>
                    </a:cubicBezTo>
                    <a:cubicBezTo>
                      <a:pt x="1085" y="3183"/>
                      <a:pt x="960" y="3065"/>
                      <a:pt x="835" y="2945"/>
                    </a:cubicBezTo>
                    <a:cubicBezTo>
                      <a:pt x="25" y="2110"/>
                      <a:pt x="25" y="2110"/>
                      <a:pt x="0" y="1393"/>
                    </a:cubicBezTo>
                    <a:cubicBezTo>
                      <a:pt x="62" y="955"/>
                      <a:pt x="145" y="543"/>
                      <a:pt x="267" y="120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89" name="gavel vector"/>
              <p:cNvSpPr/>
              <p:nvPr/>
            </p:nvSpPr>
            <p:spPr>
              <a:xfrm>
                <a:off x="14758416" y="8036227"/>
                <a:ext cx="70866" cy="67643"/>
              </a:xfrm>
              <a:custGeom>
                <a:avLst/>
                <a:gdLst/>
                <a:ahLst/>
                <a:cxnLst/>
                <a:rect l="0" t="0" r="r" b="b"/>
                <a:pathLst>
                  <a:path w="7750" h="7398" fill="norm" stroke="0">
                    <a:moveTo>
                      <a:pt x="250" y="148"/>
                    </a:moveTo>
                    <a:cubicBezTo>
                      <a:pt x="1510" y="0"/>
                      <a:pt x="1510" y="0"/>
                      <a:pt x="2105" y="365"/>
                    </a:cubicBezTo>
                    <a:cubicBezTo>
                      <a:pt x="2473" y="688"/>
                      <a:pt x="2810" y="1025"/>
                      <a:pt x="3145" y="1380"/>
                    </a:cubicBezTo>
                    <a:cubicBezTo>
                      <a:pt x="3270" y="1505"/>
                      <a:pt x="3395" y="1630"/>
                      <a:pt x="3525" y="1760"/>
                    </a:cubicBezTo>
                    <a:cubicBezTo>
                      <a:pt x="3787" y="2025"/>
                      <a:pt x="4047" y="2293"/>
                      <a:pt x="4305" y="2562"/>
                    </a:cubicBezTo>
                    <a:cubicBezTo>
                      <a:pt x="4703" y="2975"/>
                      <a:pt x="5105" y="3383"/>
                      <a:pt x="5507" y="3788"/>
                    </a:cubicBezTo>
                    <a:cubicBezTo>
                      <a:pt x="5763" y="4048"/>
                      <a:pt x="6017" y="4308"/>
                      <a:pt x="6270" y="4567"/>
                    </a:cubicBezTo>
                    <a:cubicBezTo>
                      <a:pt x="6390" y="4688"/>
                      <a:pt x="6510" y="4810"/>
                      <a:pt x="6632" y="4935"/>
                    </a:cubicBezTo>
                    <a:cubicBezTo>
                      <a:pt x="6688" y="4993"/>
                      <a:pt x="6688" y="4993"/>
                      <a:pt x="6967" y="5285"/>
                    </a:cubicBezTo>
                    <a:cubicBezTo>
                      <a:pt x="7065" y="5385"/>
                      <a:pt x="7162" y="5485"/>
                      <a:pt x="7263" y="5590"/>
                    </a:cubicBezTo>
                    <a:cubicBezTo>
                      <a:pt x="7525" y="5930"/>
                      <a:pt x="7638" y="6233"/>
                      <a:pt x="7750" y="6648"/>
                    </a:cubicBezTo>
                    <a:cubicBezTo>
                      <a:pt x="7470" y="7038"/>
                      <a:pt x="7470" y="7038"/>
                      <a:pt x="7000" y="7398"/>
                    </a:cubicBezTo>
                    <a:cubicBezTo>
                      <a:pt x="6055" y="7398"/>
                      <a:pt x="5537" y="7263"/>
                      <a:pt x="4860" y="6600"/>
                    </a:cubicBezTo>
                    <a:cubicBezTo>
                      <a:pt x="4440" y="6138"/>
                      <a:pt x="4050" y="5650"/>
                      <a:pt x="3655" y="5163"/>
                    </a:cubicBezTo>
                    <a:cubicBezTo>
                      <a:pt x="3190" y="4590"/>
                      <a:pt x="2695" y="4120"/>
                      <a:pt x="2125" y="3648"/>
                    </a:cubicBezTo>
                    <a:cubicBezTo>
                      <a:pt x="475" y="2263"/>
                      <a:pt x="475" y="2263"/>
                      <a:pt x="0" y="1398"/>
                    </a:cubicBezTo>
                    <a:cubicBezTo>
                      <a:pt x="47" y="678"/>
                      <a:pt x="47" y="678"/>
                      <a:pt x="250" y="148"/>
                    </a:cubicBezTo>
                    <a:close/>
                  </a:path>
                </a:pathLst>
              </a:custGeom>
              <a:solidFill>
                <a:srgbClr val="EBE3DA"/>
              </a:solidFill>
              <a:ln w="0">
                <a:noFill/>
              </a:ln>
            </p:spPr>
          </p:sp>
          <p:sp>
            <p:nvSpPr>
              <p:cNvPr id="1090" name="gavel vector"/>
              <p:cNvSpPr/>
              <p:nvPr/>
            </p:nvSpPr>
            <p:spPr>
              <a:xfrm>
                <a:off x="14753547" y="8029124"/>
                <a:ext cx="80604" cy="82342"/>
              </a:xfrm>
              <a:custGeom>
                <a:avLst/>
                <a:gdLst/>
                <a:ahLst/>
                <a:cxnLst/>
                <a:rect l="0" t="0" r="r" b="b"/>
                <a:pathLst>
                  <a:path w="8815" h="9005" fill="norm" stroke="0">
                    <a:moveTo>
                      <a:pt x="3095" y="668"/>
                    </a:moveTo>
                    <a:cubicBezTo>
                      <a:pt x="3652" y="1210"/>
                      <a:pt x="4138" y="1803"/>
                      <a:pt x="4625" y="2408"/>
                    </a:cubicBezTo>
                    <a:cubicBezTo>
                      <a:pt x="5217" y="3135"/>
                      <a:pt x="5888" y="3715"/>
                      <a:pt x="6605" y="4312"/>
                    </a:cubicBezTo>
                    <a:cubicBezTo>
                      <a:pt x="8395" y="5827"/>
                      <a:pt x="8395" y="5827"/>
                      <a:pt x="8783" y="6675"/>
                    </a:cubicBezTo>
                    <a:cubicBezTo>
                      <a:pt x="8815" y="7345"/>
                      <a:pt x="8815" y="7345"/>
                      <a:pt x="8783" y="7925"/>
                    </a:cubicBezTo>
                    <a:cubicBezTo>
                      <a:pt x="8618" y="8008"/>
                      <a:pt x="8618" y="8008"/>
                      <a:pt x="7783" y="8425"/>
                    </a:cubicBezTo>
                    <a:cubicBezTo>
                      <a:pt x="7783" y="8590"/>
                      <a:pt x="7783" y="8755"/>
                      <a:pt x="7783" y="8925"/>
                    </a:cubicBezTo>
                    <a:cubicBezTo>
                      <a:pt x="6995" y="9005"/>
                      <a:pt x="6630" y="8990"/>
                      <a:pt x="5963" y="8540"/>
                    </a:cubicBezTo>
                    <a:cubicBezTo>
                      <a:pt x="5775" y="8370"/>
                      <a:pt x="5590" y="8195"/>
                      <a:pt x="5408" y="8018"/>
                    </a:cubicBezTo>
                    <a:cubicBezTo>
                      <a:pt x="5310" y="7928"/>
                      <a:pt x="5213" y="7835"/>
                      <a:pt x="5112" y="7743"/>
                    </a:cubicBezTo>
                    <a:cubicBezTo>
                      <a:pt x="4457" y="7125"/>
                      <a:pt x="3868" y="6472"/>
                      <a:pt x="3310" y="5765"/>
                    </a:cubicBezTo>
                    <a:cubicBezTo>
                      <a:pt x="2517" y="4788"/>
                      <a:pt x="1575" y="3983"/>
                      <a:pt x="590" y="3202"/>
                    </a:cubicBezTo>
                    <a:cubicBezTo>
                      <a:pt x="213" y="2860"/>
                      <a:pt x="48" y="2577"/>
                      <a:pt x="0" y="2065"/>
                    </a:cubicBezTo>
                    <a:cubicBezTo>
                      <a:pt x="0" y="1935"/>
                      <a:pt x="0" y="1808"/>
                      <a:pt x="0" y="1675"/>
                    </a:cubicBezTo>
                    <a:cubicBezTo>
                      <a:pt x="0" y="1545"/>
                      <a:pt x="0" y="1418"/>
                      <a:pt x="0" y="1283"/>
                    </a:cubicBezTo>
                    <a:cubicBezTo>
                      <a:pt x="33" y="925"/>
                      <a:pt x="33" y="925"/>
                      <a:pt x="283" y="425"/>
                    </a:cubicBezTo>
                    <a:cubicBezTo>
                      <a:pt x="1265" y="125"/>
                      <a:pt x="2237" y="0"/>
                      <a:pt x="3095" y="668"/>
                    </a:cubicBezTo>
                    <a:close/>
                    <a:moveTo>
                      <a:pt x="783" y="925"/>
                    </a:moveTo>
                    <a:cubicBezTo>
                      <a:pt x="580" y="1455"/>
                      <a:pt x="580" y="1455"/>
                      <a:pt x="533" y="2175"/>
                    </a:cubicBezTo>
                    <a:cubicBezTo>
                      <a:pt x="1125" y="3253"/>
                      <a:pt x="2160" y="4010"/>
                      <a:pt x="3092" y="4783"/>
                    </a:cubicBezTo>
                    <a:cubicBezTo>
                      <a:pt x="3543" y="5183"/>
                      <a:pt x="3915" y="5602"/>
                      <a:pt x="4298" y="6065"/>
                    </a:cubicBezTo>
                    <a:cubicBezTo>
                      <a:pt x="5650" y="7680"/>
                      <a:pt x="5650" y="7680"/>
                      <a:pt x="6533" y="8175"/>
                    </a:cubicBezTo>
                    <a:cubicBezTo>
                      <a:pt x="7220" y="8175"/>
                      <a:pt x="7220" y="8175"/>
                      <a:pt x="7783" y="7925"/>
                    </a:cubicBezTo>
                    <a:cubicBezTo>
                      <a:pt x="8068" y="7533"/>
                      <a:pt x="8068" y="7533"/>
                      <a:pt x="8283" y="7175"/>
                    </a:cubicBezTo>
                    <a:cubicBezTo>
                      <a:pt x="7115" y="5815"/>
                      <a:pt x="5920" y="4488"/>
                      <a:pt x="4668" y="3207"/>
                    </a:cubicBezTo>
                    <a:cubicBezTo>
                      <a:pt x="4483" y="3018"/>
                      <a:pt x="4298" y="2825"/>
                      <a:pt x="4115" y="2630"/>
                    </a:cubicBezTo>
                    <a:cubicBezTo>
                      <a:pt x="2585" y="1005"/>
                      <a:pt x="2585" y="1005"/>
                      <a:pt x="1818" y="800"/>
                    </a:cubicBezTo>
                    <a:cubicBezTo>
                      <a:pt x="1400" y="800"/>
                      <a:pt x="1400" y="800"/>
                      <a:pt x="783" y="925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91" name="gavel vector"/>
              <p:cNvSpPr/>
              <p:nvPr/>
            </p:nvSpPr>
            <p:spPr>
              <a:xfrm>
                <a:off x="14875002" y="7905742"/>
                <a:ext cx="80216" cy="82319"/>
              </a:xfrm>
              <a:custGeom>
                <a:avLst/>
                <a:gdLst/>
                <a:ahLst/>
                <a:cxnLst/>
                <a:rect l="0" t="0" r="r" b="b"/>
                <a:pathLst>
                  <a:path w="8773" h="9003" fill="norm" stroke="0">
                    <a:moveTo>
                      <a:pt x="750" y="168"/>
                    </a:moveTo>
                    <a:cubicBezTo>
                      <a:pt x="1533" y="40"/>
                      <a:pt x="2220" y="0"/>
                      <a:pt x="3000" y="168"/>
                    </a:cubicBezTo>
                    <a:cubicBezTo>
                      <a:pt x="3543" y="638"/>
                      <a:pt x="3932" y="1123"/>
                      <a:pt x="4348" y="1705"/>
                    </a:cubicBezTo>
                    <a:cubicBezTo>
                      <a:pt x="4815" y="2243"/>
                      <a:pt x="5075" y="2270"/>
                      <a:pt x="5750" y="2418"/>
                    </a:cubicBezTo>
                    <a:cubicBezTo>
                      <a:pt x="5918" y="2768"/>
                      <a:pt x="6082" y="3120"/>
                      <a:pt x="6237" y="3477"/>
                    </a:cubicBezTo>
                    <a:cubicBezTo>
                      <a:pt x="6693" y="4238"/>
                      <a:pt x="7385" y="4735"/>
                      <a:pt x="8065" y="5288"/>
                    </a:cubicBezTo>
                    <a:cubicBezTo>
                      <a:pt x="8500" y="5668"/>
                      <a:pt x="8500" y="5668"/>
                      <a:pt x="8750" y="6168"/>
                    </a:cubicBezTo>
                    <a:cubicBezTo>
                      <a:pt x="8767" y="6640"/>
                      <a:pt x="8773" y="7102"/>
                      <a:pt x="8765" y="7572"/>
                    </a:cubicBezTo>
                    <a:cubicBezTo>
                      <a:pt x="8765" y="7702"/>
                      <a:pt x="8763" y="7832"/>
                      <a:pt x="8763" y="7965"/>
                    </a:cubicBezTo>
                    <a:cubicBezTo>
                      <a:pt x="8760" y="8283"/>
                      <a:pt x="8755" y="8600"/>
                      <a:pt x="8750" y="8918"/>
                    </a:cubicBezTo>
                    <a:cubicBezTo>
                      <a:pt x="7662" y="9003"/>
                      <a:pt x="6727" y="8910"/>
                      <a:pt x="5870" y="8197"/>
                    </a:cubicBezTo>
                    <a:cubicBezTo>
                      <a:pt x="5195" y="7575"/>
                      <a:pt x="4575" y="6905"/>
                      <a:pt x="3953" y="6230"/>
                    </a:cubicBezTo>
                    <a:cubicBezTo>
                      <a:pt x="3630" y="5888"/>
                      <a:pt x="3303" y="5548"/>
                      <a:pt x="2977" y="5205"/>
                    </a:cubicBezTo>
                    <a:cubicBezTo>
                      <a:pt x="2767" y="4988"/>
                      <a:pt x="2560" y="4768"/>
                      <a:pt x="2352" y="4548"/>
                    </a:cubicBezTo>
                    <a:cubicBezTo>
                      <a:pt x="1618" y="3775"/>
                      <a:pt x="852" y="3062"/>
                      <a:pt x="0" y="2418"/>
                    </a:cubicBezTo>
                    <a:cubicBezTo>
                      <a:pt x="140" y="1577"/>
                      <a:pt x="355" y="920"/>
                      <a:pt x="750" y="168"/>
                    </a:cubicBezTo>
                    <a:close/>
                    <a:moveTo>
                      <a:pt x="1250" y="668"/>
                    </a:moveTo>
                    <a:cubicBezTo>
                      <a:pt x="835" y="2095"/>
                      <a:pt x="835" y="2095"/>
                      <a:pt x="1193" y="2798"/>
                    </a:cubicBezTo>
                    <a:cubicBezTo>
                      <a:pt x="1505" y="3175"/>
                      <a:pt x="1835" y="3510"/>
                      <a:pt x="2190" y="3845"/>
                    </a:cubicBezTo>
                    <a:cubicBezTo>
                      <a:pt x="2253" y="3910"/>
                      <a:pt x="2253" y="3910"/>
                      <a:pt x="2568" y="4225"/>
                    </a:cubicBezTo>
                    <a:cubicBezTo>
                      <a:pt x="2832" y="4488"/>
                      <a:pt x="3100" y="4748"/>
                      <a:pt x="3370" y="5005"/>
                    </a:cubicBezTo>
                    <a:cubicBezTo>
                      <a:pt x="3780" y="5400"/>
                      <a:pt x="4182" y="5805"/>
                      <a:pt x="4585" y="6210"/>
                    </a:cubicBezTo>
                    <a:cubicBezTo>
                      <a:pt x="4842" y="6462"/>
                      <a:pt x="5102" y="6717"/>
                      <a:pt x="5362" y="6970"/>
                    </a:cubicBezTo>
                    <a:cubicBezTo>
                      <a:pt x="5483" y="7092"/>
                      <a:pt x="5602" y="7212"/>
                      <a:pt x="5725" y="7335"/>
                    </a:cubicBezTo>
                    <a:cubicBezTo>
                      <a:pt x="6325" y="7903"/>
                      <a:pt x="6608" y="8150"/>
                      <a:pt x="7445" y="8258"/>
                    </a:cubicBezTo>
                    <a:cubicBezTo>
                      <a:pt x="8000" y="8168"/>
                      <a:pt x="8000" y="8168"/>
                      <a:pt x="8250" y="7918"/>
                    </a:cubicBezTo>
                    <a:cubicBezTo>
                      <a:pt x="8415" y="6690"/>
                      <a:pt x="8415" y="6690"/>
                      <a:pt x="8035" y="6060"/>
                    </a:cubicBezTo>
                    <a:cubicBezTo>
                      <a:pt x="7717" y="5692"/>
                      <a:pt x="7385" y="5352"/>
                      <a:pt x="7035" y="5013"/>
                    </a:cubicBezTo>
                    <a:cubicBezTo>
                      <a:pt x="6912" y="4888"/>
                      <a:pt x="6787" y="4763"/>
                      <a:pt x="6658" y="4633"/>
                    </a:cubicBezTo>
                    <a:cubicBezTo>
                      <a:pt x="6395" y="4370"/>
                      <a:pt x="6130" y="4108"/>
                      <a:pt x="5862" y="3847"/>
                    </a:cubicBezTo>
                    <a:cubicBezTo>
                      <a:pt x="5455" y="3450"/>
                      <a:pt x="5053" y="3045"/>
                      <a:pt x="4655" y="2638"/>
                    </a:cubicBezTo>
                    <a:cubicBezTo>
                      <a:pt x="4398" y="2383"/>
                      <a:pt x="4138" y="2128"/>
                      <a:pt x="3880" y="1873"/>
                    </a:cubicBezTo>
                    <a:cubicBezTo>
                      <a:pt x="3820" y="1812"/>
                      <a:pt x="3820" y="1812"/>
                      <a:pt x="3517" y="1505"/>
                    </a:cubicBezTo>
                    <a:cubicBezTo>
                      <a:pt x="2910" y="923"/>
                      <a:pt x="2650" y="683"/>
                      <a:pt x="1790" y="592"/>
                    </a:cubicBezTo>
                    <a:cubicBezTo>
                      <a:pt x="1610" y="618"/>
                      <a:pt x="1432" y="643"/>
                      <a:pt x="1250" y="668"/>
                    </a:cubicBezTo>
                    <a:close/>
                  </a:path>
                </a:pathLst>
              </a:custGeom>
              <a:solidFill>
                <a:srgbClr val="E39E5E"/>
              </a:solidFill>
              <a:ln w="0">
                <a:noFill/>
              </a:ln>
            </p:spPr>
          </p:sp>
          <p:sp>
            <p:nvSpPr>
              <p:cNvPr id="1092" name="gavel vector"/>
              <p:cNvSpPr/>
              <p:nvPr/>
            </p:nvSpPr>
            <p:spPr>
              <a:xfrm>
                <a:off x="14762988" y="8039862"/>
                <a:ext cx="59436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6500" h="6500" fill="norm" stroke="0">
                    <a:moveTo>
                      <a:pt x="250" y="0"/>
                    </a:moveTo>
                    <a:cubicBezTo>
                      <a:pt x="800" y="40"/>
                      <a:pt x="1150" y="145"/>
                      <a:pt x="1533" y="548"/>
                    </a:cubicBezTo>
                    <a:cubicBezTo>
                      <a:pt x="1737" y="808"/>
                      <a:pt x="1943" y="1070"/>
                      <a:pt x="2145" y="1330"/>
                    </a:cubicBezTo>
                    <a:cubicBezTo>
                      <a:pt x="2523" y="1778"/>
                      <a:pt x="2925" y="2130"/>
                      <a:pt x="3375" y="2500"/>
                    </a:cubicBezTo>
                    <a:cubicBezTo>
                      <a:pt x="4082" y="3085"/>
                      <a:pt x="4648" y="3700"/>
                      <a:pt x="5217" y="4420"/>
                    </a:cubicBezTo>
                    <a:cubicBezTo>
                      <a:pt x="5592" y="4857"/>
                      <a:pt x="6020" y="5180"/>
                      <a:pt x="6500" y="5500"/>
                    </a:cubicBezTo>
                    <a:cubicBezTo>
                      <a:pt x="6418" y="5830"/>
                      <a:pt x="6335" y="6160"/>
                      <a:pt x="6250" y="6500"/>
                    </a:cubicBezTo>
                    <a:cubicBezTo>
                      <a:pt x="5243" y="6378"/>
                      <a:pt x="4803" y="5837"/>
                      <a:pt x="4188" y="5095"/>
                    </a:cubicBezTo>
                    <a:cubicBezTo>
                      <a:pt x="3102" y="3832"/>
                      <a:pt x="1928" y="2768"/>
                      <a:pt x="645" y="1705"/>
                    </a:cubicBezTo>
                    <a:cubicBezTo>
                      <a:pt x="360" y="1452"/>
                      <a:pt x="360" y="1452"/>
                      <a:pt x="0" y="1000"/>
                    </a:cubicBezTo>
                    <a:cubicBezTo>
                      <a:pt x="62" y="438"/>
                      <a:pt x="62" y="438"/>
                      <a:pt x="250" y="0"/>
                    </a:cubicBezTo>
                    <a:close/>
                  </a:path>
                </a:pathLst>
              </a:custGeom>
              <a:solidFill>
                <a:srgbClr val="EBF1F2"/>
              </a:solidFill>
              <a:ln w="0">
                <a:noFill/>
              </a:ln>
            </p:spPr>
          </p:sp>
          <p:sp>
            <p:nvSpPr>
              <p:cNvPr id="1093" name="gavel vector"/>
              <p:cNvSpPr/>
              <p:nvPr/>
            </p:nvSpPr>
            <p:spPr>
              <a:xfrm>
                <a:off x="14888718" y="7916418"/>
                <a:ext cx="57790" cy="59436"/>
              </a:xfrm>
              <a:custGeom>
                <a:avLst/>
                <a:gdLst/>
                <a:ahLst/>
                <a:cxnLst/>
                <a:rect l="0" t="0" r="r" b="b"/>
                <a:pathLst>
                  <a:path w="6320" h="6500" fill="norm" stroke="0">
                    <a:moveTo>
                      <a:pt x="0" y="0"/>
                    </a:moveTo>
                    <a:cubicBezTo>
                      <a:pt x="1037" y="133"/>
                      <a:pt x="1540" y="678"/>
                      <a:pt x="2245" y="1388"/>
                    </a:cubicBezTo>
                    <a:cubicBezTo>
                      <a:pt x="2360" y="1503"/>
                      <a:pt x="2477" y="1615"/>
                      <a:pt x="2595" y="1732"/>
                    </a:cubicBezTo>
                    <a:cubicBezTo>
                      <a:pt x="2838" y="1972"/>
                      <a:pt x="3078" y="2215"/>
                      <a:pt x="3318" y="2457"/>
                    </a:cubicBezTo>
                    <a:cubicBezTo>
                      <a:pt x="3688" y="2827"/>
                      <a:pt x="4060" y="3192"/>
                      <a:pt x="4432" y="3558"/>
                    </a:cubicBezTo>
                    <a:cubicBezTo>
                      <a:pt x="4668" y="3793"/>
                      <a:pt x="4902" y="4028"/>
                      <a:pt x="5138" y="4263"/>
                    </a:cubicBezTo>
                    <a:cubicBezTo>
                      <a:pt x="5247" y="4372"/>
                      <a:pt x="5360" y="4480"/>
                      <a:pt x="5475" y="4592"/>
                    </a:cubicBezTo>
                    <a:cubicBezTo>
                      <a:pt x="6235" y="5370"/>
                      <a:pt x="6235" y="5370"/>
                      <a:pt x="6320" y="6077"/>
                    </a:cubicBezTo>
                    <a:cubicBezTo>
                      <a:pt x="6297" y="6217"/>
                      <a:pt x="6273" y="6357"/>
                      <a:pt x="6250" y="6500"/>
                    </a:cubicBezTo>
                    <a:cubicBezTo>
                      <a:pt x="5315" y="6362"/>
                      <a:pt x="4818" y="5925"/>
                      <a:pt x="4188" y="5265"/>
                    </a:cubicBezTo>
                    <a:cubicBezTo>
                      <a:pt x="4098" y="5175"/>
                      <a:pt x="4005" y="5085"/>
                      <a:pt x="3912" y="4992"/>
                    </a:cubicBezTo>
                    <a:cubicBezTo>
                      <a:pt x="3250" y="4317"/>
                      <a:pt x="3250" y="4317"/>
                      <a:pt x="3250" y="3750"/>
                    </a:cubicBezTo>
                    <a:cubicBezTo>
                      <a:pt x="3108" y="3688"/>
                      <a:pt x="2963" y="3625"/>
                      <a:pt x="2815" y="3560"/>
                    </a:cubicBezTo>
                    <a:cubicBezTo>
                      <a:pt x="2175" y="3210"/>
                      <a:pt x="1725" y="2808"/>
                      <a:pt x="1203" y="2298"/>
                    </a:cubicBezTo>
                    <a:cubicBezTo>
                      <a:pt x="1030" y="2130"/>
                      <a:pt x="855" y="1962"/>
                      <a:pt x="678" y="1793"/>
                    </a:cubicBezTo>
                    <a:cubicBezTo>
                      <a:pt x="197" y="1185"/>
                      <a:pt x="90" y="760"/>
                      <a:pt x="0" y="0"/>
                    </a:cubicBezTo>
                    <a:close/>
                  </a:path>
                </a:pathLst>
              </a:custGeom>
              <a:solidFill>
                <a:srgbClr val="EBF1F2"/>
              </a:solidFill>
              <a:ln w="0">
                <a:noFill/>
              </a:ln>
            </p:spPr>
          </p:sp>
        </p:grpSp>
        <p:sp>
          <p:nvSpPr>
            <p:cNvPr id="1095" name="Entity Grounding Reward"/>
            <p:cNvSpPr txBox="1"/>
            <p:nvPr/>
          </p:nvSpPr>
          <p:spPr>
            <a:xfrm>
              <a:off x="15160752" y="7850124"/>
              <a:ext cx="1691640" cy="54864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Times New Roman"/>
                </a:rPr>
                <a:t>Entity Grounding</a:t>
              </a:r>
            </a:p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000000"/>
                  </a:solidFill>
                  <a:latin typeface="Times New Roman"/>
                </a:rPr>
                <a:t>Reward</a:t>
              </a:r>
            </a:p>
          </p:txBody>
        </p:sp>
        <p:sp>
          <p:nvSpPr>
            <p:cNvPr id="1096" name="Rectangle"/>
            <p:cNvSpPr/>
            <p:nvPr/>
          </p:nvSpPr>
          <p:spPr>
            <a:xfrm>
              <a:off x="14548104" y="8412480"/>
              <a:ext cx="1335024" cy="356616"/>
            </a:xfrm>
            <a:prstGeom prst="roundRect">
              <a:avLst>
                <a:gd name="adj" fmla="val 17948"/>
              </a:avLst>
            </a:prstGeom>
            <a:solidFill>
              <a:srgbClr val="8494AD"/>
            </a:solidFill>
            <a:ln w="14630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00" name="Entity response Yn"/>
            <p:cNvGrpSpPr/>
            <p:nvPr/>
          </p:nvGrpSpPr>
          <p:grpSpPr>
            <a:xfrm>
              <a:off x="14602968" y="8471916"/>
              <a:ext cx="1142685" cy="323698"/>
              <a:chOff x="14602968" y="8471916"/>
              <a:chExt cx="1142685" cy="323698"/>
            </a:xfrm>
          </p:grpSpPr>
          <p:sp>
            <p:nvSpPr>
              <p:cNvPr id="1097" name="Response "/>
              <p:cNvSpPr txBox="1"/>
              <p:nvPr/>
            </p:nvSpPr>
            <p:spPr>
              <a:xfrm>
                <a:off x="14602968" y="8471916"/>
                <a:ext cx="938332" cy="28529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77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1" i="0">
                    <a:solidFill>
                      <a:srgbClr val="FFFFFF"/>
                    </a:solidFill>
                    <a:latin typeface="Times New Roman"/>
                  </a:rPr>
                  <a:t>Response </a:t>
                </a:r>
              </a:p>
            </p:txBody>
          </p:sp>
          <p:sp>
            <p:nvSpPr>
              <p:cNvPr id="1098" name="Y"/>
              <p:cNvSpPr txBox="1"/>
              <p:nvPr/>
            </p:nvSpPr>
            <p:spPr>
              <a:xfrm>
                <a:off x="15535813" y="8471916"/>
                <a:ext cx="127545" cy="28529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779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1">
                    <a:solidFill>
                      <a:srgbClr val="FFFFFF"/>
                    </a:solidFill>
                    <a:latin typeface="Times New Roman"/>
                  </a:rPr>
                  <a:t>Y</a:t>
                </a:r>
              </a:p>
            </p:txBody>
          </p:sp>
          <p:sp>
            <p:nvSpPr>
              <p:cNvPr id="1099" name="n"/>
              <p:cNvSpPr txBox="1"/>
              <p:nvPr/>
            </p:nvSpPr>
            <p:spPr>
              <a:xfrm>
                <a:off x="15657871" y="8581644"/>
                <a:ext cx="87782" cy="213970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33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96" b="0" i="1">
                    <a:solidFill>
                      <a:srgbClr val="FFFFFF"/>
                    </a:solidFill>
                    <a:latin typeface="Times New Roman"/>
                  </a:rPr>
                  <a:t>n</a:t>
                </a:r>
              </a:p>
            </p:txBody>
          </p:sp>
        </p:grpSp>
        <p:sp>
          <p:nvSpPr>
            <p:cNvPr id="1101" name="Arrow"/>
            <p:cNvSpPr/>
            <p:nvPr/>
          </p:nvSpPr>
          <p:spPr>
            <a:xfrm>
              <a:off x="15892272" y="8513064"/>
              <a:ext cx="256032" cy="164592"/>
            </a:xfrm>
            <a:custGeom>
              <a:avLst/>
              <a:gdLst/>
              <a:ahLst/>
              <a:cxnLst/>
              <a:rect l="0" t="0" r="r" b="b"/>
              <a:pathLst>
                <a:path w="28000" h="18000" fill="norm" stroke="1">
                  <a:moveTo>
                    <a:pt x="0" y="6000"/>
                  </a:moveTo>
                  <a:lnTo>
                    <a:pt x="16000" y="6000"/>
                  </a:lnTo>
                  <a:lnTo>
                    <a:pt x="16000" y="0"/>
                  </a:lnTo>
                  <a:lnTo>
                    <a:pt x="28000" y="9000"/>
                  </a:lnTo>
                  <a:lnTo>
                    <a:pt x="16000" y="18000"/>
                  </a:lnTo>
                  <a:lnTo>
                    <a:pt x="16000" y="12000"/>
                  </a:lnTo>
                  <a:lnTo>
                    <a:pt x="0" y="12000"/>
                  </a:lnTo>
                  <a:lnTo>
                    <a:pt x="0" y="6000"/>
                  </a:lnTo>
                  <a:close/>
                </a:path>
              </a:pathLst>
            </a:custGeom>
            <a:solidFill>
              <a:srgbClr val="858585"/>
            </a:solidFill>
            <a:ln w="0">
              <a:solidFill>
                <a:srgbClr val="858585"/>
              </a:solidFill>
              <a:round/>
            </a:ln>
          </p:spPr>
        </p:sp>
        <p:grpSp>
          <p:nvGrpSpPr>
            <p:cNvPr id="1134" name="Vector icon - judge"/>
            <p:cNvGrpSpPr/>
            <p:nvPr/>
          </p:nvGrpSpPr>
          <p:grpSpPr>
            <a:xfrm>
              <a:off x="16166592" y="8385048"/>
              <a:ext cx="420624" cy="402336"/>
              <a:chOff x="16166592" y="8385048"/>
              <a:chExt cx="420624" cy="402336"/>
            </a:xfrm>
          </p:grpSpPr>
          <p:sp>
            <p:nvSpPr>
              <p:cNvPr id="1102" name="judge vector"/>
              <p:cNvSpPr/>
              <p:nvPr/>
            </p:nvSpPr>
            <p:spPr>
              <a:xfrm>
                <a:off x="16166592" y="8385048"/>
                <a:ext cx="420624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46000" h="44000" fill="norm" stroke="0">
                    <a:moveTo>
                      <a:pt x="0" y="0"/>
                    </a:moveTo>
                    <a:cubicBezTo>
                      <a:pt x="15180" y="0"/>
                      <a:pt x="30360" y="0"/>
                      <a:pt x="46000" y="0"/>
                    </a:cubicBezTo>
                    <a:cubicBezTo>
                      <a:pt x="46000" y="14520"/>
                      <a:pt x="46000" y="29040"/>
                      <a:pt x="46000" y="44000"/>
                    </a:cubicBezTo>
                    <a:cubicBezTo>
                      <a:pt x="30820" y="44000"/>
                      <a:pt x="15640" y="44000"/>
                      <a:pt x="0" y="44000"/>
                    </a:cubicBezTo>
                    <a:cubicBezTo>
                      <a:pt x="0" y="29480"/>
                      <a:pt x="0" y="14960"/>
                      <a:pt x="0" y="0"/>
                    </a:cubicBezTo>
                    <a:close/>
                  </a:path>
                </a:pathLst>
              </a:custGeom>
              <a:solidFill>
                <a:srgbClr val="EBEFF0"/>
              </a:solidFill>
              <a:ln w="0">
                <a:noFill/>
              </a:ln>
            </p:spPr>
          </p:sp>
          <p:sp>
            <p:nvSpPr>
              <p:cNvPr id="1103" name="judge vector"/>
              <p:cNvSpPr/>
              <p:nvPr/>
            </p:nvSpPr>
            <p:spPr>
              <a:xfrm>
                <a:off x="16192401" y="8641080"/>
                <a:ext cx="378264" cy="132657"/>
              </a:xfrm>
              <a:custGeom>
                <a:avLst/>
                <a:gdLst/>
                <a:ahLst/>
                <a:cxnLst/>
                <a:rect l="0" t="0" r="r" b="b"/>
                <a:pathLst>
                  <a:path w="41368" h="14508" fill="norm" stroke="0">
                    <a:moveTo>
                      <a:pt x="29428" y="0"/>
                    </a:moveTo>
                    <a:cubicBezTo>
                      <a:pt x="30322" y="438"/>
                      <a:pt x="31185" y="925"/>
                      <a:pt x="32050" y="1420"/>
                    </a:cubicBezTo>
                    <a:cubicBezTo>
                      <a:pt x="33672" y="2270"/>
                      <a:pt x="35378" y="2842"/>
                      <a:pt x="37120" y="3393"/>
                    </a:cubicBezTo>
                    <a:cubicBezTo>
                      <a:pt x="38800" y="3960"/>
                      <a:pt x="40160" y="4817"/>
                      <a:pt x="41003" y="6430"/>
                    </a:cubicBezTo>
                    <a:cubicBezTo>
                      <a:pt x="41368" y="7620"/>
                      <a:pt x="41295" y="8872"/>
                      <a:pt x="41267" y="10110"/>
                    </a:cubicBezTo>
                    <a:cubicBezTo>
                      <a:pt x="41255" y="10597"/>
                      <a:pt x="41253" y="11087"/>
                      <a:pt x="41247" y="11575"/>
                    </a:cubicBezTo>
                    <a:cubicBezTo>
                      <a:pt x="41245" y="11885"/>
                      <a:pt x="41240" y="12195"/>
                      <a:pt x="41237" y="12505"/>
                    </a:cubicBezTo>
                    <a:cubicBezTo>
                      <a:pt x="41235" y="12653"/>
                      <a:pt x="41233" y="12798"/>
                      <a:pt x="41233" y="12950"/>
                    </a:cubicBezTo>
                    <a:cubicBezTo>
                      <a:pt x="41207" y="13970"/>
                      <a:pt x="41207" y="13970"/>
                      <a:pt x="40928" y="14250"/>
                    </a:cubicBezTo>
                    <a:cubicBezTo>
                      <a:pt x="40402" y="14283"/>
                      <a:pt x="39888" y="14300"/>
                      <a:pt x="39362" y="14305"/>
                    </a:cubicBezTo>
                    <a:cubicBezTo>
                      <a:pt x="39195" y="14308"/>
                      <a:pt x="39030" y="14310"/>
                      <a:pt x="38860" y="14315"/>
                    </a:cubicBezTo>
                    <a:cubicBezTo>
                      <a:pt x="38303" y="14322"/>
                      <a:pt x="37743" y="14330"/>
                      <a:pt x="37185" y="14337"/>
                    </a:cubicBezTo>
                    <a:cubicBezTo>
                      <a:pt x="36787" y="14345"/>
                      <a:pt x="36388" y="14350"/>
                      <a:pt x="35990" y="14355"/>
                    </a:cubicBezTo>
                    <a:cubicBezTo>
                      <a:pt x="34902" y="14372"/>
                      <a:pt x="33818" y="14385"/>
                      <a:pt x="32733" y="14398"/>
                    </a:cubicBezTo>
                    <a:cubicBezTo>
                      <a:pt x="32055" y="14405"/>
                      <a:pt x="31378" y="14415"/>
                      <a:pt x="30700" y="14423"/>
                    </a:cubicBezTo>
                    <a:cubicBezTo>
                      <a:pt x="23793" y="14508"/>
                      <a:pt x="16888" y="14503"/>
                      <a:pt x="9977" y="14415"/>
                    </a:cubicBezTo>
                    <a:cubicBezTo>
                      <a:pt x="9300" y="14405"/>
                      <a:pt x="8625" y="14398"/>
                      <a:pt x="7947" y="14390"/>
                    </a:cubicBezTo>
                    <a:cubicBezTo>
                      <a:pt x="6885" y="14378"/>
                      <a:pt x="5822" y="14362"/>
                      <a:pt x="4760" y="14347"/>
                    </a:cubicBezTo>
                    <a:cubicBezTo>
                      <a:pt x="4370" y="14340"/>
                      <a:pt x="3977" y="14335"/>
                      <a:pt x="3588" y="14330"/>
                    </a:cubicBezTo>
                    <a:cubicBezTo>
                      <a:pt x="3055" y="14322"/>
                      <a:pt x="2525" y="14315"/>
                      <a:pt x="1993" y="14305"/>
                    </a:cubicBezTo>
                    <a:cubicBezTo>
                      <a:pt x="1838" y="14303"/>
                      <a:pt x="1680" y="14303"/>
                      <a:pt x="1517" y="14300"/>
                    </a:cubicBezTo>
                    <a:cubicBezTo>
                      <a:pt x="455" y="14278"/>
                      <a:pt x="455" y="14278"/>
                      <a:pt x="178" y="14000"/>
                    </a:cubicBezTo>
                    <a:cubicBezTo>
                      <a:pt x="105" y="13075"/>
                      <a:pt x="100" y="12148"/>
                      <a:pt x="90" y="11220"/>
                    </a:cubicBezTo>
                    <a:cubicBezTo>
                      <a:pt x="85" y="10910"/>
                      <a:pt x="80" y="10600"/>
                      <a:pt x="70" y="10290"/>
                    </a:cubicBezTo>
                    <a:cubicBezTo>
                      <a:pt x="0" y="8055"/>
                      <a:pt x="185" y="6428"/>
                      <a:pt x="1717" y="4668"/>
                    </a:cubicBezTo>
                    <a:cubicBezTo>
                      <a:pt x="2553" y="3903"/>
                      <a:pt x="3632" y="3617"/>
                      <a:pt x="4693" y="3280"/>
                    </a:cubicBezTo>
                    <a:cubicBezTo>
                      <a:pt x="6615" y="2638"/>
                      <a:pt x="8562" y="1925"/>
                      <a:pt x="10250" y="780"/>
                    </a:cubicBezTo>
                    <a:cubicBezTo>
                      <a:pt x="10755" y="442"/>
                      <a:pt x="11085" y="250"/>
                      <a:pt x="11697" y="253"/>
                    </a:cubicBezTo>
                    <a:cubicBezTo>
                      <a:pt x="12362" y="595"/>
                      <a:pt x="12695" y="1097"/>
                      <a:pt x="13100" y="1702"/>
                    </a:cubicBezTo>
                    <a:cubicBezTo>
                      <a:pt x="13273" y="1952"/>
                      <a:pt x="13447" y="2205"/>
                      <a:pt x="13622" y="2455"/>
                    </a:cubicBezTo>
                    <a:cubicBezTo>
                      <a:pt x="13668" y="2520"/>
                      <a:pt x="13668" y="2520"/>
                      <a:pt x="13898" y="2850"/>
                    </a:cubicBezTo>
                    <a:cubicBezTo>
                      <a:pt x="14365" y="3515"/>
                      <a:pt x="14858" y="4163"/>
                      <a:pt x="15350" y="4812"/>
                    </a:cubicBezTo>
                    <a:cubicBezTo>
                      <a:pt x="16070" y="5763"/>
                      <a:pt x="16765" y="6720"/>
                      <a:pt x="17410" y="7722"/>
                    </a:cubicBezTo>
                    <a:cubicBezTo>
                      <a:pt x="17497" y="7815"/>
                      <a:pt x="17588" y="7905"/>
                      <a:pt x="17678" y="8000"/>
                    </a:cubicBezTo>
                    <a:cubicBezTo>
                      <a:pt x="17925" y="8000"/>
                      <a:pt x="18172" y="8000"/>
                      <a:pt x="18428" y="8000"/>
                    </a:cubicBezTo>
                    <a:cubicBezTo>
                      <a:pt x="18450" y="7883"/>
                      <a:pt x="18450" y="7883"/>
                      <a:pt x="18568" y="7280"/>
                    </a:cubicBezTo>
                    <a:cubicBezTo>
                      <a:pt x="18595" y="7148"/>
                      <a:pt x="18620" y="7015"/>
                      <a:pt x="18648" y="6878"/>
                    </a:cubicBezTo>
                    <a:cubicBezTo>
                      <a:pt x="18678" y="6500"/>
                      <a:pt x="18678" y="6500"/>
                      <a:pt x="18428" y="6000"/>
                    </a:cubicBezTo>
                    <a:cubicBezTo>
                      <a:pt x="18410" y="5528"/>
                      <a:pt x="18405" y="5065"/>
                      <a:pt x="18412" y="4595"/>
                    </a:cubicBezTo>
                    <a:cubicBezTo>
                      <a:pt x="18412" y="4465"/>
                      <a:pt x="18415" y="4335"/>
                      <a:pt x="18415" y="4202"/>
                    </a:cubicBezTo>
                    <a:cubicBezTo>
                      <a:pt x="18418" y="3885"/>
                      <a:pt x="18422" y="3567"/>
                      <a:pt x="18428" y="3250"/>
                    </a:cubicBezTo>
                    <a:cubicBezTo>
                      <a:pt x="19395" y="3470"/>
                      <a:pt x="19395" y="3470"/>
                      <a:pt x="19678" y="3750"/>
                    </a:cubicBezTo>
                    <a:cubicBezTo>
                      <a:pt x="20068" y="3793"/>
                      <a:pt x="20068" y="3793"/>
                      <a:pt x="20537" y="3798"/>
                    </a:cubicBezTo>
                    <a:cubicBezTo>
                      <a:pt x="20615" y="3798"/>
                      <a:pt x="20615" y="3798"/>
                      <a:pt x="21005" y="3808"/>
                    </a:cubicBezTo>
                    <a:cubicBezTo>
                      <a:pt x="21428" y="3750"/>
                      <a:pt x="21428" y="3750"/>
                      <a:pt x="21928" y="3250"/>
                    </a:cubicBezTo>
                    <a:cubicBezTo>
                      <a:pt x="22257" y="3250"/>
                      <a:pt x="22588" y="3250"/>
                      <a:pt x="22928" y="3250"/>
                    </a:cubicBezTo>
                    <a:cubicBezTo>
                      <a:pt x="22928" y="4817"/>
                      <a:pt x="22928" y="6385"/>
                      <a:pt x="22928" y="8000"/>
                    </a:cubicBezTo>
                    <a:cubicBezTo>
                      <a:pt x="23928" y="7750"/>
                      <a:pt x="23928" y="7750"/>
                      <a:pt x="24300" y="7240"/>
                    </a:cubicBezTo>
                    <a:cubicBezTo>
                      <a:pt x="24415" y="7028"/>
                      <a:pt x="24527" y="6812"/>
                      <a:pt x="24648" y="6595"/>
                    </a:cubicBezTo>
                    <a:cubicBezTo>
                      <a:pt x="25207" y="5580"/>
                      <a:pt x="25832" y="4747"/>
                      <a:pt x="26612" y="3885"/>
                    </a:cubicBezTo>
                    <a:cubicBezTo>
                      <a:pt x="27037" y="3365"/>
                      <a:pt x="27235" y="2888"/>
                      <a:pt x="27428" y="2250"/>
                    </a:cubicBezTo>
                    <a:cubicBezTo>
                      <a:pt x="27592" y="2250"/>
                      <a:pt x="27757" y="2250"/>
                      <a:pt x="27928" y="2250"/>
                    </a:cubicBezTo>
                    <a:cubicBezTo>
                      <a:pt x="27957" y="2158"/>
                      <a:pt x="27957" y="2158"/>
                      <a:pt x="28115" y="1688"/>
                    </a:cubicBezTo>
                    <a:cubicBezTo>
                      <a:pt x="28408" y="945"/>
                      <a:pt x="28840" y="530"/>
                      <a:pt x="29428" y="0"/>
                    </a:cubicBezTo>
                    <a:close/>
                  </a:path>
                </a:pathLst>
              </a:custGeom>
              <a:solidFill>
                <a:srgbClr val="6F6872"/>
              </a:solidFill>
              <a:ln w="0">
                <a:noFill/>
              </a:ln>
            </p:spPr>
          </p:sp>
          <p:sp>
            <p:nvSpPr>
              <p:cNvPr id="1104" name="judge vector"/>
              <p:cNvSpPr/>
              <p:nvPr/>
            </p:nvSpPr>
            <p:spPr>
              <a:xfrm>
                <a:off x="16203168" y="8590125"/>
                <a:ext cx="356616" cy="126393"/>
              </a:xfrm>
              <a:custGeom>
                <a:avLst/>
                <a:gdLst/>
                <a:ahLst/>
                <a:cxnLst/>
                <a:rect l="0" t="0" r="r" b="b"/>
                <a:pathLst>
                  <a:path w="39000" h="13822" fill="norm" stroke="0">
                    <a:moveTo>
                      <a:pt x="20250" y="72"/>
                    </a:moveTo>
                    <a:cubicBezTo>
                      <a:pt x="20358" y="190"/>
                      <a:pt x="20467" y="310"/>
                      <a:pt x="20578" y="433"/>
                    </a:cubicBezTo>
                    <a:cubicBezTo>
                      <a:pt x="21178" y="987"/>
                      <a:pt x="21745" y="947"/>
                      <a:pt x="22540" y="995"/>
                    </a:cubicBezTo>
                    <a:cubicBezTo>
                      <a:pt x="23000" y="1072"/>
                      <a:pt x="23000" y="1072"/>
                      <a:pt x="23500" y="1572"/>
                    </a:cubicBezTo>
                    <a:cubicBezTo>
                      <a:pt x="24443" y="1700"/>
                      <a:pt x="24865" y="1513"/>
                      <a:pt x="25635" y="990"/>
                    </a:cubicBezTo>
                    <a:cubicBezTo>
                      <a:pt x="26365" y="655"/>
                      <a:pt x="27213" y="727"/>
                      <a:pt x="28000" y="822"/>
                    </a:cubicBezTo>
                    <a:cubicBezTo>
                      <a:pt x="28250" y="1072"/>
                      <a:pt x="28250" y="1072"/>
                      <a:pt x="28312" y="1775"/>
                    </a:cubicBezTo>
                    <a:cubicBezTo>
                      <a:pt x="28307" y="2587"/>
                      <a:pt x="27990" y="2933"/>
                      <a:pt x="27500" y="3572"/>
                    </a:cubicBezTo>
                    <a:cubicBezTo>
                      <a:pt x="27485" y="4102"/>
                      <a:pt x="27485" y="4102"/>
                      <a:pt x="27750" y="4572"/>
                    </a:cubicBezTo>
                    <a:cubicBezTo>
                      <a:pt x="28128" y="4727"/>
                      <a:pt x="28503" y="4827"/>
                      <a:pt x="28898" y="4933"/>
                    </a:cubicBezTo>
                    <a:cubicBezTo>
                      <a:pt x="29435" y="5145"/>
                      <a:pt x="29513" y="5565"/>
                      <a:pt x="29750" y="6072"/>
                    </a:cubicBezTo>
                    <a:cubicBezTo>
                      <a:pt x="30265" y="6322"/>
                      <a:pt x="30265" y="6322"/>
                      <a:pt x="30608" y="6438"/>
                    </a:cubicBezTo>
                    <a:cubicBezTo>
                      <a:pt x="31062" y="6595"/>
                      <a:pt x="31485" y="6793"/>
                      <a:pt x="31922" y="6995"/>
                    </a:cubicBezTo>
                    <a:cubicBezTo>
                      <a:pt x="32723" y="7355"/>
                      <a:pt x="33530" y="7683"/>
                      <a:pt x="34352" y="7992"/>
                    </a:cubicBezTo>
                    <a:cubicBezTo>
                      <a:pt x="34453" y="8030"/>
                      <a:pt x="34453" y="8030"/>
                      <a:pt x="34955" y="8220"/>
                    </a:cubicBezTo>
                    <a:cubicBezTo>
                      <a:pt x="35352" y="8370"/>
                      <a:pt x="35753" y="8518"/>
                      <a:pt x="36155" y="8663"/>
                    </a:cubicBezTo>
                    <a:cubicBezTo>
                      <a:pt x="37270" y="9082"/>
                      <a:pt x="38115" y="9518"/>
                      <a:pt x="39000" y="10322"/>
                    </a:cubicBezTo>
                    <a:cubicBezTo>
                      <a:pt x="38918" y="10487"/>
                      <a:pt x="38835" y="10653"/>
                      <a:pt x="38750" y="10822"/>
                    </a:cubicBezTo>
                    <a:cubicBezTo>
                      <a:pt x="38585" y="10673"/>
                      <a:pt x="38420" y="10523"/>
                      <a:pt x="38250" y="10367"/>
                    </a:cubicBezTo>
                    <a:cubicBezTo>
                      <a:pt x="37412" y="9697"/>
                      <a:pt x="36495" y="9425"/>
                      <a:pt x="35485" y="9102"/>
                    </a:cubicBezTo>
                    <a:cubicBezTo>
                      <a:pt x="33398" y="8405"/>
                      <a:pt x="31455" y="7565"/>
                      <a:pt x="29575" y="6413"/>
                    </a:cubicBezTo>
                    <a:cubicBezTo>
                      <a:pt x="28695" y="5893"/>
                      <a:pt x="28695" y="5893"/>
                      <a:pt x="28000" y="6072"/>
                    </a:cubicBezTo>
                    <a:cubicBezTo>
                      <a:pt x="27463" y="6587"/>
                      <a:pt x="27082" y="7160"/>
                      <a:pt x="26750" y="7822"/>
                    </a:cubicBezTo>
                    <a:cubicBezTo>
                      <a:pt x="26585" y="7822"/>
                      <a:pt x="26420" y="7822"/>
                      <a:pt x="26250" y="7822"/>
                    </a:cubicBezTo>
                    <a:cubicBezTo>
                      <a:pt x="26197" y="8035"/>
                      <a:pt x="26148" y="8245"/>
                      <a:pt x="26095" y="8462"/>
                    </a:cubicBezTo>
                    <a:cubicBezTo>
                      <a:pt x="25800" y="9355"/>
                      <a:pt x="25273" y="9905"/>
                      <a:pt x="24645" y="10587"/>
                    </a:cubicBezTo>
                    <a:cubicBezTo>
                      <a:pt x="24080" y="11283"/>
                      <a:pt x="23717" y="12058"/>
                      <a:pt x="23342" y="12867"/>
                    </a:cubicBezTo>
                    <a:cubicBezTo>
                      <a:pt x="23000" y="13322"/>
                      <a:pt x="23000" y="13322"/>
                      <a:pt x="22338" y="13513"/>
                    </a:cubicBezTo>
                    <a:cubicBezTo>
                      <a:pt x="22142" y="13533"/>
                      <a:pt x="21950" y="13553"/>
                      <a:pt x="21750" y="13572"/>
                    </a:cubicBezTo>
                    <a:cubicBezTo>
                      <a:pt x="21420" y="11952"/>
                      <a:pt x="21578" y="10450"/>
                      <a:pt x="21750" y="8822"/>
                    </a:cubicBezTo>
                    <a:cubicBezTo>
                      <a:pt x="20533" y="9293"/>
                      <a:pt x="20533" y="9293"/>
                      <a:pt x="20250" y="9572"/>
                    </a:cubicBezTo>
                    <a:cubicBezTo>
                      <a:pt x="19023" y="9745"/>
                      <a:pt x="18243" y="9545"/>
                      <a:pt x="17250" y="8822"/>
                    </a:cubicBezTo>
                    <a:cubicBezTo>
                      <a:pt x="17285" y="9265"/>
                      <a:pt x="17322" y="9707"/>
                      <a:pt x="17360" y="10150"/>
                    </a:cubicBezTo>
                    <a:cubicBezTo>
                      <a:pt x="17370" y="10275"/>
                      <a:pt x="17370" y="10275"/>
                      <a:pt x="17420" y="10898"/>
                    </a:cubicBezTo>
                    <a:cubicBezTo>
                      <a:pt x="17500" y="11572"/>
                      <a:pt x="17500" y="11572"/>
                      <a:pt x="17648" y="11987"/>
                    </a:cubicBezTo>
                    <a:cubicBezTo>
                      <a:pt x="17785" y="12440"/>
                      <a:pt x="17680" y="12683"/>
                      <a:pt x="17515" y="13120"/>
                    </a:cubicBezTo>
                    <a:cubicBezTo>
                      <a:pt x="17467" y="13252"/>
                      <a:pt x="17418" y="13385"/>
                      <a:pt x="17368" y="13520"/>
                    </a:cubicBezTo>
                    <a:cubicBezTo>
                      <a:pt x="17330" y="13620"/>
                      <a:pt x="17290" y="13720"/>
                      <a:pt x="17250" y="13822"/>
                    </a:cubicBezTo>
                    <a:cubicBezTo>
                      <a:pt x="16497" y="13745"/>
                      <a:pt x="16273" y="13597"/>
                      <a:pt x="15767" y="13018"/>
                    </a:cubicBezTo>
                    <a:cubicBezTo>
                      <a:pt x="15602" y="12783"/>
                      <a:pt x="15440" y="12545"/>
                      <a:pt x="15280" y="12308"/>
                    </a:cubicBezTo>
                    <a:cubicBezTo>
                      <a:pt x="15105" y="12055"/>
                      <a:pt x="14928" y="11800"/>
                      <a:pt x="14753" y="11548"/>
                    </a:cubicBezTo>
                    <a:cubicBezTo>
                      <a:pt x="14668" y="11423"/>
                      <a:pt x="14580" y="11300"/>
                      <a:pt x="14493" y="11170"/>
                    </a:cubicBezTo>
                    <a:cubicBezTo>
                      <a:pt x="14172" y="10712"/>
                      <a:pt x="13838" y="10268"/>
                      <a:pt x="13500" y="9822"/>
                    </a:cubicBezTo>
                    <a:cubicBezTo>
                      <a:pt x="12568" y="8585"/>
                      <a:pt x="11660" y="7327"/>
                      <a:pt x="10750" y="6072"/>
                    </a:cubicBezTo>
                    <a:cubicBezTo>
                      <a:pt x="9963" y="6232"/>
                      <a:pt x="9365" y="6510"/>
                      <a:pt x="8672" y="6918"/>
                    </a:cubicBezTo>
                    <a:cubicBezTo>
                      <a:pt x="6890" y="7960"/>
                      <a:pt x="4993" y="8602"/>
                      <a:pt x="3035" y="9237"/>
                    </a:cubicBezTo>
                    <a:cubicBezTo>
                      <a:pt x="1918" y="9617"/>
                      <a:pt x="1122" y="10025"/>
                      <a:pt x="250" y="10822"/>
                    </a:cubicBezTo>
                    <a:cubicBezTo>
                      <a:pt x="168" y="10658"/>
                      <a:pt x="85" y="10492"/>
                      <a:pt x="0" y="10322"/>
                    </a:cubicBezTo>
                    <a:cubicBezTo>
                      <a:pt x="1307" y="9102"/>
                      <a:pt x="2928" y="8580"/>
                      <a:pt x="4610" y="8043"/>
                    </a:cubicBezTo>
                    <a:cubicBezTo>
                      <a:pt x="5250" y="7822"/>
                      <a:pt x="5250" y="7822"/>
                      <a:pt x="5625" y="7572"/>
                    </a:cubicBezTo>
                    <a:cubicBezTo>
                      <a:pt x="6085" y="7265"/>
                      <a:pt x="6570" y="7130"/>
                      <a:pt x="7095" y="6965"/>
                    </a:cubicBezTo>
                    <a:cubicBezTo>
                      <a:pt x="7650" y="6770"/>
                      <a:pt x="8158" y="6500"/>
                      <a:pt x="8675" y="6220"/>
                    </a:cubicBezTo>
                    <a:cubicBezTo>
                      <a:pt x="9000" y="6072"/>
                      <a:pt x="9000" y="6072"/>
                      <a:pt x="9500" y="6072"/>
                    </a:cubicBezTo>
                    <a:cubicBezTo>
                      <a:pt x="9582" y="5742"/>
                      <a:pt x="9665" y="5413"/>
                      <a:pt x="9750" y="5072"/>
                    </a:cubicBezTo>
                    <a:cubicBezTo>
                      <a:pt x="10328" y="4908"/>
                      <a:pt x="10905" y="4742"/>
                      <a:pt x="11500" y="4572"/>
                    </a:cubicBezTo>
                    <a:cubicBezTo>
                      <a:pt x="11312" y="3385"/>
                      <a:pt x="11312" y="3385"/>
                      <a:pt x="10750" y="2822"/>
                    </a:cubicBezTo>
                    <a:cubicBezTo>
                      <a:pt x="10693" y="2462"/>
                      <a:pt x="10693" y="2462"/>
                      <a:pt x="10703" y="2072"/>
                    </a:cubicBezTo>
                    <a:cubicBezTo>
                      <a:pt x="10705" y="1942"/>
                      <a:pt x="10707" y="1815"/>
                      <a:pt x="10707" y="1683"/>
                    </a:cubicBezTo>
                    <a:cubicBezTo>
                      <a:pt x="10750" y="1322"/>
                      <a:pt x="10750" y="1322"/>
                      <a:pt x="11000" y="822"/>
                    </a:cubicBezTo>
                    <a:cubicBezTo>
                      <a:pt x="11130" y="837"/>
                      <a:pt x="11260" y="852"/>
                      <a:pt x="11395" y="867"/>
                    </a:cubicBezTo>
                    <a:cubicBezTo>
                      <a:pt x="11787" y="913"/>
                      <a:pt x="12180" y="957"/>
                      <a:pt x="12575" y="997"/>
                    </a:cubicBezTo>
                    <a:cubicBezTo>
                      <a:pt x="13030" y="1048"/>
                      <a:pt x="13485" y="1102"/>
                      <a:pt x="13943" y="1163"/>
                    </a:cubicBezTo>
                    <a:cubicBezTo>
                      <a:pt x="15348" y="1327"/>
                      <a:pt x="16678" y="1428"/>
                      <a:pt x="18000" y="822"/>
                    </a:cubicBezTo>
                    <a:cubicBezTo>
                      <a:pt x="18082" y="658"/>
                      <a:pt x="18165" y="492"/>
                      <a:pt x="18250" y="322"/>
                    </a:cubicBezTo>
                    <a:cubicBezTo>
                      <a:pt x="18895" y="0"/>
                      <a:pt x="19540" y="2"/>
                      <a:pt x="20250" y="72"/>
                    </a:cubicBezTo>
                    <a:close/>
                  </a:path>
                </a:pathLst>
              </a:custGeom>
              <a:solidFill>
                <a:srgbClr val="DFE0E2"/>
              </a:solidFill>
              <a:ln w="0">
                <a:noFill/>
              </a:ln>
            </p:spPr>
          </p:sp>
          <p:sp>
            <p:nvSpPr>
              <p:cNvPr id="1105" name="judge vector"/>
              <p:cNvSpPr/>
              <p:nvPr/>
            </p:nvSpPr>
            <p:spPr>
              <a:xfrm>
                <a:off x="16192401" y="8657082"/>
                <a:ext cx="166215" cy="110620"/>
              </a:xfrm>
              <a:custGeom>
                <a:avLst/>
                <a:gdLst/>
                <a:ahLst/>
                <a:cxnLst/>
                <a:rect l="0" t="0" r="r" b="b"/>
                <a:pathLst>
                  <a:path w="18178" h="12097" fill="norm" stroke="0">
                    <a:moveTo>
                      <a:pt x="10428" y="0"/>
                    </a:moveTo>
                    <a:cubicBezTo>
                      <a:pt x="10410" y="183"/>
                      <a:pt x="10390" y="362"/>
                      <a:pt x="10370" y="550"/>
                    </a:cubicBezTo>
                    <a:cubicBezTo>
                      <a:pt x="10440" y="1413"/>
                      <a:pt x="10780" y="1817"/>
                      <a:pt x="11332" y="2438"/>
                    </a:cubicBezTo>
                    <a:cubicBezTo>
                      <a:pt x="11517" y="2655"/>
                      <a:pt x="11703" y="2875"/>
                      <a:pt x="11885" y="3092"/>
                    </a:cubicBezTo>
                    <a:cubicBezTo>
                      <a:pt x="11930" y="3148"/>
                      <a:pt x="11930" y="3148"/>
                      <a:pt x="12162" y="3423"/>
                    </a:cubicBezTo>
                    <a:cubicBezTo>
                      <a:pt x="13115" y="4597"/>
                      <a:pt x="13898" y="5832"/>
                      <a:pt x="14428" y="7250"/>
                    </a:cubicBezTo>
                    <a:cubicBezTo>
                      <a:pt x="14592" y="7250"/>
                      <a:pt x="14757" y="7250"/>
                      <a:pt x="14928" y="7250"/>
                    </a:cubicBezTo>
                    <a:cubicBezTo>
                      <a:pt x="15160" y="7518"/>
                      <a:pt x="15160" y="7518"/>
                      <a:pt x="15398" y="7890"/>
                    </a:cubicBezTo>
                    <a:cubicBezTo>
                      <a:pt x="15483" y="8028"/>
                      <a:pt x="15570" y="8163"/>
                      <a:pt x="15660" y="8303"/>
                    </a:cubicBezTo>
                    <a:cubicBezTo>
                      <a:pt x="15840" y="8602"/>
                      <a:pt x="16010" y="8905"/>
                      <a:pt x="16170" y="9212"/>
                    </a:cubicBezTo>
                    <a:cubicBezTo>
                      <a:pt x="16720" y="10258"/>
                      <a:pt x="17138" y="10700"/>
                      <a:pt x="18178" y="11250"/>
                    </a:cubicBezTo>
                    <a:cubicBezTo>
                      <a:pt x="18178" y="11415"/>
                      <a:pt x="18178" y="11580"/>
                      <a:pt x="18178" y="11750"/>
                    </a:cubicBezTo>
                    <a:cubicBezTo>
                      <a:pt x="17485" y="12097"/>
                      <a:pt x="16822" y="12035"/>
                      <a:pt x="16065" y="12033"/>
                    </a:cubicBezTo>
                    <a:cubicBezTo>
                      <a:pt x="15983" y="12033"/>
                      <a:pt x="15983" y="12033"/>
                      <a:pt x="15562" y="12033"/>
                    </a:cubicBezTo>
                    <a:cubicBezTo>
                      <a:pt x="15015" y="12035"/>
                      <a:pt x="14467" y="12035"/>
                      <a:pt x="13918" y="12033"/>
                    </a:cubicBezTo>
                    <a:cubicBezTo>
                      <a:pt x="13540" y="12033"/>
                      <a:pt x="13160" y="12033"/>
                      <a:pt x="12780" y="12035"/>
                    </a:cubicBezTo>
                    <a:cubicBezTo>
                      <a:pt x="11983" y="12035"/>
                      <a:pt x="11188" y="12035"/>
                      <a:pt x="10390" y="12033"/>
                    </a:cubicBezTo>
                    <a:cubicBezTo>
                      <a:pt x="9368" y="12030"/>
                      <a:pt x="8345" y="12033"/>
                      <a:pt x="7322" y="12033"/>
                    </a:cubicBezTo>
                    <a:cubicBezTo>
                      <a:pt x="6537" y="12035"/>
                      <a:pt x="5753" y="12035"/>
                      <a:pt x="4970" y="12033"/>
                    </a:cubicBezTo>
                    <a:cubicBezTo>
                      <a:pt x="4592" y="12033"/>
                      <a:pt x="4215" y="12033"/>
                      <a:pt x="3838" y="12035"/>
                    </a:cubicBezTo>
                    <a:cubicBezTo>
                      <a:pt x="3310" y="12035"/>
                      <a:pt x="2785" y="12033"/>
                      <a:pt x="2257" y="12033"/>
                    </a:cubicBezTo>
                    <a:cubicBezTo>
                      <a:pt x="2180" y="12033"/>
                      <a:pt x="2180" y="12033"/>
                      <a:pt x="1783" y="12035"/>
                    </a:cubicBezTo>
                    <a:cubicBezTo>
                      <a:pt x="705" y="12028"/>
                      <a:pt x="705" y="12028"/>
                      <a:pt x="428" y="11750"/>
                    </a:cubicBezTo>
                    <a:cubicBezTo>
                      <a:pt x="145" y="9018"/>
                      <a:pt x="0" y="6055"/>
                      <a:pt x="1678" y="3750"/>
                    </a:cubicBezTo>
                    <a:cubicBezTo>
                      <a:pt x="2517" y="2725"/>
                      <a:pt x="3368" y="2390"/>
                      <a:pt x="4645" y="2130"/>
                    </a:cubicBezTo>
                    <a:cubicBezTo>
                      <a:pt x="5625" y="1890"/>
                      <a:pt x="6517" y="1428"/>
                      <a:pt x="7428" y="1000"/>
                    </a:cubicBezTo>
                    <a:cubicBezTo>
                      <a:pt x="7832" y="810"/>
                      <a:pt x="8240" y="622"/>
                      <a:pt x="8648" y="438"/>
                    </a:cubicBezTo>
                    <a:cubicBezTo>
                      <a:pt x="8825" y="352"/>
                      <a:pt x="9005" y="270"/>
                      <a:pt x="9190" y="183"/>
                    </a:cubicBezTo>
                    <a:cubicBezTo>
                      <a:pt x="9678" y="0"/>
                      <a:pt x="9678" y="0"/>
                      <a:pt x="10428" y="0"/>
                    </a:cubicBezTo>
                    <a:close/>
                  </a:path>
                </a:pathLst>
              </a:custGeom>
              <a:solidFill>
                <a:srgbClr val="4B4651"/>
              </a:solidFill>
              <a:ln w="0">
                <a:noFill/>
              </a:ln>
            </p:spPr>
          </p:sp>
          <p:sp>
            <p:nvSpPr>
              <p:cNvPr id="1106" name="judge vector"/>
              <p:cNvSpPr/>
              <p:nvPr/>
            </p:nvSpPr>
            <p:spPr>
              <a:xfrm>
                <a:off x="16404336" y="8657082"/>
                <a:ext cx="163106" cy="111557"/>
              </a:xfrm>
              <a:custGeom>
                <a:avLst/>
                <a:gdLst/>
                <a:ahLst/>
                <a:cxnLst/>
                <a:rect l="0" t="0" r="r" b="b"/>
                <a:pathLst>
                  <a:path w="17838" h="12200" fill="norm" stroke="0">
                    <a:moveTo>
                      <a:pt x="7750" y="0"/>
                    </a:moveTo>
                    <a:cubicBezTo>
                      <a:pt x="8197" y="112"/>
                      <a:pt x="8645" y="227"/>
                      <a:pt x="9095" y="345"/>
                    </a:cubicBezTo>
                    <a:cubicBezTo>
                      <a:pt x="9220" y="375"/>
                      <a:pt x="9348" y="408"/>
                      <a:pt x="9477" y="440"/>
                    </a:cubicBezTo>
                    <a:cubicBezTo>
                      <a:pt x="10165" y="620"/>
                      <a:pt x="10487" y="737"/>
                      <a:pt x="11000" y="1250"/>
                    </a:cubicBezTo>
                    <a:cubicBezTo>
                      <a:pt x="11408" y="1438"/>
                      <a:pt x="11408" y="1438"/>
                      <a:pt x="11890" y="1610"/>
                    </a:cubicBezTo>
                    <a:cubicBezTo>
                      <a:pt x="12068" y="1675"/>
                      <a:pt x="12245" y="1740"/>
                      <a:pt x="12428" y="1805"/>
                    </a:cubicBezTo>
                    <a:cubicBezTo>
                      <a:pt x="12810" y="1935"/>
                      <a:pt x="13193" y="2058"/>
                      <a:pt x="13580" y="2170"/>
                    </a:cubicBezTo>
                    <a:cubicBezTo>
                      <a:pt x="15150" y="2643"/>
                      <a:pt x="16342" y="3212"/>
                      <a:pt x="17155" y="4688"/>
                    </a:cubicBezTo>
                    <a:cubicBezTo>
                      <a:pt x="17547" y="5513"/>
                      <a:pt x="17638" y="6268"/>
                      <a:pt x="17672" y="7173"/>
                    </a:cubicBezTo>
                    <a:cubicBezTo>
                      <a:pt x="17680" y="7322"/>
                      <a:pt x="17688" y="7472"/>
                      <a:pt x="17697" y="7628"/>
                    </a:cubicBezTo>
                    <a:cubicBezTo>
                      <a:pt x="17838" y="10438"/>
                      <a:pt x="17838" y="10438"/>
                      <a:pt x="17750" y="11750"/>
                    </a:cubicBezTo>
                    <a:cubicBezTo>
                      <a:pt x="17300" y="12200"/>
                      <a:pt x="16557" y="12040"/>
                      <a:pt x="15945" y="12040"/>
                    </a:cubicBezTo>
                    <a:cubicBezTo>
                      <a:pt x="15865" y="12040"/>
                      <a:pt x="15865" y="12040"/>
                      <a:pt x="15455" y="12045"/>
                    </a:cubicBezTo>
                    <a:cubicBezTo>
                      <a:pt x="14915" y="12048"/>
                      <a:pt x="14378" y="12050"/>
                      <a:pt x="13838" y="12050"/>
                    </a:cubicBezTo>
                    <a:cubicBezTo>
                      <a:pt x="13465" y="12053"/>
                      <a:pt x="13090" y="12053"/>
                      <a:pt x="12717" y="12055"/>
                    </a:cubicBezTo>
                    <a:cubicBezTo>
                      <a:pt x="11935" y="12058"/>
                      <a:pt x="11150" y="12060"/>
                      <a:pt x="10365" y="12060"/>
                    </a:cubicBezTo>
                    <a:cubicBezTo>
                      <a:pt x="9360" y="12062"/>
                      <a:pt x="8355" y="12067"/>
                      <a:pt x="7350" y="12075"/>
                    </a:cubicBezTo>
                    <a:cubicBezTo>
                      <a:pt x="6580" y="12080"/>
                      <a:pt x="5807" y="12080"/>
                      <a:pt x="5035" y="12080"/>
                    </a:cubicBezTo>
                    <a:cubicBezTo>
                      <a:pt x="4665" y="12082"/>
                      <a:pt x="4295" y="12082"/>
                      <a:pt x="3922" y="12087"/>
                    </a:cubicBezTo>
                    <a:cubicBezTo>
                      <a:pt x="3405" y="12090"/>
                      <a:pt x="2888" y="12090"/>
                      <a:pt x="2370" y="12090"/>
                    </a:cubicBezTo>
                    <a:cubicBezTo>
                      <a:pt x="2215" y="12092"/>
                      <a:pt x="2062" y="12092"/>
                      <a:pt x="1902" y="12095"/>
                    </a:cubicBezTo>
                    <a:cubicBezTo>
                      <a:pt x="1203" y="12090"/>
                      <a:pt x="830" y="12065"/>
                      <a:pt x="275" y="11620"/>
                    </a:cubicBezTo>
                    <a:cubicBezTo>
                      <a:pt x="182" y="11497"/>
                      <a:pt x="92" y="11375"/>
                      <a:pt x="0" y="11250"/>
                    </a:cubicBezTo>
                    <a:cubicBezTo>
                      <a:pt x="100" y="11195"/>
                      <a:pt x="200" y="11140"/>
                      <a:pt x="303" y="11085"/>
                    </a:cubicBezTo>
                    <a:cubicBezTo>
                      <a:pt x="1175" y="10562"/>
                      <a:pt x="1618" y="10150"/>
                      <a:pt x="2033" y="9197"/>
                    </a:cubicBezTo>
                    <a:cubicBezTo>
                      <a:pt x="2348" y="8548"/>
                      <a:pt x="2767" y="7985"/>
                      <a:pt x="3185" y="7400"/>
                    </a:cubicBezTo>
                    <a:cubicBezTo>
                      <a:pt x="3960" y="6310"/>
                      <a:pt x="4723" y="5207"/>
                      <a:pt x="5483" y="4105"/>
                    </a:cubicBezTo>
                    <a:cubicBezTo>
                      <a:pt x="5628" y="3890"/>
                      <a:pt x="5775" y="3678"/>
                      <a:pt x="5922" y="3462"/>
                    </a:cubicBezTo>
                    <a:cubicBezTo>
                      <a:pt x="6132" y="3158"/>
                      <a:pt x="6342" y="2852"/>
                      <a:pt x="6553" y="2550"/>
                    </a:cubicBezTo>
                    <a:cubicBezTo>
                      <a:pt x="6612" y="2460"/>
                      <a:pt x="6612" y="2460"/>
                      <a:pt x="6922" y="2010"/>
                    </a:cubicBezTo>
                    <a:cubicBezTo>
                      <a:pt x="7750" y="720"/>
                      <a:pt x="7750" y="720"/>
                      <a:pt x="7750" y="0"/>
                    </a:cubicBezTo>
                    <a:close/>
                  </a:path>
                </a:pathLst>
              </a:custGeom>
              <a:solidFill>
                <a:srgbClr val="4B4651"/>
              </a:solidFill>
              <a:ln w="0">
                <a:noFill/>
              </a:ln>
            </p:spPr>
          </p:sp>
          <p:sp>
            <p:nvSpPr>
              <p:cNvPr id="1107" name="judge vector"/>
              <p:cNvSpPr/>
              <p:nvPr/>
            </p:nvSpPr>
            <p:spPr>
              <a:xfrm>
                <a:off x="16272685" y="8446770"/>
                <a:ext cx="214610" cy="124084"/>
              </a:xfrm>
              <a:custGeom>
                <a:avLst/>
                <a:gdLst/>
                <a:ahLst/>
                <a:cxnLst/>
                <a:rect l="0" t="0" r="r" b="b"/>
                <a:pathLst>
                  <a:path w="23470" h="13570" fill="norm" stroke="0">
                    <a:moveTo>
                      <a:pt x="19148" y="0"/>
                    </a:moveTo>
                    <a:cubicBezTo>
                      <a:pt x="19440" y="663"/>
                      <a:pt x="19372" y="1087"/>
                      <a:pt x="19195" y="1780"/>
                    </a:cubicBezTo>
                    <a:cubicBezTo>
                      <a:pt x="19153" y="1957"/>
                      <a:pt x="19108" y="2133"/>
                      <a:pt x="19065" y="2315"/>
                    </a:cubicBezTo>
                    <a:cubicBezTo>
                      <a:pt x="18898" y="2750"/>
                      <a:pt x="18898" y="2750"/>
                      <a:pt x="18398" y="3000"/>
                    </a:cubicBezTo>
                    <a:cubicBezTo>
                      <a:pt x="18495" y="3605"/>
                      <a:pt x="18565" y="3923"/>
                      <a:pt x="19020" y="4347"/>
                    </a:cubicBezTo>
                    <a:cubicBezTo>
                      <a:pt x="19095" y="4400"/>
                      <a:pt x="19095" y="4400"/>
                      <a:pt x="19475" y="4673"/>
                    </a:cubicBezTo>
                    <a:cubicBezTo>
                      <a:pt x="20395" y="5410"/>
                      <a:pt x="20765" y="6143"/>
                      <a:pt x="21168" y="7237"/>
                    </a:cubicBezTo>
                    <a:cubicBezTo>
                      <a:pt x="21420" y="7798"/>
                      <a:pt x="21678" y="8107"/>
                      <a:pt x="22148" y="8500"/>
                    </a:cubicBezTo>
                    <a:cubicBezTo>
                      <a:pt x="22322" y="8562"/>
                      <a:pt x="22497" y="8622"/>
                      <a:pt x="22678" y="8688"/>
                    </a:cubicBezTo>
                    <a:cubicBezTo>
                      <a:pt x="23148" y="9000"/>
                      <a:pt x="23148" y="9000"/>
                      <a:pt x="23285" y="9375"/>
                    </a:cubicBezTo>
                    <a:cubicBezTo>
                      <a:pt x="23470" y="10405"/>
                      <a:pt x="23375" y="11075"/>
                      <a:pt x="22898" y="12000"/>
                    </a:cubicBezTo>
                    <a:cubicBezTo>
                      <a:pt x="22330" y="11737"/>
                      <a:pt x="21888" y="11490"/>
                      <a:pt x="21413" y="11077"/>
                    </a:cubicBezTo>
                    <a:cubicBezTo>
                      <a:pt x="20898" y="10750"/>
                      <a:pt x="20898" y="10750"/>
                      <a:pt x="20243" y="10812"/>
                    </a:cubicBezTo>
                    <a:cubicBezTo>
                      <a:pt x="19648" y="11000"/>
                      <a:pt x="19648" y="11000"/>
                      <a:pt x="19148" y="11250"/>
                    </a:cubicBezTo>
                    <a:cubicBezTo>
                      <a:pt x="19188" y="11322"/>
                      <a:pt x="19188" y="11322"/>
                      <a:pt x="19398" y="11688"/>
                    </a:cubicBezTo>
                    <a:cubicBezTo>
                      <a:pt x="19658" y="12275"/>
                      <a:pt x="19668" y="12620"/>
                      <a:pt x="19648" y="13250"/>
                    </a:cubicBezTo>
                    <a:cubicBezTo>
                      <a:pt x="17995" y="13447"/>
                      <a:pt x="16913" y="13433"/>
                      <a:pt x="15585" y="12390"/>
                    </a:cubicBezTo>
                    <a:cubicBezTo>
                      <a:pt x="15483" y="12310"/>
                      <a:pt x="15380" y="12227"/>
                      <a:pt x="15273" y="12145"/>
                    </a:cubicBezTo>
                    <a:cubicBezTo>
                      <a:pt x="14415" y="11475"/>
                      <a:pt x="13737" y="11183"/>
                      <a:pt x="12648" y="11250"/>
                    </a:cubicBezTo>
                    <a:cubicBezTo>
                      <a:pt x="12230" y="11330"/>
                      <a:pt x="11812" y="11413"/>
                      <a:pt x="11398" y="11500"/>
                    </a:cubicBezTo>
                    <a:cubicBezTo>
                      <a:pt x="11295" y="11477"/>
                      <a:pt x="11295" y="11477"/>
                      <a:pt x="10773" y="11360"/>
                    </a:cubicBezTo>
                    <a:cubicBezTo>
                      <a:pt x="9805" y="11190"/>
                      <a:pt x="9150" y="11580"/>
                      <a:pt x="8352" y="12117"/>
                    </a:cubicBezTo>
                    <a:cubicBezTo>
                      <a:pt x="8178" y="12250"/>
                      <a:pt x="8000" y="12380"/>
                      <a:pt x="7820" y="12515"/>
                    </a:cubicBezTo>
                    <a:cubicBezTo>
                      <a:pt x="6793" y="13220"/>
                      <a:pt x="5903" y="13570"/>
                      <a:pt x="4648" y="13500"/>
                    </a:cubicBezTo>
                    <a:cubicBezTo>
                      <a:pt x="4483" y="13418"/>
                      <a:pt x="4318" y="13335"/>
                      <a:pt x="4148" y="13250"/>
                    </a:cubicBezTo>
                    <a:cubicBezTo>
                      <a:pt x="4290" y="12658"/>
                      <a:pt x="4445" y="12077"/>
                      <a:pt x="4648" y="11500"/>
                    </a:cubicBezTo>
                    <a:cubicBezTo>
                      <a:pt x="4350" y="11110"/>
                      <a:pt x="4350" y="11110"/>
                      <a:pt x="3898" y="10750"/>
                    </a:cubicBezTo>
                    <a:cubicBezTo>
                      <a:pt x="2913" y="10775"/>
                      <a:pt x="2372" y="11153"/>
                      <a:pt x="1675" y="11790"/>
                    </a:cubicBezTo>
                    <a:cubicBezTo>
                      <a:pt x="1398" y="12000"/>
                      <a:pt x="1398" y="12000"/>
                      <a:pt x="898" y="12000"/>
                    </a:cubicBezTo>
                    <a:cubicBezTo>
                      <a:pt x="0" y="8543"/>
                      <a:pt x="0" y="8543"/>
                      <a:pt x="648" y="7250"/>
                    </a:cubicBezTo>
                    <a:cubicBezTo>
                      <a:pt x="812" y="7250"/>
                      <a:pt x="980" y="7250"/>
                      <a:pt x="1150" y="7250"/>
                    </a:cubicBezTo>
                    <a:cubicBezTo>
                      <a:pt x="5775" y="7232"/>
                      <a:pt x="9545" y="6575"/>
                      <a:pt x="13683" y="4367"/>
                    </a:cubicBezTo>
                    <a:cubicBezTo>
                      <a:pt x="14590" y="3883"/>
                      <a:pt x="15477" y="3548"/>
                      <a:pt x="16460" y="3250"/>
                    </a:cubicBezTo>
                    <a:cubicBezTo>
                      <a:pt x="17578" y="2875"/>
                      <a:pt x="17578" y="2875"/>
                      <a:pt x="17892" y="2317"/>
                    </a:cubicBezTo>
                    <a:cubicBezTo>
                      <a:pt x="18007" y="1845"/>
                      <a:pt x="18007" y="1845"/>
                      <a:pt x="18068" y="1388"/>
                    </a:cubicBezTo>
                    <a:cubicBezTo>
                      <a:pt x="18148" y="1000"/>
                      <a:pt x="18148" y="1000"/>
                      <a:pt x="18678" y="640"/>
                    </a:cubicBezTo>
                    <a:cubicBezTo>
                      <a:pt x="18832" y="595"/>
                      <a:pt x="18987" y="548"/>
                      <a:pt x="19148" y="500"/>
                    </a:cubicBezTo>
                    <a:cubicBezTo>
                      <a:pt x="19148" y="335"/>
                      <a:pt x="19148" y="170"/>
                      <a:pt x="19148" y="0"/>
                    </a:cubicBezTo>
                    <a:close/>
                  </a:path>
                </a:pathLst>
              </a:custGeom>
              <a:solidFill>
                <a:srgbClr val="DAC8C5"/>
              </a:solidFill>
              <a:ln w="0">
                <a:noFill/>
              </a:ln>
            </p:spPr>
          </p:sp>
          <p:sp>
            <p:nvSpPr>
              <p:cNvPr id="1108" name="judge vector"/>
              <p:cNvSpPr/>
              <p:nvPr/>
            </p:nvSpPr>
            <p:spPr>
              <a:xfrm>
                <a:off x="16166592" y="8642794"/>
                <a:ext cx="322326" cy="144590"/>
              </a:xfrm>
              <a:custGeom>
                <a:avLst/>
                <a:gdLst/>
                <a:ahLst/>
                <a:cxnLst/>
                <a:rect l="0" t="0" r="r" b="b"/>
                <a:pathLst>
                  <a:path w="35250" h="15812" fill="norm" stroke="0">
                    <a:moveTo>
                      <a:pt x="3250" y="62"/>
                    </a:moveTo>
                    <a:cubicBezTo>
                      <a:pt x="3703" y="0"/>
                      <a:pt x="3703" y="0"/>
                      <a:pt x="4250" y="62"/>
                    </a:cubicBezTo>
                    <a:cubicBezTo>
                      <a:pt x="4368" y="227"/>
                      <a:pt x="4487" y="393"/>
                      <a:pt x="4610" y="562"/>
                    </a:cubicBezTo>
                    <a:cubicBezTo>
                      <a:pt x="4675" y="645"/>
                      <a:pt x="4675" y="645"/>
                      <a:pt x="5000" y="1062"/>
                    </a:cubicBezTo>
                    <a:cubicBezTo>
                      <a:pt x="5672" y="1125"/>
                      <a:pt x="5672" y="1125"/>
                      <a:pt x="6250" y="1062"/>
                    </a:cubicBezTo>
                    <a:cubicBezTo>
                      <a:pt x="6250" y="1227"/>
                      <a:pt x="6250" y="1393"/>
                      <a:pt x="6250" y="1562"/>
                    </a:cubicBezTo>
                    <a:cubicBezTo>
                      <a:pt x="5523" y="1765"/>
                      <a:pt x="5135" y="1867"/>
                      <a:pt x="4422" y="1577"/>
                    </a:cubicBezTo>
                    <a:cubicBezTo>
                      <a:pt x="4283" y="1490"/>
                      <a:pt x="4142" y="1403"/>
                      <a:pt x="4000" y="1312"/>
                    </a:cubicBezTo>
                    <a:cubicBezTo>
                      <a:pt x="3918" y="1972"/>
                      <a:pt x="3835" y="2633"/>
                      <a:pt x="3750" y="3312"/>
                    </a:cubicBezTo>
                    <a:cubicBezTo>
                      <a:pt x="4080" y="3312"/>
                      <a:pt x="4410" y="3312"/>
                      <a:pt x="4750" y="3312"/>
                    </a:cubicBezTo>
                    <a:cubicBezTo>
                      <a:pt x="4775" y="3153"/>
                      <a:pt x="4803" y="2992"/>
                      <a:pt x="4828" y="2827"/>
                    </a:cubicBezTo>
                    <a:cubicBezTo>
                      <a:pt x="5000" y="2312"/>
                      <a:pt x="5000" y="2312"/>
                      <a:pt x="5360" y="2110"/>
                    </a:cubicBezTo>
                    <a:cubicBezTo>
                      <a:pt x="5750" y="2062"/>
                      <a:pt x="5750" y="2062"/>
                      <a:pt x="6250" y="2312"/>
                    </a:cubicBezTo>
                    <a:cubicBezTo>
                      <a:pt x="6203" y="2890"/>
                      <a:pt x="6203" y="2890"/>
                      <a:pt x="6000" y="3562"/>
                    </a:cubicBezTo>
                    <a:cubicBezTo>
                      <a:pt x="5372" y="4025"/>
                      <a:pt x="4755" y="4362"/>
                      <a:pt x="4000" y="4562"/>
                    </a:cubicBezTo>
                    <a:cubicBezTo>
                      <a:pt x="4000" y="4727"/>
                      <a:pt x="4000" y="4893"/>
                      <a:pt x="4000" y="5062"/>
                    </a:cubicBezTo>
                    <a:cubicBezTo>
                      <a:pt x="3835" y="5227"/>
                      <a:pt x="3670" y="5393"/>
                      <a:pt x="3500" y="5562"/>
                    </a:cubicBezTo>
                    <a:cubicBezTo>
                      <a:pt x="2915" y="6455"/>
                      <a:pt x="2930" y="7245"/>
                      <a:pt x="2943" y="8275"/>
                    </a:cubicBezTo>
                    <a:cubicBezTo>
                      <a:pt x="2943" y="8438"/>
                      <a:pt x="2943" y="8600"/>
                      <a:pt x="2943" y="8770"/>
                    </a:cubicBezTo>
                    <a:cubicBezTo>
                      <a:pt x="2943" y="9112"/>
                      <a:pt x="2945" y="9457"/>
                      <a:pt x="2947" y="9800"/>
                    </a:cubicBezTo>
                    <a:cubicBezTo>
                      <a:pt x="2953" y="10327"/>
                      <a:pt x="2953" y="10852"/>
                      <a:pt x="2953" y="11380"/>
                    </a:cubicBezTo>
                    <a:cubicBezTo>
                      <a:pt x="2955" y="11715"/>
                      <a:pt x="2957" y="12050"/>
                      <a:pt x="2957" y="12385"/>
                    </a:cubicBezTo>
                    <a:cubicBezTo>
                      <a:pt x="2957" y="12540"/>
                      <a:pt x="2957" y="12697"/>
                      <a:pt x="2960" y="12860"/>
                    </a:cubicBezTo>
                    <a:cubicBezTo>
                      <a:pt x="2960" y="12933"/>
                      <a:pt x="2960" y="12933"/>
                      <a:pt x="2963" y="13305"/>
                    </a:cubicBezTo>
                    <a:cubicBezTo>
                      <a:pt x="2965" y="13433"/>
                      <a:pt x="2965" y="13562"/>
                      <a:pt x="2967" y="13695"/>
                    </a:cubicBezTo>
                    <a:cubicBezTo>
                      <a:pt x="3003" y="14097"/>
                      <a:pt x="3108" y="14435"/>
                      <a:pt x="3250" y="14812"/>
                    </a:cubicBezTo>
                    <a:cubicBezTo>
                      <a:pt x="3447" y="14810"/>
                      <a:pt x="3645" y="14805"/>
                      <a:pt x="3848" y="14803"/>
                    </a:cubicBezTo>
                    <a:cubicBezTo>
                      <a:pt x="5707" y="14768"/>
                      <a:pt x="7570" y="14732"/>
                      <a:pt x="9430" y="14702"/>
                    </a:cubicBezTo>
                    <a:cubicBezTo>
                      <a:pt x="10388" y="14685"/>
                      <a:pt x="11345" y="14668"/>
                      <a:pt x="12300" y="14650"/>
                    </a:cubicBezTo>
                    <a:cubicBezTo>
                      <a:pt x="13225" y="14633"/>
                      <a:pt x="14150" y="14617"/>
                      <a:pt x="15072" y="14602"/>
                    </a:cubicBezTo>
                    <a:cubicBezTo>
                      <a:pt x="15425" y="14595"/>
                      <a:pt x="15777" y="14590"/>
                      <a:pt x="16128" y="14582"/>
                    </a:cubicBezTo>
                    <a:cubicBezTo>
                      <a:pt x="16622" y="14572"/>
                      <a:pt x="17118" y="14565"/>
                      <a:pt x="17610" y="14558"/>
                    </a:cubicBezTo>
                    <a:cubicBezTo>
                      <a:pt x="17755" y="14555"/>
                      <a:pt x="17900" y="14550"/>
                      <a:pt x="18047" y="14548"/>
                    </a:cubicBezTo>
                    <a:cubicBezTo>
                      <a:pt x="18723" y="14538"/>
                      <a:pt x="19352" y="14567"/>
                      <a:pt x="20015" y="14688"/>
                    </a:cubicBezTo>
                    <a:cubicBezTo>
                      <a:pt x="20743" y="14812"/>
                      <a:pt x="21408" y="14840"/>
                      <a:pt x="22142" y="14832"/>
                    </a:cubicBezTo>
                    <a:cubicBezTo>
                      <a:pt x="22275" y="14832"/>
                      <a:pt x="22405" y="14832"/>
                      <a:pt x="22537" y="14830"/>
                    </a:cubicBezTo>
                    <a:cubicBezTo>
                      <a:pt x="22818" y="14830"/>
                      <a:pt x="23098" y="14827"/>
                      <a:pt x="23378" y="14822"/>
                    </a:cubicBezTo>
                    <a:cubicBezTo>
                      <a:pt x="23822" y="14820"/>
                      <a:pt x="24265" y="14817"/>
                      <a:pt x="24710" y="14815"/>
                    </a:cubicBezTo>
                    <a:cubicBezTo>
                      <a:pt x="25970" y="14808"/>
                      <a:pt x="27230" y="14800"/>
                      <a:pt x="28490" y="14788"/>
                    </a:cubicBezTo>
                    <a:cubicBezTo>
                      <a:pt x="29263" y="14783"/>
                      <a:pt x="30035" y="14778"/>
                      <a:pt x="30810" y="14775"/>
                    </a:cubicBezTo>
                    <a:cubicBezTo>
                      <a:pt x="31102" y="14773"/>
                      <a:pt x="31398" y="14770"/>
                      <a:pt x="31690" y="14768"/>
                    </a:cubicBezTo>
                    <a:cubicBezTo>
                      <a:pt x="32100" y="14763"/>
                      <a:pt x="32510" y="14760"/>
                      <a:pt x="32920" y="14760"/>
                    </a:cubicBezTo>
                    <a:cubicBezTo>
                      <a:pt x="33155" y="14758"/>
                      <a:pt x="33388" y="14755"/>
                      <a:pt x="33628" y="14755"/>
                    </a:cubicBezTo>
                    <a:cubicBezTo>
                      <a:pt x="34283" y="14815"/>
                      <a:pt x="34688" y="14980"/>
                      <a:pt x="35250" y="15312"/>
                    </a:cubicBezTo>
                    <a:cubicBezTo>
                      <a:pt x="35250" y="15477"/>
                      <a:pt x="35250" y="15643"/>
                      <a:pt x="35250" y="15812"/>
                    </a:cubicBezTo>
                    <a:cubicBezTo>
                      <a:pt x="23618" y="15812"/>
                      <a:pt x="11985" y="15812"/>
                      <a:pt x="0" y="15812"/>
                    </a:cubicBezTo>
                    <a:cubicBezTo>
                      <a:pt x="0" y="11440"/>
                      <a:pt x="0" y="7067"/>
                      <a:pt x="0" y="2562"/>
                    </a:cubicBezTo>
                    <a:cubicBezTo>
                      <a:pt x="908" y="2645"/>
                      <a:pt x="1815" y="2727"/>
                      <a:pt x="2750" y="2812"/>
                    </a:cubicBezTo>
                    <a:cubicBezTo>
                      <a:pt x="2750" y="2565"/>
                      <a:pt x="2750" y="2317"/>
                      <a:pt x="2750" y="2062"/>
                    </a:cubicBezTo>
                    <a:cubicBezTo>
                      <a:pt x="2375" y="1765"/>
                      <a:pt x="2375" y="1765"/>
                      <a:pt x="2000" y="1562"/>
                    </a:cubicBezTo>
                    <a:cubicBezTo>
                      <a:pt x="2082" y="1232"/>
                      <a:pt x="2165" y="903"/>
                      <a:pt x="2250" y="562"/>
                    </a:cubicBezTo>
                    <a:cubicBezTo>
                      <a:pt x="2580" y="562"/>
                      <a:pt x="2910" y="562"/>
                      <a:pt x="3250" y="562"/>
                    </a:cubicBezTo>
                    <a:cubicBezTo>
                      <a:pt x="3250" y="398"/>
                      <a:pt x="3250" y="232"/>
                      <a:pt x="3250" y="62"/>
                    </a:cubicBezTo>
                    <a:close/>
                  </a:path>
                </a:pathLst>
              </a:custGeom>
              <a:solidFill>
                <a:srgbClr val="EFF2F3"/>
              </a:solidFill>
              <a:ln w="0">
                <a:noFill/>
              </a:ln>
            </p:spPr>
          </p:sp>
          <p:sp>
            <p:nvSpPr>
              <p:cNvPr id="1109" name="judge vector"/>
              <p:cNvSpPr/>
              <p:nvPr/>
            </p:nvSpPr>
            <p:spPr>
              <a:xfrm>
                <a:off x="16203168" y="8606790"/>
                <a:ext cx="251460" cy="109728"/>
              </a:xfrm>
              <a:custGeom>
                <a:avLst/>
                <a:gdLst/>
                <a:ahLst/>
                <a:cxnLst/>
                <a:rect l="0" t="0" r="r" b="b"/>
                <a:pathLst>
                  <a:path w="27500" h="12000" fill="norm" stroke="0">
                    <a:moveTo>
                      <a:pt x="26750" y="0"/>
                    </a:moveTo>
                    <a:cubicBezTo>
                      <a:pt x="26997" y="0"/>
                      <a:pt x="27245" y="0"/>
                      <a:pt x="27500" y="0"/>
                    </a:cubicBezTo>
                    <a:cubicBezTo>
                      <a:pt x="27355" y="845"/>
                      <a:pt x="27105" y="1165"/>
                      <a:pt x="26500" y="1750"/>
                    </a:cubicBezTo>
                    <a:cubicBezTo>
                      <a:pt x="26055" y="2268"/>
                      <a:pt x="25618" y="2790"/>
                      <a:pt x="25180" y="3315"/>
                    </a:cubicBezTo>
                    <a:cubicBezTo>
                      <a:pt x="24773" y="3727"/>
                      <a:pt x="24560" y="3888"/>
                      <a:pt x="24000" y="4000"/>
                    </a:cubicBezTo>
                    <a:cubicBezTo>
                      <a:pt x="24165" y="3587"/>
                      <a:pt x="24330" y="3175"/>
                      <a:pt x="24500" y="2750"/>
                    </a:cubicBezTo>
                    <a:cubicBezTo>
                      <a:pt x="24335" y="2750"/>
                      <a:pt x="24170" y="2750"/>
                      <a:pt x="24000" y="2750"/>
                    </a:cubicBezTo>
                    <a:cubicBezTo>
                      <a:pt x="23418" y="2750"/>
                      <a:pt x="22832" y="2750"/>
                      <a:pt x="22250" y="2750"/>
                    </a:cubicBezTo>
                    <a:cubicBezTo>
                      <a:pt x="22168" y="2997"/>
                      <a:pt x="22085" y="3245"/>
                      <a:pt x="22000" y="3500"/>
                    </a:cubicBezTo>
                    <a:cubicBezTo>
                      <a:pt x="22330" y="3582"/>
                      <a:pt x="22660" y="3665"/>
                      <a:pt x="23000" y="3750"/>
                    </a:cubicBezTo>
                    <a:cubicBezTo>
                      <a:pt x="23040" y="3957"/>
                      <a:pt x="23040" y="3957"/>
                      <a:pt x="23250" y="5000"/>
                    </a:cubicBezTo>
                    <a:cubicBezTo>
                      <a:pt x="22920" y="5082"/>
                      <a:pt x="22590" y="5165"/>
                      <a:pt x="22250" y="5250"/>
                    </a:cubicBezTo>
                    <a:cubicBezTo>
                      <a:pt x="22330" y="5440"/>
                      <a:pt x="22412" y="5630"/>
                      <a:pt x="22495" y="5827"/>
                    </a:cubicBezTo>
                    <a:cubicBezTo>
                      <a:pt x="23120" y="7403"/>
                      <a:pt x="23425" y="8433"/>
                      <a:pt x="22723" y="10065"/>
                    </a:cubicBezTo>
                    <a:cubicBezTo>
                      <a:pt x="22650" y="10207"/>
                      <a:pt x="22575" y="10352"/>
                      <a:pt x="22500" y="10500"/>
                    </a:cubicBezTo>
                    <a:cubicBezTo>
                      <a:pt x="22460" y="10582"/>
                      <a:pt x="22460" y="10582"/>
                      <a:pt x="22250" y="11000"/>
                    </a:cubicBezTo>
                    <a:cubicBezTo>
                      <a:pt x="22415" y="11000"/>
                      <a:pt x="22580" y="11000"/>
                      <a:pt x="22750" y="11000"/>
                    </a:cubicBezTo>
                    <a:cubicBezTo>
                      <a:pt x="22770" y="10865"/>
                      <a:pt x="22793" y="10732"/>
                      <a:pt x="22812" y="10595"/>
                    </a:cubicBezTo>
                    <a:cubicBezTo>
                      <a:pt x="23158" y="9500"/>
                      <a:pt x="23812" y="8655"/>
                      <a:pt x="24640" y="7875"/>
                    </a:cubicBezTo>
                    <a:cubicBezTo>
                      <a:pt x="25217" y="7330"/>
                      <a:pt x="25515" y="6793"/>
                      <a:pt x="25807" y="6058"/>
                    </a:cubicBezTo>
                    <a:cubicBezTo>
                      <a:pt x="26060" y="5653"/>
                      <a:pt x="26295" y="5605"/>
                      <a:pt x="26750" y="5500"/>
                    </a:cubicBezTo>
                    <a:cubicBezTo>
                      <a:pt x="26750" y="5665"/>
                      <a:pt x="26750" y="5830"/>
                      <a:pt x="26750" y="6000"/>
                    </a:cubicBezTo>
                    <a:cubicBezTo>
                      <a:pt x="26585" y="6000"/>
                      <a:pt x="26420" y="6000"/>
                      <a:pt x="26250" y="6000"/>
                    </a:cubicBezTo>
                    <a:cubicBezTo>
                      <a:pt x="26197" y="6212"/>
                      <a:pt x="26148" y="6423"/>
                      <a:pt x="26095" y="6640"/>
                    </a:cubicBezTo>
                    <a:cubicBezTo>
                      <a:pt x="25800" y="7533"/>
                      <a:pt x="25273" y="8082"/>
                      <a:pt x="24645" y="8765"/>
                    </a:cubicBezTo>
                    <a:cubicBezTo>
                      <a:pt x="24080" y="9460"/>
                      <a:pt x="23717" y="10235"/>
                      <a:pt x="23342" y="11045"/>
                    </a:cubicBezTo>
                    <a:cubicBezTo>
                      <a:pt x="23000" y="11500"/>
                      <a:pt x="23000" y="11500"/>
                      <a:pt x="22338" y="11690"/>
                    </a:cubicBezTo>
                    <a:cubicBezTo>
                      <a:pt x="22142" y="11710"/>
                      <a:pt x="21950" y="11730"/>
                      <a:pt x="21750" y="11750"/>
                    </a:cubicBezTo>
                    <a:cubicBezTo>
                      <a:pt x="21420" y="10130"/>
                      <a:pt x="21578" y="8628"/>
                      <a:pt x="21750" y="7000"/>
                    </a:cubicBezTo>
                    <a:cubicBezTo>
                      <a:pt x="20533" y="7470"/>
                      <a:pt x="20533" y="7470"/>
                      <a:pt x="20250" y="7750"/>
                    </a:cubicBezTo>
                    <a:cubicBezTo>
                      <a:pt x="19023" y="7923"/>
                      <a:pt x="18243" y="7722"/>
                      <a:pt x="17250" y="7000"/>
                    </a:cubicBezTo>
                    <a:cubicBezTo>
                      <a:pt x="17285" y="7442"/>
                      <a:pt x="17322" y="7885"/>
                      <a:pt x="17360" y="8327"/>
                    </a:cubicBezTo>
                    <a:cubicBezTo>
                      <a:pt x="17370" y="8452"/>
                      <a:pt x="17370" y="8452"/>
                      <a:pt x="17420" y="9075"/>
                    </a:cubicBezTo>
                    <a:cubicBezTo>
                      <a:pt x="17500" y="9750"/>
                      <a:pt x="17500" y="9750"/>
                      <a:pt x="17648" y="10165"/>
                    </a:cubicBezTo>
                    <a:cubicBezTo>
                      <a:pt x="17785" y="10617"/>
                      <a:pt x="17680" y="10860"/>
                      <a:pt x="17515" y="11298"/>
                    </a:cubicBezTo>
                    <a:cubicBezTo>
                      <a:pt x="17467" y="11430"/>
                      <a:pt x="17418" y="11562"/>
                      <a:pt x="17368" y="11697"/>
                    </a:cubicBezTo>
                    <a:cubicBezTo>
                      <a:pt x="17330" y="11798"/>
                      <a:pt x="17290" y="11898"/>
                      <a:pt x="17250" y="12000"/>
                    </a:cubicBezTo>
                    <a:cubicBezTo>
                      <a:pt x="16497" y="11923"/>
                      <a:pt x="16273" y="11775"/>
                      <a:pt x="15767" y="11195"/>
                    </a:cubicBezTo>
                    <a:cubicBezTo>
                      <a:pt x="15602" y="10960"/>
                      <a:pt x="15440" y="10722"/>
                      <a:pt x="15280" y="10485"/>
                    </a:cubicBezTo>
                    <a:cubicBezTo>
                      <a:pt x="15105" y="10232"/>
                      <a:pt x="14928" y="9977"/>
                      <a:pt x="14753" y="9725"/>
                    </a:cubicBezTo>
                    <a:cubicBezTo>
                      <a:pt x="14668" y="9600"/>
                      <a:pt x="14580" y="9477"/>
                      <a:pt x="14493" y="9347"/>
                    </a:cubicBezTo>
                    <a:cubicBezTo>
                      <a:pt x="14172" y="8890"/>
                      <a:pt x="13838" y="8445"/>
                      <a:pt x="13500" y="8000"/>
                    </a:cubicBezTo>
                    <a:cubicBezTo>
                      <a:pt x="12568" y="6763"/>
                      <a:pt x="11660" y="5505"/>
                      <a:pt x="10750" y="4250"/>
                    </a:cubicBezTo>
                    <a:cubicBezTo>
                      <a:pt x="9963" y="4410"/>
                      <a:pt x="9365" y="4688"/>
                      <a:pt x="8672" y="5095"/>
                    </a:cubicBezTo>
                    <a:cubicBezTo>
                      <a:pt x="6890" y="6138"/>
                      <a:pt x="4993" y="6780"/>
                      <a:pt x="3035" y="7415"/>
                    </a:cubicBezTo>
                    <a:cubicBezTo>
                      <a:pt x="1918" y="7795"/>
                      <a:pt x="1122" y="8202"/>
                      <a:pt x="250" y="9000"/>
                    </a:cubicBezTo>
                    <a:cubicBezTo>
                      <a:pt x="168" y="8835"/>
                      <a:pt x="85" y="8670"/>
                      <a:pt x="0" y="8500"/>
                    </a:cubicBezTo>
                    <a:cubicBezTo>
                      <a:pt x="1307" y="7280"/>
                      <a:pt x="2928" y="6758"/>
                      <a:pt x="4610" y="6220"/>
                    </a:cubicBezTo>
                    <a:cubicBezTo>
                      <a:pt x="5250" y="6000"/>
                      <a:pt x="5250" y="6000"/>
                      <a:pt x="5625" y="5750"/>
                    </a:cubicBezTo>
                    <a:cubicBezTo>
                      <a:pt x="6075" y="5450"/>
                      <a:pt x="6537" y="5335"/>
                      <a:pt x="7047" y="5175"/>
                    </a:cubicBezTo>
                    <a:cubicBezTo>
                      <a:pt x="7807" y="4880"/>
                      <a:pt x="8490" y="4450"/>
                      <a:pt x="9188" y="4030"/>
                    </a:cubicBezTo>
                    <a:cubicBezTo>
                      <a:pt x="9793" y="3727"/>
                      <a:pt x="10335" y="3605"/>
                      <a:pt x="11000" y="3500"/>
                    </a:cubicBezTo>
                    <a:cubicBezTo>
                      <a:pt x="13443" y="6740"/>
                      <a:pt x="13443" y="6740"/>
                      <a:pt x="14500" y="8250"/>
                    </a:cubicBezTo>
                    <a:cubicBezTo>
                      <a:pt x="15217" y="8107"/>
                      <a:pt x="15465" y="8035"/>
                      <a:pt x="16000" y="7500"/>
                    </a:cubicBezTo>
                    <a:cubicBezTo>
                      <a:pt x="16150" y="7120"/>
                      <a:pt x="16285" y="6732"/>
                      <a:pt x="16405" y="6345"/>
                    </a:cubicBezTo>
                    <a:cubicBezTo>
                      <a:pt x="16473" y="6140"/>
                      <a:pt x="16537" y="5935"/>
                      <a:pt x="16602" y="5725"/>
                    </a:cubicBezTo>
                    <a:cubicBezTo>
                      <a:pt x="16652" y="5567"/>
                      <a:pt x="16700" y="5413"/>
                      <a:pt x="16750" y="5250"/>
                    </a:cubicBezTo>
                    <a:cubicBezTo>
                      <a:pt x="16660" y="5225"/>
                      <a:pt x="16660" y="5225"/>
                      <a:pt x="16203" y="5095"/>
                    </a:cubicBezTo>
                    <a:cubicBezTo>
                      <a:pt x="15420" y="4790"/>
                      <a:pt x="15050" y="4245"/>
                      <a:pt x="14547" y="3595"/>
                    </a:cubicBezTo>
                    <a:cubicBezTo>
                      <a:pt x="14172" y="3160"/>
                      <a:pt x="13765" y="2990"/>
                      <a:pt x="13250" y="2750"/>
                    </a:cubicBezTo>
                    <a:cubicBezTo>
                      <a:pt x="12812" y="2220"/>
                      <a:pt x="12812" y="2220"/>
                      <a:pt x="12500" y="1750"/>
                    </a:cubicBezTo>
                    <a:cubicBezTo>
                      <a:pt x="12582" y="1585"/>
                      <a:pt x="12665" y="1420"/>
                      <a:pt x="12750" y="1250"/>
                    </a:cubicBezTo>
                    <a:cubicBezTo>
                      <a:pt x="14318" y="815"/>
                      <a:pt x="15717" y="1097"/>
                      <a:pt x="17250" y="1500"/>
                    </a:cubicBezTo>
                    <a:cubicBezTo>
                      <a:pt x="17750" y="1595"/>
                      <a:pt x="18247" y="1673"/>
                      <a:pt x="18750" y="1750"/>
                    </a:cubicBezTo>
                    <a:cubicBezTo>
                      <a:pt x="18750" y="1585"/>
                      <a:pt x="18750" y="1420"/>
                      <a:pt x="18750" y="1250"/>
                    </a:cubicBezTo>
                    <a:cubicBezTo>
                      <a:pt x="20358" y="1500"/>
                      <a:pt x="20358" y="1500"/>
                      <a:pt x="21000" y="1750"/>
                    </a:cubicBezTo>
                    <a:cubicBezTo>
                      <a:pt x="21000" y="1503"/>
                      <a:pt x="21000" y="1255"/>
                      <a:pt x="21000" y="1000"/>
                    </a:cubicBezTo>
                    <a:cubicBezTo>
                      <a:pt x="21122" y="1005"/>
                      <a:pt x="21245" y="1008"/>
                      <a:pt x="21370" y="1013"/>
                    </a:cubicBezTo>
                    <a:cubicBezTo>
                      <a:pt x="21930" y="1028"/>
                      <a:pt x="22487" y="1038"/>
                      <a:pt x="23047" y="1048"/>
                    </a:cubicBezTo>
                    <a:cubicBezTo>
                      <a:pt x="23240" y="1053"/>
                      <a:pt x="23432" y="1060"/>
                      <a:pt x="23630" y="1065"/>
                    </a:cubicBezTo>
                    <a:cubicBezTo>
                      <a:pt x="24832" y="1082"/>
                      <a:pt x="25540" y="990"/>
                      <a:pt x="26500" y="250"/>
                    </a:cubicBezTo>
                    <a:cubicBezTo>
                      <a:pt x="26582" y="168"/>
                      <a:pt x="26665" y="85"/>
                      <a:pt x="26750" y="0"/>
                    </a:cubicBezTo>
                    <a:close/>
                  </a:path>
                </a:pathLst>
              </a:custGeom>
              <a:solidFill>
                <a:srgbClr val="DAC9C7"/>
              </a:solidFill>
              <a:ln w="0">
                <a:noFill/>
              </a:ln>
            </p:spPr>
          </p:sp>
          <p:sp>
            <p:nvSpPr>
              <p:cNvPr id="1110" name="judge vector"/>
              <p:cNvSpPr/>
              <p:nvPr/>
            </p:nvSpPr>
            <p:spPr>
              <a:xfrm>
                <a:off x="16272045" y="8419087"/>
                <a:ext cx="217399" cy="157963"/>
              </a:xfrm>
              <a:custGeom>
                <a:avLst/>
                <a:gdLst/>
                <a:ahLst/>
                <a:cxnLst/>
                <a:rect l="0" t="0" r="r" b="b"/>
                <a:pathLst>
                  <a:path w="23775" h="17275" fill="norm" stroke="0">
                    <a:moveTo>
                      <a:pt x="21717" y="778"/>
                    </a:moveTo>
                    <a:cubicBezTo>
                      <a:pt x="22233" y="1215"/>
                      <a:pt x="22233" y="1215"/>
                      <a:pt x="22467" y="1778"/>
                    </a:cubicBezTo>
                    <a:cubicBezTo>
                      <a:pt x="22312" y="2765"/>
                      <a:pt x="21885" y="3118"/>
                      <a:pt x="21108" y="3715"/>
                    </a:cubicBezTo>
                    <a:cubicBezTo>
                      <a:pt x="20055" y="4553"/>
                      <a:pt x="19767" y="5498"/>
                      <a:pt x="19467" y="6778"/>
                    </a:cubicBezTo>
                    <a:cubicBezTo>
                      <a:pt x="19557" y="6855"/>
                      <a:pt x="19557" y="6855"/>
                      <a:pt x="20015" y="7248"/>
                    </a:cubicBezTo>
                    <a:cubicBezTo>
                      <a:pt x="20642" y="7863"/>
                      <a:pt x="20965" y="8495"/>
                      <a:pt x="21327" y="9293"/>
                    </a:cubicBezTo>
                    <a:cubicBezTo>
                      <a:pt x="21793" y="10290"/>
                      <a:pt x="22178" y="10843"/>
                      <a:pt x="23160" y="11348"/>
                    </a:cubicBezTo>
                    <a:cubicBezTo>
                      <a:pt x="23467" y="11528"/>
                      <a:pt x="23467" y="11528"/>
                      <a:pt x="23717" y="12028"/>
                    </a:cubicBezTo>
                    <a:cubicBezTo>
                      <a:pt x="23747" y="12475"/>
                      <a:pt x="23763" y="12923"/>
                      <a:pt x="23765" y="13373"/>
                    </a:cubicBezTo>
                    <a:cubicBezTo>
                      <a:pt x="23767" y="13610"/>
                      <a:pt x="23773" y="13850"/>
                      <a:pt x="23775" y="14095"/>
                    </a:cubicBezTo>
                    <a:cubicBezTo>
                      <a:pt x="23715" y="14795"/>
                      <a:pt x="23610" y="15200"/>
                      <a:pt x="23217" y="15778"/>
                    </a:cubicBezTo>
                    <a:cubicBezTo>
                      <a:pt x="22562" y="15965"/>
                      <a:pt x="22562" y="15965"/>
                      <a:pt x="21967" y="16028"/>
                    </a:cubicBezTo>
                    <a:cubicBezTo>
                      <a:pt x="21865" y="15827"/>
                      <a:pt x="21763" y="15625"/>
                      <a:pt x="21655" y="15418"/>
                    </a:cubicBezTo>
                    <a:cubicBezTo>
                      <a:pt x="21345" y="14893"/>
                      <a:pt x="21270" y="14798"/>
                      <a:pt x="20670" y="14575"/>
                    </a:cubicBezTo>
                    <a:cubicBezTo>
                      <a:pt x="20520" y="14560"/>
                      <a:pt x="20372" y="14543"/>
                      <a:pt x="20217" y="14528"/>
                    </a:cubicBezTo>
                    <a:cubicBezTo>
                      <a:pt x="20305" y="14625"/>
                      <a:pt x="20392" y="14723"/>
                      <a:pt x="20483" y="14825"/>
                    </a:cubicBezTo>
                    <a:cubicBezTo>
                      <a:pt x="20810" y="15457"/>
                      <a:pt x="20648" y="15858"/>
                      <a:pt x="20467" y="16528"/>
                    </a:cubicBezTo>
                    <a:cubicBezTo>
                      <a:pt x="19243" y="17030"/>
                      <a:pt x="18040" y="17275"/>
                      <a:pt x="16717" y="17028"/>
                    </a:cubicBezTo>
                    <a:cubicBezTo>
                      <a:pt x="16320" y="16750"/>
                      <a:pt x="16055" y="16465"/>
                      <a:pt x="15750" y="16090"/>
                    </a:cubicBezTo>
                    <a:cubicBezTo>
                      <a:pt x="15307" y="15603"/>
                      <a:pt x="14835" y="15473"/>
                      <a:pt x="14217" y="15278"/>
                    </a:cubicBezTo>
                    <a:cubicBezTo>
                      <a:pt x="14217" y="15113"/>
                      <a:pt x="14217" y="14947"/>
                      <a:pt x="14217" y="14778"/>
                    </a:cubicBezTo>
                    <a:cubicBezTo>
                      <a:pt x="13605" y="14707"/>
                      <a:pt x="13145" y="14668"/>
                      <a:pt x="12605" y="15000"/>
                    </a:cubicBezTo>
                    <a:cubicBezTo>
                      <a:pt x="12300" y="15248"/>
                      <a:pt x="12007" y="15513"/>
                      <a:pt x="11717" y="15778"/>
                    </a:cubicBezTo>
                    <a:cubicBezTo>
                      <a:pt x="11388" y="15447"/>
                      <a:pt x="11057" y="15118"/>
                      <a:pt x="10717" y="14778"/>
                    </a:cubicBezTo>
                    <a:cubicBezTo>
                      <a:pt x="9850" y="15082"/>
                      <a:pt x="9358" y="15383"/>
                      <a:pt x="8717" y="16028"/>
                    </a:cubicBezTo>
                    <a:cubicBezTo>
                      <a:pt x="7382" y="16968"/>
                      <a:pt x="6158" y="17138"/>
                      <a:pt x="4547" y="17135"/>
                    </a:cubicBezTo>
                    <a:cubicBezTo>
                      <a:pt x="3967" y="17028"/>
                      <a:pt x="3967" y="17028"/>
                      <a:pt x="3632" y="16685"/>
                    </a:cubicBezTo>
                    <a:cubicBezTo>
                      <a:pt x="3305" y="15880"/>
                      <a:pt x="3700" y="15062"/>
                      <a:pt x="3967" y="14278"/>
                    </a:cubicBezTo>
                    <a:cubicBezTo>
                      <a:pt x="3440" y="14490"/>
                      <a:pt x="2940" y="14712"/>
                      <a:pt x="2467" y="15028"/>
                    </a:cubicBezTo>
                    <a:cubicBezTo>
                      <a:pt x="2247" y="15575"/>
                      <a:pt x="2247" y="15575"/>
                      <a:pt x="2217" y="16028"/>
                    </a:cubicBezTo>
                    <a:cubicBezTo>
                      <a:pt x="1622" y="16183"/>
                      <a:pt x="1622" y="16183"/>
                      <a:pt x="967" y="16278"/>
                    </a:cubicBezTo>
                    <a:cubicBezTo>
                      <a:pt x="30" y="15340"/>
                      <a:pt x="185" y="13923"/>
                      <a:pt x="182" y="12660"/>
                    </a:cubicBezTo>
                    <a:cubicBezTo>
                      <a:pt x="185" y="12473"/>
                      <a:pt x="185" y="12283"/>
                      <a:pt x="188" y="12090"/>
                    </a:cubicBezTo>
                    <a:cubicBezTo>
                      <a:pt x="185" y="11898"/>
                      <a:pt x="185" y="11707"/>
                      <a:pt x="182" y="11510"/>
                    </a:cubicBezTo>
                    <a:cubicBezTo>
                      <a:pt x="182" y="11325"/>
                      <a:pt x="185" y="11143"/>
                      <a:pt x="185" y="10952"/>
                    </a:cubicBezTo>
                    <a:cubicBezTo>
                      <a:pt x="185" y="10788"/>
                      <a:pt x="185" y="10623"/>
                      <a:pt x="185" y="10450"/>
                    </a:cubicBezTo>
                    <a:cubicBezTo>
                      <a:pt x="217" y="10028"/>
                      <a:pt x="217" y="10028"/>
                      <a:pt x="467" y="9528"/>
                    </a:cubicBezTo>
                    <a:cubicBezTo>
                      <a:pt x="622" y="9553"/>
                      <a:pt x="777" y="9575"/>
                      <a:pt x="938" y="9600"/>
                    </a:cubicBezTo>
                    <a:cubicBezTo>
                      <a:pt x="4483" y="10043"/>
                      <a:pt x="8185" y="9343"/>
                      <a:pt x="11360" y="7702"/>
                    </a:cubicBezTo>
                    <a:cubicBezTo>
                      <a:pt x="11862" y="7457"/>
                      <a:pt x="12375" y="7278"/>
                      <a:pt x="12905" y="7105"/>
                    </a:cubicBezTo>
                    <a:cubicBezTo>
                      <a:pt x="13095" y="7043"/>
                      <a:pt x="13285" y="6980"/>
                      <a:pt x="13480" y="6915"/>
                    </a:cubicBezTo>
                    <a:cubicBezTo>
                      <a:pt x="13967" y="6778"/>
                      <a:pt x="13967" y="6778"/>
                      <a:pt x="14467" y="6778"/>
                    </a:cubicBezTo>
                    <a:cubicBezTo>
                      <a:pt x="14550" y="6447"/>
                      <a:pt x="14632" y="6118"/>
                      <a:pt x="14717" y="5778"/>
                    </a:cubicBezTo>
                    <a:cubicBezTo>
                      <a:pt x="14830" y="5788"/>
                      <a:pt x="14940" y="5800"/>
                      <a:pt x="15057" y="5810"/>
                    </a:cubicBezTo>
                    <a:cubicBezTo>
                      <a:pt x="15610" y="5808"/>
                      <a:pt x="15962" y="5760"/>
                      <a:pt x="16467" y="5528"/>
                    </a:cubicBezTo>
                    <a:cubicBezTo>
                      <a:pt x="17005" y="4750"/>
                      <a:pt x="17342" y="3893"/>
                      <a:pt x="17717" y="3028"/>
                    </a:cubicBezTo>
                    <a:cubicBezTo>
                      <a:pt x="18630" y="1368"/>
                      <a:pt x="19690" y="0"/>
                      <a:pt x="21717" y="778"/>
                    </a:cubicBezTo>
                    <a:close/>
                    <a:moveTo>
                      <a:pt x="19217" y="3028"/>
                    </a:moveTo>
                    <a:cubicBezTo>
                      <a:pt x="19217" y="3192"/>
                      <a:pt x="19217" y="3358"/>
                      <a:pt x="19217" y="3528"/>
                    </a:cubicBezTo>
                    <a:cubicBezTo>
                      <a:pt x="19062" y="3575"/>
                      <a:pt x="18908" y="3620"/>
                      <a:pt x="18747" y="3668"/>
                    </a:cubicBezTo>
                    <a:cubicBezTo>
                      <a:pt x="18217" y="4028"/>
                      <a:pt x="18217" y="4028"/>
                      <a:pt x="18140" y="4410"/>
                    </a:cubicBezTo>
                    <a:cubicBezTo>
                      <a:pt x="18120" y="4558"/>
                      <a:pt x="18102" y="4707"/>
                      <a:pt x="18082" y="4860"/>
                    </a:cubicBezTo>
                    <a:cubicBezTo>
                      <a:pt x="17915" y="5498"/>
                      <a:pt x="17805" y="5720"/>
                      <a:pt x="17250" y="6087"/>
                    </a:cubicBezTo>
                    <a:cubicBezTo>
                      <a:pt x="16622" y="6360"/>
                      <a:pt x="15990" y="6590"/>
                      <a:pt x="15342" y="6808"/>
                    </a:cubicBezTo>
                    <a:cubicBezTo>
                      <a:pt x="14882" y="6978"/>
                      <a:pt x="14425" y="7145"/>
                      <a:pt x="13967" y="7315"/>
                    </a:cubicBezTo>
                    <a:cubicBezTo>
                      <a:pt x="13858" y="7355"/>
                      <a:pt x="13858" y="7355"/>
                      <a:pt x="13305" y="7555"/>
                    </a:cubicBezTo>
                    <a:cubicBezTo>
                      <a:pt x="12620" y="7815"/>
                      <a:pt x="12000" y="8118"/>
                      <a:pt x="11358" y="8465"/>
                    </a:cubicBezTo>
                    <a:cubicBezTo>
                      <a:pt x="7908" y="10220"/>
                      <a:pt x="4510" y="10225"/>
                      <a:pt x="717" y="10278"/>
                    </a:cubicBezTo>
                    <a:cubicBezTo>
                      <a:pt x="0" y="11710"/>
                      <a:pt x="587" y="13560"/>
                      <a:pt x="967" y="15028"/>
                    </a:cubicBezTo>
                    <a:cubicBezTo>
                      <a:pt x="1535" y="14758"/>
                      <a:pt x="1967" y="14528"/>
                      <a:pt x="2438" y="14105"/>
                    </a:cubicBezTo>
                    <a:cubicBezTo>
                      <a:pt x="3023" y="13743"/>
                      <a:pt x="3132" y="13745"/>
                      <a:pt x="3780" y="13855"/>
                    </a:cubicBezTo>
                    <a:cubicBezTo>
                      <a:pt x="4007" y="13913"/>
                      <a:pt x="4233" y="13970"/>
                      <a:pt x="4467" y="14028"/>
                    </a:cubicBezTo>
                    <a:cubicBezTo>
                      <a:pt x="4622" y="14498"/>
                      <a:pt x="4622" y="14498"/>
                      <a:pt x="4717" y="15028"/>
                    </a:cubicBezTo>
                    <a:cubicBezTo>
                      <a:pt x="4553" y="15192"/>
                      <a:pt x="4388" y="15358"/>
                      <a:pt x="4217" y="15528"/>
                    </a:cubicBezTo>
                    <a:cubicBezTo>
                      <a:pt x="4217" y="15775"/>
                      <a:pt x="4217" y="16023"/>
                      <a:pt x="4217" y="16278"/>
                    </a:cubicBezTo>
                    <a:cubicBezTo>
                      <a:pt x="5727" y="16705"/>
                      <a:pt x="6543" y="16355"/>
                      <a:pt x="7910" y="15633"/>
                    </a:cubicBezTo>
                    <a:cubicBezTo>
                      <a:pt x="8467" y="15278"/>
                      <a:pt x="8467" y="15278"/>
                      <a:pt x="8872" y="14873"/>
                    </a:cubicBezTo>
                    <a:cubicBezTo>
                      <a:pt x="9398" y="14348"/>
                      <a:pt x="10005" y="14298"/>
                      <a:pt x="10717" y="14278"/>
                    </a:cubicBezTo>
                    <a:cubicBezTo>
                      <a:pt x="11090" y="14327"/>
                      <a:pt x="11452" y="14400"/>
                      <a:pt x="11822" y="14480"/>
                    </a:cubicBezTo>
                    <a:cubicBezTo>
                      <a:pt x="12217" y="14528"/>
                      <a:pt x="12217" y="14528"/>
                      <a:pt x="12925" y="14368"/>
                    </a:cubicBezTo>
                    <a:cubicBezTo>
                      <a:pt x="13842" y="14197"/>
                      <a:pt x="14385" y="14508"/>
                      <a:pt x="15155" y="14980"/>
                    </a:cubicBezTo>
                    <a:cubicBezTo>
                      <a:pt x="15275" y="15050"/>
                      <a:pt x="15395" y="15118"/>
                      <a:pt x="15520" y="15188"/>
                    </a:cubicBezTo>
                    <a:cubicBezTo>
                      <a:pt x="16075" y="15510"/>
                      <a:pt x="16513" y="15822"/>
                      <a:pt x="16967" y="16278"/>
                    </a:cubicBezTo>
                    <a:cubicBezTo>
                      <a:pt x="17450" y="16312"/>
                      <a:pt x="17892" y="16325"/>
                      <a:pt x="18372" y="16308"/>
                    </a:cubicBezTo>
                    <a:cubicBezTo>
                      <a:pt x="18503" y="16308"/>
                      <a:pt x="18632" y="16305"/>
                      <a:pt x="18765" y="16303"/>
                    </a:cubicBezTo>
                    <a:cubicBezTo>
                      <a:pt x="19082" y="16295"/>
                      <a:pt x="19400" y="16288"/>
                      <a:pt x="19717" y="16278"/>
                    </a:cubicBezTo>
                    <a:cubicBezTo>
                      <a:pt x="19745" y="15460"/>
                      <a:pt x="19628" y="14993"/>
                      <a:pt x="19217" y="14278"/>
                    </a:cubicBezTo>
                    <a:cubicBezTo>
                      <a:pt x="19807" y="13908"/>
                      <a:pt x="20140" y="13773"/>
                      <a:pt x="20842" y="13808"/>
                    </a:cubicBezTo>
                    <a:cubicBezTo>
                      <a:pt x="21625" y="14082"/>
                      <a:pt x="21928" y="14408"/>
                      <a:pt x="22467" y="15028"/>
                    </a:cubicBezTo>
                    <a:cubicBezTo>
                      <a:pt x="22715" y="14945"/>
                      <a:pt x="22962" y="14863"/>
                      <a:pt x="23217" y="14778"/>
                    </a:cubicBezTo>
                    <a:cubicBezTo>
                      <a:pt x="23533" y="13020"/>
                      <a:pt x="23533" y="13020"/>
                      <a:pt x="23312" y="12200"/>
                    </a:cubicBezTo>
                    <a:cubicBezTo>
                      <a:pt x="22860" y="11648"/>
                      <a:pt x="22330" y="11385"/>
                      <a:pt x="21717" y="11028"/>
                    </a:cubicBezTo>
                    <a:cubicBezTo>
                      <a:pt x="21182" y="10452"/>
                      <a:pt x="20920" y="9908"/>
                      <a:pt x="20655" y="9183"/>
                    </a:cubicBezTo>
                    <a:cubicBezTo>
                      <a:pt x="20270" y="8215"/>
                      <a:pt x="19650" y="7725"/>
                      <a:pt x="18825" y="7118"/>
                    </a:cubicBezTo>
                    <a:cubicBezTo>
                      <a:pt x="18765" y="7062"/>
                      <a:pt x="18765" y="7062"/>
                      <a:pt x="18467" y="6778"/>
                    </a:cubicBezTo>
                    <a:cubicBezTo>
                      <a:pt x="18467" y="6530"/>
                      <a:pt x="18467" y="6283"/>
                      <a:pt x="18467" y="6028"/>
                    </a:cubicBezTo>
                    <a:cubicBezTo>
                      <a:pt x="18527" y="5970"/>
                      <a:pt x="18527" y="5970"/>
                      <a:pt x="18832" y="5680"/>
                    </a:cubicBezTo>
                    <a:cubicBezTo>
                      <a:pt x="19332" y="5158"/>
                      <a:pt x="19337" y="4817"/>
                      <a:pt x="19390" y="4105"/>
                    </a:cubicBezTo>
                    <a:cubicBezTo>
                      <a:pt x="19405" y="3903"/>
                      <a:pt x="19422" y="3702"/>
                      <a:pt x="19440" y="3493"/>
                    </a:cubicBezTo>
                    <a:cubicBezTo>
                      <a:pt x="19447" y="3340"/>
                      <a:pt x="19457" y="3185"/>
                      <a:pt x="19467" y="3028"/>
                    </a:cubicBezTo>
                    <a:cubicBezTo>
                      <a:pt x="19385" y="3028"/>
                      <a:pt x="19303" y="3028"/>
                      <a:pt x="19217" y="3028"/>
                    </a:cubicBezTo>
                    <a:close/>
                  </a:path>
                </a:pathLst>
              </a:custGeom>
              <a:solidFill>
                <a:srgbClr val="DFE0E2"/>
              </a:solidFill>
              <a:ln w="0">
                <a:noFill/>
              </a:ln>
            </p:spPr>
          </p:sp>
          <p:sp>
            <p:nvSpPr>
              <p:cNvPr id="1111" name="judge vector"/>
              <p:cNvSpPr/>
              <p:nvPr/>
            </p:nvSpPr>
            <p:spPr>
              <a:xfrm>
                <a:off x="16190846" y="8689086"/>
                <a:ext cx="381739" cy="89497"/>
              </a:xfrm>
              <a:custGeom>
                <a:avLst/>
                <a:gdLst/>
                <a:ahLst/>
                <a:cxnLst/>
                <a:rect l="0" t="0" r="r" b="b"/>
                <a:pathLst>
                  <a:path w="41748" h="9788" fill="norm" stroke="0">
                    <a:moveTo>
                      <a:pt x="848" y="0"/>
                    </a:moveTo>
                    <a:cubicBezTo>
                      <a:pt x="1013" y="0"/>
                      <a:pt x="1178" y="0"/>
                      <a:pt x="1348" y="0"/>
                    </a:cubicBezTo>
                    <a:cubicBezTo>
                      <a:pt x="1310" y="95"/>
                      <a:pt x="1310" y="95"/>
                      <a:pt x="1113" y="577"/>
                    </a:cubicBezTo>
                    <a:cubicBezTo>
                      <a:pt x="1025" y="800"/>
                      <a:pt x="938" y="1023"/>
                      <a:pt x="848" y="1250"/>
                    </a:cubicBezTo>
                    <a:cubicBezTo>
                      <a:pt x="803" y="1355"/>
                      <a:pt x="755" y="1462"/>
                      <a:pt x="707" y="1570"/>
                    </a:cubicBezTo>
                    <a:cubicBezTo>
                      <a:pt x="540" y="2225"/>
                      <a:pt x="568" y="2880"/>
                      <a:pt x="572" y="3550"/>
                    </a:cubicBezTo>
                    <a:cubicBezTo>
                      <a:pt x="572" y="3625"/>
                      <a:pt x="572" y="3625"/>
                      <a:pt x="575" y="4000"/>
                    </a:cubicBezTo>
                    <a:cubicBezTo>
                      <a:pt x="575" y="4475"/>
                      <a:pt x="578" y="4947"/>
                      <a:pt x="582" y="5423"/>
                    </a:cubicBezTo>
                    <a:cubicBezTo>
                      <a:pt x="582" y="5742"/>
                      <a:pt x="585" y="6065"/>
                      <a:pt x="585" y="6388"/>
                    </a:cubicBezTo>
                    <a:cubicBezTo>
                      <a:pt x="588" y="7175"/>
                      <a:pt x="592" y="7962"/>
                      <a:pt x="598" y="8750"/>
                    </a:cubicBezTo>
                    <a:cubicBezTo>
                      <a:pt x="3738" y="8803"/>
                      <a:pt x="6878" y="8847"/>
                      <a:pt x="10020" y="8890"/>
                    </a:cubicBezTo>
                    <a:cubicBezTo>
                      <a:pt x="10255" y="8895"/>
                      <a:pt x="10490" y="8898"/>
                      <a:pt x="10735" y="8900"/>
                    </a:cubicBezTo>
                    <a:cubicBezTo>
                      <a:pt x="18092" y="8997"/>
                      <a:pt x="25443" y="9003"/>
                      <a:pt x="32800" y="8890"/>
                    </a:cubicBezTo>
                    <a:cubicBezTo>
                      <a:pt x="32908" y="8890"/>
                      <a:pt x="32908" y="8890"/>
                      <a:pt x="33443" y="8880"/>
                    </a:cubicBezTo>
                    <a:cubicBezTo>
                      <a:pt x="35995" y="8842"/>
                      <a:pt x="38545" y="8798"/>
                      <a:pt x="41098" y="8750"/>
                    </a:cubicBezTo>
                    <a:cubicBezTo>
                      <a:pt x="41115" y="7775"/>
                      <a:pt x="41130" y="6803"/>
                      <a:pt x="41138" y="5827"/>
                    </a:cubicBezTo>
                    <a:cubicBezTo>
                      <a:pt x="41143" y="5497"/>
                      <a:pt x="41148" y="5165"/>
                      <a:pt x="41155" y="4835"/>
                    </a:cubicBezTo>
                    <a:cubicBezTo>
                      <a:pt x="41163" y="4357"/>
                      <a:pt x="41168" y="3880"/>
                      <a:pt x="41170" y="3403"/>
                    </a:cubicBezTo>
                    <a:cubicBezTo>
                      <a:pt x="41175" y="3258"/>
                      <a:pt x="41178" y="3110"/>
                      <a:pt x="41183" y="2960"/>
                    </a:cubicBezTo>
                    <a:cubicBezTo>
                      <a:pt x="41183" y="2195"/>
                      <a:pt x="41120" y="1702"/>
                      <a:pt x="40703" y="1053"/>
                    </a:cubicBezTo>
                    <a:cubicBezTo>
                      <a:pt x="40585" y="870"/>
                      <a:pt x="40467" y="688"/>
                      <a:pt x="40348" y="500"/>
                    </a:cubicBezTo>
                    <a:cubicBezTo>
                      <a:pt x="40430" y="335"/>
                      <a:pt x="40513" y="170"/>
                      <a:pt x="40598" y="0"/>
                    </a:cubicBezTo>
                    <a:cubicBezTo>
                      <a:pt x="41473" y="1085"/>
                      <a:pt x="41748" y="1885"/>
                      <a:pt x="41723" y="3270"/>
                    </a:cubicBezTo>
                    <a:cubicBezTo>
                      <a:pt x="41723" y="3433"/>
                      <a:pt x="41723" y="3595"/>
                      <a:pt x="41723" y="3765"/>
                    </a:cubicBezTo>
                    <a:cubicBezTo>
                      <a:pt x="41723" y="4105"/>
                      <a:pt x="41720" y="4447"/>
                      <a:pt x="41715" y="4790"/>
                    </a:cubicBezTo>
                    <a:cubicBezTo>
                      <a:pt x="41707" y="5315"/>
                      <a:pt x="41710" y="5837"/>
                      <a:pt x="41713" y="6362"/>
                    </a:cubicBezTo>
                    <a:cubicBezTo>
                      <a:pt x="41710" y="6697"/>
                      <a:pt x="41707" y="7030"/>
                      <a:pt x="41705" y="7362"/>
                    </a:cubicBezTo>
                    <a:cubicBezTo>
                      <a:pt x="41707" y="7520"/>
                      <a:pt x="41707" y="7678"/>
                      <a:pt x="41707" y="7837"/>
                    </a:cubicBezTo>
                    <a:cubicBezTo>
                      <a:pt x="41685" y="8918"/>
                      <a:pt x="41685" y="8918"/>
                      <a:pt x="41293" y="9293"/>
                    </a:cubicBezTo>
                    <a:cubicBezTo>
                      <a:pt x="40707" y="9565"/>
                      <a:pt x="40263" y="9558"/>
                      <a:pt x="39618" y="9553"/>
                    </a:cubicBezTo>
                    <a:cubicBezTo>
                      <a:pt x="39495" y="9553"/>
                      <a:pt x="39373" y="9553"/>
                      <a:pt x="39248" y="9553"/>
                    </a:cubicBezTo>
                    <a:cubicBezTo>
                      <a:pt x="38842" y="9550"/>
                      <a:pt x="38438" y="9545"/>
                      <a:pt x="38035" y="9540"/>
                    </a:cubicBezTo>
                    <a:cubicBezTo>
                      <a:pt x="37750" y="9538"/>
                      <a:pt x="37463" y="9538"/>
                      <a:pt x="37178" y="9535"/>
                    </a:cubicBezTo>
                    <a:cubicBezTo>
                      <a:pt x="36425" y="9533"/>
                      <a:pt x="35670" y="9528"/>
                      <a:pt x="34915" y="9520"/>
                    </a:cubicBezTo>
                    <a:cubicBezTo>
                      <a:pt x="33580" y="9508"/>
                      <a:pt x="32245" y="9500"/>
                      <a:pt x="30910" y="9492"/>
                    </a:cubicBezTo>
                    <a:cubicBezTo>
                      <a:pt x="30838" y="9492"/>
                      <a:pt x="30838" y="9492"/>
                      <a:pt x="30473" y="9490"/>
                    </a:cubicBezTo>
                    <a:cubicBezTo>
                      <a:pt x="28150" y="9480"/>
                      <a:pt x="25848" y="9567"/>
                      <a:pt x="23530" y="9722"/>
                    </a:cubicBezTo>
                    <a:cubicBezTo>
                      <a:pt x="22600" y="9780"/>
                      <a:pt x="21670" y="9788"/>
                      <a:pt x="20738" y="9780"/>
                    </a:cubicBezTo>
                    <a:cubicBezTo>
                      <a:pt x="20568" y="9783"/>
                      <a:pt x="20395" y="9783"/>
                      <a:pt x="20220" y="9785"/>
                    </a:cubicBezTo>
                    <a:cubicBezTo>
                      <a:pt x="19263" y="9783"/>
                      <a:pt x="18330" y="9727"/>
                      <a:pt x="17378" y="9622"/>
                    </a:cubicBezTo>
                    <a:cubicBezTo>
                      <a:pt x="15832" y="9480"/>
                      <a:pt x="14300" y="9475"/>
                      <a:pt x="12748" y="9490"/>
                    </a:cubicBezTo>
                    <a:cubicBezTo>
                      <a:pt x="12248" y="9492"/>
                      <a:pt x="11750" y="9495"/>
                      <a:pt x="11250" y="9497"/>
                    </a:cubicBezTo>
                    <a:cubicBezTo>
                      <a:pt x="9832" y="9505"/>
                      <a:pt x="8418" y="9513"/>
                      <a:pt x="7000" y="9525"/>
                    </a:cubicBezTo>
                    <a:cubicBezTo>
                      <a:pt x="6128" y="9530"/>
                      <a:pt x="5255" y="9535"/>
                      <a:pt x="4383" y="9538"/>
                    </a:cubicBezTo>
                    <a:cubicBezTo>
                      <a:pt x="4053" y="9540"/>
                      <a:pt x="3723" y="9543"/>
                      <a:pt x="3390" y="9545"/>
                    </a:cubicBezTo>
                    <a:cubicBezTo>
                      <a:pt x="2930" y="9550"/>
                      <a:pt x="2470" y="9553"/>
                      <a:pt x="2010" y="9553"/>
                    </a:cubicBezTo>
                    <a:cubicBezTo>
                      <a:pt x="1943" y="9555"/>
                      <a:pt x="1943" y="9555"/>
                      <a:pt x="1598" y="9560"/>
                    </a:cubicBezTo>
                    <a:cubicBezTo>
                      <a:pt x="655" y="9558"/>
                      <a:pt x="655" y="9558"/>
                      <a:pt x="98" y="9000"/>
                    </a:cubicBezTo>
                    <a:cubicBezTo>
                      <a:pt x="45" y="8445"/>
                      <a:pt x="23" y="7920"/>
                      <a:pt x="23" y="7362"/>
                    </a:cubicBezTo>
                    <a:cubicBezTo>
                      <a:pt x="20" y="7200"/>
                      <a:pt x="20" y="7040"/>
                      <a:pt x="20" y="6872"/>
                    </a:cubicBezTo>
                    <a:cubicBezTo>
                      <a:pt x="18" y="6528"/>
                      <a:pt x="18" y="6185"/>
                      <a:pt x="18" y="5840"/>
                    </a:cubicBezTo>
                    <a:cubicBezTo>
                      <a:pt x="20" y="5317"/>
                      <a:pt x="13" y="4795"/>
                      <a:pt x="8" y="4273"/>
                    </a:cubicBezTo>
                    <a:cubicBezTo>
                      <a:pt x="8" y="3940"/>
                      <a:pt x="8" y="3605"/>
                      <a:pt x="8" y="3270"/>
                    </a:cubicBezTo>
                    <a:cubicBezTo>
                      <a:pt x="5" y="3115"/>
                      <a:pt x="3" y="2960"/>
                      <a:pt x="0" y="2800"/>
                    </a:cubicBezTo>
                    <a:cubicBezTo>
                      <a:pt x="13" y="1680"/>
                      <a:pt x="288" y="970"/>
                      <a:pt x="848" y="0"/>
                    </a:cubicBezTo>
                    <a:close/>
                  </a:path>
                </a:pathLst>
              </a:custGeom>
              <a:solidFill>
                <a:srgbClr val="DAC8C5"/>
              </a:solidFill>
              <a:ln w="0">
                <a:noFill/>
              </a:ln>
            </p:spPr>
          </p:sp>
          <p:sp>
            <p:nvSpPr>
              <p:cNvPr id="1112" name="judge vector"/>
              <p:cNvSpPr/>
              <p:nvPr/>
            </p:nvSpPr>
            <p:spPr>
              <a:xfrm>
                <a:off x="16196310" y="8691372"/>
                <a:ext cx="390906" cy="96012"/>
              </a:xfrm>
              <a:custGeom>
                <a:avLst/>
                <a:gdLst/>
                <a:ahLst/>
                <a:cxnLst/>
                <a:rect l="0" t="0" r="r" b="b"/>
                <a:pathLst>
                  <a:path w="42750" h="10500" fill="norm" stroke="0">
                    <a:moveTo>
                      <a:pt x="40250" y="0"/>
                    </a:moveTo>
                    <a:cubicBezTo>
                      <a:pt x="40610" y="95"/>
                      <a:pt x="40610" y="95"/>
                      <a:pt x="41000" y="250"/>
                    </a:cubicBezTo>
                    <a:cubicBezTo>
                      <a:pt x="41260" y="770"/>
                      <a:pt x="41287" y="1018"/>
                      <a:pt x="41303" y="1587"/>
                    </a:cubicBezTo>
                    <a:cubicBezTo>
                      <a:pt x="41307" y="1758"/>
                      <a:pt x="41312" y="1928"/>
                      <a:pt x="41318" y="2102"/>
                    </a:cubicBezTo>
                    <a:cubicBezTo>
                      <a:pt x="41320" y="2285"/>
                      <a:pt x="41325" y="2470"/>
                      <a:pt x="41330" y="2658"/>
                    </a:cubicBezTo>
                    <a:cubicBezTo>
                      <a:pt x="41335" y="2845"/>
                      <a:pt x="41340" y="3035"/>
                      <a:pt x="41345" y="3227"/>
                    </a:cubicBezTo>
                    <a:cubicBezTo>
                      <a:pt x="41360" y="3830"/>
                      <a:pt x="41375" y="4430"/>
                      <a:pt x="41390" y="5030"/>
                    </a:cubicBezTo>
                    <a:cubicBezTo>
                      <a:pt x="41402" y="5438"/>
                      <a:pt x="41412" y="5845"/>
                      <a:pt x="41422" y="6253"/>
                    </a:cubicBezTo>
                    <a:cubicBezTo>
                      <a:pt x="41450" y="7253"/>
                      <a:pt x="41475" y="8250"/>
                      <a:pt x="41500" y="9250"/>
                    </a:cubicBezTo>
                    <a:cubicBezTo>
                      <a:pt x="41912" y="9332"/>
                      <a:pt x="42325" y="9415"/>
                      <a:pt x="42750" y="9500"/>
                    </a:cubicBezTo>
                    <a:cubicBezTo>
                      <a:pt x="42750" y="9830"/>
                      <a:pt x="42750" y="10160"/>
                      <a:pt x="42750" y="10500"/>
                    </a:cubicBezTo>
                    <a:cubicBezTo>
                      <a:pt x="39203" y="10500"/>
                      <a:pt x="35655" y="10500"/>
                      <a:pt x="32000" y="10500"/>
                    </a:cubicBezTo>
                    <a:cubicBezTo>
                      <a:pt x="32000" y="10335"/>
                      <a:pt x="32000" y="10170"/>
                      <a:pt x="32000" y="10000"/>
                    </a:cubicBezTo>
                    <a:cubicBezTo>
                      <a:pt x="31207" y="9765"/>
                      <a:pt x="30503" y="9720"/>
                      <a:pt x="29680" y="9725"/>
                    </a:cubicBezTo>
                    <a:cubicBezTo>
                      <a:pt x="29550" y="9725"/>
                      <a:pt x="29422" y="9727"/>
                      <a:pt x="29290" y="9727"/>
                    </a:cubicBezTo>
                    <a:cubicBezTo>
                      <a:pt x="29010" y="9727"/>
                      <a:pt x="28733" y="9730"/>
                      <a:pt x="28455" y="9730"/>
                    </a:cubicBezTo>
                    <a:cubicBezTo>
                      <a:pt x="28013" y="9735"/>
                      <a:pt x="27572" y="9735"/>
                      <a:pt x="27130" y="9737"/>
                    </a:cubicBezTo>
                    <a:cubicBezTo>
                      <a:pt x="26033" y="9740"/>
                      <a:pt x="24935" y="9747"/>
                      <a:pt x="23838" y="9753"/>
                    </a:cubicBezTo>
                    <a:cubicBezTo>
                      <a:pt x="22910" y="9758"/>
                      <a:pt x="21983" y="9763"/>
                      <a:pt x="21055" y="9765"/>
                    </a:cubicBezTo>
                    <a:cubicBezTo>
                      <a:pt x="20622" y="9765"/>
                      <a:pt x="20190" y="9768"/>
                      <a:pt x="19760" y="9773"/>
                    </a:cubicBezTo>
                    <a:cubicBezTo>
                      <a:pt x="17578" y="9783"/>
                      <a:pt x="17578" y="9783"/>
                      <a:pt x="16530" y="9625"/>
                    </a:cubicBezTo>
                    <a:cubicBezTo>
                      <a:pt x="15003" y="9403"/>
                      <a:pt x="13453" y="9470"/>
                      <a:pt x="11915" y="9475"/>
                    </a:cubicBezTo>
                    <a:cubicBezTo>
                      <a:pt x="11570" y="9475"/>
                      <a:pt x="11225" y="9477"/>
                      <a:pt x="10880" y="9477"/>
                    </a:cubicBezTo>
                    <a:cubicBezTo>
                      <a:pt x="9980" y="9477"/>
                      <a:pt x="9078" y="9480"/>
                      <a:pt x="8178" y="9482"/>
                    </a:cubicBezTo>
                    <a:cubicBezTo>
                      <a:pt x="7255" y="9485"/>
                      <a:pt x="6335" y="9487"/>
                      <a:pt x="5412" y="9487"/>
                    </a:cubicBezTo>
                    <a:cubicBezTo>
                      <a:pt x="3608" y="9490"/>
                      <a:pt x="1805" y="9495"/>
                      <a:pt x="0" y="9500"/>
                    </a:cubicBezTo>
                    <a:cubicBezTo>
                      <a:pt x="0" y="9418"/>
                      <a:pt x="0" y="9335"/>
                      <a:pt x="0" y="9250"/>
                    </a:cubicBezTo>
                    <a:cubicBezTo>
                      <a:pt x="2088" y="9212"/>
                      <a:pt x="4178" y="9175"/>
                      <a:pt x="6265" y="9140"/>
                    </a:cubicBezTo>
                    <a:cubicBezTo>
                      <a:pt x="7235" y="9122"/>
                      <a:pt x="8205" y="9105"/>
                      <a:pt x="9175" y="9087"/>
                    </a:cubicBezTo>
                    <a:cubicBezTo>
                      <a:pt x="10112" y="9070"/>
                      <a:pt x="11050" y="9055"/>
                      <a:pt x="11985" y="9040"/>
                    </a:cubicBezTo>
                    <a:cubicBezTo>
                      <a:pt x="12342" y="9033"/>
                      <a:pt x="12700" y="9028"/>
                      <a:pt x="13055" y="9020"/>
                    </a:cubicBezTo>
                    <a:cubicBezTo>
                      <a:pt x="13557" y="9010"/>
                      <a:pt x="14057" y="9003"/>
                      <a:pt x="14560" y="8995"/>
                    </a:cubicBezTo>
                    <a:cubicBezTo>
                      <a:pt x="14705" y="8992"/>
                      <a:pt x="14850" y="8987"/>
                      <a:pt x="15000" y="8985"/>
                    </a:cubicBezTo>
                    <a:cubicBezTo>
                      <a:pt x="15895" y="8972"/>
                      <a:pt x="16743" y="9050"/>
                      <a:pt x="17625" y="9192"/>
                    </a:cubicBezTo>
                    <a:cubicBezTo>
                      <a:pt x="19733" y="9515"/>
                      <a:pt x="22037" y="9288"/>
                      <a:pt x="24155" y="9158"/>
                    </a:cubicBezTo>
                    <a:cubicBezTo>
                      <a:pt x="26358" y="9025"/>
                      <a:pt x="28553" y="8977"/>
                      <a:pt x="30760" y="8985"/>
                    </a:cubicBezTo>
                    <a:cubicBezTo>
                      <a:pt x="30898" y="8985"/>
                      <a:pt x="31037" y="8985"/>
                      <a:pt x="31180" y="8985"/>
                    </a:cubicBezTo>
                    <a:cubicBezTo>
                      <a:pt x="32172" y="8987"/>
                      <a:pt x="33165" y="8995"/>
                      <a:pt x="34155" y="9000"/>
                    </a:cubicBezTo>
                    <a:cubicBezTo>
                      <a:pt x="35165" y="9005"/>
                      <a:pt x="36172" y="9010"/>
                      <a:pt x="37182" y="9015"/>
                    </a:cubicBezTo>
                    <a:cubicBezTo>
                      <a:pt x="37580" y="9015"/>
                      <a:pt x="37980" y="9018"/>
                      <a:pt x="38378" y="9023"/>
                    </a:cubicBezTo>
                    <a:cubicBezTo>
                      <a:pt x="38618" y="9023"/>
                      <a:pt x="38855" y="9023"/>
                      <a:pt x="39102" y="9025"/>
                    </a:cubicBezTo>
                    <a:cubicBezTo>
                      <a:pt x="39207" y="9025"/>
                      <a:pt x="39207" y="9025"/>
                      <a:pt x="39740" y="9028"/>
                    </a:cubicBezTo>
                    <a:cubicBezTo>
                      <a:pt x="40250" y="9000"/>
                      <a:pt x="40250" y="9000"/>
                      <a:pt x="40750" y="8750"/>
                    </a:cubicBezTo>
                    <a:cubicBezTo>
                      <a:pt x="40763" y="7705"/>
                      <a:pt x="40773" y="6660"/>
                      <a:pt x="40777" y="5615"/>
                    </a:cubicBezTo>
                    <a:cubicBezTo>
                      <a:pt x="40780" y="5260"/>
                      <a:pt x="40783" y="4905"/>
                      <a:pt x="40787" y="4548"/>
                    </a:cubicBezTo>
                    <a:cubicBezTo>
                      <a:pt x="40795" y="4038"/>
                      <a:pt x="40797" y="3525"/>
                      <a:pt x="40800" y="3013"/>
                    </a:cubicBezTo>
                    <a:cubicBezTo>
                      <a:pt x="40803" y="2855"/>
                      <a:pt x="40805" y="2697"/>
                      <a:pt x="40807" y="2535"/>
                    </a:cubicBezTo>
                    <a:cubicBezTo>
                      <a:pt x="40807" y="1565"/>
                      <a:pt x="40670" y="875"/>
                      <a:pt x="40250" y="0"/>
                    </a:cubicBezTo>
                    <a:close/>
                  </a:path>
                </a:pathLst>
              </a:custGeom>
              <a:solidFill>
                <a:srgbClr val="E8EAEB"/>
              </a:solidFill>
              <a:ln w="0">
                <a:noFill/>
              </a:ln>
            </p:spPr>
          </p:sp>
          <p:sp>
            <p:nvSpPr>
              <p:cNvPr id="1113" name="judge vector"/>
              <p:cNvSpPr/>
              <p:nvPr/>
            </p:nvSpPr>
            <p:spPr>
              <a:xfrm>
                <a:off x="16552926" y="8659368"/>
                <a:ext cx="34290" cy="118872"/>
              </a:xfrm>
              <a:custGeom>
                <a:avLst/>
                <a:gdLst/>
                <a:ahLst/>
                <a:cxnLst/>
                <a:rect l="0" t="0" r="r" b="b"/>
                <a:pathLst>
                  <a:path w="3750" h="13000" fill="norm" stroke="0">
                    <a:moveTo>
                      <a:pt x="3750" y="0"/>
                    </a:moveTo>
                    <a:cubicBezTo>
                      <a:pt x="3750" y="4290"/>
                      <a:pt x="3750" y="8580"/>
                      <a:pt x="3750" y="13000"/>
                    </a:cubicBezTo>
                    <a:cubicBezTo>
                      <a:pt x="3338" y="13000"/>
                      <a:pt x="2925" y="13000"/>
                      <a:pt x="2500" y="13000"/>
                    </a:cubicBezTo>
                    <a:cubicBezTo>
                      <a:pt x="2145" y="12645"/>
                      <a:pt x="2210" y="12395"/>
                      <a:pt x="2197" y="11895"/>
                    </a:cubicBezTo>
                    <a:cubicBezTo>
                      <a:pt x="2195" y="11805"/>
                      <a:pt x="2195" y="11805"/>
                      <a:pt x="2182" y="11350"/>
                    </a:cubicBezTo>
                    <a:cubicBezTo>
                      <a:pt x="2180" y="11155"/>
                      <a:pt x="2175" y="10957"/>
                      <a:pt x="2170" y="10758"/>
                    </a:cubicBezTo>
                    <a:cubicBezTo>
                      <a:pt x="2165" y="10558"/>
                      <a:pt x="2160" y="10357"/>
                      <a:pt x="2155" y="10153"/>
                    </a:cubicBezTo>
                    <a:cubicBezTo>
                      <a:pt x="2140" y="9513"/>
                      <a:pt x="2125" y="8875"/>
                      <a:pt x="2110" y="8235"/>
                    </a:cubicBezTo>
                    <a:cubicBezTo>
                      <a:pt x="2098" y="7803"/>
                      <a:pt x="2088" y="7370"/>
                      <a:pt x="2078" y="6938"/>
                    </a:cubicBezTo>
                    <a:cubicBezTo>
                      <a:pt x="2050" y="5875"/>
                      <a:pt x="2025" y="4812"/>
                      <a:pt x="2000" y="3750"/>
                    </a:cubicBezTo>
                    <a:cubicBezTo>
                      <a:pt x="1880" y="3720"/>
                      <a:pt x="1757" y="3688"/>
                      <a:pt x="1632" y="3655"/>
                    </a:cubicBezTo>
                    <a:cubicBezTo>
                      <a:pt x="1507" y="3605"/>
                      <a:pt x="1380" y="3553"/>
                      <a:pt x="1250" y="3500"/>
                    </a:cubicBezTo>
                    <a:cubicBezTo>
                      <a:pt x="1207" y="3332"/>
                      <a:pt x="1207" y="3332"/>
                      <a:pt x="1000" y="2500"/>
                    </a:cubicBezTo>
                    <a:cubicBezTo>
                      <a:pt x="625" y="2360"/>
                      <a:pt x="625" y="2360"/>
                      <a:pt x="250" y="2250"/>
                    </a:cubicBezTo>
                    <a:cubicBezTo>
                      <a:pt x="78" y="1860"/>
                      <a:pt x="78" y="1860"/>
                      <a:pt x="0" y="1500"/>
                    </a:cubicBezTo>
                    <a:cubicBezTo>
                      <a:pt x="412" y="1500"/>
                      <a:pt x="825" y="1500"/>
                      <a:pt x="1250" y="1500"/>
                    </a:cubicBezTo>
                    <a:cubicBezTo>
                      <a:pt x="1265" y="1400"/>
                      <a:pt x="1265" y="1400"/>
                      <a:pt x="1345" y="890"/>
                    </a:cubicBezTo>
                    <a:cubicBezTo>
                      <a:pt x="1395" y="680"/>
                      <a:pt x="1447" y="467"/>
                      <a:pt x="1500" y="250"/>
                    </a:cubicBezTo>
                    <a:cubicBezTo>
                      <a:pt x="2000" y="0"/>
                      <a:pt x="2000" y="0"/>
                      <a:pt x="37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14" name="judge vector"/>
              <p:cNvSpPr/>
              <p:nvPr/>
            </p:nvSpPr>
            <p:spPr>
              <a:xfrm>
                <a:off x="16230600" y="8567928"/>
                <a:ext cx="68580" cy="61722"/>
              </a:xfrm>
              <a:custGeom>
                <a:avLst/>
                <a:gdLst/>
                <a:ahLst/>
                <a:cxnLst/>
                <a:rect l="0" t="0" r="r" b="b"/>
                <a:pathLst>
                  <a:path w="7500" h="6750" fill="norm" stroke="0">
                    <a:moveTo>
                      <a:pt x="250" y="0"/>
                    </a:moveTo>
                    <a:cubicBezTo>
                      <a:pt x="580" y="0"/>
                      <a:pt x="910" y="0"/>
                      <a:pt x="1250" y="0"/>
                    </a:cubicBezTo>
                    <a:cubicBezTo>
                      <a:pt x="1250" y="247"/>
                      <a:pt x="1250" y="495"/>
                      <a:pt x="1250" y="750"/>
                    </a:cubicBezTo>
                    <a:cubicBezTo>
                      <a:pt x="1662" y="750"/>
                      <a:pt x="2075" y="750"/>
                      <a:pt x="2500" y="750"/>
                    </a:cubicBezTo>
                    <a:cubicBezTo>
                      <a:pt x="2568" y="982"/>
                      <a:pt x="2635" y="1215"/>
                      <a:pt x="2703" y="1452"/>
                    </a:cubicBezTo>
                    <a:cubicBezTo>
                      <a:pt x="2935" y="2138"/>
                      <a:pt x="3142" y="2572"/>
                      <a:pt x="3750" y="3000"/>
                    </a:cubicBezTo>
                    <a:cubicBezTo>
                      <a:pt x="4422" y="3173"/>
                      <a:pt x="4422" y="3173"/>
                      <a:pt x="5000" y="3250"/>
                    </a:cubicBezTo>
                    <a:cubicBezTo>
                      <a:pt x="5000" y="3745"/>
                      <a:pt x="5000" y="4240"/>
                      <a:pt x="5000" y="4750"/>
                    </a:cubicBezTo>
                    <a:cubicBezTo>
                      <a:pt x="5247" y="4750"/>
                      <a:pt x="5495" y="4750"/>
                      <a:pt x="5750" y="4750"/>
                    </a:cubicBezTo>
                    <a:cubicBezTo>
                      <a:pt x="5922" y="4505"/>
                      <a:pt x="6090" y="4255"/>
                      <a:pt x="6250" y="4000"/>
                    </a:cubicBezTo>
                    <a:cubicBezTo>
                      <a:pt x="6415" y="4000"/>
                      <a:pt x="6580" y="4000"/>
                      <a:pt x="6750" y="4000"/>
                    </a:cubicBezTo>
                    <a:cubicBezTo>
                      <a:pt x="6750" y="3835"/>
                      <a:pt x="6750" y="3670"/>
                      <a:pt x="6750" y="3500"/>
                    </a:cubicBezTo>
                    <a:cubicBezTo>
                      <a:pt x="6915" y="3500"/>
                      <a:pt x="7080" y="3500"/>
                      <a:pt x="7250" y="3500"/>
                    </a:cubicBezTo>
                    <a:cubicBezTo>
                      <a:pt x="7332" y="4325"/>
                      <a:pt x="7415" y="5150"/>
                      <a:pt x="7500" y="6000"/>
                    </a:cubicBezTo>
                    <a:cubicBezTo>
                      <a:pt x="6675" y="5918"/>
                      <a:pt x="5850" y="5835"/>
                      <a:pt x="5000" y="5750"/>
                    </a:cubicBezTo>
                    <a:cubicBezTo>
                      <a:pt x="4918" y="5997"/>
                      <a:pt x="4835" y="6245"/>
                      <a:pt x="4750" y="6500"/>
                    </a:cubicBezTo>
                    <a:cubicBezTo>
                      <a:pt x="4360" y="6673"/>
                      <a:pt x="4360" y="6673"/>
                      <a:pt x="4000" y="6750"/>
                    </a:cubicBezTo>
                    <a:cubicBezTo>
                      <a:pt x="4003" y="6633"/>
                      <a:pt x="4005" y="6515"/>
                      <a:pt x="4010" y="6393"/>
                    </a:cubicBezTo>
                    <a:cubicBezTo>
                      <a:pt x="4010" y="6237"/>
                      <a:pt x="4013" y="6082"/>
                      <a:pt x="4015" y="5923"/>
                    </a:cubicBezTo>
                    <a:cubicBezTo>
                      <a:pt x="4017" y="5768"/>
                      <a:pt x="4023" y="5615"/>
                      <a:pt x="4025" y="5455"/>
                    </a:cubicBezTo>
                    <a:cubicBezTo>
                      <a:pt x="4000" y="5008"/>
                      <a:pt x="3912" y="4668"/>
                      <a:pt x="3750" y="4250"/>
                    </a:cubicBezTo>
                    <a:cubicBezTo>
                      <a:pt x="3585" y="4250"/>
                      <a:pt x="3420" y="4250"/>
                      <a:pt x="3250" y="4250"/>
                    </a:cubicBezTo>
                    <a:cubicBezTo>
                      <a:pt x="3250" y="4085"/>
                      <a:pt x="3250" y="3920"/>
                      <a:pt x="3250" y="3750"/>
                    </a:cubicBezTo>
                    <a:cubicBezTo>
                      <a:pt x="3085" y="3750"/>
                      <a:pt x="2920" y="3750"/>
                      <a:pt x="2750" y="3750"/>
                    </a:cubicBezTo>
                    <a:cubicBezTo>
                      <a:pt x="2545" y="3457"/>
                      <a:pt x="2545" y="3457"/>
                      <a:pt x="2328" y="3062"/>
                    </a:cubicBezTo>
                    <a:cubicBezTo>
                      <a:pt x="1745" y="2125"/>
                      <a:pt x="977" y="1717"/>
                      <a:pt x="0" y="1250"/>
                    </a:cubicBezTo>
                    <a:cubicBezTo>
                      <a:pt x="82" y="837"/>
                      <a:pt x="165" y="425"/>
                      <a:pt x="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15" name="judge vector"/>
              <p:cNvSpPr/>
              <p:nvPr/>
            </p:nvSpPr>
            <p:spPr>
              <a:xfrm>
                <a:off x="16210026" y="8613648"/>
                <a:ext cx="52578" cy="36667"/>
              </a:xfrm>
              <a:custGeom>
                <a:avLst/>
                <a:gdLst/>
                <a:ahLst/>
                <a:cxnLst/>
                <a:rect l="0" t="0" r="r" b="b"/>
                <a:pathLst>
                  <a:path w="5750" h="4010" fill="norm" stroke="0">
                    <a:moveTo>
                      <a:pt x="2000" y="0"/>
                    </a:moveTo>
                    <a:cubicBezTo>
                      <a:pt x="2000" y="247"/>
                      <a:pt x="2000" y="495"/>
                      <a:pt x="2000" y="750"/>
                    </a:cubicBezTo>
                    <a:cubicBezTo>
                      <a:pt x="1882" y="770"/>
                      <a:pt x="1763" y="793"/>
                      <a:pt x="1640" y="812"/>
                    </a:cubicBezTo>
                    <a:cubicBezTo>
                      <a:pt x="1575" y="842"/>
                      <a:pt x="1575" y="842"/>
                      <a:pt x="1250" y="1000"/>
                    </a:cubicBezTo>
                    <a:cubicBezTo>
                      <a:pt x="1078" y="1515"/>
                      <a:pt x="1078" y="1515"/>
                      <a:pt x="1000" y="2000"/>
                    </a:cubicBezTo>
                    <a:cubicBezTo>
                      <a:pt x="1412" y="2082"/>
                      <a:pt x="1825" y="2165"/>
                      <a:pt x="2250" y="2250"/>
                    </a:cubicBezTo>
                    <a:cubicBezTo>
                      <a:pt x="2332" y="1837"/>
                      <a:pt x="2415" y="1425"/>
                      <a:pt x="2500" y="1000"/>
                    </a:cubicBezTo>
                    <a:cubicBezTo>
                      <a:pt x="2912" y="918"/>
                      <a:pt x="3325" y="835"/>
                      <a:pt x="3750" y="750"/>
                    </a:cubicBezTo>
                    <a:cubicBezTo>
                      <a:pt x="3750" y="915"/>
                      <a:pt x="3750" y="1080"/>
                      <a:pt x="3750" y="1250"/>
                    </a:cubicBezTo>
                    <a:cubicBezTo>
                      <a:pt x="4328" y="1250"/>
                      <a:pt x="4905" y="1250"/>
                      <a:pt x="5500" y="1250"/>
                    </a:cubicBezTo>
                    <a:cubicBezTo>
                      <a:pt x="5582" y="1745"/>
                      <a:pt x="5665" y="2240"/>
                      <a:pt x="5750" y="2750"/>
                    </a:cubicBezTo>
                    <a:cubicBezTo>
                      <a:pt x="5338" y="2832"/>
                      <a:pt x="4925" y="2915"/>
                      <a:pt x="4500" y="3000"/>
                    </a:cubicBezTo>
                    <a:cubicBezTo>
                      <a:pt x="4418" y="3247"/>
                      <a:pt x="4335" y="3495"/>
                      <a:pt x="4250" y="3750"/>
                    </a:cubicBezTo>
                    <a:cubicBezTo>
                      <a:pt x="3938" y="3793"/>
                      <a:pt x="3625" y="3835"/>
                      <a:pt x="3312" y="3875"/>
                    </a:cubicBezTo>
                    <a:cubicBezTo>
                      <a:pt x="3138" y="3898"/>
                      <a:pt x="2965" y="3923"/>
                      <a:pt x="2785" y="3945"/>
                    </a:cubicBezTo>
                    <a:cubicBezTo>
                      <a:pt x="2270" y="3997"/>
                      <a:pt x="1767" y="4010"/>
                      <a:pt x="1250" y="4000"/>
                    </a:cubicBezTo>
                    <a:cubicBezTo>
                      <a:pt x="1230" y="3855"/>
                      <a:pt x="1210" y="3710"/>
                      <a:pt x="1188" y="3562"/>
                    </a:cubicBezTo>
                    <a:cubicBezTo>
                      <a:pt x="1000" y="3000"/>
                      <a:pt x="1000" y="3000"/>
                      <a:pt x="485" y="2485"/>
                    </a:cubicBezTo>
                    <a:cubicBezTo>
                      <a:pt x="325" y="2325"/>
                      <a:pt x="165" y="2165"/>
                      <a:pt x="0" y="2000"/>
                    </a:cubicBezTo>
                    <a:cubicBezTo>
                      <a:pt x="0" y="1250"/>
                      <a:pt x="0" y="1250"/>
                      <a:pt x="310" y="903"/>
                    </a:cubicBezTo>
                    <a:cubicBezTo>
                      <a:pt x="445" y="795"/>
                      <a:pt x="580" y="688"/>
                      <a:pt x="720" y="577"/>
                    </a:cubicBezTo>
                    <a:cubicBezTo>
                      <a:pt x="852" y="470"/>
                      <a:pt x="985" y="360"/>
                      <a:pt x="1122" y="247"/>
                    </a:cubicBezTo>
                    <a:cubicBezTo>
                      <a:pt x="1500" y="0"/>
                      <a:pt x="1500" y="0"/>
                      <a:pt x="2000" y="0"/>
                    </a:cubicBezTo>
                    <a:close/>
                  </a:path>
                </a:pathLst>
              </a:custGeom>
              <a:solidFill>
                <a:srgbClr val="FDFDFD"/>
              </a:solidFill>
              <a:ln w="0">
                <a:noFill/>
              </a:ln>
            </p:spPr>
          </p:sp>
          <p:sp>
            <p:nvSpPr>
              <p:cNvPr id="1116" name="judge vector"/>
              <p:cNvSpPr/>
              <p:nvPr/>
            </p:nvSpPr>
            <p:spPr>
              <a:xfrm>
                <a:off x="16564356" y="8668512"/>
                <a:ext cx="2286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2500" h="11500" fill="norm" stroke="0">
                    <a:moveTo>
                      <a:pt x="500" y="0"/>
                    </a:moveTo>
                    <a:cubicBezTo>
                      <a:pt x="1160" y="0"/>
                      <a:pt x="1820" y="0"/>
                      <a:pt x="2500" y="0"/>
                    </a:cubicBezTo>
                    <a:cubicBezTo>
                      <a:pt x="2500" y="3795"/>
                      <a:pt x="2500" y="7590"/>
                      <a:pt x="2500" y="11500"/>
                    </a:cubicBezTo>
                    <a:cubicBezTo>
                      <a:pt x="2335" y="11500"/>
                      <a:pt x="2170" y="11500"/>
                      <a:pt x="2000" y="11500"/>
                    </a:cubicBezTo>
                    <a:cubicBezTo>
                      <a:pt x="2000" y="8695"/>
                      <a:pt x="2000" y="5890"/>
                      <a:pt x="2000" y="3000"/>
                    </a:cubicBezTo>
                    <a:cubicBezTo>
                      <a:pt x="1670" y="3000"/>
                      <a:pt x="1340" y="3000"/>
                      <a:pt x="1000" y="3000"/>
                    </a:cubicBezTo>
                    <a:cubicBezTo>
                      <a:pt x="918" y="2587"/>
                      <a:pt x="835" y="2175"/>
                      <a:pt x="750" y="1750"/>
                    </a:cubicBezTo>
                    <a:cubicBezTo>
                      <a:pt x="503" y="1668"/>
                      <a:pt x="255" y="1585"/>
                      <a:pt x="0" y="1500"/>
                    </a:cubicBezTo>
                    <a:cubicBezTo>
                      <a:pt x="220" y="280"/>
                      <a:pt x="220" y="280"/>
                      <a:pt x="500" y="0"/>
                    </a:cubicBezTo>
                    <a:close/>
                  </a:path>
                </a:pathLst>
              </a:custGeom>
              <a:solidFill>
                <a:srgbClr val="EAEEEF"/>
              </a:solidFill>
              <a:ln w="0">
                <a:noFill/>
              </a:ln>
            </p:spPr>
          </p:sp>
          <p:sp>
            <p:nvSpPr>
              <p:cNvPr id="1117" name="judge vector"/>
              <p:cNvSpPr/>
              <p:nvPr/>
            </p:nvSpPr>
            <p:spPr>
              <a:xfrm>
                <a:off x="16166592" y="8567402"/>
                <a:ext cx="45720" cy="75964"/>
              </a:xfrm>
              <a:custGeom>
                <a:avLst/>
                <a:gdLst/>
                <a:ahLst/>
                <a:cxnLst/>
                <a:rect l="0" t="0" r="r" b="b"/>
                <a:pathLst>
                  <a:path w="5000" h="8308" fill="norm" stroke="0">
                    <a:moveTo>
                      <a:pt x="5000" y="58"/>
                    </a:moveTo>
                    <a:cubicBezTo>
                      <a:pt x="4918" y="388"/>
                      <a:pt x="4835" y="717"/>
                      <a:pt x="4750" y="1058"/>
                    </a:cubicBezTo>
                    <a:cubicBezTo>
                      <a:pt x="4420" y="1058"/>
                      <a:pt x="4090" y="1058"/>
                      <a:pt x="3750" y="1058"/>
                    </a:cubicBezTo>
                    <a:cubicBezTo>
                      <a:pt x="4188" y="2028"/>
                      <a:pt x="4188" y="2028"/>
                      <a:pt x="4750" y="2308"/>
                    </a:cubicBezTo>
                    <a:cubicBezTo>
                      <a:pt x="4750" y="2472"/>
                      <a:pt x="4750" y="2638"/>
                      <a:pt x="4750" y="2808"/>
                    </a:cubicBezTo>
                    <a:cubicBezTo>
                      <a:pt x="4517" y="2860"/>
                      <a:pt x="4285" y="2910"/>
                      <a:pt x="4047" y="2962"/>
                    </a:cubicBezTo>
                    <a:cubicBezTo>
                      <a:pt x="3380" y="3185"/>
                      <a:pt x="3115" y="3398"/>
                      <a:pt x="2797" y="4028"/>
                    </a:cubicBezTo>
                    <a:cubicBezTo>
                      <a:pt x="2555" y="4607"/>
                      <a:pt x="2370" y="5188"/>
                      <a:pt x="2250" y="5808"/>
                    </a:cubicBezTo>
                    <a:cubicBezTo>
                      <a:pt x="2497" y="5890"/>
                      <a:pt x="2745" y="5972"/>
                      <a:pt x="3000" y="6058"/>
                    </a:cubicBezTo>
                    <a:cubicBezTo>
                      <a:pt x="2905" y="6543"/>
                      <a:pt x="2905" y="6543"/>
                      <a:pt x="2750" y="7058"/>
                    </a:cubicBezTo>
                    <a:cubicBezTo>
                      <a:pt x="2585" y="7140"/>
                      <a:pt x="2420" y="7222"/>
                      <a:pt x="2250" y="7308"/>
                    </a:cubicBezTo>
                    <a:cubicBezTo>
                      <a:pt x="1967" y="7822"/>
                      <a:pt x="1967" y="7822"/>
                      <a:pt x="1750" y="8308"/>
                    </a:cubicBezTo>
                    <a:cubicBezTo>
                      <a:pt x="1420" y="8308"/>
                      <a:pt x="1090" y="8308"/>
                      <a:pt x="750" y="8308"/>
                    </a:cubicBezTo>
                    <a:cubicBezTo>
                      <a:pt x="750" y="7977"/>
                      <a:pt x="750" y="7648"/>
                      <a:pt x="750" y="7308"/>
                    </a:cubicBezTo>
                    <a:cubicBezTo>
                      <a:pt x="1080" y="7143"/>
                      <a:pt x="1410" y="6977"/>
                      <a:pt x="1750" y="6808"/>
                    </a:cubicBezTo>
                    <a:cubicBezTo>
                      <a:pt x="1750" y="6560"/>
                      <a:pt x="1750" y="6312"/>
                      <a:pt x="1750" y="6058"/>
                    </a:cubicBezTo>
                    <a:cubicBezTo>
                      <a:pt x="1172" y="6140"/>
                      <a:pt x="595" y="6222"/>
                      <a:pt x="0" y="6308"/>
                    </a:cubicBezTo>
                    <a:cubicBezTo>
                      <a:pt x="0" y="6143"/>
                      <a:pt x="0" y="5977"/>
                      <a:pt x="0" y="5808"/>
                    </a:cubicBezTo>
                    <a:cubicBezTo>
                      <a:pt x="150" y="5755"/>
                      <a:pt x="300" y="5705"/>
                      <a:pt x="453" y="5653"/>
                    </a:cubicBezTo>
                    <a:cubicBezTo>
                      <a:pt x="1207" y="5178"/>
                      <a:pt x="1405" y="4605"/>
                      <a:pt x="1750" y="3808"/>
                    </a:cubicBezTo>
                    <a:cubicBezTo>
                      <a:pt x="1918" y="3475"/>
                      <a:pt x="2082" y="3140"/>
                      <a:pt x="2250" y="2808"/>
                    </a:cubicBezTo>
                    <a:cubicBezTo>
                      <a:pt x="2497" y="2890"/>
                      <a:pt x="2745" y="2972"/>
                      <a:pt x="3000" y="3058"/>
                    </a:cubicBezTo>
                    <a:cubicBezTo>
                      <a:pt x="2918" y="2398"/>
                      <a:pt x="2835" y="1737"/>
                      <a:pt x="2750" y="1058"/>
                    </a:cubicBezTo>
                    <a:cubicBezTo>
                      <a:pt x="2915" y="1058"/>
                      <a:pt x="3080" y="1058"/>
                      <a:pt x="3250" y="1058"/>
                    </a:cubicBezTo>
                    <a:cubicBezTo>
                      <a:pt x="3250" y="810"/>
                      <a:pt x="3250" y="562"/>
                      <a:pt x="3250" y="308"/>
                    </a:cubicBezTo>
                    <a:cubicBezTo>
                      <a:pt x="3865" y="0"/>
                      <a:pt x="4320" y="40"/>
                      <a:pt x="5000" y="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18" name="judge vector"/>
              <p:cNvSpPr/>
              <p:nvPr/>
            </p:nvSpPr>
            <p:spPr>
              <a:xfrm>
                <a:off x="16507206" y="8503920"/>
                <a:ext cx="27432" cy="64008"/>
              </a:xfrm>
              <a:custGeom>
                <a:avLst/>
                <a:gdLst/>
                <a:ahLst/>
                <a:cxnLst/>
                <a:rect l="0" t="0" r="r" b="b"/>
                <a:pathLst>
                  <a:path w="3000" h="7000" fill="norm" stroke="0">
                    <a:moveTo>
                      <a:pt x="1750" y="0"/>
                    </a:moveTo>
                    <a:cubicBezTo>
                      <a:pt x="2162" y="0"/>
                      <a:pt x="2575" y="0"/>
                      <a:pt x="3000" y="0"/>
                    </a:cubicBezTo>
                    <a:cubicBezTo>
                      <a:pt x="3000" y="660"/>
                      <a:pt x="3000" y="1320"/>
                      <a:pt x="3000" y="2000"/>
                    </a:cubicBezTo>
                    <a:cubicBezTo>
                      <a:pt x="2670" y="2082"/>
                      <a:pt x="2340" y="2165"/>
                      <a:pt x="2000" y="2250"/>
                    </a:cubicBezTo>
                    <a:cubicBezTo>
                      <a:pt x="2000" y="3075"/>
                      <a:pt x="2000" y="3900"/>
                      <a:pt x="2000" y="4750"/>
                    </a:cubicBezTo>
                    <a:cubicBezTo>
                      <a:pt x="2330" y="4915"/>
                      <a:pt x="2660" y="5080"/>
                      <a:pt x="3000" y="5250"/>
                    </a:cubicBezTo>
                    <a:cubicBezTo>
                      <a:pt x="2918" y="5827"/>
                      <a:pt x="2835" y="6405"/>
                      <a:pt x="2750" y="7000"/>
                    </a:cubicBezTo>
                    <a:cubicBezTo>
                      <a:pt x="2420" y="6918"/>
                      <a:pt x="2090" y="6835"/>
                      <a:pt x="1750" y="6750"/>
                    </a:cubicBezTo>
                    <a:cubicBezTo>
                      <a:pt x="1750" y="6585"/>
                      <a:pt x="1750" y="6420"/>
                      <a:pt x="1750" y="6250"/>
                    </a:cubicBezTo>
                    <a:cubicBezTo>
                      <a:pt x="1585" y="6168"/>
                      <a:pt x="1420" y="6085"/>
                      <a:pt x="1250" y="6000"/>
                    </a:cubicBezTo>
                    <a:cubicBezTo>
                      <a:pt x="533" y="5035"/>
                      <a:pt x="418" y="4442"/>
                      <a:pt x="500" y="3250"/>
                    </a:cubicBezTo>
                    <a:cubicBezTo>
                      <a:pt x="335" y="3250"/>
                      <a:pt x="170" y="3250"/>
                      <a:pt x="0" y="3250"/>
                    </a:cubicBezTo>
                    <a:cubicBezTo>
                      <a:pt x="0" y="3085"/>
                      <a:pt x="0" y="2920"/>
                      <a:pt x="0" y="2750"/>
                    </a:cubicBezTo>
                    <a:cubicBezTo>
                      <a:pt x="165" y="2750"/>
                      <a:pt x="330" y="2750"/>
                      <a:pt x="500" y="2750"/>
                    </a:cubicBezTo>
                    <a:cubicBezTo>
                      <a:pt x="582" y="2420"/>
                      <a:pt x="665" y="2090"/>
                      <a:pt x="750" y="1750"/>
                    </a:cubicBezTo>
                    <a:cubicBezTo>
                      <a:pt x="915" y="1750"/>
                      <a:pt x="1080" y="1750"/>
                      <a:pt x="1250" y="1750"/>
                    </a:cubicBezTo>
                    <a:cubicBezTo>
                      <a:pt x="1415" y="1173"/>
                      <a:pt x="1580" y="595"/>
                      <a:pt x="17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19" name="judge vector"/>
              <p:cNvSpPr/>
              <p:nvPr/>
            </p:nvSpPr>
            <p:spPr>
              <a:xfrm>
                <a:off x="16166592" y="8642794"/>
                <a:ext cx="57150" cy="39434"/>
              </a:xfrm>
              <a:custGeom>
                <a:avLst/>
                <a:gdLst/>
                <a:ahLst/>
                <a:cxnLst/>
                <a:rect l="0" t="0" r="r" b="b"/>
                <a:pathLst>
                  <a:path w="6250" h="4312" fill="norm" stroke="0">
                    <a:moveTo>
                      <a:pt x="3250" y="62"/>
                    </a:moveTo>
                    <a:cubicBezTo>
                      <a:pt x="3703" y="0"/>
                      <a:pt x="3703" y="0"/>
                      <a:pt x="4250" y="62"/>
                    </a:cubicBezTo>
                    <a:cubicBezTo>
                      <a:pt x="4368" y="227"/>
                      <a:pt x="4487" y="393"/>
                      <a:pt x="4610" y="562"/>
                    </a:cubicBezTo>
                    <a:cubicBezTo>
                      <a:pt x="4675" y="645"/>
                      <a:pt x="4675" y="645"/>
                      <a:pt x="5000" y="1062"/>
                    </a:cubicBezTo>
                    <a:cubicBezTo>
                      <a:pt x="5672" y="1125"/>
                      <a:pt x="5672" y="1125"/>
                      <a:pt x="6250" y="1062"/>
                    </a:cubicBezTo>
                    <a:cubicBezTo>
                      <a:pt x="6250" y="1227"/>
                      <a:pt x="6250" y="1393"/>
                      <a:pt x="6250" y="1562"/>
                    </a:cubicBezTo>
                    <a:cubicBezTo>
                      <a:pt x="5523" y="1765"/>
                      <a:pt x="5135" y="1867"/>
                      <a:pt x="4422" y="1577"/>
                    </a:cubicBezTo>
                    <a:cubicBezTo>
                      <a:pt x="4283" y="1490"/>
                      <a:pt x="4142" y="1403"/>
                      <a:pt x="4000" y="1312"/>
                    </a:cubicBezTo>
                    <a:cubicBezTo>
                      <a:pt x="3918" y="1972"/>
                      <a:pt x="3835" y="2633"/>
                      <a:pt x="3750" y="3312"/>
                    </a:cubicBezTo>
                    <a:cubicBezTo>
                      <a:pt x="4080" y="3312"/>
                      <a:pt x="4410" y="3312"/>
                      <a:pt x="4750" y="3312"/>
                    </a:cubicBezTo>
                    <a:cubicBezTo>
                      <a:pt x="4585" y="3643"/>
                      <a:pt x="4420" y="3972"/>
                      <a:pt x="4250" y="4312"/>
                    </a:cubicBezTo>
                    <a:cubicBezTo>
                      <a:pt x="4085" y="4312"/>
                      <a:pt x="3920" y="4312"/>
                      <a:pt x="3750" y="4312"/>
                    </a:cubicBezTo>
                    <a:cubicBezTo>
                      <a:pt x="3668" y="3982"/>
                      <a:pt x="3585" y="3653"/>
                      <a:pt x="3500" y="3312"/>
                    </a:cubicBezTo>
                    <a:cubicBezTo>
                      <a:pt x="3015" y="3390"/>
                      <a:pt x="3015" y="3390"/>
                      <a:pt x="2500" y="3562"/>
                    </a:cubicBezTo>
                    <a:cubicBezTo>
                      <a:pt x="2418" y="3810"/>
                      <a:pt x="2335" y="4058"/>
                      <a:pt x="2250" y="4312"/>
                    </a:cubicBezTo>
                    <a:cubicBezTo>
                      <a:pt x="1507" y="4065"/>
                      <a:pt x="765" y="3817"/>
                      <a:pt x="0" y="3562"/>
                    </a:cubicBezTo>
                    <a:cubicBezTo>
                      <a:pt x="0" y="3232"/>
                      <a:pt x="0" y="2903"/>
                      <a:pt x="0" y="2562"/>
                    </a:cubicBezTo>
                    <a:cubicBezTo>
                      <a:pt x="908" y="2645"/>
                      <a:pt x="1815" y="2727"/>
                      <a:pt x="2750" y="2812"/>
                    </a:cubicBezTo>
                    <a:cubicBezTo>
                      <a:pt x="2750" y="2565"/>
                      <a:pt x="2750" y="2317"/>
                      <a:pt x="2750" y="2062"/>
                    </a:cubicBezTo>
                    <a:cubicBezTo>
                      <a:pt x="2375" y="1765"/>
                      <a:pt x="2375" y="1765"/>
                      <a:pt x="2000" y="1562"/>
                    </a:cubicBezTo>
                    <a:cubicBezTo>
                      <a:pt x="2082" y="1232"/>
                      <a:pt x="2165" y="903"/>
                      <a:pt x="2250" y="562"/>
                    </a:cubicBezTo>
                    <a:cubicBezTo>
                      <a:pt x="2580" y="562"/>
                      <a:pt x="2910" y="562"/>
                      <a:pt x="3250" y="562"/>
                    </a:cubicBezTo>
                    <a:cubicBezTo>
                      <a:pt x="3250" y="398"/>
                      <a:pt x="3250" y="232"/>
                      <a:pt x="3250" y="6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20" name="judge vector"/>
              <p:cNvSpPr/>
              <p:nvPr/>
            </p:nvSpPr>
            <p:spPr>
              <a:xfrm>
                <a:off x="16180011" y="8695944"/>
                <a:ext cx="11727" cy="84582"/>
              </a:xfrm>
              <a:custGeom>
                <a:avLst/>
                <a:gdLst/>
                <a:ahLst/>
                <a:cxnLst/>
                <a:rect l="0" t="0" r="r" b="b"/>
                <a:pathLst>
                  <a:path w="1283" h="9250" fill="norm" stroke="0">
                    <a:moveTo>
                      <a:pt x="33" y="0"/>
                    </a:moveTo>
                    <a:cubicBezTo>
                      <a:pt x="362" y="82"/>
                      <a:pt x="693" y="165"/>
                      <a:pt x="1033" y="250"/>
                    </a:cubicBezTo>
                    <a:cubicBezTo>
                      <a:pt x="1115" y="3220"/>
                      <a:pt x="1197" y="6190"/>
                      <a:pt x="1283" y="9250"/>
                    </a:cubicBezTo>
                    <a:cubicBezTo>
                      <a:pt x="953" y="9168"/>
                      <a:pt x="622" y="9085"/>
                      <a:pt x="283" y="9000"/>
                    </a:cubicBezTo>
                    <a:cubicBezTo>
                      <a:pt x="0" y="8485"/>
                      <a:pt x="3" y="7985"/>
                      <a:pt x="5" y="7408"/>
                    </a:cubicBezTo>
                    <a:cubicBezTo>
                      <a:pt x="5" y="7242"/>
                      <a:pt x="5" y="7077"/>
                      <a:pt x="5" y="6908"/>
                    </a:cubicBezTo>
                    <a:cubicBezTo>
                      <a:pt x="5" y="6730"/>
                      <a:pt x="7" y="6555"/>
                      <a:pt x="7" y="6372"/>
                    </a:cubicBezTo>
                    <a:cubicBezTo>
                      <a:pt x="7" y="6190"/>
                      <a:pt x="10" y="6008"/>
                      <a:pt x="10" y="5820"/>
                    </a:cubicBezTo>
                    <a:cubicBezTo>
                      <a:pt x="10" y="5240"/>
                      <a:pt x="13" y="4660"/>
                      <a:pt x="17" y="4077"/>
                    </a:cubicBezTo>
                    <a:cubicBezTo>
                      <a:pt x="17" y="3685"/>
                      <a:pt x="20" y="3290"/>
                      <a:pt x="20" y="2895"/>
                    </a:cubicBezTo>
                    <a:cubicBezTo>
                      <a:pt x="23" y="1930"/>
                      <a:pt x="27" y="965"/>
                      <a:pt x="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21" name="judge vector"/>
              <p:cNvSpPr/>
              <p:nvPr/>
            </p:nvSpPr>
            <p:spPr>
              <a:xfrm>
                <a:off x="16308324" y="8636508"/>
                <a:ext cx="41148" cy="43434"/>
              </a:xfrm>
              <a:custGeom>
                <a:avLst/>
                <a:gdLst/>
                <a:ahLst/>
                <a:cxnLst/>
                <a:rect l="0" t="0" r="r" b="b"/>
                <a:pathLst>
                  <a:path w="4500" h="4750" fill="norm" stroke="0">
                    <a:moveTo>
                      <a:pt x="250" y="0"/>
                    </a:moveTo>
                    <a:cubicBezTo>
                      <a:pt x="497" y="0"/>
                      <a:pt x="745" y="0"/>
                      <a:pt x="1000" y="0"/>
                    </a:cubicBezTo>
                    <a:cubicBezTo>
                      <a:pt x="1000" y="247"/>
                      <a:pt x="1000" y="495"/>
                      <a:pt x="1000" y="750"/>
                    </a:cubicBezTo>
                    <a:cubicBezTo>
                      <a:pt x="1330" y="750"/>
                      <a:pt x="1660" y="750"/>
                      <a:pt x="2000" y="750"/>
                    </a:cubicBezTo>
                    <a:cubicBezTo>
                      <a:pt x="2000" y="1245"/>
                      <a:pt x="2000" y="1740"/>
                      <a:pt x="2000" y="2250"/>
                    </a:cubicBezTo>
                    <a:cubicBezTo>
                      <a:pt x="2330" y="2085"/>
                      <a:pt x="2660" y="1920"/>
                      <a:pt x="3000" y="1750"/>
                    </a:cubicBezTo>
                    <a:cubicBezTo>
                      <a:pt x="3068" y="1867"/>
                      <a:pt x="3135" y="1987"/>
                      <a:pt x="3203" y="2110"/>
                    </a:cubicBezTo>
                    <a:cubicBezTo>
                      <a:pt x="3500" y="2500"/>
                      <a:pt x="3500" y="2500"/>
                      <a:pt x="3890" y="2610"/>
                    </a:cubicBezTo>
                    <a:cubicBezTo>
                      <a:pt x="4250" y="2750"/>
                      <a:pt x="4250" y="2750"/>
                      <a:pt x="4485" y="3202"/>
                    </a:cubicBezTo>
                    <a:cubicBezTo>
                      <a:pt x="4500" y="3750"/>
                      <a:pt x="4500" y="3750"/>
                      <a:pt x="4047" y="4312"/>
                    </a:cubicBezTo>
                    <a:cubicBezTo>
                      <a:pt x="3500" y="4750"/>
                      <a:pt x="3500" y="4750"/>
                      <a:pt x="3000" y="4750"/>
                    </a:cubicBezTo>
                    <a:cubicBezTo>
                      <a:pt x="2922" y="4633"/>
                      <a:pt x="2845" y="4513"/>
                      <a:pt x="2765" y="4390"/>
                    </a:cubicBezTo>
                    <a:cubicBezTo>
                      <a:pt x="2500" y="4000"/>
                      <a:pt x="2500" y="4000"/>
                      <a:pt x="2158" y="3918"/>
                    </a:cubicBezTo>
                    <a:cubicBezTo>
                      <a:pt x="1543" y="3665"/>
                      <a:pt x="1330" y="3235"/>
                      <a:pt x="970" y="2688"/>
                    </a:cubicBezTo>
                    <a:cubicBezTo>
                      <a:pt x="840" y="2495"/>
                      <a:pt x="710" y="2303"/>
                      <a:pt x="575" y="2105"/>
                    </a:cubicBezTo>
                    <a:cubicBezTo>
                      <a:pt x="235" y="1475"/>
                      <a:pt x="80" y="960"/>
                      <a:pt x="0" y="250"/>
                    </a:cubicBezTo>
                    <a:cubicBezTo>
                      <a:pt x="82" y="168"/>
                      <a:pt x="165" y="85"/>
                      <a:pt x="250" y="0"/>
                    </a:cubicBezTo>
                    <a:close/>
                  </a:path>
                </a:pathLst>
              </a:custGeom>
              <a:solidFill>
                <a:srgbClr val="E8ECED"/>
              </a:solidFill>
              <a:ln w="0">
                <a:noFill/>
              </a:ln>
            </p:spPr>
          </p:sp>
          <p:sp>
            <p:nvSpPr>
              <p:cNvPr id="1122" name="judge vector"/>
              <p:cNvSpPr/>
              <p:nvPr/>
            </p:nvSpPr>
            <p:spPr>
              <a:xfrm>
                <a:off x="16491158" y="8522208"/>
                <a:ext cx="16048" cy="64008"/>
              </a:xfrm>
              <a:custGeom>
                <a:avLst/>
                <a:gdLst/>
                <a:ahLst/>
                <a:cxnLst/>
                <a:rect l="0" t="0" r="r" b="b"/>
                <a:pathLst>
                  <a:path w="1755" h="7000" fill="norm" stroke="0">
                    <a:moveTo>
                      <a:pt x="255" y="0"/>
                    </a:moveTo>
                    <a:cubicBezTo>
                      <a:pt x="908" y="325"/>
                      <a:pt x="1062" y="668"/>
                      <a:pt x="1370" y="1312"/>
                    </a:cubicBezTo>
                    <a:cubicBezTo>
                      <a:pt x="1675" y="2305"/>
                      <a:pt x="1338" y="3300"/>
                      <a:pt x="1005" y="4250"/>
                    </a:cubicBezTo>
                    <a:cubicBezTo>
                      <a:pt x="1253" y="4250"/>
                      <a:pt x="1500" y="4250"/>
                      <a:pt x="1755" y="4250"/>
                    </a:cubicBezTo>
                    <a:cubicBezTo>
                      <a:pt x="1673" y="5158"/>
                      <a:pt x="1590" y="6065"/>
                      <a:pt x="1505" y="7000"/>
                    </a:cubicBezTo>
                    <a:cubicBezTo>
                      <a:pt x="1093" y="7000"/>
                      <a:pt x="680" y="7000"/>
                      <a:pt x="255" y="7000"/>
                    </a:cubicBezTo>
                    <a:cubicBezTo>
                      <a:pt x="258" y="6805"/>
                      <a:pt x="260" y="6610"/>
                      <a:pt x="265" y="6408"/>
                    </a:cubicBezTo>
                    <a:cubicBezTo>
                      <a:pt x="265" y="6153"/>
                      <a:pt x="268" y="5895"/>
                      <a:pt x="270" y="5640"/>
                    </a:cubicBezTo>
                    <a:cubicBezTo>
                      <a:pt x="273" y="5513"/>
                      <a:pt x="275" y="5383"/>
                      <a:pt x="278" y="5250"/>
                    </a:cubicBezTo>
                    <a:cubicBezTo>
                      <a:pt x="280" y="4918"/>
                      <a:pt x="268" y="4582"/>
                      <a:pt x="255" y="4250"/>
                    </a:cubicBezTo>
                    <a:cubicBezTo>
                      <a:pt x="173" y="4168"/>
                      <a:pt x="90" y="4085"/>
                      <a:pt x="5" y="4000"/>
                    </a:cubicBezTo>
                    <a:cubicBezTo>
                      <a:pt x="0" y="3605"/>
                      <a:pt x="0" y="3605"/>
                      <a:pt x="35" y="3100"/>
                    </a:cubicBezTo>
                    <a:cubicBezTo>
                      <a:pt x="48" y="2920"/>
                      <a:pt x="60" y="2742"/>
                      <a:pt x="73" y="2555"/>
                    </a:cubicBezTo>
                    <a:cubicBezTo>
                      <a:pt x="85" y="2367"/>
                      <a:pt x="100" y="2180"/>
                      <a:pt x="115" y="1985"/>
                    </a:cubicBezTo>
                    <a:cubicBezTo>
                      <a:pt x="128" y="1795"/>
                      <a:pt x="140" y="1605"/>
                      <a:pt x="155" y="1410"/>
                    </a:cubicBezTo>
                    <a:cubicBezTo>
                      <a:pt x="188" y="940"/>
                      <a:pt x="220" y="470"/>
                      <a:pt x="2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23" name="judge vector"/>
              <p:cNvSpPr/>
              <p:nvPr/>
            </p:nvSpPr>
            <p:spPr>
              <a:xfrm>
                <a:off x="16415766" y="8636508"/>
                <a:ext cx="34290" cy="43434"/>
              </a:xfrm>
              <a:custGeom>
                <a:avLst/>
                <a:gdLst/>
                <a:ahLst/>
                <a:cxnLst/>
                <a:rect l="0" t="0" r="r" b="b"/>
                <a:pathLst>
                  <a:path w="3750" h="4750" fill="norm" stroke="0">
                    <a:moveTo>
                      <a:pt x="3000" y="0"/>
                    </a:moveTo>
                    <a:cubicBezTo>
                      <a:pt x="3247" y="82"/>
                      <a:pt x="3495" y="165"/>
                      <a:pt x="3750" y="250"/>
                    </a:cubicBezTo>
                    <a:cubicBezTo>
                      <a:pt x="3727" y="572"/>
                      <a:pt x="3700" y="895"/>
                      <a:pt x="3672" y="1220"/>
                    </a:cubicBezTo>
                    <a:cubicBezTo>
                      <a:pt x="3658" y="1398"/>
                      <a:pt x="3642" y="1577"/>
                      <a:pt x="3628" y="1763"/>
                    </a:cubicBezTo>
                    <a:cubicBezTo>
                      <a:pt x="3467" y="2372"/>
                      <a:pt x="3273" y="2435"/>
                      <a:pt x="2750" y="2750"/>
                    </a:cubicBezTo>
                    <a:cubicBezTo>
                      <a:pt x="2557" y="3110"/>
                      <a:pt x="2557" y="3110"/>
                      <a:pt x="2405" y="3500"/>
                    </a:cubicBezTo>
                    <a:cubicBezTo>
                      <a:pt x="2135" y="4095"/>
                      <a:pt x="1945" y="4355"/>
                      <a:pt x="1328" y="4595"/>
                    </a:cubicBezTo>
                    <a:cubicBezTo>
                      <a:pt x="1138" y="4645"/>
                      <a:pt x="947" y="4697"/>
                      <a:pt x="750" y="4750"/>
                    </a:cubicBezTo>
                    <a:cubicBezTo>
                      <a:pt x="360" y="4312"/>
                      <a:pt x="360" y="4312"/>
                      <a:pt x="0" y="3750"/>
                    </a:cubicBezTo>
                    <a:cubicBezTo>
                      <a:pt x="78" y="3188"/>
                      <a:pt x="78" y="3188"/>
                      <a:pt x="250" y="2750"/>
                    </a:cubicBezTo>
                    <a:cubicBezTo>
                      <a:pt x="497" y="2750"/>
                      <a:pt x="745" y="2750"/>
                      <a:pt x="1000" y="2750"/>
                    </a:cubicBezTo>
                    <a:cubicBezTo>
                      <a:pt x="1000" y="2503"/>
                      <a:pt x="1000" y="2255"/>
                      <a:pt x="1000" y="2000"/>
                    </a:cubicBezTo>
                    <a:cubicBezTo>
                      <a:pt x="1330" y="2000"/>
                      <a:pt x="1660" y="2000"/>
                      <a:pt x="2000" y="2000"/>
                    </a:cubicBezTo>
                    <a:cubicBezTo>
                      <a:pt x="2025" y="1810"/>
                      <a:pt x="2053" y="1617"/>
                      <a:pt x="2078" y="1423"/>
                    </a:cubicBezTo>
                    <a:cubicBezTo>
                      <a:pt x="2260" y="707"/>
                      <a:pt x="2443" y="460"/>
                      <a:pt x="3000" y="0"/>
                    </a:cubicBezTo>
                    <a:close/>
                  </a:path>
                </a:pathLst>
              </a:custGeom>
              <a:solidFill>
                <a:srgbClr val="EBEEF0"/>
              </a:solidFill>
              <a:ln w="0">
                <a:noFill/>
              </a:ln>
            </p:spPr>
          </p:sp>
          <p:sp>
            <p:nvSpPr>
              <p:cNvPr id="1124" name="judge vector"/>
              <p:cNvSpPr/>
              <p:nvPr/>
            </p:nvSpPr>
            <p:spPr>
              <a:xfrm>
                <a:off x="16459200" y="8600824"/>
                <a:ext cx="36576" cy="35684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3903" fill="norm" stroke="0">
                    <a:moveTo>
                      <a:pt x="4000" y="403"/>
                    </a:moveTo>
                    <a:cubicBezTo>
                      <a:pt x="4000" y="733"/>
                      <a:pt x="4000" y="1062"/>
                      <a:pt x="4000" y="1403"/>
                    </a:cubicBezTo>
                    <a:cubicBezTo>
                      <a:pt x="3588" y="1485"/>
                      <a:pt x="3175" y="1567"/>
                      <a:pt x="2750" y="1653"/>
                    </a:cubicBezTo>
                    <a:cubicBezTo>
                      <a:pt x="2750" y="1817"/>
                      <a:pt x="2750" y="1983"/>
                      <a:pt x="2750" y="2153"/>
                    </a:cubicBezTo>
                    <a:cubicBezTo>
                      <a:pt x="2638" y="2168"/>
                      <a:pt x="2523" y="2183"/>
                      <a:pt x="2405" y="2200"/>
                    </a:cubicBezTo>
                    <a:cubicBezTo>
                      <a:pt x="2000" y="2403"/>
                      <a:pt x="2000" y="2403"/>
                      <a:pt x="1780" y="3028"/>
                    </a:cubicBezTo>
                    <a:cubicBezTo>
                      <a:pt x="1735" y="3130"/>
                      <a:pt x="1735" y="3130"/>
                      <a:pt x="1500" y="3653"/>
                    </a:cubicBezTo>
                    <a:cubicBezTo>
                      <a:pt x="845" y="3855"/>
                      <a:pt x="845" y="3855"/>
                      <a:pt x="250" y="3903"/>
                    </a:cubicBezTo>
                    <a:cubicBezTo>
                      <a:pt x="168" y="3572"/>
                      <a:pt x="85" y="3243"/>
                      <a:pt x="0" y="2903"/>
                    </a:cubicBezTo>
                    <a:cubicBezTo>
                      <a:pt x="330" y="2903"/>
                      <a:pt x="660" y="2903"/>
                      <a:pt x="1000" y="2903"/>
                    </a:cubicBezTo>
                    <a:cubicBezTo>
                      <a:pt x="1000" y="2738"/>
                      <a:pt x="1000" y="2572"/>
                      <a:pt x="1000" y="2403"/>
                    </a:cubicBezTo>
                    <a:cubicBezTo>
                      <a:pt x="835" y="2403"/>
                      <a:pt x="670" y="2403"/>
                      <a:pt x="500" y="2403"/>
                    </a:cubicBezTo>
                    <a:cubicBezTo>
                      <a:pt x="500" y="1428"/>
                      <a:pt x="500" y="1428"/>
                      <a:pt x="750" y="903"/>
                    </a:cubicBezTo>
                    <a:cubicBezTo>
                      <a:pt x="1787" y="220"/>
                      <a:pt x="2830" y="0"/>
                      <a:pt x="4000" y="403"/>
                    </a:cubicBezTo>
                    <a:close/>
                  </a:path>
                </a:pathLst>
              </a:custGeom>
              <a:solidFill>
                <a:srgbClr val="FEFEFE"/>
              </a:solidFill>
              <a:ln w="0">
                <a:noFill/>
              </a:ln>
            </p:spPr>
          </p:sp>
          <p:sp>
            <p:nvSpPr>
              <p:cNvPr id="1125" name="judge vector"/>
              <p:cNvSpPr/>
              <p:nvPr/>
            </p:nvSpPr>
            <p:spPr>
              <a:xfrm>
                <a:off x="16511778" y="8652510"/>
                <a:ext cx="52578" cy="38862"/>
              </a:xfrm>
              <a:custGeom>
                <a:avLst/>
                <a:gdLst/>
                <a:ahLst/>
                <a:cxnLst/>
                <a:rect l="0" t="0" r="r" b="b"/>
                <a:pathLst>
                  <a:path w="5750" h="4250" fill="norm" stroke="0">
                    <a:moveTo>
                      <a:pt x="3000" y="0"/>
                    </a:moveTo>
                    <a:cubicBezTo>
                      <a:pt x="3000" y="330"/>
                      <a:pt x="3000" y="660"/>
                      <a:pt x="3000" y="1000"/>
                    </a:cubicBezTo>
                    <a:cubicBezTo>
                      <a:pt x="3237" y="1053"/>
                      <a:pt x="3475" y="1102"/>
                      <a:pt x="3720" y="1155"/>
                    </a:cubicBezTo>
                    <a:cubicBezTo>
                      <a:pt x="4440" y="1393"/>
                      <a:pt x="4440" y="1393"/>
                      <a:pt x="4685" y="1840"/>
                    </a:cubicBezTo>
                    <a:cubicBezTo>
                      <a:pt x="4760" y="2102"/>
                      <a:pt x="4828" y="2367"/>
                      <a:pt x="4892" y="2635"/>
                    </a:cubicBezTo>
                    <a:cubicBezTo>
                      <a:pt x="5043" y="3148"/>
                      <a:pt x="5342" y="3418"/>
                      <a:pt x="5750" y="3750"/>
                    </a:cubicBezTo>
                    <a:cubicBezTo>
                      <a:pt x="5668" y="3915"/>
                      <a:pt x="5585" y="4080"/>
                      <a:pt x="5500" y="4250"/>
                    </a:cubicBezTo>
                    <a:cubicBezTo>
                      <a:pt x="5490" y="4192"/>
                      <a:pt x="5490" y="4192"/>
                      <a:pt x="5438" y="3905"/>
                    </a:cubicBezTo>
                    <a:cubicBezTo>
                      <a:pt x="5170" y="3327"/>
                      <a:pt x="4825" y="3265"/>
                      <a:pt x="4250" y="3000"/>
                    </a:cubicBezTo>
                    <a:cubicBezTo>
                      <a:pt x="4030" y="2898"/>
                      <a:pt x="3812" y="2793"/>
                      <a:pt x="3585" y="2688"/>
                    </a:cubicBezTo>
                    <a:cubicBezTo>
                      <a:pt x="3350" y="2577"/>
                      <a:pt x="3112" y="2467"/>
                      <a:pt x="2875" y="2360"/>
                    </a:cubicBezTo>
                    <a:cubicBezTo>
                      <a:pt x="2757" y="2305"/>
                      <a:pt x="2638" y="2250"/>
                      <a:pt x="2517" y="2192"/>
                    </a:cubicBezTo>
                    <a:cubicBezTo>
                      <a:pt x="1990" y="1950"/>
                      <a:pt x="1503" y="1750"/>
                      <a:pt x="932" y="1628"/>
                    </a:cubicBezTo>
                    <a:cubicBezTo>
                      <a:pt x="790" y="1585"/>
                      <a:pt x="648" y="1543"/>
                      <a:pt x="500" y="1500"/>
                    </a:cubicBezTo>
                    <a:cubicBezTo>
                      <a:pt x="188" y="860"/>
                      <a:pt x="188" y="860"/>
                      <a:pt x="0" y="250"/>
                    </a:cubicBezTo>
                    <a:cubicBezTo>
                      <a:pt x="405" y="207"/>
                      <a:pt x="812" y="168"/>
                      <a:pt x="1220" y="125"/>
                    </a:cubicBezTo>
                    <a:cubicBezTo>
                      <a:pt x="1445" y="102"/>
                      <a:pt x="1670" y="77"/>
                      <a:pt x="1905" y="55"/>
                    </a:cubicBezTo>
                    <a:cubicBezTo>
                      <a:pt x="2500" y="0"/>
                      <a:pt x="2500" y="0"/>
                      <a:pt x="3000" y="0"/>
                    </a:cubicBezTo>
                    <a:close/>
                  </a:path>
                </a:pathLst>
              </a:custGeom>
              <a:solidFill>
                <a:srgbClr val="F6F6F7"/>
              </a:solidFill>
              <a:ln w="0">
                <a:noFill/>
              </a:ln>
            </p:spPr>
          </p:sp>
          <p:sp>
            <p:nvSpPr>
              <p:cNvPr id="1126" name="judge vector"/>
              <p:cNvSpPr/>
              <p:nvPr/>
            </p:nvSpPr>
            <p:spPr>
              <a:xfrm>
                <a:off x="16248454" y="8515350"/>
                <a:ext cx="25969" cy="45720"/>
              </a:xfrm>
              <a:custGeom>
                <a:avLst/>
                <a:gdLst/>
                <a:ahLst/>
                <a:cxnLst/>
                <a:rect l="0" t="0" r="r" b="b"/>
                <a:pathLst>
                  <a:path w="2840" h="5000" fill="norm" stroke="0">
                    <a:moveTo>
                      <a:pt x="1797" y="0"/>
                    </a:moveTo>
                    <a:cubicBezTo>
                      <a:pt x="2045" y="82"/>
                      <a:pt x="2292" y="165"/>
                      <a:pt x="2547" y="250"/>
                    </a:cubicBezTo>
                    <a:cubicBezTo>
                      <a:pt x="2840" y="1518"/>
                      <a:pt x="2840" y="2725"/>
                      <a:pt x="2547" y="4000"/>
                    </a:cubicBezTo>
                    <a:cubicBezTo>
                      <a:pt x="2382" y="4165"/>
                      <a:pt x="2217" y="4330"/>
                      <a:pt x="2047" y="4500"/>
                    </a:cubicBezTo>
                    <a:cubicBezTo>
                      <a:pt x="1882" y="4418"/>
                      <a:pt x="1717" y="4335"/>
                      <a:pt x="1547" y="4250"/>
                    </a:cubicBezTo>
                    <a:cubicBezTo>
                      <a:pt x="1465" y="4415"/>
                      <a:pt x="1382" y="4580"/>
                      <a:pt x="1297" y="4750"/>
                    </a:cubicBezTo>
                    <a:cubicBezTo>
                      <a:pt x="797" y="4923"/>
                      <a:pt x="797" y="4923"/>
                      <a:pt x="297" y="5000"/>
                    </a:cubicBezTo>
                    <a:cubicBezTo>
                      <a:pt x="47" y="4750"/>
                      <a:pt x="47" y="4750"/>
                      <a:pt x="0" y="4155"/>
                    </a:cubicBezTo>
                    <a:cubicBezTo>
                      <a:pt x="50" y="3465"/>
                      <a:pt x="77" y="3242"/>
                      <a:pt x="547" y="2750"/>
                    </a:cubicBezTo>
                    <a:cubicBezTo>
                      <a:pt x="765" y="2653"/>
                      <a:pt x="980" y="2555"/>
                      <a:pt x="1202" y="2452"/>
                    </a:cubicBezTo>
                    <a:cubicBezTo>
                      <a:pt x="1797" y="2000"/>
                      <a:pt x="1797" y="2000"/>
                      <a:pt x="1877" y="1508"/>
                    </a:cubicBezTo>
                    <a:cubicBezTo>
                      <a:pt x="1875" y="1000"/>
                      <a:pt x="1852" y="505"/>
                      <a:pt x="17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27" name="judge vector"/>
              <p:cNvSpPr/>
              <p:nvPr/>
            </p:nvSpPr>
            <p:spPr>
              <a:xfrm>
                <a:off x="16248888" y="8449056"/>
                <a:ext cx="16002" cy="54864"/>
              </a:xfrm>
              <a:custGeom>
                <a:avLst/>
                <a:gdLst/>
                <a:ahLst/>
                <a:cxnLst/>
                <a:rect l="0" t="0" r="r" b="b"/>
                <a:pathLst>
                  <a:path w="1750" h="6000" fill="norm" stroke="0">
                    <a:moveTo>
                      <a:pt x="0" y="0"/>
                    </a:moveTo>
                    <a:cubicBezTo>
                      <a:pt x="412" y="0"/>
                      <a:pt x="825" y="0"/>
                      <a:pt x="1250" y="0"/>
                    </a:cubicBezTo>
                    <a:cubicBezTo>
                      <a:pt x="1250" y="1320"/>
                      <a:pt x="1250" y="2640"/>
                      <a:pt x="1250" y="4000"/>
                    </a:cubicBezTo>
                    <a:cubicBezTo>
                      <a:pt x="1415" y="4082"/>
                      <a:pt x="1580" y="4165"/>
                      <a:pt x="1750" y="4250"/>
                    </a:cubicBezTo>
                    <a:cubicBezTo>
                      <a:pt x="1750" y="4827"/>
                      <a:pt x="1750" y="5405"/>
                      <a:pt x="1750" y="6000"/>
                    </a:cubicBezTo>
                    <a:cubicBezTo>
                      <a:pt x="1420" y="5918"/>
                      <a:pt x="1090" y="5835"/>
                      <a:pt x="750" y="5750"/>
                    </a:cubicBezTo>
                    <a:cubicBezTo>
                      <a:pt x="750" y="5090"/>
                      <a:pt x="750" y="4430"/>
                      <a:pt x="750" y="3750"/>
                    </a:cubicBezTo>
                    <a:cubicBezTo>
                      <a:pt x="503" y="3750"/>
                      <a:pt x="255" y="3750"/>
                      <a:pt x="0" y="3750"/>
                    </a:cubicBezTo>
                    <a:cubicBezTo>
                      <a:pt x="0" y="2513"/>
                      <a:pt x="0" y="127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28" name="judge vector"/>
              <p:cNvSpPr/>
              <p:nvPr/>
            </p:nvSpPr>
            <p:spPr>
              <a:xfrm>
                <a:off x="16447776" y="8637794"/>
                <a:ext cx="112014" cy="51298"/>
              </a:xfrm>
              <a:custGeom>
                <a:avLst/>
                <a:gdLst/>
                <a:ahLst/>
                <a:cxnLst/>
                <a:rect l="0" t="0" r="r" b="b"/>
                <a:pathLst>
                  <a:path w="12250" h="5610" fill="norm" stroke="0">
                    <a:moveTo>
                      <a:pt x="1765" y="0"/>
                    </a:moveTo>
                    <a:cubicBezTo>
                      <a:pt x="2500" y="110"/>
                      <a:pt x="2500" y="110"/>
                      <a:pt x="2765" y="452"/>
                    </a:cubicBezTo>
                    <a:cubicBezTo>
                      <a:pt x="2843" y="587"/>
                      <a:pt x="2920" y="722"/>
                      <a:pt x="3000" y="860"/>
                    </a:cubicBezTo>
                    <a:cubicBezTo>
                      <a:pt x="3515" y="1095"/>
                      <a:pt x="3515" y="1095"/>
                      <a:pt x="3858" y="1215"/>
                    </a:cubicBezTo>
                    <a:cubicBezTo>
                      <a:pt x="4308" y="1380"/>
                      <a:pt x="4735" y="1580"/>
                      <a:pt x="5170" y="1780"/>
                    </a:cubicBezTo>
                    <a:cubicBezTo>
                      <a:pt x="5973" y="2143"/>
                      <a:pt x="6780" y="2470"/>
                      <a:pt x="7603" y="2778"/>
                    </a:cubicBezTo>
                    <a:cubicBezTo>
                      <a:pt x="7800" y="2852"/>
                      <a:pt x="8000" y="2928"/>
                      <a:pt x="8203" y="3005"/>
                    </a:cubicBezTo>
                    <a:cubicBezTo>
                      <a:pt x="8603" y="3155"/>
                      <a:pt x="9003" y="3305"/>
                      <a:pt x="9403" y="3450"/>
                    </a:cubicBezTo>
                    <a:cubicBezTo>
                      <a:pt x="10520" y="3870"/>
                      <a:pt x="11365" y="4303"/>
                      <a:pt x="12250" y="5110"/>
                    </a:cubicBezTo>
                    <a:cubicBezTo>
                      <a:pt x="12168" y="5275"/>
                      <a:pt x="12085" y="5440"/>
                      <a:pt x="12000" y="5610"/>
                    </a:cubicBezTo>
                    <a:cubicBezTo>
                      <a:pt x="11835" y="5460"/>
                      <a:pt x="11670" y="5310"/>
                      <a:pt x="11500" y="5155"/>
                    </a:cubicBezTo>
                    <a:cubicBezTo>
                      <a:pt x="10663" y="4485"/>
                      <a:pt x="9745" y="4212"/>
                      <a:pt x="8735" y="3890"/>
                    </a:cubicBezTo>
                    <a:cubicBezTo>
                      <a:pt x="6645" y="3192"/>
                      <a:pt x="4703" y="2350"/>
                      <a:pt x="2822" y="1197"/>
                    </a:cubicBezTo>
                    <a:cubicBezTo>
                      <a:pt x="1953" y="685"/>
                      <a:pt x="1953" y="685"/>
                      <a:pt x="1250" y="860"/>
                    </a:cubicBezTo>
                    <a:cubicBezTo>
                      <a:pt x="790" y="1240"/>
                      <a:pt x="390" y="1660"/>
                      <a:pt x="0" y="2110"/>
                    </a:cubicBezTo>
                    <a:cubicBezTo>
                      <a:pt x="195" y="1013"/>
                      <a:pt x="543" y="62"/>
                      <a:pt x="1765" y="0"/>
                    </a:cubicBezTo>
                    <a:close/>
                  </a:path>
                </a:pathLst>
              </a:custGeom>
              <a:solidFill>
                <a:srgbClr val="DAC8C5"/>
              </a:solidFill>
              <a:ln w="0">
                <a:noFill/>
              </a:ln>
            </p:spPr>
          </p:sp>
          <p:sp>
            <p:nvSpPr>
              <p:cNvPr id="1129" name="judge vector"/>
              <p:cNvSpPr/>
              <p:nvPr/>
            </p:nvSpPr>
            <p:spPr>
              <a:xfrm>
                <a:off x="16328898" y="8780229"/>
                <a:ext cx="93726" cy="7155"/>
              </a:xfrm>
              <a:custGeom>
                <a:avLst/>
                <a:gdLst/>
                <a:ahLst/>
                <a:cxnLst/>
                <a:rect l="0" t="0" r="r" b="b"/>
                <a:pathLst>
                  <a:path w="10250" h="783" fill="norm" stroke="0">
                    <a:moveTo>
                      <a:pt x="750" y="33"/>
                    </a:moveTo>
                    <a:cubicBezTo>
                      <a:pt x="997" y="33"/>
                      <a:pt x="1245" y="33"/>
                      <a:pt x="1500" y="33"/>
                    </a:cubicBezTo>
                    <a:cubicBezTo>
                      <a:pt x="1500" y="197"/>
                      <a:pt x="1500" y="363"/>
                      <a:pt x="1500" y="533"/>
                    </a:cubicBezTo>
                    <a:cubicBezTo>
                      <a:pt x="1598" y="493"/>
                      <a:pt x="1693" y="450"/>
                      <a:pt x="1793" y="408"/>
                    </a:cubicBezTo>
                    <a:cubicBezTo>
                      <a:pt x="2395" y="243"/>
                      <a:pt x="2938" y="260"/>
                      <a:pt x="3562" y="268"/>
                    </a:cubicBezTo>
                    <a:cubicBezTo>
                      <a:pt x="3625" y="268"/>
                      <a:pt x="3625" y="268"/>
                      <a:pt x="3943" y="270"/>
                    </a:cubicBezTo>
                    <a:cubicBezTo>
                      <a:pt x="4342" y="273"/>
                      <a:pt x="4743" y="278"/>
                      <a:pt x="5140" y="283"/>
                    </a:cubicBezTo>
                    <a:cubicBezTo>
                      <a:pt x="5668" y="290"/>
                      <a:pt x="6193" y="295"/>
                      <a:pt x="6720" y="298"/>
                    </a:cubicBezTo>
                    <a:cubicBezTo>
                      <a:pt x="6953" y="300"/>
                      <a:pt x="7188" y="305"/>
                      <a:pt x="7428" y="308"/>
                    </a:cubicBezTo>
                    <a:cubicBezTo>
                      <a:pt x="8000" y="283"/>
                      <a:pt x="8000" y="283"/>
                      <a:pt x="8500" y="33"/>
                    </a:cubicBezTo>
                    <a:cubicBezTo>
                      <a:pt x="9003" y="0"/>
                      <a:pt x="9495" y="23"/>
                      <a:pt x="10000" y="33"/>
                    </a:cubicBezTo>
                    <a:cubicBezTo>
                      <a:pt x="10040" y="158"/>
                      <a:pt x="10040" y="158"/>
                      <a:pt x="10250" y="783"/>
                    </a:cubicBezTo>
                    <a:cubicBezTo>
                      <a:pt x="6868" y="783"/>
                      <a:pt x="3485" y="783"/>
                      <a:pt x="0" y="783"/>
                    </a:cubicBezTo>
                    <a:cubicBezTo>
                      <a:pt x="247" y="535"/>
                      <a:pt x="495" y="288"/>
                      <a:pt x="750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30" name="judge vector"/>
              <p:cNvSpPr/>
              <p:nvPr/>
            </p:nvSpPr>
            <p:spPr>
              <a:xfrm>
                <a:off x="16219170" y="8579358"/>
                <a:ext cx="27432" cy="34290"/>
              </a:xfrm>
              <a:custGeom>
                <a:avLst/>
                <a:gdLst/>
                <a:ahLst/>
                <a:cxnLst/>
                <a:rect l="0" t="0" r="r" b="b"/>
                <a:pathLst>
                  <a:path w="3000" h="3750" fill="norm" stroke="0">
                    <a:moveTo>
                      <a:pt x="1250" y="0"/>
                    </a:moveTo>
                    <a:cubicBezTo>
                      <a:pt x="1230" y="227"/>
                      <a:pt x="1210" y="452"/>
                      <a:pt x="1188" y="688"/>
                    </a:cubicBezTo>
                    <a:cubicBezTo>
                      <a:pt x="1185" y="1388"/>
                      <a:pt x="1240" y="1487"/>
                      <a:pt x="1703" y="2077"/>
                    </a:cubicBezTo>
                    <a:cubicBezTo>
                      <a:pt x="2160" y="2430"/>
                      <a:pt x="2445" y="2640"/>
                      <a:pt x="3000" y="2750"/>
                    </a:cubicBezTo>
                    <a:cubicBezTo>
                      <a:pt x="3000" y="3080"/>
                      <a:pt x="3000" y="3410"/>
                      <a:pt x="3000" y="3750"/>
                    </a:cubicBezTo>
                    <a:cubicBezTo>
                      <a:pt x="2670" y="3668"/>
                      <a:pt x="2340" y="3585"/>
                      <a:pt x="2000" y="3500"/>
                    </a:cubicBezTo>
                    <a:cubicBezTo>
                      <a:pt x="2000" y="3335"/>
                      <a:pt x="2000" y="3170"/>
                      <a:pt x="2000" y="3000"/>
                    </a:cubicBezTo>
                    <a:cubicBezTo>
                      <a:pt x="1763" y="2965"/>
                      <a:pt x="1525" y="2928"/>
                      <a:pt x="1280" y="2890"/>
                    </a:cubicBezTo>
                    <a:cubicBezTo>
                      <a:pt x="777" y="2815"/>
                      <a:pt x="465" y="2732"/>
                      <a:pt x="0" y="2500"/>
                    </a:cubicBezTo>
                    <a:cubicBezTo>
                      <a:pt x="27" y="2130"/>
                      <a:pt x="60" y="1760"/>
                      <a:pt x="95" y="1390"/>
                    </a:cubicBezTo>
                    <a:cubicBezTo>
                      <a:pt x="110" y="1185"/>
                      <a:pt x="128" y="980"/>
                      <a:pt x="148" y="768"/>
                    </a:cubicBezTo>
                    <a:cubicBezTo>
                      <a:pt x="180" y="595"/>
                      <a:pt x="215" y="425"/>
                      <a:pt x="250" y="250"/>
                    </a:cubicBezTo>
                    <a:cubicBezTo>
                      <a:pt x="750" y="0"/>
                      <a:pt x="750" y="0"/>
                      <a:pt x="1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131" name="judge vector"/>
              <p:cNvSpPr/>
              <p:nvPr/>
            </p:nvSpPr>
            <p:spPr>
              <a:xfrm>
                <a:off x="16166592" y="8593074"/>
                <a:ext cx="17236" cy="27432"/>
              </a:xfrm>
              <a:custGeom>
                <a:avLst/>
                <a:gdLst/>
                <a:ahLst/>
                <a:cxnLst/>
                <a:rect l="0" t="0" r="r" b="b"/>
                <a:pathLst>
                  <a:path w="1885" h="3000" fill="norm" stroke="0">
                    <a:moveTo>
                      <a:pt x="0" y="0"/>
                    </a:moveTo>
                    <a:cubicBezTo>
                      <a:pt x="495" y="0"/>
                      <a:pt x="990" y="0"/>
                      <a:pt x="1500" y="0"/>
                    </a:cubicBezTo>
                    <a:cubicBezTo>
                      <a:pt x="1885" y="1452"/>
                      <a:pt x="1885" y="1452"/>
                      <a:pt x="1570" y="2145"/>
                    </a:cubicBezTo>
                    <a:cubicBezTo>
                      <a:pt x="1312" y="2485"/>
                      <a:pt x="1100" y="2753"/>
                      <a:pt x="750" y="3000"/>
                    </a:cubicBezTo>
                    <a:cubicBezTo>
                      <a:pt x="503" y="3000"/>
                      <a:pt x="255" y="3000"/>
                      <a:pt x="0" y="3000"/>
                    </a:cubicBezTo>
                    <a:cubicBezTo>
                      <a:pt x="0" y="2010"/>
                      <a:pt x="0" y="1020"/>
                      <a:pt x="0" y="0"/>
                    </a:cubicBezTo>
                    <a:close/>
                  </a:path>
                </a:pathLst>
              </a:custGeom>
              <a:solidFill>
                <a:srgbClr val="D4CDCE"/>
              </a:solidFill>
              <a:ln w="0">
                <a:noFill/>
              </a:ln>
            </p:spPr>
          </p:sp>
          <p:sp>
            <p:nvSpPr>
              <p:cNvPr id="1132" name="judge vector"/>
              <p:cNvSpPr/>
              <p:nvPr/>
            </p:nvSpPr>
            <p:spPr>
              <a:xfrm>
                <a:off x="16367760" y="8641080"/>
                <a:ext cx="34290" cy="24895"/>
              </a:xfrm>
              <a:custGeom>
                <a:avLst/>
                <a:gdLst/>
                <a:ahLst/>
                <a:cxnLst/>
                <a:rect l="0" t="0" r="r" b="b"/>
                <a:pathLst>
                  <a:path w="3750" h="2722" fill="norm" stroke="0">
                    <a:moveTo>
                      <a:pt x="3250" y="0"/>
                    </a:moveTo>
                    <a:cubicBezTo>
                      <a:pt x="3693" y="495"/>
                      <a:pt x="3750" y="715"/>
                      <a:pt x="3735" y="1390"/>
                    </a:cubicBezTo>
                    <a:cubicBezTo>
                      <a:pt x="3500" y="2000"/>
                      <a:pt x="3500" y="2000"/>
                      <a:pt x="2970" y="2327"/>
                    </a:cubicBezTo>
                    <a:cubicBezTo>
                      <a:pt x="1965" y="2567"/>
                      <a:pt x="945" y="2722"/>
                      <a:pt x="0" y="2250"/>
                    </a:cubicBezTo>
                    <a:cubicBezTo>
                      <a:pt x="82" y="2003"/>
                      <a:pt x="165" y="1755"/>
                      <a:pt x="250" y="1500"/>
                    </a:cubicBezTo>
                    <a:cubicBezTo>
                      <a:pt x="620" y="1457"/>
                      <a:pt x="620" y="1457"/>
                      <a:pt x="2500" y="1250"/>
                    </a:cubicBezTo>
                    <a:cubicBezTo>
                      <a:pt x="2582" y="920"/>
                      <a:pt x="2665" y="590"/>
                      <a:pt x="2750" y="250"/>
                    </a:cubicBezTo>
                    <a:cubicBezTo>
                      <a:pt x="2915" y="168"/>
                      <a:pt x="3080" y="85"/>
                      <a:pt x="3250" y="0"/>
                    </a:cubicBezTo>
                    <a:close/>
                  </a:path>
                </a:pathLst>
              </a:custGeom>
              <a:solidFill>
                <a:srgbClr val="E0E1E3"/>
              </a:solidFill>
              <a:ln w="0">
                <a:noFill/>
              </a:ln>
            </p:spPr>
          </p:sp>
          <p:sp>
            <p:nvSpPr>
              <p:cNvPr id="1133" name="judge vector"/>
              <p:cNvSpPr/>
              <p:nvPr/>
            </p:nvSpPr>
            <p:spPr>
              <a:xfrm>
                <a:off x="16475202" y="8633170"/>
                <a:ext cx="36576" cy="21626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365" fill="norm" stroke="0">
                    <a:moveTo>
                      <a:pt x="2000" y="365"/>
                    </a:moveTo>
                    <a:cubicBezTo>
                      <a:pt x="2000" y="695"/>
                      <a:pt x="2000" y="1025"/>
                      <a:pt x="2000" y="1365"/>
                    </a:cubicBezTo>
                    <a:cubicBezTo>
                      <a:pt x="2660" y="1365"/>
                      <a:pt x="3320" y="1365"/>
                      <a:pt x="4000" y="1365"/>
                    </a:cubicBezTo>
                    <a:cubicBezTo>
                      <a:pt x="3918" y="1695"/>
                      <a:pt x="3835" y="2025"/>
                      <a:pt x="3750" y="2365"/>
                    </a:cubicBezTo>
                    <a:cubicBezTo>
                      <a:pt x="3172" y="2365"/>
                      <a:pt x="2595" y="2365"/>
                      <a:pt x="2000" y="2365"/>
                    </a:cubicBezTo>
                    <a:cubicBezTo>
                      <a:pt x="1947" y="2205"/>
                      <a:pt x="1898" y="2045"/>
                      <a:pt x="1845" y="1880"/>
                    </a:cubicBezTo>
                    <a:cubicBezTo>
                      <a:pt x="1500" y="1365"/>
                      <a:pt x="1500" y="1365"/>
                      <a:pt x="1132" y="1243"/>
                    </a:cubicBezTo>
                    <a:cubicBezTo>
                      <a:pt x="757" y="1183"/>
                      <a:pt x="378" y="1148"/>
                      <a:pt x="0" y="1115"/>
                    </a:cubicBezTo>
                    <a:cubicBezTo>
                      <a:pt x="0" y="868"/>
                      <a:pt x="0" y="620"/>
                      <a:pt x="0" y="365"/>
                    </a:cubicBezTo>
                    <a:cubicBezTo>
                      <a:pt x="733" y="0"/>
                      <a:pt x="1205" y="210"/>
                      <a:pt x="2000" y="3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1135" name="Judge model"/>
            <p:cNvSpPr txBox="1"/>
            <p:nvPr/>
          </p:nvSpPr>
          <p:spPr>
            <a:xfrm>
              <a:off x="15791688" y="8746236"/>
              <a:ext cx="1078992" cy="338328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ctr">
                <a:lnSpc>
                  <a:spcPts val="16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18" b="1" i="1">
                  <a:solidFill>
                    <a:srgbClr val="000000"/>
                  </a:solidFill>
                  <a:latin typeface="Times New Roman"/>
                </a:rPr>
                <a:t>Judge model</a:t>
              </a:r>
            </a:p>
          </p:txBody>
        </p:sp>
        <p:sp>
          <p:nvSpPr>
            <p:cNvPr id="1136" name="Entity judge decision"/>
            <p:cNvSpPr/>
            <p:nvPr/>
          </p:nvSpPr>
          <p:spPr>
            <a:xfrm>
              <a:off x="15855696" y="8997696"/>
              <a:ext cx="585216" cy="182880"/>
            </a:xfrm>
            <a:custGeom>
              <a:avLst/>
              <a:gdLst/>
              <a:ahLst/>
              <a:cxnLst/>
              <a:rect l="0" t="0" r="r" b="b"/>
              <a:pathLst>
                <a:path w="64000" h="20000" fill="none" stroke="1">
                  <a:moveTo>
                    <a:pt x="64000" y="0"/>
                  </a:moveTo>
                  <a:cubicBezTo>
                    <a:pt x="51000" y="16000"/>
                    <a:pt x="13000" y="6000"/>
                    <a:pt x="0" y="20000"/>
                  </a:cubicBezTo>
                </a:path>
              </a:pathLst>
            </a:custGeom>
            <a:noFill/>
            <a:ln w="36576">
              <a:solidFill>
                <a:srgbClr val="858585"/>
              </a:solidFill>
              <a:round/>
            </a:ln>
          </p:spPr>
        </p:sp>
        <p:sp>
          <p:nvSpPr>
            <p:cNvPr id="1137" name="Vector path"/>
            <p:cNvSpPr/>
            <p:nvPr/>
          </p:nvSpPr>
          <p:spPr>
            <a:xfrm>
              <a:off x="15791688" y="9070848"/>
              <a:ext cx="146304" cy="128016"/>
            </a:xfrm>
            <a:custGeom>
              <a:avLst/>
              <a:gdLst/>
              <a:ahLst/>
              <a:cxnLst/>
              <a:rect l="0" t="0" r="r" b="b"/>
              <a:pathLst>
                <a:path w="16000" h="14000" fill="norm" stroke="0">
                  <a:moveTo>
                    <a:pt x="8000" y="0"/>
                  </a:moveTo>
                  <a:lnTo>
                    <a:pt x="0" y="14000"/>
                  </a:lnTo>
                  <a:lnTo>
                    <a:pt x="16000" y="11000"/>
                  </a:lnTo>
                  <a:lnTo>
                    <a:pt x="8000" y="0"/>
                  </a:lnTo>
                  <a:close/>
                </a:path>
              </a:pathLst>
            </a:custGeom>
            <a:solidFill>
              <a:srgbClr val="858585"/>
            </a:solidFill>
            <a:ln w="18288">
              <a:noFill/>
            </a:ln>
          </p:spPr>
        </p:sp>
        <p:grpSp>
          <p:nvGrpSpPr>
            <p:cNvPr id="1141" name="Entity reward symbol"/>
            <p:cNvGrpSpPr/>
            <p:nvPr/>
          </p:nvGrpSpPr>
          <p:grpSpPr>
            <a:xfrm>
              <a:off x="14630400" y="9386316"/>
              <a:ext cx="528180" cy="264262"/>
              <a:chOff x="14630400" y="9386316"/>
              <a:chExt cx="528180" cy="264262"/>
            </a:xfrm>
          </p:grpSpPr>
          <p:sp>
            <p:nvSpPr>
              <p:cNvPr id="1138" name="R"/>
              <p:cNvSpPr txBox="1"/>
              <p:nvPr/>
            </p:nvSpPr>
            <p:spPr>
              <a:xfrm>
                <a:off x="14630400" y="9386316"/>
                <a:ext cx="128373" cy="261518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31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0" i="1">
                    <a:solidFill>
                      <a:srgbClr val="000000"/>
                    </a:solidFill>
                    <a:latin typeface="Times New Roman"/>
                  </a:rPr>
                  <a:t>R</a:t>
                </a:r>
              </a:p>
            </p:txBody>
          </p:sp>
          <p:sp>
            <p:nvSpPr>
              <p:cNvPr id="1139" name="entity"/>
              <p:cNvSpPr txBox="1"/>
              <p:nvPr/>
            </p:nvSpPr>
            <p:spPr>
              <a:xfrm>
                <a:off x="14753287" y="9496044"/>
                <a:ext cx="269548" cy="154534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96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936" b="0" i="1">
                    <a:solidFill>
                      <a:srgbClr val="000000"/>
                    </a:solidFill>
                    <a:latin typeface="Times New Roman"/>
                  </a:rPr>
                  <a:t>entity</a:t>
                </a:r>
              </a:p>
            </p:txBody>
          </p:sp>
          <p:sp>
            <p:nvSpPr>
              <p:cNvPr id="1140" name="="/>
              <p:cNvSpPr txBox="1"/>
              <p:nvPr/>
            </p:nvSpPr>
            <p:spPr>
              <a:xfrm>
                <a:off x="15017348" y="9386316"/>
                <a:ext cx="141232" cy="261518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 rtlCol="0">
                <a:noAutofit/>
              </a:bodyPr>
              <a:lstStyle/>
              <a:p>
                <a:pPr algn="l">
                  <a:lnSpc>
                    <a:spcPts val="1631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0" i="1">
                    <a:solidFill>
                      <a:srgbClr val="000000"/>
                    </a:solidFill>
                    <a:latin typeface="Times New Roman"/>
                  </a:rPr>
                  <a:t>=</a:t>
                </a:r>
              </a:p>
            </p:txBody>
          </p:sp>
        </p:grpSp>
        <p:sp>
          <p:nvSpPr>
            <p:cNvPr id="1142" name="Entity reward cases brace"/>
            <p:cNvSpPr/>
            <p:nvPr/>
          </p:nvSpPr>
          <p:spPr>
            <a:xfrm>
              <a:off x="15051024" y="9198864"/>
              <a:ext cx="128016" cy="539496"/>
            </a:xfrm>
            <a:custGeom>
              <a:avLst/>
              <a:gdLst/>
              <a:ahLst/>
              <a:cxnLst/>
              <a:rect l="0" t="0" r="r" b="b"/>
              <a:pathLst>
                <a:path w="14000" h="59000" fill="none" stroke="1">
                  <a:moveTo>
                    <a:pt x="14000" y="0"/>
                  </a:moveTo>
                  <a:cubicBezTo>
                    <a:pt x="5000" y="0"/>
                    <a:pt x="11000" y="20000"/>
                    <a:pt x="6000" y="25000"/>
                  </a:cubicBezTo>
                  <a:cubicBezTo>
                    <a:pt x="4000" y="28000"/>
                    <a:pt x="0" y="27000"/>
                    <a:pt x="0" y="29000"/>
                  </a:cubicBezTo>
                  <a:cubicBezTo>
                    <a:pt x="0" y="31000"/>
                    <a:pt x="4000" y="31000"/>
                    <a:pt x="6000" y="34000"/>
                  </a:cubicBezTo>
                  <a:cubicBezTo>
                    <a:pt x="11000" y="39000"/>
                    <a:pt x="5000" y="59000"/>
                    <a:pt x="14000" y="59000"/>
                  </a:cubicBezTo>
                </a:path>
              </a:pathLst>
            </a:custGeom>
            <a:noFill/>
            <a:ln w="12802">
              <a:solidFill>
                <a:srgbClr val="000000"/>
              </a:solidFill>
              <a:round/>
            </a:ln>
          </p:spPr>
        </p:sp>
        <p:sp>
          <p:nvSpPr>
            <p:cNvPr id="1143" name="1,  if Judge = True"/>
            <p:cNvSpPr txBox="1"/>
            <p:nvPr/>
          </p:nvSpPr>
          <p:spPr>
            <a:xfrm>
              <a:off x="15307056" y="9240012"/>
              <a:ext cx="1499616" cy="292608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4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1">
                  <a:solidFill>
                    <a:srgbClr val="000000"/>
                  </a:solidFill>
                  <a:latin typeface="Times New Roman"/>
                </a:rPr>
                <a:t>1,  if Judge = True</a:t>
              </a:r>
            </a:p>
          </p:txBody>
        </p:sp>
        <p:sp>
          <p:nvSpPr>
            <p:cNvPr id="1144" name="0,  otherwise"/>
            <p:cNvSpPr txBox="1"/>
            <p:nvPr/>
          </p:nvSpPr>
          <p:spPr>
            <a:xfrm>
              <a:off x="15307056" y="9496044"/>
              <a:ext cx="1554480" cy="274320"/>
            </a:xfrm>
            <a:prstGeom prst="rect">
              <a:avLst/>
            </a:prstGeom>
            <a:noFill/>
          </p:spPr>
          <p:txBody>
            <a:bodyPr wrap="none" lIns="0" rIns="0" tIns="0" bIns="0" anchor="t" anchorCtr="0" rtlCol="0">
              <a:noAutofit/>
            </a:bodyPr>
            <a:lstStyle/>
            <a:p>
              <a:pPr algn="l">
                <a:lnSpc>
                  <a:spcPts val="14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i="1">
                  <a:solidFill>
                    <a:srgbClr val="000000"/>
                  </a:solidFill>
                  <a:latin typeface="Times New Roman"/>
                </a:rPr>
                <a:t>0,  otherwise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Fact-R1 Towards Explainable Video Misinformation Detection with Deep Reaso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090136" cy="9939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FakeVV Dataset Construction Process and Fact-R1 Pipeline</dc:title>
  <dc:subject>Editable reconstruction of the supplied reference figure</dc:subject>
  <dc:creator/>
  <cp:keywords>FakeVV, Fact-R1, editable diagram, reconstruction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