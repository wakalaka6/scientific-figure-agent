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Lst>
  <p:sldSz cx="16596359" cy="8494776"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Reconstructed from the user-provided reference. All labels, modules, tokens and connectors are editable native PowerPoint elements. The six aerial video crops are separately embedded photographs. The SVG is also composed of editable vector shapes and live text.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6.png"/><Relationship Id="rId8"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 1"/>
          <p:cNvSpPr/>
          <p:nvPr/>
        </p:nvSpPr>
        <p:spPr>
          <a:xfrm>
            <a:off x="0" y="0"/>
            <a:ext cx="16596360" cy="8494776"/>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a) Input and encoders"/>
          <p:cNvSpPr/>
          <p:nvPr/>
        </p:nvSpPr>
        <p:spPr>
          <a:xfrm>
            <a:off x="0" y="137160"/>
            <a:ext cx="5577840" cy="3831336"/>
          </a:xfrm>
          <a:prstGeom prst="roundRect">
            <a:avLst>
              <a:gd name="adj" fmla="val 5011"/>
            </a:avLst>
          </a:prstGeom>
          <a:solidFill>
            <a:srgbClr val="E1EFD7"/>
          </a:solidFill>
          <a:ln>
            <a:noFill/>
          </a:ln>
          <a:effectLst>
            <a:outerShdw blurRad="50292" dist="45720" dir="3090000" algn="tl" rotWithShape="0">
              <a:srgbClr val="000000">
                <a:alpha val="33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 name="(b) Visual-language fusion"/>
          <p:cNvSpPr/>
          <p:nvPr/>
        </p:nvSpPr>
        <p:spPr>
          <a:xfrm>
            <a:off x="5824728" y="137160"/>
            <a:ext cx="3218688" cy="3831336"/>
          </a:xfrm>
          <a:prstGeom prst="roundRect">
            <a:avLst>
              <a:gd name="adj" fmla="val 4261"/>
            </a:avLst>
          </a:prstGeom>
          <a:solidFill>
            <a:srgbClr val="FFF9EC"/>
          </a:solidFill>
          <a:ln>
            <a:noFill/>
          </a:ln>
          <a:effectLst>
            <a:outerShdw blurRad="50292" dist="45720" dir="3090000" algn="tl" rotWithShape="0">
              <a:srgbClr val="000000">
                <a:alpha val="33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c) Grounding decoder"/>
          <p:cNvSpPr/>
          <p:nvPr/>
        </p:nvSpPr>
        <p:spPr>
          <a:xfrm>
            <a:off x="9272016" y="137160"/>
            <a:ext cx="7296912" cy="3831336"/>
          </a:xfrm>
          <a:prstGeom prst="roundRect">
            <a:avLst>
              <a:gd name="adj" fmla="val 6443"/>
            </a:avLst>
          </a:prstGeom>
          <a:solidFill>
            <a:srgbClr val="EEEAF2"/>
          </a:solidFill>
          <a:ln>
            <a:noFill/>
          </a:ln>
          <a:effectLst>
            <a:outerShdw blurRad="50292" dist="45720" dir="3090000" algn="tl" rotWithShape="0">
              <a:srgbClr val="000000">
                <a:alpha val="33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Expanded branch callout frame"/>
          <p:cNvSpPr/>
          <p:nvPr/>
        </p:nvSpPr>
        <p:spPr>
          <a:xfrm>
            <a:off x="731520" y="3922776"/>
            <a:ext cx="14648688" cy="4608576"/>
          </a:xfrm>
          <a:custGeom>
            <a:avLst/>
            <a:gdLst/>
            <a:ahLst/>
            <a:cxnLst/>
            <a:rect l="0" t="0" r="r" b="b"/>
            <a:pathLst>
              <a:path w="14648688" h="4608576" fill="none" stroke="1" extrusionOk="0">
                <a:moveTo>
                  <a:pt x="5102352" y="9144"/>
                </a:moveTo>
                <a:cubicBezTo>
                  <a:pt x="5266944" y="274320"/>
                  <a:pt x="2057400" y="402336"/>
                  <a:pt x="155448" y="374904"/>
                </a:cubicBezTo>
                <a:cubicBezTo>
                  <a:pt x="64008" y="374904"/>
                  <a:pt x="0" y="457200"/>
                  <a:pt x="0" y="557784"/>
                </a:cubicBezTo>
                <a:lnTo>
                  <a:pt x="0" y="4434840"/>
                </a:lnTo>
                <a:cubicBezTo>
                  <a:pt x="0" y="4553712"/>
                  <a:pt x="54864" y="4608576"/>
                  <a:pt x="173736" y="4608576"/>
                </a:cubicBezTo>
                <a:lnTo>
                  <a:pt x="14474952" y="4608576"/>
                </a:lnTo>
                <a:cubicBezTo>
                  <a:pt x="14593824" y="4608576"/>
                  <a:pt x="14648688" y="4544568"/>
                  <a:pt x="14648688" y="4425696"/>
                </a:cubicBezTo>
                <a:lnTo>
                  <a:pt x="14648688" y="548640"/>
                </a:lnTo>
                <a:cubicBezTo>
                  <a:pt x="14648688" y="429768"/>
                  <a:pt x="14575536" y="365760"/>
                  <a:pt x="14456664" y="365760"/>
                </a:cubicBezTo>
                <a:cubicBezTo>
                  <a:pt x="12435840" y="338328"/>
                  <a:pt x="8503920" y="393192"/>
                  <a:pt x="8293608" y="0"/>
                </a:cubicBezTo>
              </a:path>
            </a:pathLst>
          </a:custGeom>
          <a:noFill/>
          <a:ln w="45719">
            <a:solidFill>
              <a:srgbClr val="EAE6D9"/>
            </a:solidFill>
          </a:ln>
          <a:effectLst>
            <a:outerShdw blurRad="50292" dist="45720" dir="3090000" algn="tl" rotWithShape="0">
              <a:srgbClr val="000000">
                <a:alpha val="33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path 6"/>
          <p:cNvSpPr/>
          <p:nvPr/>
        </p:nvSpPr>
        <p:spPr>
          <a:xfrm>
            <a:off x="758952" y="3922776"/>
            <a:ext cx="14593824" cy="4581144"/>
          </a:xfrm>
          <a:custGeom>
            <a:avLst/>
            <a:gdLst/>
            <a:ahLst/>
            <a:cxnLst/>
            <a:rect l="0" t="0" r="r" b="b"/>
            <a:pathLst>
              <a:path w="14593824" h="4581144" fill="none" stroke="1" extrusionOk="0">
                <a:moveTo>
                  <a:pt x="5074920" y="9144"/>
                </a:moveTo>
                <a:cubicBezTo>
                  <a:pt x="5239512" y="246888"/>
                  <a:pt x="2029968" y="365760"/>
                  <a:pt x="137160" y="347472"/>
                </a:cubicBezTo>
                <a:cubicBezTo>
                  <a:pt x="45720" y="347472"/>
                  <a:pt x="0" y="438912"/>
                  <a:pt x="0" y="548640"/>
                </a:cubicBezTo>
                <a:lnTo>
                  <a:pt x="0" y="4434840"/>
                </a:lnTo>
                <a:cubicBezTo>
                  <a:pt x="0" y="4535424"/>
                  <a:pt x="45720" y="4581144"/>
                  <a:pt x="146304" y="4581144"/>
                </a:cubicBezTo>
                <a:lnTo>
                  <a:pt x="14447520" y="4581144"/>
                </a:lnTo>
                <a:cubicBezTo>
                  <a:pt x="14548104" y="4581144"/>
                  <a:pt x="14593824" y="4535424"/>
                  <a:pt x="14593824" y="4425696"/>
                </a:cubicBezTo>
                <a:lnTo>
                  <a:pt x="14593824" y="548640"/>
                </a:lnTo>
                <a:cubicBezTo>
                  <a:pt x="14593824" y="438912"/>
                  <a:pt x="14538960" y="393192"/>
                  <a:pt x="14429232" y="393192"/>
                </a:cubicBezTo>
                <a:cubicBezTo>
                  <a:pt x="12408408" y="365760"/>
                  <a:pt x="8476488" y="411480"/>
                  <a:pt x="8266176" y="0"/>
                </a:cubicBezTo>
              </a:path>
            </a:pathLst>
          </a:custGeom>
          <a:noFill/>
          <a:ln w="22859">
            <a:solidFill>
              <a:srgbClr val="FFFCF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8" name="input-frame-back" descr="input-frame-back.png"/>
          <p:cNvPicPr>
            <a:picLocks noChangeAspect="1"/>
          </p:cNvPicPr>
          <p:nvPr/>
        </p:nvPicPr>
        <p:blipFill>
          <a:blip r:embed="rId2"/>
          <a:stretch>
            <a:fillRect/>
          </a:stretch>
        </p:blipFill>
        <p:spPr>
          <a:xfrm>
            <a:off x="201168" y="402336"/>
            <a:ext cx="2103120" cy="1298448"/>
          </a:xfrm>
          <a:prstGeom prst="rect">
            <a:avLst/>
          </a:prstGeom>
        </p:spPr>
      </p:pic>
      <p:sp>
        <p:nvSpPr>
          <p:cNvPr id="9" name="rect 8"/>
          <p:cNvSpPr/>
          <p:nvPr/>
        </p:nvSpPr>
        <p:spPr>
          <a:xfrm>
            <a:off x="201168" y="402336"/>
            <a:ext cx="2103120" cy="1298448"/>
          </a:xfrm>
          <a:prstGeom prst="rect">
            <a:avLst/>
          </a:prstGeom>
          <a:noFill/>
          <a:ln w="18288">
            <a:solidFill>
              <a:srgbClr val="2976DA"/>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10" name="input-frame-middle" descr="input-frame-middle.png"/>
          <p:cNvPicPr>
            <a:picLocks noChangeAspect="1"/>
          </p:cNvPicPr>
          <p:nvPr/>
        </p:nvPicPr>
        <p:blipFill>
          <a:blip r:embed="rId3"/>
          <a:stretch>
            <a:fillRect/>
          </a:stretch>
        </p:blipFill>
        <p:spPr>
          <a:xfrm>
            <a:off x="338328" y="612648"/>
            <a:ext cx="2103120" cy="1307592"/>
          </a:xfrm>
          <a:prstGeom prst="rect">
            <a:avLst/>
          </a:prstGeom>
        </p:spPr>
      </p:pic>
      <p:sp>
        <p:nvSpPr>
          <p:cNvPr id="11" name="rect 10"/>
          <p:cNvSpPr/>
          <p:nvPr/>
        </p:nvSpPr>
        <p:spPr>
          <a:xfrm>
            <a:off x="338328" y="612648"/>
            <a:ext cx="2103120" cy="1307592"/>
          </a:xfrm>
          <a:prstGeom prst="rect">
            <a:avLst/>
          </a:prstGeom>
          <a:noFill/>
          <a:ln w="18288">
            <a:solidFill>
              <a:srgbClr val="2976DA"/>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12" name="input-frame-front" descr="input-frame-front.png"/>
          <p:cNvPicPr>
            <a:picLocks noChangeAspect="1"/>
          </p:cNvPicPr>
          <p:nvPr/>
        </p:nvPicPr>
        <p:blipFill>
          <a:blip r:embed="rId4"/>
          <a:stretch>
            <a:fillRect/>
          </a:stretch>
        </p:blipFill>
        <p:spPr>
          <a:xfrm>
            <a:off x="594360" y="859536"/>
            <a:ext cx="2103120" cy="1307592"/>
          </a:xfrm>
          <a:prstGeom prst="rect">
            <a:avLst/>
          </a:prstGeom>
        </p:spPr>
      </p:pic>
      <p:sp>
        <p:nvSpPr>
          <p:cNvPr id="13" name="rect 12"/>
          <p:cNvSpPr/>
          <p:nvPr/>
        </p:nvSpPr>
        <p:spPr>
          <a:xfrm>
            <a:off x="594360" y="859536"/>
            <a:ext cx="2103120" cy="1307592"/>
          </a:xfrm>
          <a:prstGeom prst="rect">
            <a:avLst/>
          </a:prstGeom>
          <a:noFill/>
          <a:ln w="18288">
            <a:solidFill>
              <a:srgbClr val="2976DA"/>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he green bus that is / heading to the upper / right, from the lower left / corner of the Bell Tower / roundabout"/>
          <p:cNvSpPr txBox="1"/>
          <p:nvPr/>
        </p:nvSpPr>
        <p:spPr>
          <a:xfrm>
            <a:off x="164592" y="2295144"/>
            <a:ext cx="2660904" cy="1408176"/>
          </a:xfrm>
          <a:prstGeom prst="rect">
            <a:avLst/>
          </a:prstGeom>
          <a:noFill/>
        </p:spPr>
        <p:txBody>
          <a:bodyPr wrap="none" lIns="0" rIns="0" tIns="0" bIns="0" anchor="ctr">
            <a:noAutofit/>
          </a:bodyPr>
          <a:lstStyle/>
          <a:p>
            <a:pPr algn="l">
              <a:lnSpc>
                <a:spcPts val="2157"/>
              </a:lnSpc>
              <a:spcBef>
                <a:spcPts val="0"/>
              </a:spcBef>
              <a:spcAft>
                <a:spcPts val="0"/>
              </a:spcAft>
            </a:pPr>
            <a:r>
              <a:rPr sz="1943" b="1" i="0">
                <a:solidFill>
                  <a:srgbClr val="000000"/>
                </a:solidFill>
                <a:latin typeface="Times New Roman"/>
              </a:rPr>
              <a:t>The green bus that is</a:t>
            </a:r>
          </a:p>
          <a:p>
            <a:pPr algn="l">
              <a:lnSpc>
                <a:spcPts val="2157"/>
              </a:lnSpc>
              <a:spcBef>
                <a:spcPts val="0"/>
              </a:spcBef>
              <a:spcAft>
                <a:spcPts val="0"/>
              </a:spcAft>
            </a:pPr>
            <a:r>
              <a:rPr sz="1943" b="1" i="0">
                <a:solidFill>
                  <a:srgbClr val="000000"/>
                </a:solidFill>
                <a:latin typeface="Times New Roman"/>
              </a:rPr>
              <a:t>heading to the upper</a:t>
            </a:r>
          </a:p>
          <a:p>
            <a:pPr algn="l">
              <a:lnSpc>
                <a:spcPts val="2157"/>
              </a:lnSpc>
              <a:spcBef>
                <a:spcPts val="0"/>
              </a:spcBef>
              <a:spcAft>
                <a:spcPts val="0"/>
              </a:spcAft>
            </a:pPr>
            <a:r>
              <a:rPr sz="1943" b="1" i="0">
                <a:solidFill>
                  <a:srgbClr val="000000"/>
                </a:solidFill>
                <a:latin typeface="Times New Roman"/>
              </a:rPr>
              <a:t>right, from the lower left</a:t>
            </a:r>
          </a:p>
          <a:p>
            <a:pPr algn="l">
              <a:lnSpc>
                <a:spcPts val="2157"/>
              </a:lnSpc>
              <a:spcBef>
                <a:spcPts val="0"/>
              </a:spcBef>
              <a:spcAft>
                <a:spcPts val="0"/>
              </a:spcAft>
            </a:pPr>
            <a:r>
              <a:rPr sz="1943" b="1" i="0">
                <a:solidFill>
                  <a:srgbClr val="000000"/>
                </a:solidFill>
                <a:latin typeface="Times New Roman"/>
              </a:rPr>
              <a:t>corner of the Bell Tower</a:t>
            </a:r>
          </a:p>
          <a:p>
            <a:pPr algn="l">
              <a:lnSpc>
                <a:spcPts val="2157"/>
              </a:lnSpc>
              <a:spcBef>
                <a:spcPts val="0"/>
              </a:spcBef>
              <a:spcAft>
                <a:spcPts val="0"/>
              </a:spcAft>
            </a:pPr>
            <a:r>
              <a:rPr sz="1943" b="1" i="0">
                <a:solidFill>
                  <a:srgbClr val="000000"/>
                </a:solidFill>
                <a:latin typeface="Times New Roman"/>
              </a:rPr>
              <a:t>roundabout</a:t>
            </a:r>
          </a:p>
        </p:txBody>
      </p:sp>
      <p:sp>
        <p:nvSpPr>
          <p:cNvPr id="15" name="Visual encoder"/>
          <p:cNvSpPr/>
          <p:nvPr/>
        </p:nvSpPr>
        <p:spPr>
          <a:xfrm>
            <a:off x="2862072" y="438912"/>
            <a:ext cx="1133856" cy="1444752"/>
          </a:xfrm>
          <a:custGeom>
            <a:avLst/>
            <a:gdLst/>
            <a:ahLst/>
            <a:cxnLst/>
            <a:rect l="0" t="0" r="r" b="b"/>
            <a:pathLst>
              <a:path w="1133856" h="1444752" fill="norm" stroke="1" extrusionOk="0">
                <a:moveTo>
                  <a:pt x="0" y="0"/>
                </a:moveTo>
                <a:lnTo>
                  <a:pt x="1133856" y="356616"/>
                </a:lnTo>
                <a:lnTo>
                  <a:pt x="1133856" y="1078992"/>
                </a:lnTo>
                <a:lnTo>
                  <a:pt x="0" y="1444752"/>
                </a:lnTo>
                <a:close/>
              </a:path>
            </a:pathLst>
          </a:custGeom>
          <a:solidFill>
            <a:srgbClr val="B4C7E9"/>
          </a:solidFill>
          <a:ln>
            <a:noFill/>
          </a:ln>
          <a:effectLst>
            <a:outerShdw blurRad="50292" dist="45720" dir="3090000" algn="tl" rotWithShape="0">
              <a:srgbClr val="000000">
                <a:alpha val="33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Visual / Encoder"/>
          <p:cNvSpPr txBox="1"/>
          <p:nvPr/>
        </p:nvSpPr>
        <p:spPr>
          <a:xfrm>
            <a:off x="2866644" y="855147"/>
            <a:ext cx="1143000" cy="593994"/>
          </a:xfrm>
          <a:prstGeom prst="rect">
            <a:avLst/>
          </a:prstGeom>
          <a:noFill/>
        </p:spPr>
        <p:txBody>
          <a:bodyPr wrap="none" lIns="0" rIns="0" tIns="0" bIns="0" anchor="ctr">
            <a:noAutofit/>
          </a:bodyPr>
          <a:lstStyle/>
          <a:p>
            <a:pPr algn="ctr">
              <a:lnSpc>
                <a:spcPts val="2338"/>
              </a:lnSpc>
              <a:spcBef>
                <a:spcPts val="0"/>
              </a:spcBef>
              <a:spcAft>
                <a:spcPts val="0"/>
              </a:spcAft>
            </a:pPr>
            <a:r>
              <a:rPr sz="2088" b="1" i="0">
                <a:solidFill>
                  <a:srgbClr val="000000"/>
                </a:solidFill>
                <a:latin typeface="Times New Roman"/>
              </a:rPr>
              <a:t>Visual</a:t>
            </a:r>
          </a:p>
          <a:p>
            <a:pPr algn="ctr">
              <a:lnSpc>
                <a:spcPts val="2338"/>
              </a:lnSpc>
              <a:spcBef>
                <a:spcPts val="0"/>
              </a:spcBef>
              <a:spcAft>
                <a:spcPts val="0"/>
              </a:spcAft>
            </a:pPr>
            <a:r>
              <a:rPr sz="2088" b="1" i="0">
                <a:solidFill>
                  <a:srgbClr val="000000"/>
                </a:solidFill>
                <a:latin typeface="Times New Roman"/>
              </a:rPr>
              <a:t>Encoder</a:t>
            </a:r>
          </a:p>
        </p:txBody>
      </p:sp>
      <p:sp>
        <p:nvSpPr>
          <p:cNvPr id="17" name="Language encoder"/>
          <p:cNvSpPr/>
          <p:nvPr/>
        </p:nvSpPr>
        <p:spPr>
          <a:xfrm>
            <a:off x="2862072" y="2304288"/>
            <a:ext cx="1133856" cy="1399032"/>
          </a:xfrm>
          <a:custGeom>
            <a:avLst/>
            <a:gdLst/>
            <a:ahLst/>
            <a:cxnLst/>
            <a:rect l="0" t="0" r="r" b="b"/>
            <a:pathLst>
              <a:path w="1133856" h="1399032" fill="norm" stroke="1" extrusionOk="0">
                <a:moveTo>
                  <a:pt x="0" y="0"/>
                </a:moveTo>
                <a:lnTo>
                  <a:pt x="1133856" y="347472"/>
                </a:lnTo>
                <a:lnTo>
                  <a:pt x="1133856" y="1042416"/>
                </a:lnTo>
                <a:lnTo>
                  <a:pt x="0" y="1399032"/>
                </a:lnTo>
                <a:close/>
              </a:path>
            </a:pathLst>
          </a:custGeom>
          <a:solidFill>
            <a:srgbClr val="A7CE85"/>
          </a:solidFill>
          <a:ln>
            <a:noFill/>
          </a:ln>
          <a:effectLst>
            <a:outerShdw blurRad="50292" dist="45720" dir="3090000" algn="tl" rotWithShape="0">
              <a:srgbClr val="000000">
                <a:alpha val="33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Language / Encoder"/>
          <p:cNvSpPr txBox="1"/>
          <p:nvPr/>
        </p:nvSpPr>
        <p:spPr>
          <a:xfrm>
            <a:off x="2857500" y="2648011"/>
            <a:ext cx="1143000" cy="684154"/>
          </a:xfrm>
          <a:prstGeom prst="rect">
            <a:avLst/>
          </a:prstGeom>
          <a:noFill/>
        </p:spPr>
        <p:txBody>
          <a:bodyPr wrap="none" lIns="0" rIns="0" tIns="0" bIns="0" anchor="ctr">
            <a:noAutofit/>
          </a:bodyPr>
          <a:lstStyle/>
          <a:p>
            <a:pPr algn="ctr">
              <a:lnSpc>
                <a:spcPts val="2693"/>
              </a:lnSpc>
              <a:spcBef>
                <a:spcPts val="0"/>
              </a:spcBef>
              <a:spcAft>
                <a:spcPts val="0"/>
              </a:spcAft>
            </a:pPr>
            <a:r>
              <a:rPr sz="2088" b="1" i="0">
                <a:solidFill>
                  <a:srgbClr val="000000"/>
                </a:solidFill>
                <a:latin typeface="Times New Roman"/>
              </a:rPr>
              <a:t>Language</a:t>
            </a:r>
          </a:p>
          <a:p>
            <a:pPr algn="ctr">
              <a:lnSpc>
                <a:spcPts val="2693"/>
              </a:lnSpc>
              <a:spcBef>
                <a:spcPts val="0"/>
              </a:spcBef>
              <a:spcAft>
                <a:spcPts val="0"/>
              </a:spcAft>
            </a:pPr>
            <a:r>
              <a:rPr sz="2088" b="1" i="0">
                <a:solidFill>
                  <a:srgbClr val="000000"/>
                </a:solidFill>
                <a:latin typeface="Times New Roman"/>
              </a:rPr>
              <a:t>Encoder</a:t>
            </a:r>
          </a:p>
        </p:txBody>
      </p:sp>
      <p:sp>
        <p:nvSpPr>
          <p:cNvPr id="19" name="line 18"/>
          <p:cNvSpPr/>
          <p:nvPr/>
        </p:nvSpPr>
        <p:spPr>
          <a:xfrm>
            <a:off x="4032504" y="1152144"/>
            <a:ext cx="356616" cy="914"/>
          </a:xfrm>
          <a:custGeom>
            <a:avLst/>
            <a:gdLst/>
            <a:ahLst/>
            <a:cxnLst/>
            <a:rect l="0" t="0" r="r" b="b"/>
            <a:pathLst>
              <a:path w="356616" h="914" fill="none" stroke="1" extrusionOk="0">
                <a:moveTo>
                  <a:pt x="0" y="0"/>
                </a:moveTo>
                <a:lnTo>
                  <a:pt x="356616" y="0"/>
                </a:lnTo>
              </a:path>
            </a:pathLst>
          </a:custGeom>
          <a:noFill/>
          <a:ln w="16459">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Arrowhead 18"/>
          <p:cNvSpPr/>
          <p:nvPr/>
        </p:nvSpPr>
        <p:spPr>
          <a:xfrm>
            <a:off x="4270248" y="1092708"/>
            <a:ext cx="118872" cy="118872"/>
          </a:xfrm>
          <a:custGeom>
            <a:avLst/>
            <a:gdLst/>
            <a:ahLst/>
            <a:cxnLst/>
            <a:rect l="0" t="0" r="r" b="b"/>
            <a:pathLst>
              <a:path w="118872" h="118872" fill="norm" stroke="1" extrusionOk="0">
                <a:moveTo>
                  <a:pt x="118872" y="59436"/>
                </a:moveTo>
                <a:lnTo>
                  <a:pt x="0" y="118872"/>
                </a:lnTo>
                <a:lnTo>
                  <a:pt x="29718" y="59436"/>
                </a:lnTo>
                <a:lnTo>
                  <a:pt x="0" y="0"/>
                </a:lnTo>
                <a:close/>
              </a:path>
            </a:pathLst>
          </a:custGeom>
          <a:solidFill>
            <a:srgbClr val="00000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line 19"/>
          <p:cNvSpPr/>
          <p:nvPr/>
        </p:nvSpPr>
        <p:spPr>
          <a:xfrm>
            <a:off x="4032504" y="2999232"/>
            <a:ext cx="356616" cy="914"/>
          </a:xfrm>
          <a:custGeom>
            <a:avLst/>
            <a:gdLst/>
            <a:ahLst/>
            <a:cxnLst/>
            <a:rect l="0" t="0" r="r" b="b"/>
            <a:pathLst>
              <a:path w="356616" h="914" fill="none" stroke="1" extrusionOk="0">
                <a:moveTo>
                  <a:pt x="0" y="0"/>
                </a:moveTo>
                <a:lnTo>
                  <a:pt x="356616" y="0"/>
                </a:lnTo>
              </a:path>
            </a:pathLst>
          </a:custGeom>
          <a:noFill/>
          <a:ln w="16459">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Arrowhead 19"/>
          <p:cNvSpPr/>
          <p:nvPr/>
        </p:nvSpPr>
        <p:spPr>
          <a:xfrm>
            <a:off x="4270248" y="2939796"/>
            <a:ext cx="118872" cy="118872"/>
          </a:xfrm>
          <a:custGeom>
            <a:avLst/>
            <a:gdLst/>
            <a:ahLst/>
            <a:cxnLst/>
            <a:rect l="0" t="0" r="r" b="b"/>
            <a:pathLst>
              <a:path w="118872" h="118872" fill="norm" stroke="1" extrusionOk="0">
                <a:moveTo>
                  <a:pt x="118872" y="59436"/>
                </a:moveTo>
                <a:lnTo>
                  <a:pt x="0" y="118872"/>
                </a:lnTo>
                <a:lnTo>
                  <a:pt x="29718" y="59436"/>
                </a:lnTo>
                <a:lnTo>
                  <a:pt x="0" y="0"/>
                </a:lnTo>
                <a:close/>
              </a:path>
            </a:pathLst>
          </a:custGeom>
          <a:solidFill>
            <a:srgbClr val="00000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poly 20"/>
          <p:cNvSpPr/>
          <p:nvPr/>
        </p:nvSpPr>
        <p:spPr>
          <a:xfrm>
            <a:off x="4215384" y="1152144"/>
            <a:ext cx="1261872" cy="356616"/>
          </a:xfrm>
          <a:custGeom>
            <a:avLst/>
            <a:gdLst/>
            <a:ahLst/>
            <a:cxnLst/>
            <a:rect l="0" t="0" r="r" b="b"/>
            <a:pathLst>
              <a:path w="1261872" h="356616" fill="norm" stroke="1" extrusionOk="0">
                <a:moveTo>
                  <a:pt x="0" y="356616"/>
                </a:moveTo>
                <a:lnTo>
                  <a:pt x="324521" y="0"/>
                </a:lnTo>
                <a:lnTo>
                  <a:pt x="1261872" y="0"/>
                </a:lnTo>
                <a:lnTo>
                  <a:pt x="937351" y="356616"/>
                </a:lnTo>
                <a:close/>
              </a:path>
            </a:pathLst>
          </a:custGeom>
          <a:solidFill>
            <a:srgbClr val="678ACC"/>
          </a:solidFill>
          <a:ln w="6400">
            <a:solidFill>
              <a:srgbClr val="152A54"/>
            </a:solidFill>
          </a:ln>
          <a:effectLst>
            <a:outerShdw blurRad="50292" dist="45720" dir="3090000" algn="tl" rotWithShape="0">
              <a:srgbClr val="000000">
                <a:alpha val="33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poly 21"/>
          <p:cNvSpPr/>
          <p:nvPr/>
        </p:nvSpPr>
        <p:spPr>
          <a:xfrm>
            <a:off x="4215384" y="1508760"/>
            <a:ext cx="937351" cy="27432"/>
          </a:xfrm>
          <a:custGeom>
            <a:avLst/>
            <a:gdLst/>
            <a:ahLst/>
            <a:cxnLst/>
            <a:rect l="0" t="0" r="r" b="b"/>
            <a:pathLst>
              <a:path w="937351" h="27432" fill="norm" stroke="1" extrusionOk="0">
                <a:moveTo>
                  <a:pt x="0" y="0"/>
                </a:moveTo>
                <a:lnTo>
                  <a:pt x="937351" y="0"/>
                </a:lnTo>
                <a:lnTo>
                  <a:pt x="937351" y="27432"/>
                </a:lnTo>
                <a:lnTo>
                  <a:pt x="0" y="27432"/>
                </a:lnTo>
                <a:close/>
              </a:path>
            </a:pathLst>
          </a:custGeom>
          <a:solidFill>
            <a:srgbClr val="678ACC"/>
          </a:solidFill>
          <a:ln w="6400">
            <a:solidFill>
              <a:srgbClr val="152A5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5" name="poly 22"/>
          <p:cNvSpPr/>
          <p:nvPr/>
        </p:nvSpPr>
        <p:spPr>
          <a:xfrm>
            <a:off x="5152735" y="1152144"/>
            <a:ext cx="324521" cy="384048"/>
          </a:xfrm>
          <a:custGeom>
            <a:avLst/>
            <a:gdLst/>
            <a:ahLst/>
            <a:cxnLst/>
            <a:rect l="0" t="0" r="r" b="b"/>
            <a:pathLst>
              <a:path w="324521" h="384048" fill="norm" stroke="1" extrusionOk="0">
                <a:moveTo>
                  <a:pt x="0" y="356616"/>
                </a:moveTo>
                <a:lnTo>
                  <a:pt x="324521" y="0"/>
                </a:lnTo>
                <a:lnTo>
                  <a:pt x="324521" y="27432"/>
                </a:lnTo>
                <a:lnTo>
                  <a:pt x="0" y="384048"/>
                </a:lnTo>
                <a:close/>
              </a:path>
            </a:pathLst>
          </a:custGeom>
          <a:solidFill>
            <a:srgbClr val="CED8EE"/>
          </a:solidFill>
          <a:ln w="6400">
            <a:solidFill>
              <a:srgbClr val="152A5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S"/>
          <p:cNvSpPr txBox="1"/>
          <p:nvPr/>
        </p:nvSpPr>
        <p:spPr>
          <a:xfrm>
            <a:off x="4494185" y="1202619"/>
            <a:ext cx="256032" cy="241402"/>
          </a:xfrm>
          <a:prstGeom prst="rect">
            <a:avLst/>
          </a:prstGeom>
          <a:noFill/>
        </p:spPr>
        <p:txBody>
          <a:bodyPr wrap="none" lIns="0" rIns="0" tIns="0" bIns="0" anchor="ctr">
            <a:noAutofit/>
          </a:bodyPr>
          <a:lstStyle/>
          <a:p>
            <a:pPr algn="ctr">
              <a:lnSpc>
                <a:spcPts val="1900"/>
              </a:lnSpc>
              <a:spcBef>
                <a:spcPts val="0"/>
              </a:spcBef>
              <a:spcAft>
                <a:spcPts val="0"/>
              </a:spcAft>
            </a:pPr>
            <a:r>
              <a:rPr sz="1728" b="1" i="1">
                <a:solidFill>
                  <a:srgbClr val="000000"/>
                </a:solidFill>
                <a:latin typeface="Times New Roman"/>
              </a:rPr>
              <a:t>S</a:t>
            </a:r>
          </a:p>
        </p:txBody>
      </p:sp>
      <p:sp>
        <p:nvSpPr>
          <p:cNvPr id="27" name="3"/>
          <p:cNvSpPr txBox="1"/>
          <p:nvPr/>
        </p:nvSpPr>
        <p:spPr>
          <a:xfrm>
            <a:off x="4672493" y="1275588"/>
            <a:ext cx="137160" cy="181051"/>
          </a:xfrm>
          <a:prstGeom prst="rect">
            <a:avLst/>
          </a:prstGeom>
          <a:noFill/>
        </p:spPr>
        <p:txBody>
          <a:bodyPr wrap="none" lIns="0" rIns="0" tIns="0" bIns="0" anchor="ctr">
            <a:noAutofit/>
          </a:bodyPr>
          <a:lstStyle/>
          <a:p>
            <a:pPr algn="ctr">
              <a:lnSpc>
                <a:spcPts val="1425"/>
              </a:lnSpc>
              <a:spcBef>
                <a:spcPts val="0"/>
              </a:spcBef>
              <a:spcAft>
                <a:spcPts val="0"/>
              </a:spcAft>
            </a:pPr>
            <a:r>
              <a:rPr sz="1296" b="1" i="0">
                <a:solidFill>
                  <a:srgbClr val="000000"/>
                </a:solidFill>
                <a:latin typeface="Times New Roman"/>
              </a:rPr>
              <a:t>3</a:t>
            </a:r>
          </a:p>
        </p:txBody>
      </p:sp>
      <p:sp>
        <p:nvSpPr>
          <p:cNvPr id="28" name="poly 25"/>
          <p:cNvSpPr/>
          <p:nvPr/>
        </p:nvSpPr>
        <p:spPr>
          <a:xfrm>
            <a:off x="4425696" y="886968"/>
            <a:ext cx="914400" cy="246888"/>
          </a:xfrm>
          <a:custGeom>
            <a:avLst/>
            <a:gdLst/>
            <a:ahLst/>
            <a:cxnLst/>
            <a:rect l="0" t="0" r="r" b="b"/>
            <a:pathLst>
              <a:path w="914400" h="246888" fill="norm" stroke="1" extrusionOk="0">
                <a:moveTo>
                  <a:pt x="0" y="246888"/>
                </a:moveTo>
                <a:lnTo>
                  <a:pt x="224668" y="0"/>
                </a:lnTo>
                <a:lnTo>
                  <a:pt x="914400" y="0"/>
                </a:lnTo>
                <a:lnTo>
                  <a:pt x="689732" y="246888"/>
                </a:lnTo>
                <a:close/>
              </a:path>
            </a:pathLst>
          </a:custGeom>
          <a:solidFill>
            <a:srgbClr val="8DA9D8"/>
          </a:solidFill>
          <a:ln w="6400">
            <a:solidFill>
              <a:srgbClr val="152A54"/>
            </a:solidFill>
          </a:ln>
          <a:effectLst>
            <a:outerShdw blurRad="50292" dist="45720" dir="3090000" algn="tl" rotWithShape="0">
              <a:srgbClr val="000000">
                <a:alpha val="33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poly 26"/>
          <p:cNvSpPr/>
          <p:nvPr/>
        </p:nvSpPr>
        <p:spPr>
          <a:xfrm>
            <a:off x="4425696" y="1133856"/>
            <a:ext cx="689732" cy="27432"/>
          </a:xfrm>
          <a:custGeom>
            <a:avLst/>
            <a:gdLst/>
            <a:ahLst/>
            <a:cxnLst/>
            <a:rect l="0" t="0" r="r" b="b"/>
            <a:pathLst>
              <a:path w="689732" h="27432" fill="norm" stroke="1" extrusionOk="0">
                <a:moveTo>
                  <a:pt x="0" y="0"/>
                </a:moveTo>
                <a:lnTo>
                  <a:pt x="689732" y="0"/>
                </a:lnTo>
                <a:lnTo>
                  <a:pt x="689732" y="27432"/>
                </a:lnTo>
                <a:lnTo>
                  <a:pt x="0" y="27432"/>
                </a:lnTo>
                <a:close/>
              </a:path>
            </a:pathLst>
          </a:custGeom>
          <a:solidFill>
            <a:srgbClr val="8DA9D8"/>
          </a:solidFill>
          <a:ln w="6400">
            <a:solidFill>
              <a:srgbClr val="152A5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poly 27"/>
          <p:cNvSpPr/>
          <p:nvPr/>
        </p:nvSpPr>
        <p:spPr>
          <a:xfrm>
            <a:off x="5115428" y="886968"/>
            <a:ext cx="224668" cy="274320"/>
          </a:xfrm>
          <a:custGeom>
            <a:avLst/>
            <a:gdLst/>
            <a:ahLst/>
            <a:cxnLst/>
            <a:rect l="0" t="0" r="r" b="b"/>
            <a:pathLst>
              <a:path w="224668" h="274320" fill="norm" stroke="1" extrusionOk="0">
                <a:moveTo>
                  <a:pt x="0" y="246888"/>
                </a:moveTo>
                <a:lnTo>
                  <a:pt x="224668" y="0"/>
                </a:lnTo>
                <a:lnTo>
                  <a:pt x="224668" y="27432"/>
                </a:lnTo>
                <a:lnTo>
                  <a:pt x="0" y="274320"/>
                </a:lnTo>
                <a:close/>
              </a:path>
            </a:pathLst>
          </a:custGeom>
          <a:solidFill>
            <a:srgbClr val="CED8EE"/>
          </a:solidFill>
          <a:ln w="6400">
            <a:solidFill>
              <a:srgbClr val="152A5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 name="S"/>
          <p:cNvSpPr txBox="1"/>
          <p:nvPr/>
        </p:nvSpPr>
        <p:spPr>
          <a:xfrm>
            <a:off x="4604644" y="884773"/>
            <a:ext cx="256032" cy="241402"/>
          </a:xfrm>
          <a:prstGeom prst="rect">
            <a:avLst/>
          </a:prstGeom>
          <a:noFill/>
        </p:spPr>
        <p:txBody>
          <a:bodyPr wrap="none" lIns="0" rIns="0" tIns="0" bIns="0" anchor="ctr">
            <a:noAutofit/>
          </a:bodyPr>
          <a:lstStyle/>
          <a:p>
            <a:pPr algn="ctr">
              <a:lnSpc>
                <a:spcPts val="1900"/>
              </a:lnSpc>
              <a:spcBef>
                <a:spcPts val="0"/>
              </a:spcBef>
              <a:spcAft>
                <a:spcPts val="0"/>
              </a:spcAft>
            </a:pPr>
            <a:r>
              <a:rPr sz="1728" b="1" i="1">
                <a:solidFill>
                  <a:srgbClr val="000000"/>
                </a:solidFill>
                <a:latin typeface="Times New Roman"/>
              </a:rPr>
              <a:t>S</a:t>
            </a:r>
          </a:p>
        </p:txBody>
      </p:sp>
      <p:sp>
        <p:nvSpPr>
          <p:cNvPr id="32" name="4"/>
          <p:cNvSpPr txBox="1"/>
          <p:nvPr/>
        </p:nvSpPr>
        <p:spPr>
          <a:xfrm>
            <a:off x="4782952" y="944575"/>
            <a:ext cx="137160" cy="181051"/>
          </a:xfrm>
          <a:prstGeom prst="rect">
            <a:avLst/>
          </a:prstGeom>
          <a:noFill/>
        </p:spPr>
        <p:txBody>
          <a:bodyPr wrap="none" lIns="0" rIns="0" tIns="0" bIns="0" anchor="ctr">
            <a:noAutofit/>
          </a:bodyPr>
          <a:lstStyle/>
          <a:p>
            <a:pPr algn="ctr">
              <a:lnSpc>
                <a:spcPts val="1425"/>
              </a:lnSpc>
              <a:spcBef>
                <a:spcPts val="0"/>
              </a:spcBef>
              <a:spcAft>
                <a:spcPts val="0"/>
              </a:spcAft>
            </a:pPr>
            <a:r>
              <a:rPr sz="1296" b="1" i="0">
                <a:solidFill>
                  <a:srgbClr val="000000"/>
                </a:solidFill>
                <a:latin typeface="Times New Roman"/>
              </a:rPr>
              <a:t>4</a:t>
            </a:r>
          </a:p>
        </p:txBody>
      </p:sp>
      <p:sp>
        <p:nvSpPr>
          <p:cNvPr id="33" name="poly 30"/>
          <p:cNvSpPr/>
          <p:nvPr/>
        </p:nvSpPr>
        <p:spPr>
          <a:xfrm>
            <a:off x="4572000" y="667512"/>
            <a:ext cx="576072" cy="173736"/>
          </a:xfrm>
          <a:custGeom>
            <a:avLst/>
            <a:gdLst/>
            <a:ahLst/>
            <a:cxnLst/>
            <a:rect l="0" t="0" r="r" b="b"/>
            <a:pathLst>
              <a:path w="576072" h="173736" fill="norm" stroke="1" extrusionOk="0">
                <a:moveTo>
                  <a:pt x="0" y="173736"/>
                </a:moveTo>
                <a:lnTo>
                  <a:pt x="158100" y="0"/>
                </a:lnTo>
                <a:lnTo>
                  <a:pt x="576072" y="0"/>
                </a:lnTo>
                <a:lnTo>
                  <a:pt x="417972" y="173736"/>
                </a:lnTo>
                <a:close/>
              </a:path>
            </a:pathLst>
          </a:custGeom>
          <a:solidFill>
            <a:srgbClr val="C0CEE8"/>
          </a:solidFill>
          <a:ln w="6400">
            <a:solidFill>
              <a:srgbClr val="152A54"/>
            </a:solidFill>
          </a:ln>
          <a:effectLst>
            <a:outerShdw blurRad="50292" dist="45720" dir="3090000" algn="tl" rotWithShape="0">
              <a:srgbClr val="000000">
                <a:alpha val="33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 name="poly 31"/>
          <p:cNvSpPr/>
          <p:nvPr/>
        </p:nvSpPr>
        <p:spPr>
          <a:xfrm>
            <a:off x="4572000" y="841248"/>
            <a:ext cx="417972" cy="27432"/>
          </a:xfrm>
          <a:custGeom>
            <a:avLst/>
            <a:gdLst/>
            <a:ahLst/>
            <a:cxnLst/>
            <a:rect l="0" t="0" r="r" b="b"/>
            <a:pathLst>
              <a:path w="417972" h="27432" fill="norm" stroke="1" extrusionOk="0">
                <a:moveTo>
                  <a:pt x="0" y="0"/>
                </a:moveTo>
                <a:lnTo>
                  <a:pt x="417972" y="0"/>
                </a:lnTo>
                <a:lnTo>
                  <a:pt x="417972" y="27432"/>
                </a:lnTo>
                <a:lnTo>
                  <a:pt x="0" y="27432"/>
                </a:lnTo>
                <a:close/>
              </a:path>
            </a:pathLst>
          </a:custGeom>
          <a:solidFill>
            <a:srgbClr val="C0CEE8"/>
          </a:solidFill>
          <a:ln w="6400">
            <a:solidFill>
              <a:srgbClr val="152A5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5" name="poly 32"/>
          <p:cNvSpPr/>
          <p:nvPr/>
        </p:nvSpPr>
        <p:spPr>
          <a:xfrm>
            <a:off x="4989972" y="667512"/>
            <a:ext cx="158100" cy="201168"/>
          </a:xfrm>
          <a:custGeom>
            <a:avLst/>
            <a:gdLst/>
            <a:ahLst/>
            <a:cxnLst/>
            <a:rect l="0" t="0" r="r" b="b"/>
            <a:pathLst>
              <a:path w="158100" h="201168" fill="norm" stroke="1" extrusionOk="0">
                <a:moveTo>
                  <a:pt x="0" y="173736"/>
                </a:moveTo>
                <a:lnTo>
                  <a:pt x="158100" y="0"/>
                </a:lnTo>
                <a:lnTo>
                  <a:pt x="158100" y="27432"/>
                </a:lnTo>
                <a:lnTo>
                  <a:pt x="0" y="201168"/>
                </a:lnTo>
                <a:close/>
              </a:path>
            </a:pathLst>
          </a:custGeom>
          <a:solidFill>
            <a:srgbClr val="CED8EE"/>
          </a:solidFill>
          <a:ln w="6400">
            <a:solidFill>
              <a:srgbClr val="152A5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6" name="S"/>
          <p:cNvSpPr txBox="1"/>
          <p:nvPr/>
        </p:nvSpPr>
        <p:spPr>
          <a:xfrm>
            <a:off x="4684380" y="630204"/>
            <a:ext cx="256032" cy="241402"/>
          </a:xfrm>
          <a:prstGeom prst="rect">
            <a:avLst/>
          </a:prstGeom>
          <a:noFill/>
        </p:spPr>
        <p:txBody>
          <a:bodyPr wrap="none" lIns="0" rIns="0" tIns="0" bIns="0" anchor="ctr">
            <a:noAutofit/>
          </a:bodyPr>
          <a:lstStyle/>
          <a:p>
            <a:pPr algn="ctr">
              <a:lnSpc>
                <a:spcPts val="1900"/>
              </a:lnSpc>
              <a:spcBef>
                <a:spcPts val="0"/>
              </a:spcBef>
              <a:spcAft>
                <a:spcPts val="0"/>
              </a:spcAft>
            </a:pPr>
            <a:r>
              <a:rPr sz="1728" b="1" i="1">
                <a:solidFill>
                  <a:srgbClr val="000000"/>
                </a:solidFill>
                <a:latin typeface="Times New Roman"/>
              </a:rPr>
              <a:t>S</a:t>
            </a:r>
          </a:p>
        </p:txBody>
      </p:sp>
      <p:sp>
        <p:nvSpPr>
          <p:cNvPr id="37" name="5"/>
          <p:cNvSpPr txBox="1"/>
          <p:nvPr/>
        </p:nvSpPr>
        <p:spPr>
          <a:xfrm>
            <a:off x="4862688" y="681228"/>
            <a:ext cx="137160" cy="181051"/>
          </a:xfrm>
          <a:prstGeom prst="rect">
            <a:avLst/>
          </a:prstGeom>
          <a:noFill/>
        </p:spPr>
        <p:txBody>
          <a:bodyPr wrap="none" lIns="0" rIns="0" tIns="0" bIns="0" anchor="ctr">
            <a:noAutofit/>
          </a:bodyPr>
          <a:lstStyle/>
          <a:p>
            <a:pPr algn="ctr">
              <a:lnSpc>
                <a:spcPts val="1425"/>
              </a:lnSpc>
              <a:spcBef>
                <a:spcPts val="0"/>
              </a:spcBef>
              <a:spcAft>
                <a:spcPts val="0"/>
              </a:spcAft>
            </a:pPr>
            <a:r>
              <a:rPr sz="1296" b="1" i="0">
                <a:solidFill>
                  <a:srgbClr val="000000"/>
                </a:solidFill>
                <a:latin typeface="Times New Roman"/>
              </a:rPr>
              <a:t>5</a:t>
            </a:r>
          </a:p>
        </p:txBody>
      </p:sp>
      <p:sp>
        <p:nvSpPr>
          <p:cNvPr id="38" name="rect 35"/>
          <p:cNvSpPr/>
          <p:nvPr/>
        </p:nvSpPr>
        <p:spPr>
          <a:xfrm>
            <a:off x="4425696" y="2459736"/>
            <a:ext cx="374904" cy="1097280"/>
          </a:xfrm>
          <a:prstGeom prst="roundRect">
            <a:avLst>
              <a:gd name="adj" fmla="val 14634"/>
            </a:avLst>
          </a:prstGeom>
          <a:solidFill>
            <a:srgbClr val="A8CE86"/>
          </a:solidFill>
          <a:ln>
            <a:noFill/>
          </a:ln>
          <a:effectLst>
            <a:outerShdw blurRad="50292" dist="45720" dir="3090000" algn="tl" rotWithShape="0">
              <a:srgbClr val="000000">
                <a:alpha val="33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9" name="Linear"/>
          <p:cNvSpPr txBox="1"/>
          <p:nvPr/>
        </p:nvSpPr>
        <p:spPr>
          <a:xfrm rot="5400000">
            <a:off x="4073652" y="2862529"/>
            <a:ext cx="1078992" cy="291694"/>
          </a:xfrm>
          <a:prstGeom prst="rect">
            <a:avLst/>
          </a:prstGeom>
          <a:noFill/>
        </p:spPr>
        <p:txBody>
          <a:bodyPr wrap="none" lIns="0" rIns="0" tIns="0" bIns="0" anchor="ctr">
            <a:noAutofit/>
          </a:bodyPr>
          <a:lstStyle/>
          <a:p>
            <a:pPr algn="ctr">
              <a:lnSpc>
                <a:spcPts val="2296"/>
              </a:lnSpc>
              <a:spcBef>
                <a:spcPts val="0"/>
              </a:spcBef>
              <a:spcAft>
                <a:spcPts val="0"/>
              </a:spcAft>
            </a:pPr>
            <a:r>
              <a:rPr sz="2088" b="1" i="0">
                <a:solidFill>
                  <a:srgbClr val="000000"/>
                </a:solidFill>
                <a:latin typeface="Times New Roman"/>
              </a:rPr>
              <a:t>Linear</a:t>
            </a:r>
          </a:p>
        </p:txBody>
      </p:sp>
      <p:sp>
        <p:nvSpPr>
          <p:cNvPr id="40" name="line 37"/>
          <p:cNvSpPr/>
          <p:nvPr/>
        </p:nvSpPr>
        <p:spPr>
          <a:xfrm>
            <a:off x="4818888" y="2999232"/>
            <a:ext cx="365760" cy="914"/>
          </a:xfrm>
          <a:custGeom>
            <a:avLst/>
            <a:gdLst/>
            <a:ahLst/>
            <a:cxnLst/>
            <a:rect l="0" t="0" r="r" b="b"/>
            <a:pathLst>
              <a:path w="365760" h="914" fill="none" stroke="1" extrusionOk="0">
                <a:moveTo>
                  <a:pt x="0" y="0"/>
                </a:moveTo>
                <a:lnTo>
                  <a:pt x="365760" y="0"/>
                </a:lnTo>
              </a:path>
            </a:pathLst>
          </a:custGeom>
          <a:noFill/>
          <a:ln w="16459">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1" name="Arrowhead 37"/>
          <p:cNvSpPr/>
          <p:nvPr/>
        </p:nvSpPr>
        <p:spPr>
          <a:xfrm>
            <a:off x="5065776" y="2939796"/>
            <a:ext cx="118872" cy="118872"/>
          </a:xfrm>
          <a:custGeom>
            <a:avLst/>
            <a:gdLst/>
            <a:ahLst/>
            <a:cxnLst/>
            <a:rect l="0" t="0" r="r" b="b"/>
            <a:pathLst>
              <a:path w="118872" h="118872" fill="norm" stroke="1" extrusionOk="0">
                <a:moveTo>
                  <a:pt x="118872" y="59436"/>
                </a:moveTo>
                <a:lnTo>
                  <a:pt x="0" y="118872"/>
                </a:lnTo>
                <a:lnTo>
                  <a:pt x="29718" y="59436"/>
                </a:lnTo>
                <a:lnTo>
                  <a:pt x="0" y="0"/>
                </a:lnTo>
                <a:close/>
              </a:path>
            </a:pathLst>
          </a:custGeom>
          <a:solidFill>
            <a:srgbClr val="00000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2" name="rect 38"/>
          <p:cNvSpPr/>
          <p:nvPr/>
        </p:nvSpPr>
        <p:spPr>
          <a:xfrm>
            <a:off x="5248656" y="2496312"/>
            <a:ext cx="137160" cy="137160"/>
          </a:xfrm>
          <a:prstGeom prst="roundRect">
            <a:avLst>
              <a:gd name="adj" fmla="val 20000"/>
            </a:avLst>
          </a:prstGeom>
          <a:solidFill>
            <a:srgbClr val="A9CE89"/>
          </a:solidFill>
          <a:ln w="18288">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3" name="rect 39"/>
          <p:cNvSpPr/>
          <p:nvPr/>
        </p:nvSpPr>
        <p:spPr>
          <a:xfrm>
            <a:off x="5248656" y="2715768"/>
            <a:ext cx="137160" cy="137160"/>
          </a:xfrm>
          <a:prstGeom prst="roundRect">
            <a:avLst>
              <a:gd name="adj" fmla="val 20000"/>
            </a:avLst>
          </a:prstGeom>
          <a:solidFill>
            <a:srgbClr val="A9CE89"/>
          </a:solidFill>
          <a:ln w="18288">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4" name="rect 40"/>
          <p:cNvSpPr/>
          <p:nvPr/>
        </p:nvSpPr>
        <p:spPr>
          <a:xfrm>
            <a:off x="5248656" y="2935224"/>
            <a:ext cx="137160" cy="137160"/>
          </a:xfrm>
          <a:prstGeom prst="roundRect">
            <a:avLst>
              <a:gd name="adj" fmla="val 20000"/>
            </a:avLst>
          </a:prstGeom>
          <a:solidFill>
            <a:srgbClr val="A9CE89"/>
          </a:solidFill>
          <a:ln w="18288">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5" name="rect 41"/>
          <p:cNvSpPr/>
          <p:nvPr/>
        </p:nvSpPr>
        <p:spPr>
          <a:xfrm>
            <a:off x="5248656" y="3374136"/>
            <a:ext cx="137160" cy="137160"/>
          </a:xfrm>
          <a:prstGeom prst="roundRect">
            <a:avLst>
              <a:gd name="adj" fmla="val 20000"/>
            </a:avLst>
          </a:prstGeom>
          <a:solidFill>
            <a:srgbClr val="A9CE89"/>
          </a:solidFill>
          <a:ln w="18288">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6" name="···"/>
          <p:cNvSpPr txBox="1"/>
          <p:nvPr/>
        </p:nvSpPr>
        <p:spPr>
          <a:xfrm rot="5400000">
            <a:off x="5212080" y="3092958"/>
            <a:ext cx="201168" cy="251460"/>
          </a:xfrm>
          <a:prstGeom prst="rect">
            <a:avLst/>
          </a:prstGeom>
          <a:noFill/>
        </p:spPr>
        <p:txBody>
          <a:bodyPr wrap="none" lIns="0" rIns="0" tIns="0" bIns="0" anchor="ctr">
            <a:noAutofit/>
          </a:bodyPr>
          <a:lstStyle/>
          <a:p>
            <a:pPr algn="ctr">
              <a:lnSpc>
                <a:spcPts val="1980"/>
              </a:lnSpc>
              <a:spcBef>
                <a:spcPts val="0"/>
              </a:spcBef>
              <a:spcAft>
                <a:spcPts val="0"/>
              </a:spcAft>
            </a:pPr>
            <a:r>
              <a:rPr sz="1800" b="1" i="0">
                <a:solidFill>
                  <a:srgbClr val="000000"/>
                </a:solidFill>
                <a:latin typeface="Times New Roman"/>
              </a:rPr>
              <a:t>···</a:t>
            </a:r>
          </a:p>
        </p:txBody>
      </p:sp>
      <p:sp>
        <p:nvSpPr>
          <p:cNvPr id="47" name="line 43"/>
          <p:cNvSpPr/>
          <p:nvPr/>
        </p:nvSpPr>
        <p:spPr>
          <a:xfrm>
            <a:off x="5422392" y="2999232"/>
            <a:ext cx="374904" cy="914"/>
          </a:xfrm>
          <a:custGeom>
            <a:avLst/>
            <a:gdLst/>
            <a:ahLst/>
            <a:cxnLst/>
            <a:rect l="0" t="0" r="r" b="b"/>
            <a:pathLst>
              <a:path w="374904" h="914" fill="none" stroke="1" extrusionOk="0">
                <a:moveTo>
                  <a:pt x="0" y="0"/>
                </a:moveTo>
                <a:lnTo>
                  <a:pt x="374904" y="0"/>
                </a:lnTo>
              </a:path>
            </a:pathLst>
          </a:custGeom>
          <a:noFill/>
          <a:ln w="16459">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8" name="Arrowhead 43"/>
          <p:cNvSpPr/>
          <p:nvPr/>
        </p:nvSpPr>
        <p:spPr>
          <a:xfrm>
            <a:off x="5678424" y="2939796"/>
            <a:ext cx="118872" cy="118872"/>
          </a:xfrm>
          <a:custGeom>
            <a:avLst/>
            <a:gdLst/>
            <a:ahLst/>
            <a:cxnLst/>
            <a:rect l="0" t="0" r="r" b="b"/>
            <a:pathLst>
              <a:path w="118872" h="118872" fill="norm" stroke="1" extrusionOk="0">
                <a:moveTo>
                  <a:pt x="118872" y="59436"/>
                </a:moveTo>
                <a:lnTo>
                  <a:pt x="0" y="118872"/>
                </a:lnTo>
                <a:lnTo>
                  <a:pt x="29718" y="59436"/>
                </a:lnTo>
                <a:lnTo>
                  <a:pt x="0" y="0"/>
                </a:lnTo>
                <a:close/>
              </a:path>
            </a:pathLst>
          </a:custGeom>
          <a:solidFill>
            <a:srgbClr val="00000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9" name="line 44"/>
          <p:cNvSpPr/>
          <p:nvPr/>
        </p:nvSpPr>
        <p:spPr>
          <a:xfrm>
            <a:off x="5276088" y="996696"/>
            <a:ext cx="722376" cy="914"/>
          </a:xfrm>
          <a:custGeom>
            <a:avLst/>
            <a:gdLst/>
            <a:ahLst/>
            <a:cxnLst/>
            <a:rect l="0" t="0" r="r" b="b"/>
            <a:pathLst>
              <a:path w="722376" h="914" fill="none" stroke="1" extrusionOk="0">
                <a:moveTo>
                  <a:pt x="0" y="0"/>
                </a:moveTo>
                <a:lnTo>
                  <a:pt x="722376" y="0"/>
                </a:lnTo>
              </a:path>
            </a:pathLst>
          </a:custGeom>
          <a:noFill/>
          <a:ln w="16459">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0" name="Arrowhead 44"/>
          <p:cNvSpPr/>
          <p:nvPr/>
        </p:nvSpPr>
        <p:spPr>
          <a:xfrm>
            <a:off x="5879592" y="937260"/>
            <a:ext cx="118872" cy="118872"/>
          </a:xfrm>
          <a:custGeom>
            <a:avLst/>
            <a:gdLst/>
            <a:ahLst/>
            <a:cxnLst/>
            <a:rect l="0" t="0" r="r" b="b"/>
            <a:pathLst>
              <a:path w="118872" h="118872" fill="norm" stroke="1" extrusionOk="0">
                <a:moveTo>
                  <a:pt x="118872" y="59436"/>
                </a:moveTo>
                <a:lnTo>
                  <a:pt x="0" y="118872"/>
                </a:lnTo>
                <a:lnTo>
                  <a:pt x="29718" y="59436"/>
                </a:lnTo>
                <a:lnTo>
                  <a:pt x="0" y="0"/>
                </a:lnTo>
                <a:close/>
              </a:path>
            </a:pathLst>
          </a:custGeom>
          <a:solidFill>
            <a:srgbClr val="00000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1" name="line 45"/>
          <p:cNvSpPr/>
          <p:nvPr/>
        </p:nvSpPr>
        <p:spPr>
          <a:xfrm>
            <a:off x="5358384" y="1280160"/>
            <a:ext cx="630936" cy="914"/>
          </a:xfrm>
          <a:custGeom>
            <a:avLst/>
            <a:gdLst/>
            <a:ahLst/>
            <a:cxnLst/>
            <a:rect l="0" t="0" r="r" b="b"/>
            <a:pathLst>
              <a:path w="630936" h="914" fill="none" stroke="1" extrusionOk="0">
                <a:moveTo>
                  <a:pt x="0" y="0"/>
                </a:moveTo>
                <a:lnTo>
                  <a:pt x="630936" y="0"/>
                </a:lnTo>
              </a:path>
            </a:pathLst>
          </a:custGeom>
          <a:noFill/>
          <a:ln w="16459">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2" name="Arrowhead 45"/>
          <p:cNvSpPr/>
          <p:nvPr/>
        </p:nvSpPr>
        <p:spPr>
          <a:xfrm>
            <a:off x="5870448" y="1220724"/>
            <a:ext cx="118872" cy="118872"/>
          </a:xfrm>
          <a:custGeom>
            <a:avLst/>
            <a:gdLst/>
            <a:ahLst/>
            <a:cxnLst/>
            <a:rect l="0" t="0" r="r" b="b"/>
            <a:pathLst>
              <a:path w="118872" h="118872" fill="norm" stroke="1" extrusionOk="0">
                <a:moveTo>
                  <a:pt x="118872" y="59436"/>
                </a:moveTo>
                <a:lnTo>
                  <a:pt x="0" y="118872"/>
                </a:lnTo>
                <a:lnTo>
                  <a:pt x="29718" y="59436"/>
                </a:lnTo>
                <a:lnTo>
                  <a:pt x="0" y="0"/>
                </a:lnTo>
                <a:close/>
              </a:path>
            </a:pathLst>
          </a:custGeom>
          <a:solidFill>
            <a:srgbClr val="00000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3" name="(a)"/>
          <p:cNvSpPr txBox="1"/>
          <p:nvPr/>
        </p:nvSpPr>
        <p:spPr>
          <a:xfrm>
            <a:off x="2468880" y="3960724"/>
            <a:ext cx="640080" cy="271577"/>
          </a:xfrm>
          <a:prstGeom prst="rect">
            <a:avLst/>
          </a:prstGeom>
          <a:noFill/>
        </p:spPr>
        <p:txBody>
          <a:bodyPr wrap="none" lIns="0" rIns="0" tIns="0" bIns="0" anchor="ctr">
            <a:noAutofit/>
          </a:bodyPr>
          <a:lstStyle/>
          <a:p>
            <a:pPr algn="ctr">
              <a:lnSpc>
                <a:spcPts val="2138"/>
              </a:lnSpc>
              <a:spcBef>
                <a:spcPts val="0"/>
              </a:spcBef>
              <a:spcAft>
                <a:spcPts val="0"/>
              </a:spcAft>
            </a:pPr>
            <a:r>
              <a:rPr sz="1943" b="1" i="0">
                <a:solidFill>
                  <a:srgbClr val="000000"/>
                </a:solidFill>
                <a:latin typeface="Times New Roman"/>
              </a:rPr>
              <a:t>(a)</a:t>
            </a:r>
          </a:p>
        </p:txBody>
      </p:sp>
      <p:sp>
        <p:nvSpPr>
          <p:cNvPr id="54" name="line 47"/>
          <p:cNvSpPr/>
          <p:nvPr/>
        </p:nvSpPr>
        <p:spPr>
          <a:xfrm>
            <a:off x="6163056" y="3502152"/>
            <a:ext cx="914" cy="246888"/>
          </a:xfrm>
          <a:custGeom>
            <a:avLst/>
            <a:gdLst/>
            <a:ahLst/>
            <a:cxnLst/>
            <a:rect l="0" t="0" r="r" b="b"/>
            <a:pathLst>
              <a:path w="914" h="246888" fill="none" stroke="1" extrusionOk="0">
                <a:moveTo>
                  <a:pt x="0" y="246888"/>
                </a:moveTo>
                <a:lnTo>
                  <a:pt x="0" y="0"/>
                </a:lnTo>
              </a:path>
            </a:pathLst>
          </a:custGeom>
          <a:noFill/>
          <a:ln w="16459">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5" name="Arrowhead 47"/>
          <p:cNvSpPr/>
          <p:nvPr/>
        </p:nvSpPr>
        <p:spPr>
          <a:xfrm>
            <a:off x="6103620" y="3502152"/>
            <a:ext cx="118872" cy="118872"/>
          </a:xfrm>
          <a:custGeom>
            <a:avLst/>
            <a:gdLst/>
            <a:ahLst/>
            <a:cxnLst/>
            <a:rect l="0" t="0" r="r" b="b"/>
            <a:pathLst>
              <a:path w="118872" h="118872" fill="norm" stroke="1" extrusionOk="0">
                <a:moveTo>
                  <a:pt x="59436" y="0"/>
                </a:moveTo>
                <a:lnTo>
                  <a:pt x="118872" y="118872"/>
                </a:lnTo>
                <a:lnTo>
                  <a:pt x="59436" y="89154"/>
                </a:lnTo>
                <a:lnTo>
                  <a:pt x="0" y="118872"/>
                </a:lnTo>
                <a:close/>
              </a:path>
            </a:pathLst>
          </a:custGeom>
          <a:solidFill>
            <a:srgbClr val="00000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6" name="line 48"/>
          <p:cNvSpPr/>
          <p:nvPr/>
        </p:nvSpPr>
        <p:spPr>
          <a:xfrm>
            <a:off x="6574536" y="3502152"/>
            <a:ext cx="914" cy="246888"/>
          </a:xfrm>
          <a:custGeom>
            <a:avLst/>
            <a:gdLst/>
            <a:ahLst/>
            <a:cxnLst/>
            <a:rect l="0" t="0" r="r" b="b"/>
            <a:pathLst>
              <a:path w="914" h="246888" fill="none" stroke="1" extrusionOk="0">
                <a:moveTo>
                  <a:pt x="0" y="246888"/>
                </a:moveTo>
                <a:lnTo>
                  <a:pt x="0" y="0"/>
                </a:lnTo>
              </a:path>
            </a:pathLst>
          </a:custGeom>
          <a:noFill/>
          <a:ln w="16459">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7" name="Arrowhead 48"/>
          <p:cNvSpPr/>
          <p:nvPr/>
        </p:nvSpPr>
        <p:spPr>
          <a:xfrm>
            <a:off x="6515100" y="3502152"/>
            <a:ext cx="118872" cy="118872"/>
          </a:xfrm>
          <a:custGeom>
            <a:avLst/>
            <a:gdLst/>
            <a:ahLst/>
            <a:cxnLst/>
            <a:rect l="0" t="0" r="r" b="b"/>
            <a:pathLst>
              <a:path w="118872" h="118872" fill="norm" stroke="1" extrusionOk="0">
                <a:moveTo>
                  <a:pt x="59436" y="0"/>
                </a:moveTo>
                <a:lnTo>
                  <a:pt x="118872" y="118872"/>
                </a:lnTo>
                <a:lnTo>
                  <a:pt x="59436" y="89154"/>
                </a:lnTo>
                <a:lnTo>
                  <a:pt x="0" y="118872"/>
                </a:lnTo>
                <a:close/>
              </a:path>
            </a:pathLst>
          </a:custGeom>
          <a:solidFill>
            <a:srgbClr val="00000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8" name="line 49"/>
          <p:cNvSpPr/>
          <p:nvPr/>
        </p:nvSpPr>
        <p:spPr>
          <a:xfrm>
            <a:off x="6986016" y="3502152"/>
            <a:ext cx="914" cy="246888"/>
          </a:xfrm>
          <a:custGeom>
            <a:avLst/>
            <a:gdLst/>
            <a:ahLst/>
            <a:cxnLst/>
            <a:rect l="0" t="0" r="r" b="b"/>
            <a:pathLst>
              <a:path w="914" h="246888" fill="none" stroke="1" extrusionOk="0">
                <a:moveTo>
                  <a:pt x="0" y="246888"/>
                </a:moveTo>
                <a:lnTo>
                  <a:pt x="0" y="0"/>
                </a:lnTo>
              </a:path>
            </a:pathLst>
          </a:custGeom>
          <a:noFill/>
          <a:ln w="16459">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9" name="Arrowhead 49"/>
          <p:cNvSpPr/>
          <p:nvPr/>
        </p:nvSpPr>
        <p:spPr>
          <a:xfrm>
            <a:off x="6926580" y="3502152"/>
            <a:ext cx="118872" cy="118872"/>
          </a:xfrm>
          <a:custGeom>
            <a:avLst/>
            <a:gdLst/>
            <a:ahLst/>
            <a:cxnLst/>
            <a:rect l="0" t="0" r="r" b="b"/>
            <a:pathLst>
              <a:path w="118872" h="118872" fill="norm" stroke="1" extrusionOk="0">
                <a:moveTo>
                  <a:pt x="59436" y="0"/>
                </a:moveTo>
                <a:lnTo>
                  <a:pt x="118872" y="118872"/>
                </a:lnTo>
                <a:lnTo>
                  <a:pt x="59436" y="89154"/>
                </a:lnTo>
                <a:lnTo>
                  <a:pt x="0" y="118872"/>
                </a:lnTo>
                <a:close/>
              </a:path>
            </a:pathLst>
          </a:custGeom>
          <a:solidFill>
            <a:srgbClr val="00000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0" name="line 50"/>
          <p:cNvSpPr/>
          <p:nvPr/>
        </p:nvSpPr>
        <p:spPr>
          <a:xfrm>
            <a:off x="7434072" y="3502152"/>
            <a:ext cx="914" cy="246888"/>
          </a:xfrm>
          <a:custGeom>
            <a:avLst/>
            <a:gdLst/>
            <a:ahLst/>
            <a:cxnLst/>
            <a:rect l="0" t="0" r="r" b="b"/>
            <a:pathLst>
              <a:path w="914" h="246888" fill="none" stroke="1" extrusionOk="0">
                <a:moveTo>
                  <a:pt x="0" y="246888"/>
                </a:moveTo>
                <a:lnTo>
                  <a:pt x="0" y="0"/>
                </a:lnTo>
              </a:path>
            </a:pathLst>
          </a:custGeom>
          <a:noFill/>
          <a:ln w="16459">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1" name="Arrowhead 50"/>
          <p:cNvSpPr/>
          <p:nvPr/>
        </p:nvSpPr>
        <p:spPr>
          <a:xfrm>
            <a:off x="7374636" y="3502152"/>
            <a:ext cx="118872" cy="118872"/>
          </a:xfrm>
          <a:custGeom>
            <a:avLst/>
            <a:gdLst/>
            <a:ahLst/>
            <a:cxnLst/>
            <a:rect l="0" t="0" r="r" b="b"/>
            <a:pathLst>
              <a:path w="118872" h="118872" fill="norm" stroke="1" extrusionOk="0">
                <a:moveTo>
                  <a:pt x="59436" y="0"/>
                </a:moveTo>
                <a:lnTo>
                  <a:pt x="118872" y="118872"/>
                </a:lnTo>
                <a:lnTo>
                  <a:pt x="59436" y="89154"/>
                </a:lnTo>
                <a:lnTo>
                  <a:pt x="0" y="118872"/>
                </a:lnTo>
                <a:close/>
              </a:path>
            </a:pathLst>
          </a:custGeom>
          <a:solidFill>
            <a:srgbClr val="00000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2" name="line 51"/>
          <p:cNvSpPr/>
          <p:nvPr/>
        </p:nvSpPr>
        <p:spPr>
          <a:xfrm>
            <a:off x="7854696" y="3502152"/>
            <a:ext cx="914" cy="246888"/>
          </a:xfrm>
          <a:custGeom>
            <a:avLst/>
            <a:gdLst/>
            <a:ahLst/>
            <a:cxnLst/>
            <a:rect l="0" t="0" r="r" b="b"/>
            <a:pathLst>
              <a:path w="914" h="246888" fill="none" stroke="1" extrusionOk="0">
                <a:moveTo>
                  <a:pt x="0" y="246888"/>
                </a:moveTo>
                <a:lnTo>
                  <a:pt x="0" y="0"/>
                </a:lnTo>
              </a:path>
            </a:pathLst>
          </a:custGeom>
          <a:noFill/>
          <a:ln w="16459">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3" name="Arrowhead 51"/>
          <p:cNvSpPr/>
          <p:nvPr/>
        </p:nvSpPr>
        <p:spPr>
          <a:xfrm>
            <a:off x="7795260" y="3502152"/>
            <a:ext cx="118872" cy="118872"/>
          </a:xfrm>
          <a:custGeom>
            <a:avLst/>
            <a:gdLst/>
            <a:ahLst/>
            <a:cxnLst/>
            <a:rect l="0" t="0" r="r" b="b"/>
            <a:pathLst>
              <a:path w="118872" h="118872" fill="norm" stroke="1" extrusionOk="0">
                <a:moveTo>
                  <a:pt x="59436" y="0"/>
                </a:moveTo>
                <a:lnTo>
                  <a:pt x="118872" y="118872"/>
                </a:lnTo>
                <a:lnTo>
                  <a:pt x="59436" y="89154"/>
                </a:lnTo>
                <a:lnTo>
                  <a:pt x="0" y="118872"/>
                </a:lnTo>
                <a:close/>
              </a:path>
            </a:pathLst>
          </a:custGeom>
          <a:solidFill>
            <a:srgbClr val="00000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4" name="line 52"/>
          <p:cNvSpPr/>
          <p:nvPr/>
        </p:nvSpPr>
        <p:spPr>
          <a:xfrm>
            <a:off x="8138160" y="3502152"/>
            <a:ext cx="914" cy="246888"/>
          </a:xfrm>
          <a:custGeom>
            <a:avLst/>
            <a:gdLst/>
            <a:ahLst/>
            <a:cxnLst/>
            <a:rect l="0" t="0" r="r" b="b"/>
            <a:pathLst>
              <a:path w="914" h="246888" fill="none" stroke="1" extrusionOk="0">
                <a:moveTo>
                  <a:pt x="0" y="246888"/>
                </a:moveTo>
                <a:lnTo>
                  <a:pt x="0" y="0"/>
                </a:lnTo>
              </a:path>
            </a:pathLst>
          </a:custGeom>
          <a:noFill/>
          <a:ln w="16459">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5" name="Arrowhead 52"/>
          <p:cNvSpPr/>
          <p:nvPr/>
        </p:nvSpPr>
        <p:spPr>
          <a:xfrm>
            <a:off x="8078724" y="3502152"/>
            <a:ext cx="118872" cy="118872"/>
          </a:xfrm>
          <a:custGeom>
            <a:avLst/>
            <a:gdLst/>
            <a:ahLst/>
            <a:cxnLst/>
            <a:rect l="0" t="0" r="r" b="b"/>
            <a:pathLst>
              <a:path w="118872" h="118872" fill="norm" stroke="1" extrusionOk="0">
                <a:moveTo>
                  <a:pt x="59436" y="0"/>
                </a:moveTo>
                <a:lnTo>
                  <a:pt x="118872" y="118872"/>
                </a:lnTo>
                <a:lnTo>
                  <a:pt x="59436" y="89154"/>
                </a:lnTo>
                <a:lnTo>
                  <a:pt x="0" y="118872"/>
                </a:lnTo>
                <a:close/>
              </a:path>
            </a:pathLst>
          </a:custGeom>
          <a:solidFill>
            <a:srgbClr val="00000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6" name="line 53"/>
          <p:cNvSpPr/>
          <p:nvPr/>
        </p:nvSpPr>
        <p:spPr>
          <a:xfrm>
            <a:off x="8531352" y="3502152"/>
            <a:ext cx="914" cy="246888"/>
          </a:xfrm>
          <a:custGeom>
            <a:avLst/>
            <a:gdLst/>
            <a:ahLst/>
            <a:cxnLst/>
            <a:rect l="0" t="0" r="r" b="b"/>
            <a:pathLst>
              <a:path w="914" h="246888" fill="none" stroke="1" extrusionOk="0">
                <a:moveTo>
                  <a:pt x="0" y="246888"/>
                </a:moveTo>
                <a:lnTo>
                  <a:pt x="0" y="0"/>
                </a:lnTo>
              </a:path>
            </a:pathLst>
          </a:custGeom>
          <a:noFill/>
          <a:ln w="16459">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7" name="Arrowhead 53"/>
          <p:cNvSpPr/>
          <p:nvPr/>
        </p:nvSpPr>
        <p:spPr>
          <a:xfrm>
            <a:off x="8471916" y="3502152"/>
            <a:ext cx="118872" cy="118872"/>
          </a:xfrm>
          <a:custGeom>
            <a:avLst/>
            <a:gdLst/>
            <a:ahLst/>
            <a:cxnLst/>
            <a:rect l="0" t="0" r="r" b="b"/>
            <a:pathLst>
              <a:path w="118872" h="118872" fill="norm" stroke="1" extrusionOk="0">
                <a:moveTo>
                  <a:pt x="59436" y="0"/>
                </a:moveTo>
                <a:lnTo>
                  <a:pt x="118872" y="118872"/>
                </a:lnTo>
                <a:lnTo>
                  <a:pt x="59436" y="89154"/>
                </a:lnTo>
                <a:lnTo>
                  <a:pt x="0" y="118872"/>
                </a:lnTo>
                <a:close/>
              </a:path>
            </a:pathLst>
          </a:custGeom>
          <a:solidFill>
            <a:srgbClr val="00000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8" name="line 54"/>
          <p:cNvSpPr/>
          <p:nvPr/>
        </p:nvSpPr>
        <p:spPr>
          <a:xfrm>
            <a:off x="6163056" y="2304288"/>
            <a:ext cx="914" cy="201168"/>
          </a:xfrm>
          <a:custGeom>
            <a:avLst/>
            <a:gdLst/>
            <a:ahLst/>
            <a:cxnLst/>
            <a:rect l="0" t="0" r="r" b="b"/>
            <a:pathLst>
              <a:path w="914" h="201168" fill="none" stroke="1" extrusionOk="0">
                <a:moveTo>
                  <a:pt x="0" y="201168"/>
                </a:moveTo>
                <a:lnTo>
                  <a:pt x="0" y="0"/>
                </a:lnTo>
              </a:path>
            </a:pathLst>
          </a:custGeom>
          <a:noFill/>
          <a:ln w="16459">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9" name="Arrowhead 54"/>
          <p:cNvSpPr/>
          <p:nvPr/>
        </p:nvSpPr>
        <p:spPr>
          <a:xfrm>
            <a:off x="6103620" y="2304288"/>
            <a:ext cx="118872" cy="118872"/>
          </a:xfrm>
          <a:custGeom>
            <a:avLst/>
            <a:gdLst/>
            <a:ahLst/>
            <a:cxnLst/>
            <a:rect l="0" t="0" r="r" b="b"/>
            <a:pathLst>
              <a:path w="118872" h="118872" fill="norm" stroke="1" extrusionOk="0">
                <a:moveTo>
                  <a:pt x="59436" y="0"/>
                </a:moveTo>
                <a:lnTo>
                  <a:pt x="118872" y="118872"/>
                </a:lnTo>
                <a:lnTo>
                  <a:pt x="59436" y="89154"/>
                </a:lnTo>
                <a:lnTo>
                  <a:pt x="0" y="118872"/>
                </a:lnTo>
                <a:close/>
              </a:path>
            </a:pathLst>
          </a:custGeom>
          <a:solidFill>
            <a:srgbClr val="00000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0" name="line 55"/>
          <p:cNvSpPr/>
          <p:nvPr/>
        </p:nvSpPr>
        <p:spPr>
          <a:xfrm>
            <a:off x="6574536" y="2304288"/>
            <a:ext cx="914" cy="201168"/>
          </a:xfrm>
          <a:custGeom>
            <a:avLst/>
            <a:gdLst/>
            <a:ahLst/>
            <a:cxnLst/>
            <a:rect l="0" t="0" r="r" b="b"/>
            <a:pathLst>
              <a:path w="914" h="201168" fill="none" stroke="1" extrusionOk="0">
                <a:moveTo>
                  <a:pt x="0" y="201168"/>
                </a:moveTo>
                <a:lnTo>
                  <a:pt x="0" y="0"/>
                </a:lnTo>
              </a:path>
            </a:pathLst>
          </a:custGeom>
          <a:noFill/>
          <a:ln w="16459">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1" name="Arrowhead 55"/>
          <p:cNvSpPr/>
          <p:nvPr/>
        </p:nvSpPr>
        <p:spPr>
          <a:xfrm>
            <a:off x="6515100" y="2304288"/>
            <a:ext cx="118872" cy="118872"/>
          </a:xfrm>
          <a:custGeom>
            <a:avLst/>
            <a:gdLst/>
            <a:ahLst/>
            <a:cxnLst/>
            <a:rect l="0" t="0" r="r" b="b"/>
            <a:pathLst>
              <a:path w="118872" h="118872" fill="norm" stroke="1" extrusionOk="0">
                <a:moveTo>
                  <a:pt x="59436" y="0"/>
                </a:moveTo>
                <a:lnTo>
                  <a:pt x="118872" y="118872"/>
                </a:lnTo>
                <a:lnTo>
                  <a:pt x="59436" y="89154"/>
                </a:lnTo>
                <a:lnTo>
                  <a:pt x="0" y="118872"/>
                </a:lnTo>
                <a:close/>
              </a:path>
            </a:pathLst>
          </a:custGeom>
          <a:solidFill>
            <a:srgbClr val="00000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2" name="line 56"/>
          <p:cNvSpPr/>
          <p:nvPr/>
        </p:nvSpPr>
        <p:spPr>
          <a:xfrm>
            <a:off x="6986016" y="2304288"/>
            <a:ext cx="914" cy="201168"/>
          </a:xfrm>
          <a:custGeom>
            <a:avLst/>
            <a:gdLst/>
            <a:ahLst/>
            <a:cxnLst/>
            <a:rect l="0" t="0" r="r" b="b"/>
            <a:pathLst>
              <a:path w="914" h="201168" fill="none" stroke="1" extrusionOk="0">
                <a:moveTo>
                  <a:pt x="0" y="201168"/>
                </a:moveTo>
                <a:lnTo>
                  <a:pt x="0" y="0"/>
                </a:lnTo>
              </a:path>
            </a:pathLst>
          </a:custGeom>
          <a:noFill/>
          <a:ln w="16459">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3" name="Arrowhead 56"/>
          <p:cNvSpPr/>
          <p:nvPr/>
        </p:nvSpPr>
        <p:spPr>
          <a:xfrm>
            <a:off x="6926580" y="2304288"/>
            <a:ext cx="118872" cy="118872"/>
          </a:xfrm>
          <a:custGeom>
            <a:avLst/>
            <a:gdLst/>
            <a:ahLst/>
            <a:cxnLst/>
            <a:rect l="0" t="0" r="r" b="b"/>
            <a:pathLst>
              <a:path w="118872" h="118872" fill="norm" stroke="1" extrusionOk="0">
                <a:moveTo>
                  <a:pt x="59436" y="0"/>
                </a:moveTo>
                <a:lnTo>
                  <a:pt x="118872" y="118872"/>
                </a:lnTo>
                <a:lnTo>
                  <a:pt x="59436" y="89154"/>
                </a:lnTo>
                <a:lnTo>
                  <a:pt x="0" y="118872"/>
                </a:lnTo>
                <a:close/>
              </a:path>
            </a:pathLst>
          </a:custGeom>
          <a:solidFill>
            <a:srgbClr val="00000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4" name="line 57"/>
          <p:cNvSpPr/>
          <p:nvPr/>
        </p:nvSpPr>
        <p:spPr>
          <a:xfrm>
            <a:off x="7434072" y="2304288"/>
            <a:ext cx="914" cy="201168"/>
          </a:xfrm>
          <a:custGeom>
            <a:avLst/>
            <a:gdLst/>
            <a:ahLst/>
            <a:cxnLst/>
            <a:rect l="0" t="0" r="r" b="b"/>
            <a:pathLst>
              <a:path w="914" h="201168" fill="none" stroke="1" extrusionOk="0">
                <a:moveTo>
                  <a:pt x="0" y="201168"/>
                </a:moveTo>
                <a:lnTo>
                  <a:pt x="0" y="0"/>
                </a:lnTo>
              </a:path>
            </a:pathLst>
          </a:custGeom>
          <a:noFill/>
          <a:ln w="16459">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5" name="Arrowhead 57"/>
          <p:cNvSpPr/>
          <p:nvPr/>
        </p:nvSpPr>
        <p:spPr>
          <a:xfrm>
            <a:off x="7374636" y="2304288"/>
            <a:ext cx="118872" cy="118872"/>
          </a:xfrm>
          <a:custGeom>
            <a:avLst/>
            <a:gdLst/>
            <a:ahLst/>
            <a:cxnLst/>
            <a:rect l="0" t="0" r="r" b="b"/>
            <a:pathLst>
              <a:path w="118872" h="118872" fill="norm" stroke="1" extrusionOk="0">
                <a:moveTo>
                  <a:pt x="59436" y="0"/>
                </a:moveTo>
                <a:lnTo>
                  <a:pt x="118872" y="118872"/>
                </a:lnTo>
                <a:lnTo>
                  <a:pt x="59436" y="89154"/>
                </a:lnTo>
                <a:lnTo>
                  <a:pt x="0" y="118872"/>
                </a:lnTo>
                <a:close/>
              </a:path>
            </a:pathLst>
          </a:custGeom>
          <a:solidFill>
            <a:srgbClr val="00000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6" name="line 58"/>
          <p:cNvSpPr/>
          <p:nvPr/>
        </p:nvSpPr>
        <p:spPr>
          <a:xfrm>
            <a:off x="7854696" y="2304288"/>
            <a:ext cx="914" cy="201168"/>
          </a:xfrm>
          <a:custGeom>
            <a:avLst/>
            <a:gdLst/>
            <a:ahLst/>
            <a:cxnLst/>
            <a:rect l="0" t="0" r="r" b="b"/>
            <a:pathLst>
              <a:path w="914" h="201168" fill="none" stroke="1" extrusionOk="0">
                <a:moveTo>
                  <a:pt x="0" y="201168"/>
                </a:moveTo>
                <a:lnTo>
                  <a:pt x="0" y="0"/>
                </a:lnTo>
              </a:path>
            </a:pathLst>
          </a:custGeom>
          <a:noFill/>
          <a:ln w="16459">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7" name="Arrowhead 58"/>
          <p:cNvSpPr/>
          <p:nvPr/>
        </p:nvSpPr>
        <p:spPr>
          <a:xfrm>
            <a:off x="7795260" y="2304288"/>
            <a:ext cx="118872" cy="118872"/>
          </a:xfrm>
          <a:custGeom>
            <a:avLst/>
            <a:gdLst/>
            <a:ahLst/>
            <a:cxnLst/>
            <a:rect l="0" t="0" r="r" b="b"/>
            <a:pathLst>
              <a:path w="118872" h="118872" fill="norm" stroke="1" extrusionOk="0">
                <a:moveTo>
                  <a:pt x="59436" y="0"/>
                </a:moveTo>
                <a:lnTo>
                  <a:pt x="118872" y="118872"/>
                </a:lnTo>
                <a:lnTo>
                  <a:pt x="59436" y="89154"/>
                </a:lnTo>
                <a:lnTo>
                  <a:pt x="0" y="118872"/>
                </a:lnTo>
                <a:close/>
              </a:path>
            </a:pathLst>
          </a:custGeom>
          <a:solidFill>
            <a:srgbClr val="00000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8" name="line 59"/>
          <p:cNvSpPr/>
          <p:nvPr/>
        </p:nvSpPr>
        <p:spPr>
          <a:xfrm>
            <a:off x="8138160" y="2304288"/>
            <a:ext cx="914" cy="201168"/>
          </a:xfrm>
          <a:custGeom>
            <a:avLst/>
            <a:gdLst/>
            <a:ahLst/>
            <a:cxnLst/>
            <a:rect l="0" t="0" r="r" b="b"/>
            <a:pathLst>
              <a:path w="914" h="201168" fill="none" stroke="1" extrusionOk="0">
                <a:moveTo>
                  <a:pt x="0" y="201168"/>
                </a:moveTo>
                <a:lnTo>
                  <a:pt x="0" y="0"/>
                </a:lnTo>
              </a:path>
            </a:pathLst>
          </a:custGeom>
          <a:noFill/>
          <a:ln w="16459">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9" name="Arrowhead 59"/>
          <p:cNvSpPr/>
          <p:nvPr/>
        </p:nvSpPr>
        <p:spPr>
          <a:xfrm>
            <a:off x="8078724" y="2304288"/>
            <a:ext cx="118872" cy="118872"/>
          </a:xfrm>
          <a:custGeom>
            <a:avLst/>
            <a:gdLst/>
            <a:ahLst/>
            <a:cxnLst/>
            <a:rect l="0" t="0" r="r" b="b"/>
            <a:pathLst>
              <a:path w="118872" h="118872" fill="norm" stroke="1" extrusionOk="0">
                <a:moveTo>
                  <a:pt x="59436" y="0"/>
                </a:moveTo>
                <a:lnTo>
                  <a:pt x="118872" y="118872"/>
                </a:lnTo>
                <a:lnTo>
                  <a:pt x="59436" y="89154"/>
                </a:lnTo>
                <a:lnTo>
                  <a:pt x="0" y="118872"/>
                </a:lnTo>
                <a:close/>
              </a:path>
            </a:pathLst>
          </a:custGeom>
          <a:solidFill>
            <a:srgbClr val="00000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0" name="line 60"/>
          <p:cNvSpPr/>
          <p:nvPr/>
        </p:nvSpPr>
        <p:spPr>
          <a:xfrm>
            <a:off x="8531352" y="2304288"/>
            <a:ext cx="914" cy="201168"/>
          </a:xfrm>
          <a:custGeom>
            <a:avLst/>
            <a:gdLst/>
            <a:ahLst/>
            <a:cxnLst/>
            <a:rect l="0" t="0" r="r" b="b"/>
            <a:pathLst>
              <a:path w="914" h="201168" fill="none" stroke="1" extrusionOk="0">
                <a:moveTo>
                  <a:pt x="0" y="201168"/>
                </a:moveTo>
                <a:lnTo>
                  <a:pt x="0" y="0"/>
                </a:lnTo>
              </a:path>
            </a:pathLst>
          </a:custGeom>
          <a:noFill/>
          <a:ln w="16459">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1" name="Arrowhead 60"/>
          <p:cNvSpPr/>
          <p:nvPr/>
        </p:nvSpPr>
        <p:spPr>
          <a:xfrm>
            <a:off x="8471916" y="2304288"/>
            <a:ext cx="118872" cy="118872"/>
          </a:xfrm>
          <a:custGeom>
            <a:avLst/>
            <a:gdLst/>
            <a:ahLst/>
            <a:cxnLst/>
            <a:rect l="0" t="0" r="r" b="b"/>
            <a:pathLst>
              <a:path w="118872" h="118872" fill="norm" stroke="1" extrusionOk="0">
                <a:moveTo>
                  <a:pt x="59436" y="0"/>
                </a:moveTo>
                <a:lnTo>
                  <a:pt x="118872" y="118872"/>
                </a:lnTo>
                <a:lnTo>
                  <a:pt x="59436" y="89154"/>
                </a:lnTo>
                <a:lnTo>
                  <a:pt x="0" y="118872"/>
                </a:lnTo>
                <a:close/>
              </a:path>
            </a:pathLst>
          </a:custGeom>
          <a:solidFill>
            <a:srgbClr val="00000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2" name="line 61"/>
          <p:cNvSpPr/>
          <p:nvPr/>
        </p:nvSpPr>
        <p:spPr>
          <a:xfrm>
            <a:off x="6364224" y="1856232"/>
            <a:ext cx="914" cy="192024"/>
          </a:xfrm>
          <a:custGeom>
            <a:avLst/>
            <a:gdLst/>
            <a:ahLst/>
            <a:cxnLst/>
            <a:rect l="0" t="0" r="r" b="b"/>
            <a:pathLst>
              <a:path w="914" h="192024" fill="none" stroke="1" extrusionOk="0">
                <a:moveTo>
                  <a:pt x="0" y="192024"/>
                </a:moveTo>
                <a:lnTo>
                  <a:pt x="0" y="0"/>
                </a:lnTo>
              </a:path>
            </a:pathLst>
          </a:custGeom>
          <a:noFill/>
          <a:ln w="16459">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3" name="Arrowhead 61"/>
          <p:cNvSpPr/>
          <p:nvPr/>
        </p:nvSpPr>
        <p:spPr>
          <a:xfrm>
            <a:off x="6304788" y="1856232"/>
            <a:ext cx="118872" cy="118872"/>
          </a:xfrm>
          <a:custGeom>
            <a:avLst/>
            <a:gdLst/>
            <a:ahLst/>
            <a:cxnLst/>
            <a:rect l="0" t="0" r="r" b="b"/>
            <a:pathLst>
              <a:path w="118872" h="118872" fill="norm" stroke="1" extrusionOk="0">
                <a:moveTo>
                  <a:pt x="59436" y="0"/>
                </a:moveTo>
                <a:lnTo>
                  <a:pt x="118872" y="118872"/>
                </a:lnTo>
                <a:lnTo>
                  <a:pt x="59436" y="89154"/>
                </a:lnTo>
                <a:lnTo>
                  <a:pt x="0" y="118872"/>
                </a:lnTo>
                <a:close/>
              </a:path>
            </a:pathLst>
          </a:custGeom>
          <a:solidFill>
            <a:srgbClr val="00000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4" name="line 62"/>
          <p:cNvSpPr/>
          <p:nvPr/>
        </p:nvSpPr>
        <p:spPr>
          <a:xfrm>
            <a:off x="6364224" y="1554480"/>
            <a:ext cx="914" cy="137160"/>
          </a:xfrm>
          <a:custGeom>
            <a:avLst/>
            <a:gdLst/>
            <a:ahLst/>
            <a:cxnLst/>
            <a:rect l="0" t="0" r="r" b="b"/>
            <a:pathLst>
              <a:path w="914" h="137160" fill="none" stroke="1" extrusionOk="0">
                <a:moveTo>
                  <a:pt x="0" y="137160"/>
                </a:moveTo>
                <a:lnTo>
                  <a:pt x="0" y="0"/>
                </a:lnTo>
              </a:path>
            </a:pathLst>
          </a:custGeom>
          <a:noFill/>
          <a:ln w="16459">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5" name="Arrowhead 62"/>
          <p:cNvSpPr/>
          <p:nvPr/>
        </p:nvSpPr>
        <p:spPr>
          <a:xfrm>
            <a:off x="6304788" y="1554480"/>
            <a:ext cx="118872" cy="118872"/>
          </a:xfrm>
          <a:custGeom>
            <a:avLst/>
            <a:gdLst/>
            <a:ahLst/>
            <a:cxnLst/>
            <a:rect l="0" t="0" r="r" b="b"/>
            <a:pathLst>
              <a:path w="118872" h="118872" fill="norm" stroke="1" extrusionOk="0">
                <a:moveTo>
                  <a:pt x="59436" y="0"/>
                </a:moveTo>
                <a:lnTo>
                  <a:pt x="118872" y="118872"/>
                </a:lnTo>
                <a:lnTo>
                  <a:pt x="59436" y="89154"/>
                </a:lnTo>
                <a:lnTo>
                  <a:pt x="0" y="118872"/>
                </a:lnTo>
                <a:close/>
              </a:path>
            </a:pathLst>
          </a:custGeom>
          <a:solidFill>
            <a:srgbClr val="00000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6" name="line 63"/>
          <p:cNvSpPr/>
          <p:nvPr/>
        </p:nvSpPr>
        <p:spPr>
          <a:xfrm>
            <a:off x="7214616" y="1682496"/>
            <a:ext cx="2231136" cy="365760"/>
          </a:xfrm>
          <a:custGeom>
            <a:avLst/>
            <a:gdLst/>
            <a:ahLst/>
            <a:cxnLst/>
            <a:rect l="0" t="0" r="r" b="b"/>
            <a:pathLst>
              <a:path w="2231136" h="365760" fill="none" stroke="1" extrusionOk="0">
                <a:moveTo>
                  <a:pt x="0" y="365760"/>
                </a:moveTo>
                <a:lnTo>
                  <a:pt x="0" y="0"/>
                </a:lnTo>
                <a:lnTo>
                  <a:pt x="2231136" y="0"/>
                </a:lnTo>
              </a:path>
            </a:pathLst>
          </a:custGeom>
          <a:noFill/>
          <a:ln w="16459">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7" name="Arrowhead 63"/>
          <p:cNvSpPr/>
          <p:nvPr/>
        </p:nvSpPr>
        <p:spPr>
          <a:xfrm>
            <a:off x="9326880" y="1623060"/>
            <a:ext cx="118872" cy="118872"/>
          </a:xfrm>
          <a:custGeom>
            <a:avLst/>
            <a:gdLst/>
            <a:ahLst/>
            <a:cxnLst/>
            <a:rect l="0" t="0" r="r" b="b"/>
            <a:pathLst>
              <a:path w="118872" h="118872" fill="norm" stroke="1" extrusionOk="0">
                <a:moveTo>
                  <a:pt x="118872" y="59436"/>
                </a:moveTo>
                <a:lnTo>
                  <a:pt x="0" y="118872"/>
                </a:lnTo>
                <a:lnTo>
                  <a:pt x="29718" y="59436"/>
                </a:lnTo>
                <a:lnTo>
                  <a:pt x="0" y="0"/>
                </a:lnTo>
                <a:close/>
              </a:path>
            </a:pathLst>
          </a:custGeom>
          <a:solidFill>
            <a:srgbClr val="00000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8" name="line 64"/>
          <p:cNvSpPr/>
          <p:nvPr/>
        </p:nvSpPr>
        <p:spPr>
          <a:xfrm>
            <a:off x="8668512" y="2176272"/>
            <a:ext cx="777240" cy="822960"/>
          </a:xfrm>
          <a:custGeom>
            <a:avLst/>
            <a:gdLst/>
            <a:ahLst/>
            <a:cxnLst/>
            <a:rect l="0" t="0" r="r" b="b"/>
            <a:pathLst>
              <a:path w="777240" h="822960" fill="none" stroke="1" extrusionOk="0">
                <a:moveTo>
                  <a:pt x="0" y="0"/>
                </a:moveTo>
                <a:lnTo>
                  <a:pt x="310896" y="0"/>
                </a:lnTo>
                <a:lnTo>
                  <a:pt x="310896" y="822960"/>
                </a:lnTo>
                <a:lnTo>
                  <a:pt x="777240" y="822960"/>
                </a:lnTo>
              </a:path>
            </a:pathLst>
          </a:custGeom>
          <a:noFill/>
          <a:ln w="16459">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9" name="Arrowhead 64"/>
          <p:cNvSpPr/>
          <p:nvPr/>
        </p:nvSpPr>
        <p:spPr>
          <a:xfrm>
            <a:off x="9326880" y="2939796"/>
            <a:ext cx="118872" cy="118872"/>
          </a:xfrm>
          <a:custGeom>
            <a:avLst/>
            <a:gdLst/>
            <a:ahLst/>
            <a:cxnLst/>
            <a:rect l="0" t="0" r="r" b="b"/>
            <a:pathLst>
              <a:path w="118872" h="118872" fill="norm" stroke="1" extrusionOk="0">
                <a:moveTo>
                  <a:pt x="118872" y="59436"/>
                </a:moveTo>
                <a:lnTo>
                  <a:pt x="0" y="118872"/>
                </a:lnTo>
                <a:lnTo>
                  <a:pt x="29718" y="59436"/>
                </a:lnTo>
                <a:lnTo>
                  <a:pt x="0" y="0"/>
                </a:lnTo>
                <a:close/>
              </a:path>
            </a:pathLst>
          </a:custGeom>
          <a:solidFill>
            <a:srgbClr val="00000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0" name="line 65"/>
          <p:cNvSpPr/>
          <p:nvPr/>
        </p:nvSpPr>
        <p:spPr>
          <a:xfrm>
            <a:off x="8659368" y="429768"/>
            <a:ext cx="786384" cy="722376"/>
          </a:xfrm>
          <a:custGeom>
            <a:avLst/>
            <a:gdLst/>
            <a:ahLst/>
            <a:cxnLst/>
            <a:rect l="0" t="0" r="r" b="b"/>
            <a:pathLst>
              <a:path w="786384" h="722376" fill="none" stroke="1" extrusionOk="0">
                <a:moveTo>
                  <a:pt x="0" y="0"/>
                </a:moveTo>
                <a:lnTo>
                  <a:pt x="310896" y="0"/>
                </a:lnTo>
                <a:lnTo>
                  <a:pt x="310896" y="722376"/>
                </a:lnTo>
                <a:lnTo>
                  <a:pt x="786384" y="722376"/>
                </a:lnTo>
              </a:path>
            </a:pathLst>
          </a:custGeom>
          <a:noFill/>
          <a:ln w="16459">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1" name="Arrowhead 65"/>
          <p:cNvSpPr/>
          <p:nvPr/>
        </p:nvSpPr>
        <p:spPr>
          <a:xfrm>
            <a:off x="9326880" y="1092708"/>
            <a:ext cx="118872" cy="118872"/>
          </a:xfrm>
          <a:custGeom>
            <a:avLst/>
            <a:gdLst/>
            <a:ahLst/>
            <a:cxnLst/>
            <a:rect l="0" t="0" r="r" b="b"/>
            <a:pathLst>
              <a:path w="118872" h="118872" fill="norm" stroke="1" extrusionOk="0">
                <a:moveTo>
                  <a:pt x="118872" y="59436"/>
                </a:moveTo>
                <a:lnTo>
                  <a:pt x="0" y="118872"/>
                </a:lnTo>
                <a:lnTo>
                  <a:pt x="29718" y="59436"/>
                </a:lnTo>
                <a:lnTo>
                  <a:pt x="0" y="0"/>
                </a:lnTo>
                <a:close/>
              </a:path>
            </a:pathLst>
          </a:custGeom>
          <a:solidFill>
            <a:srgbClr val="00000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2" name="line 66"/>
          <p:cNvSpPr/>
          <p:nvPr/>
        </p:nvSpPr>
        <p:spPr>
          <a:xfrm>
            <a:off x="6300216" y="521208"/>
            <a:ext cx="914" cy="246888"/>
          </a:xfrm>
          <a:custGeom>
            <a:avLst/>
            <a:gdLst/>
            <a:ahLst/>
            <a:cxnLst/>
            <a:rect l="0" t="0" r="r" b="b"/>
            <a:pathLst>
              <a:path w="914" h="246888" fill="none" stroke="1" extrusionOk="0">
                <a:moveTo>
                  <a:pt x="0" y="246888"/>
                </a:moveTo>
                <a:lnTo>
                  <a:pt x="0" y="0"/>
                </a:lnTo>
              </a:path>
            </a:pathLst>
          </a:custGeom>
          <a:noFill/>
          <a:ln w="16459">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3" name="Arrowhead 66"/>
          <p:cNvSpPr/>
          <p:nvPr/>
        </p:nvSpPr>
        <p:spPr>
          <a:xfrm>
            <a:off x="6240780" y="521208"/>
            <a:ext cx="118872" cy="118872"/>
          </a:xfrm>
          <a:custGeom>
            <a:avLst/>
            <a:gdLst/>
            <a:ahLst/>
            <a:cxnLst/>
            <a:rect l="0" t="0" r="r" b="b"/>
            <a:pathLst>
              <a:path w="118872" h="118872" fill="norm" stroke="1" extrusionOk="0">
                <a:moveTo>
                  <a:pt x="59436" y="0"/>
                </a:moveTo>
                <a:lnTo>
                  <a:pt x="118872" y="118872"/>
                </a:lnTo>
                <a:lnTo>
                  <a:pt x="59436" y="89154"/>
                </a:lnTo>
                <a:lnTo>
                  <a:pt x="0" y="118872"/>
                </a:lnTo>
                <a:close/>
              </a:path>
            </a:pathLst>
          </a:custGeom>
          <a:solidFill>
            <a:srgbClr val="00000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4" name="line 67"/>
          <p:cNvSpPr/>
          <p:nvPr/>
        </p:nvSpPr>
        <p:spPr>
          <a:xfrm>
            <a:off x="6711696" y="521208"/>
            <a:ext cx="914" cy="246888"/>
          </a:xfrm>
          <a:custGeom>
            <a:avLst/>
            <a:gdLst/>
            <a:ahLst/>
            <a:cxnLst/>
            <a:rect l="0" t="0" r="r" b="b"/>
            <a:pathLst>
              <a:path w="914" h="246888" fill="none" stroke="1" extrusionOk="0">
                <a:moveTo>
                  <a:pt x="0" y="246888"/>
                </a:moveTo>
                <a:lnTo>
                  <a:pt x="0" y="0"/>
                </a:lnTo>
              </a:path>
            </a:pathLst>
          </a:custGeom>
          <a:noFill/>
          <a:ln w="16459">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5" name="Arrowhead 67"/>
          <p:cNvSpPr/>
          <p:nvPr/>
        </p:nvSpPr>
        <p:spPr>
          <a:xfrm>
            <a:off x="6652260" y="521208"/>
            <a:ext cx="118872" cy="118872"/>
          </a:xfrm>
          <a:custGeom>
            <a:avLst/>
            <a:gdLst/>
            <a:ahLst/>
            <a:cxnLst/>
            <a:rect l="0" t="0" r="r" b="b"/>
            <a:pathLst>
              <a:path w="118872" h="118872" fill="norm" stroke="1" extrusionOk="0">
                <a:moveTo>
                  <a:pt x="59436" y="0"/>
                </a:moveTo>
                <a:lnTo>
                  <a:pt x="118872" y="118872"/>
                </a:lnTo>
                <a:lnTo>
                  <a:pt x="59436" y="89154"/>
                </a:lnTo>
                <a:lnTo>
                  <a:pt x="0" y="118872"/>
                </a:lnTo>
                <a:close/>
              </a:path>
            </a:pathLst>
          </a:custGeom>
          <a:solidFill>
            <a:srgbClr val="00000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6" name="line 68"/>
          <p:cNvSpPr/>
          <p:nvPr/>
        </p:nvSpPr>
        <p:spPr>
          <a:xfrm>
            <a:off x="7196328" y="521208"/>
            <a:ext cx="914" cy="246888"/>
          </a:xfrm>
          <a:custGeom>
            <a:avLst/>
            <a:gdLst/>
            <a:ahLst/>
            <a:cxnLst/>
            <a:rect l="0" t="0" r="r" b="b"/>
            <a:pathLst>
              <a:path w="914" h="246888" fill="none" stroke="1" extrusionOk="0">
                <a:moveTo>
                  <a:pt x="0" y="246888"/>
                </a:moveTo>
                <a:lnTo>
                  <a:pt x="0" y="0"/>
                </a:lnTo>
              </a:path>
            </a:pathLst>
          </a:custGeom>
          <a:noFill/>
          <a:ln w="16459">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7" name="Arrowhead 68"/>
          <p:cNvSpPr/>
          <p:nvPr/>
        </p:nvSpPr>
        <p:spPr>
          <a:xfrm>
            <a:off x="7136892" y="521208"/>
            <a:ext cx="118872" cy="118872"/>
          </a:xfrm>
          <a:custGeom>
            <a:avLst/>
            <a:gdLst/>
            <a:ahLst/>
            <a:cxnLst/>
            <a:rect l="0" t="0" r="r" b="b"/>
            <a:pathLst>
              <a:path w="118872" h="118872" fill="norm" stroke="1" extrusionOk="0">
                <a:moveTo>
                  <a:pt x="59436" y="0"/>
                </a:moveTo>
                <a:lnTo>
                  <a:pt x="118872" y="118872"/>
                </a:lnTo>
                <a:lnTo>
                  <a:pt x="59436" y="89154"/>
                </a:lnTo>
                <a:lnTo>
                  <a:pt x="0" y="118872"/>
                </a:lnTo>
                <a:close/>
              </a:path>
            </a:pathLst>
          </a:custGeom>
          <a:solidFill>
            <a:srgbClr val="00000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8" name="line 69"/>
          <p:cNvSpPr/>
          <p:nvPr/>
        </p:nvSpPr>
        <p:spPr>
          <a:xfrm>
            <a:off x="7607808" y="521208"/>
            <a:ext cx="914" cy="246888"/>
          </a:xfrm>
          <a:custGeom>
            <a:avLst/>
            <a:gdLst/>
            <a:ahLst/>
            <a:cxnLst/>
            <a:rect l="0" t="0" r="r" b="b"/>
            <a:pathLst>
              <a:path w="914" h="246888" fill="none" stroke="1" extrusionOk="0">
                <a:moveTo>
                  <a:pt x="0" y="246888"/>
                </a:moveTo>
                <a:lnTo>
                  <a:pt x="0" y="0"/>
                </a:lnTo>
              </a:path>
            </a:pathLst>
          </a:custGeom>
          <a:noFill/>
          <a:ln w="16459">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9" name="Arrowhead 69"/>
          <p:cNvSpPr/>
          <p:nvPr/>
        </p:nvSpPr>
        <p:spPr>
          <a:xfrm>
            <a:off x="7548372" y="521208"/>
            <a:ext cx="118872" cy="118872"/>
          </a:xfrm>
          <a:custGeom>
            <a:avLst/>
            <a:gdLst/>
            <a:ahLst/>
            <a:cxnLst/>
            <a:rect l="0" t="0" r="r" b="b"/>
            <a:pathLst>
              <a:path w="118872" h="118872" fill="norm" stroke="1" extrusionOk="0">
                <a:moveTo>
                  <a:pt x="59436" y="0"/>
                </a:moveTo>
                <a:lnTo>
                  <a:pt x="118872" y="118872"/>
                </a:lnTo>
                <a:lnTo>
                  <a:pt x="59436" y="89154"/>
                </a:lnTo>
                <a:lnTo>
                  <a:pt x="0" y="118872"/>
                </a:lnTo>
                <a:close/>
              </a:path>
            </a:pathLst>
          </a:custGeom>
          <a:solidFill>
            <a:srgbClr val="00000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0" name="line 70"/>
          <p:cNvSpPr/>
          <p:nvPr/>
        </p:nvSpPr>
        <p:spPr>
          <a:xfrm>
            <a:off x="8092440" y="521208"/>
            <a:ext cx="914" cy="246888"/>
          </a:xfrm>
          <a:custGeom>
            <a:avLst/>
            <a:gdLst/>
            <a:ahLst/>
            <a:cxnLst/>
            <a:rect l="0" t="0" r="r" b="b"/>
            <a:pathLst>
              <a:path w="914" h="246888" fill="none" stroke="1" extrusionOk="0">
                <a:moveTo>
                  <a:pt x="0" y="246888"/>
                </a:moveTo>
                <a:lnTo>
                  <a:pt x="0" y="0"/>
                </a:lnTo>
              </a:path>
            </a:pathLst>
          </a:custGeom>
          <a:noFill/>
          <a:ln w="16459">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1" name="Arrowhead 70"/>
          <p:cNvSpPr/>
          <p:nvPr/>
        </p:nvSpPr>
        <p:spPr>
          <a:xfrm>
            <a:off x="8033004" y="521208"/>
            <a:ext cx="118872" cy="118872"/>
          </a:xfrm>
          <a:custGeom>
            <a:avLst/>
            <a:gdLst/>
            <a:ahLst/>
            <a:cxnLst/>
            <a:rect l="0" t="0" r="r" b="b"/>
            <a:pathLst>
              <a:path w="118872" h="118872" fill="norm" stroke="1" extrusionOk="0">
                <a:moveTo>
                  <a:pt x="59436" y="0"/>
                </a:moveTo>
                <a:lnTo>
                  <a:pt x="118872" y="118872"/>
                </a:lnTo>
                <a:lnTo>
                  <a:pt x="59436" y="89154"/>
                </a:lnTo>
                <a:lnTo>
                  <a:pt x="0" y="118872"/>
                </a:lnTo>
                <a:close/>
              </a:path>
            </a:pathLst>
          </a:custGeom>
          <a:solidFill>
            <a:srgbClr val="00000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2" name="line 71"/>
          <p:cNvSpPr/>
          <p:nvPr/>
        </p:nvSpPr>
        <p:spPr>
          <a:xfrm>
            <a:off x="8513064" y="521208"/>
            <a:ext cx="914" cy="246888"/>
          </a:xfrm>
          <a:custGeom>
            <a:avLst/>
            <a:gdLst/>
            <a:ahLst/>
            <a:cxnLst/>
            <a:rect l="0" t="0" r="r" b="b"/>
            <a:pathLst>
              <a:path w="914" h="246888" fill="none" stroke="1" extrusionOk="0">
                <a:moveTo>
                  <a:pt x="0" y="246888"/>
                </a:moveTo>
                <a:lnTo>
                  <a:pt x="0" y="0"/>
                </a:lnTo>
              </a:path>
            </a:pathLst>
          </a:custGeom>
          <a:noFill/>
          <a:ln w="16459">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3" name="Arrowhead 71"/>
          <p:cNvSpPr/>
          <p:nvPr/>
        </p:nvSpPr>
        <p:spPr>
          <a:xfrm>
            <a:off x="8453628" y="521208"/>
            <a:ext cx="118872" cy="118872"/>
          </a:xfrm>
          <a:custGeom>
            <a:avLst/>
            <a:gdLst/>
            <a:ahLst/>
            <a:cxnLst/>
            <a:rect l="0" t="0" r="r" b="b"/>
            <a:pathLst>
              <a:path w="118872" h="118872" fill="norm" stroke="1" extrusionOk="0">
                <a:moveTo>
                  <a:pt x="59436" y="0"/>
                </a:moveTo>
                <a:lnTo>
                  <a:pt x="118872" y="118872"/>
                </a:lnTo>
                <a:lnTo>
                  <a:pt x="59436" y="89154"/>
                </a:lnTo>
                <a:lnTo>
                  <a:pt x="0" y="118872"/>
                </a:lnTo>
                <a:close/>
              </a:path>
            </a:pathLst>
          </a:custGeom>
          <a:solidFill>
            <a:srgbClr val="00000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4" name="rect 72"/>
          <p:cNvSpPr/>
          <p:nvPr/>
        </p:nvSpPr>
        <p:spPr>
          <a:xfrm>
            <a:off x="6007608" y="758952"/>
            <a:ext cx="2807208" cy="795528"/>
          </a:xfrm>
          <a:prstGeom prst="roundRect">
            <a:avLst>
              <a:gd name="adj" fmla="val 10344"/>
            </a:avLst>
          </a:prstGeom>
          <a:solidFill>
            <a:srgbClr val="E8F4FB"/>
          </a:solidFill>
          <a:ln>
            <a:noFill/>
          </a:ln>
          <a:effectLst>
            <a:outerShdw blurRad="50292" dist="45720" dir="3090000" algn="tl" rotWithShape="0">
              <a:srgbClr val="000000">
                <a:alpha val="33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5" name="Cross-scale Visual-only / Fusion Branch"/>
          <p:cNvSpPr txBox="1"/>
          <p:nvPr/>
        </p:nvSpPr>
        <p:spPr>
          <a:xfrm>
            <a:off x="6035040" y="852495"/>
            <a:ext cx="2752344" cy="599298"/>
          </a:xfrm>
          <a:prstGeom prst="rect">
            <a:avLst/>
          </a:prstGeom>
          <a:noFill/>
        </p:spPr>
        <p:txBody>
          <a:bodyPr wrap="none" lIns="0" rIns="0" tIns="0" bIns="0" anchor="ctr">
            <a:noAutofit/>
          </a:bodyPr>
          <a:lstStyle/>
          <a:p>
            <a:pPr algn="ctr">
              <a:lnSpc>
                <a:spcPts val="2359"/>
              </a:lnSpc>
              <a:spcBef>
                <a:spcPts val="0"/>
              </a:spcBef>
              <a:spcAft>
                <a:spcPts val="0"/>
              </a:spcAft>
            </a:pPr>
            <a:r>
              <a:rPr sz="2088" b="1" i="0">
                <a:solidFill>
                  <a:srgbClr val="000000"/>
                </a:solidFill>
                <a:latin typeface="Times New Roman"/>
              </a:rPr>
              <a:t>Cross-scale Visual-only</a:t>
            </a:r>
          </a:p>
          <a:p>
            <a:pPr algn="ctr">
              <a:lnSpc>
                <a:spcPts val="2359"/>
              </a:lnSpc>
              <a:spcBef>
                <a:spcPts val="0"/>
              </a:spcBef>
              <a:spcAft>
                <a:spcPts val="0"/>
              </a:spcAft>
            </a:pPr>
            <a:r>
              <a:rPr sz="2088" b="1" i="0">
                <a:solidFill>
                  <a:srgbClr val="000000"/>
                </a:solidFill>
                <a:latin typeface="Times New Roman"/>
              </a:rPr>
              <a:t>Fusion Branch</a:t>
            </a:r>
          </a:p>
        </p:txBody>
      </p:sp>
      <p:sp>
        <p:nvSpPr>
          <p:cNvPr id="106" name="rect 74"/>
          <p:cNvSpPr/>
          <p:nvPr/>
        </p:nvSpPr>
        <p:spPr>
          <a:xfrm>
            <a:off x="6007608" y="2505456"/>
            <a:ext cx="2807208" cy="996696"/>
          </a:xfrm>
          <a:prstGeom prst="roundRect">
            <a:avLst>
              <a:gd name="adj" fmla="val 8256"/>
            </a:avLst>
          </a:prstGeom>
          <a:solidFill>
            <a:srgbClr val="EAE7FC"/>
          </a:solidFill>
          <a:ln>
            <a:noFill/>
          </a:ln>
          <a:effectLst>
            <a:outerShdw blurRad="50292" dist="45720" dir="3090000" algn="tl" rotWithShape="0">
              <a:srgbClr val="000000">
                <a:alpha val="33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7" name="Intra-scale / Multi-modality / Interaction Branch"/>
          <p:cNvSpPr txBox="1"/>
          <p:nvPr/>
        </p:nvSpPr>
        <p:spPr>
          <a:xfrm>
            <a:off x="6035040" y="2562880"/>
            <a:ext cx="2752344" cy="890991"/>
          </a:xfrm>
          <a:prstGeom prst="rect">
            <a:avLst/>
          </a:prstGeom>
          <a:noFill/>
        </p:spPr>
        <p:txBody>
          <a:bodyPr wrap="none" lIns="0" rIns="0" tIns="0" bIns="0" anchor="ctr">
            <a:noAutofit/>
          </a:bodyPr>
          <a:lstStyle/>
          <a:p>
            <a:pPr algn="ctr">
              <a:lnSpc>
                <a:spcPts val="2338"/>
              </a:lnSpc>
              <a:spcBef>
                <a:spcPts val="0"/>
              </a:spcBef>
              <a:spcAft>
                <a:spcPts val="0"/>
              </a:spcAft>
            </a:pPr>
            <a:r>
              <a:rPr sz="2088" b="1" i="0">
                <a:solidFill>
                  <a:srgbClr val="000000"/>
                </a:solidFill>
                <a:latin typeface="Times New Roman"/>
              </a:rPr>
              <a:t>Intra-scale</a:t>
            </a:r>
          </a:p>
          <a:p>
            <a:pPr algn="ctr">
              <a:lnSpc>
                <a:spcPts val="2338"/>
              </a:lnSpc>
              <a:spcBef>
                <a:spcPts val="0"/>
              </a:spcBef>
              <a:spcAft>
                <a:spcPts val="0"/>
              </a:spcAft>
            </a:pPr>
            <a:r>
              <a:rPr sz="2088" b="1" i="0">
                <a:solidFill>
                  <a:srgbClr val="000000"/>
                </a:solidFill>
                <a:latin typeface="Times New Roman"/>
              </a:rPr>
              <a:t>Multi-modality</a:t>
            </a:r>
          </a:p>
          <a:p>
            <a:pPr algn="ctr">
              <a:lnSpc>
                <a:spcPts val="2338"/>
              </a:lnSpc>
              <a:spcBef>
                <a:spcPts val="0"/>
              </a:spcBef>
              <a:spcAft>
                <a:spcPts val="0"/>
              </a:spcAft>
            </a:pPr>
            <a:r>
              <a:rPr sz="2088" b="1" i="0">
                <a:solidFill>
                  <a:srgbClr val="000000"/>
                </a:solidFill>
                <a:latin typeface="Times New Roman"/>
              </a:rPr>
              <a:t>Interaction Branch</a:t>
            </a:r>
          </a:p>
        </p:txBody>
      </p:sp>
      <p:sp>
        <p:nvSpPr>
          <p:cNvPr id="108" name="rect 76"/>
          <p:cNvSpPr/>
          <p:nvPr/>
        </p:nvSpPr>
        <p:spPr>
          <a:xfrm>
            <a:off x="6144768" y="301752"/>
            <a:ext cx="2514600" cy="256032"/>
          </a:xfrm>
          <a:prstGeom prst="rect">
            <a:avLst/>
          </a:prstGeom>
          <a:noFill/>
          <a:ln w="16459">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9" name="rect 77"/>
          <p:cNvSpPr/>
          <p:nvPr/>
        </p:nvSpPr>
        <p:spPr>
          <a:xfrm>
            <a:off x="6236208" y="365760"/>
            <a:ext cx="137160" cy="137160"/>
          </a:xfrm>
          <a:prstGeom prst="roundRect">
            <a:avLst>
              <a:gd name="adj" fmla="val 20000"/>
            </a:avLst>
          </a:prstGeom>
          <a:solidFill>
            <a:srgbClr val="D2DDED"/>
          </a:solidFill>
          <a:ln w="14630">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0" name="rect 78"/>
          <p:cNvSpPr/>
          <p:nvPr/>
        </p:nvSpPr>
        <p:spPr>
          <a:xfrm>
            <a:off x="6647688" y="365760"/>
            <a:ext cx="137160" cy="137160"/>
          </a:xfrm>
          <a:prstGeom prst="roundRect">
            <a:avLst>
              <a:gd name="adj" fmla="val 20000"/>
            </a:avLst>
          </a:prstGeom>
          <a:solidFill>
            <a:srgbClr val="D2DDED"/>
          </a:solidFill>
          <a:ln w="14630">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1" name="rect 79"/>
          <p:cNvSpPr/>
          <p:nvPr/>
        </p:nvSpPr>
        <p:spPr>
          <a:xfrm>
            <a:off x="7123176" y="365760"/>
            <a:ext cx="137160" cy="137160"/>
          </a:xfrm>
          <a:prstGeom prst="roundRect">
            <a:avLst>
              <a:gd name="adj" fmla="val 20000"/>
            </a:avLst>
          </a:prstGeom>
          <a:solidFill>
            <a:srgbClr val="AEC4E6"/>
          </a:solidFill>
          <a:ln w="14630">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2" name="rect 80"/>
          <p:cNvSpPr/>
          <p:nvPr/>
        </p:nvSpPr>
        <p:spPr>
          <a:xfrm>
            <a:off x="7543800" y="365760"/>
            <a:ext cx="137160" cy="137160"/>
          </a:xfrm>
          <a:prstGeom prst="roundRect">
            <a:avLst>
              <a:gd name="adj" fmla="val 20000"/>
            </a:avLst>
          </a:prstGeom>
          <a:solidFill>
            <a:srgbClr val="AEC4E6"/>
          </a:solidFill>
          <a:ln w="14630">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3" name="rect 81"/>
          <p:cNvSpPr/>
          <p:nvPr/>
        </p:nvSpPr>
        <p:spPr>
          <a:xfrm>
            <a:off x="8019288" y="365760"/>
            <a:ext cx="137160" cy="137160"/>
          </a:xfrm>
          <a:prstGeom prst="roundRect">
            <a:avLst>
              <a:gd name="adj" fmla="val 20000"/>
            </a:avLst>
          </a:prstGeom>
          <a:solidFill>
            <a:srgbClr val="86A7D5"/>
          </a:solidFill>
          <a:ln w="14630">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4" name="rect 82"/>
          <p:cNvSpPr/>
          <p:nvPr/>
        </p:nvSpPr>
        <p:spPr>
          <a:xfrm>
            <a:off x="8439912" y="365760"/>
            <a:ext cx="137160" cy="137160"/>
          </a:xfrm>
          <a:prstGeom prst="roundRect">
            <a:avLst>
              <a:gd name="adj" fmla="val 20000"/>
            </a:avLst>
          </a:prstGeom>
          <a:solidFill>
            <a:srgbClr val="86A7D5"/>
          </a:solidFill>
          <a:ln w="14630">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5" name="···"/>
          <p:cNvSpPr txBox="1"/>
          <p:nvPr/>
        </p:nvSpPr>
        <p:spPr>
          <a:xfrm>
            <a:off x="6409944" y="295808"/>
            <a:ext cx="210312" cy="231343"/>
          </a:xfrm>
          <a:prstGeom prst="rect">
            <a:avLst/>
          </a:prstGeom>
          <a:noFill/>
        </p:spPr>
        <p:txBody>
          <a:bodyPr wrap="none" lIns="0" rIns="0" tIns="0" bIns="0" anchor="ctr">
            <a:noAutofit/>
          </a:bodyPr>
          <a:lstStyle/>
          <a:p>
            <a:pPr algn="ctr">
              <a:lnSpc>
                <a:spcPts val="1821"/>
              </a:lnSpc>
              <a:spcBef>
                <a:spcPts val="0"/>
              </a:spcBef>
              <a:spcAft>
                <a:spcPts val="0"/>
              </a:spcAft>
            </a:pPr>
            <a:r>
              <a:rPr sz="1655" b="1" i="0">
                <a:solidFill>
                  <a:srgbClr val="000000"/>
                </a:solidFill>
                <a:latin typeface="Times New Roman"/>
              </a:rPr>
              <a:t>···</a:t>
            </a:r>
          </a:p>
        </p:txBody>
      </p:sp>
      <p:sp>
        <p:nvSpPr>
          <p:cNvPr id="116" name="···"/>
          <p:cNvSpPr txBox="1"/>
          <p:nvPr/>
        </p:nvSpPr>
        <p:spPr>
          <a:xfrm>
            <a:off x="7306056" y="295808"/>
            <a:ext cx="210312" cy="231343"/>
          </a:xfrm>
          <a:prstGeom prst="rect">
            <a:avLst/>
          </a:prstGeom>
          <a:noFill/>
        </p:spPr>
        <p:txBody>
          <a:bodyPr wrap="none" lIns="0" rIns="0" tIns="0" bIns="0" anchor="ctr">
            <a:noAutofit/>
          </a:bodyPr>
          <a:lstStyle/>
          <a:p>
            <a:pPr algn="ctr">
              <a:lnSpc>
                <a:spcPts val="1821"/>
              </a:lnSpc>
              <a:spcBef>
                <a:spcPts val="0"/>
              </a:spcBef>
              <a:spcAft>
                <a:spcPts val="0"/>
              </a:spcAft>
            </a:pPr>
            <a:r>
              <a:rPr sz="1655" b="1" i="0">
                <a:solidFill>
                  <a:srgbClr val="000000"/>
                </a:solidFill>
                <a:latin typeface="Times New Roman"/>
              </a:rPr>
              <a:t>···</a:t>
            </a:r>
          </a:p>
        </p:txBody>
      </p:sp>
      <p:sp>
        <p:nvSpPr>
          <p:cNvPr id="117" name="···"/>
          <p:cNvSpPr txBox="1"/>
          <p:nvPr/>
        </p:nvSpPr>
        <p:spPr>
          <a:xfrm>
            <a:off x="8202168" y="295808"/>
            <a:ext cx="210312" cy="231343"/>
          </a:xfrm>
          <a:prstGeom prst="rect">
            <a:avLst/>
          </a:prstGeom>
          <a:noFill/>
        </p:spPr>
        <p:txBody>
          <a:bodyPr wrap="none" lIns="0" rIns="0" tIns="0" bIns="0" anchor="ctr">
            <a:noAutofit/>
          </a:bodyPr>
          <a:lstStyle/>
          <a:p>
            <a:pPr algn="ctr">
              <a:lnSpc>
                <a:spcPts val="1821"/>
              </a:lnSpc>
              <a:spcBef>
                <a:spcPts val="0"/>
              </a:spcBef>
              <a:spcAft>
                <a:spcPts val="0"/>
              </a:spcAft>
            </a:pPr>
            <a:r>
              <a:rPr sz="1655" b="1" i="0">
                <a:solidFill>
                  <a:srgbClr val="000000"/>
                </a:solidFill>
                <a:latin typeface="Times New Roman"/>
              </a:rPr>
              <a:t>···</a:t>
            </a:r>
          </a:p>
        </p:txBody>
      </p:sp>
      <p:sp>
        <p:nvSpPr>
          <p:cNvPr id="118" name="poly 86"/>
          <p:cNvSpPr/>
          <p:nvPr/>
        </p:nvSpPr>
        <p:spPr>
          <a:xfrm>
            <a:off x="6163056" y="1709928"/>
            <a:ext cx="420624" cy="128016"/>
          </a:xfrm>
          <a:custGeom>
            <a:avLst/>
            <a:gdLst/>
            <a:ahLst/>
            <a:cxnLst/>
            <a:rect l="0" t="0" r="r" b="b"/>
            <a:pathLst>
              <a:path w="420624" h="128016" fill="norm" stroke="1" extrusionOk="0">
                <a:moveTo>
                  <a:pt x="0" y="128016"/>
                </a:moveTo>
                <a:lnTo>
                  <a:pt x="116495" y="0"/>
                </a:lnTo>
                <a:lnTo>
                  <a:pt x="420624" y="0"/>
                </a:lnTo>
                <a:lnTo>
                  <a:pt x="304129" y="128016"/>
                </a:lnTo>
                <a:close/>
              </a:path>
            </a:pathLst>
          </a:custGeom>
          <a:solidFill>
            <a:srgbClr val="B7C9E9"/>
          </a:solidFill>
          <a:ln w="6400">
            <a:solidFill>
              <a:srgbClr val="152A54"/>
            </a:solidFill>
          </a:ln>
          <a:effectLst>
            <a:outerShdw blurRad="50292" dist="45720" dir="3090000" algn="tl" rotWithShape="0">
              <a:srgbClr val="000000">
                <a:alpha val="33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9" name="poly 87"/>
          <p:cNvSpPr/>
          <p:nvPr/>
        </p:nvSpPr>
        <p:spPr>
          <a:xfrm>
            <a:off x="6163056" y="1837944"/>
            <a:ext cx="304129" cy="27432"/>
          </a:xfrm>
          <a:custGeom>
            <a:avLst/>
            <a:gdLst/>
            <a:ahLst/>
            <a:cxnLst/>
            <a:rect l="0" t="0" r="r" b="b"/>
            <a:pathLst>
              <a:path w="304129" h="27432" fill="norm" stroke="1" extrusionOk="0">
                <a:moveTo>
                  <a:pt x="0" y="0"/>
                </a:moveTo>
                <a:lnTo>
                  <a:pt x="304129" y="0"/>
                </a:lnTo>
                <a:lnTo>
                  <a:pt x="304129" y="27432"/>
                </a:lnTo>
                <a:lnTo>
                  <a:pt x="0" y="27432"/>
                </a:lnTo>
                <a:close/>
              </a:path>
            </a:pathLst>
          </a:custGeom>
          <a:solidFill>
            <a:srgbClr val="B7C9E9"/>
          </a:solidFill>
          <a:ln w="6400">
            <a:solidFill>
              <a:srgbClr val="152A5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0" name="poly 88"/>
          <p:cNvSpPr/>
          <p:nvPr/>
        </p:nvSpPr>
        <p:spPr>
          <a:xfrm>
            <a:off x="6467185" y="1709928"/>
            <a:ext cx="116495" cy="155448"/>
          </a:xfrm>
          <a:custGeom>
            <a:avLst/>
            <a:gdLst/>
            <a:ahLst/>
            <a:cxnLst/>
            <a:rect l="0" t="0" r="r" b="b"/>
            <a:pathLst>
              <a:path w="116495" h="155448" fill="norm" stroke="1" extrusionOk="0">
                <a:moveTo>
                  <a:pt x="0" y="128016"/>
                </a:moveTo>
                <a:lnTo>
                  <a:pt x="116495" y="0"/>
                </a:lnTo>
                <a:lnTo>
                  <a:pt x="116495" y="27432"/>
                </a:lnTo>
                <a:lnTo>
                  <a:pt x="0" y="155448"/>
                </a:lnTo>
                <a:close/>
              </a:path>
            </a:pathLst>
          </a:custGeom>
          <a:solidFill>
            <a:srgbClr val="CED8EE"/>
          </a:solidFill>
          <a:ln w="6400">
            <a:solidFill>
              <a:srgbClr val="152A5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1" name="rect 89"/>
          <p:cNvSpPr/>
          <p:nvPr/>
        </p:nvSpPr>
        <p:spPr>
          <a:xfrm>
            <a:off x="6044184" y="2048256"/>
            <a:ext cx="649224" cy="256032"/>
          </a:xfrm>
          <a:prstGeom prst="rect">
            <a:avLst/>
          </a:prstGeom>
          <a:noFill/>
          <a:ln w="16459">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2" name="rect 90"/>
          <p:cNvSpPr/>
          <p:nvPr/>
        </p:nvSpPr>
        <p:spPr>
          <a:xfrm>
            <a:off x="6858000" y="2048256"/>
            <a:ext cx="704088" cy="256032"/>
          </a:xfrm>
          <a:prstGeom prst="rect">
            <a:avLst/>
          </a:prstGeom>
          <a:noFill/>
          <a:ln w="16459">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3" name="rect 91"/>
          <p:cNvSpPr/>
          <p:nvPr/>
        </p:nvSpPr>
        <p:spPr>
          <a:xfrm>
            <a:off x="7726680" y="2048256"/>
            <a:ext cx="941832" cy="256032"/>
          </a:xfrm>
          <a:prstGeom prst="rect">
            <a:avLst/>
          </a:prstGeom>
          <a:noFill/>
          <a:ln w="16459">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4" name="rect 92"/>
          <p:cNvSpPr/>
          <p:nvPr/>
        </p:nvSpPr>
        <p:spPr>
          <a:xfrm>
            <a:off x="6099048" y="2112264"/>
            <a:ext cx="137160" cy="137160"/>
          </a:xfrm>
          <a:prstGeom prst="roundRect">
            <a:avLst>
              <a:gd name="adj" fmla="val 20000"/>
            </a:avLst>
          </a:prstGeom>
          <a:solidFill>
            <a:srgbClr val="D2DDED"/>
          </a:solidFill>
          <a:ln w="14630">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5" name="rect 93"/>
          <p:cNvSpPr/>
          <p:nvPr/>
        </p:nvSpPr>
        <p:spPr>
          <a:xfrm>
            <a:off x="6510528" y="2112264"/>
            <a:ext cx="137160" cy="137160"/>
          </a:xfrm>
          <a:prstGeom prst="roundRect">
            <a:avLst>
              <a:gd name="adj" fmla="val 20000"/>
            </a:avLst>
          </a:prstGeom>
          <a:solidFill>
            <a:srgbClr val="D2DDED"/>
          </a:solidFill>
          <a:ln w="14630">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6" name="rect 94"/>
          <p:cNvSpPr/>
          <p:nvPr/>
        </p:nvSpPr>
        <p:spPr>
          <a:xfrm>
            <a:off x="6922008" y="2112264"/>
            <a:ext cx="137160" cy="137160"/>
          </a:xfrm>
          <a:prstGeom prst="roundRect">
            <a:avLst>
              <a:gd name="adj" fmla="val 20000"/>
            </a:avLst>
          </a:prstGeom>
          <a:solidFill>
            <a:srgbClr val="A9CE89"/>
          </a:solidFill>
          <a:ln w="14630">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7" name="rect 95"/>
          <p:cNvSpPr/>
          <p:nvPr/>
        </p:nvSpPr>
        <p:spPr>
          <a:xfrm>
            <a:off x="7370064" y="2112264"/>
            <a:ext cx="137160" cy="137160"/>
          </a:xfrm>
          <a:prstGeom prst="roundRect">
            <a:avLst>
              <a:gd name="adj" fmla="val 20000"/>
            </a:avLst>
          </a:prstGeom>
          <a:solidFill>
            <a:srgbClr val="A9CE89"/>
          </a:solidFill>
          <a:ln w="14630">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8" name="rect 96"/>
          <p:cNvSpPr/>
          <p:nvPr/>
        </p:nvSpPr>
        <p:spPr>
          <a:xfrm>
            <a:off x="7790688" y="2112264"/>
            <a:ext cx="137160" cy="137160"/>
          </a:xfrm>
          <a:prstGeom prst="roundRect">
            <a:avLst>
              <a:gd name="adj" fmla="val 20000"/>
            </a:avLst>
          </a:prstGeom>
          <a:solidFill>
            <a:srgbClr val="ED99D3"/>
          </a:solidFill>
          <a:ln w="14630">
            <a:solidFill>
              <a:srgbClr val="FF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9" name="rect 97"/>
          <p:cNvSpPr/>
          <p:nvPr/>
        </p:nvSpPr>
        <p:spPr>
          <a:xfrm>
            <a:off x="8074152" y="2112264"/>
            <a:ext cx="137160" cy="137160"/>
          </a:xfrm>
          <a:prstGeom prst="roundRect">
            <a:avLst>
              <a:gd name="adj" fmla="val 20000"/>
            </a:avLst>
          </a:prstGeom>
          <a:solidFill>
            <a:srgbClr val="AB85C2"/>
          </a:solidFill>
          <a:ln w="14630">
            <a:solidFill>
              <a:srgbClr val="FF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0" name="rect 98"/>
          <p:cNvSpPr/>
          <p:nvPr/>
        </p:nvSpPr>
        <p:spPr>
          <a:xfrm>
            <a:off x="8467344" y="2112264"/>
            <a:ext cx="137160" cy="137160"/>
          </a:xfrm>
          <a:prstGeom prst="roundRect">
            <a:avLst>
              <a:gd name="adj" fmla="val 20000"/>
            </a:avLst>
          </a:prstGeom>
          <a:solidFill>
            <a:srgbClr val="A081BD"/>
          </a:solidFill>
          <a:ln w="14630">
            <a:solidFill>
              <a:srgbClr val="FF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1" name="···"/>
          <p:cNvSpPr txBox="1"/>
          <p:nvPr/>
        </p:nvSpPr>
        <p:spPr>
          <a:xfrm>
            <a:off x="6272784" y="2056486"/>
            <a:ext cx="201168" cy="221285"/>
          </a:xfrm>
          <a:prstGeom prst="rect">
            <a:avLst/>
          </a:prstGeom>
          <a:noFill/>
        </p:spPr>
        <p:txBody>
          <a:bodyPr wrap="none" lIns="0" rIns="0" tIns="0" bIns="0" anchor="ctr">
            <a:noAutofit/>
          </a:bodyPr>
          <a:lstStyle/>
          <a:p>
            <a:pPr algn="ctr">
              <a:lnSpc>
                <a:spcPts val="1742"/>
              </a:lnSpc>
              <a:spcBef>
                <a:spcPts val="0"/>
              </a:spcBef>
              <a:spcAft>
                <a:spcPts val="0"/>
              </a:spcAft>
            </a:pPr>
            <a:r>
              <a:rPr sz="1584" b="1" i="0">
                <a:solidFill>
                  <a:srgbClr val="000000"/>
                </a:solidFill>
                <a:latin typeface="Times New Roman"/>
              </a:rPr>
              <a:t>···</a:t>
            </a:r>
          </a:p>
        </p:txBody>
      </p:sp>
      <p:sp>
        <p:nvSpPr>
          <p:cNvPr id="132" name="···"/>
          <p:cNvSpPr txBox="1"/>
          <p:nvPr/>
        </p:nvSpPr>
        <p:spPr>
          <a:xfrm>
            <a:off x="7095744" y="2056486"/>
            <a:ext cx="201168" cy="221285"/>
          </a:xfrm>
          <a:prstGeom prst="rect">
            <a:avLst/>
          </a:prstGeom>
          <a:noFill/>
        </p:spPr>
        <p:txBody>
          <a:bodyPr wrap="none" lIns="0" rIns="0" tIns="0" bIns="0" anchor="ctr">
            <a:noAutofit/>
          </a:bodyPr>
          <a:lstStyle/>
          <a:p>
            <a:pPr algn="ctr">
              <a:lnSpc>
                <a:spcPts val="1742"/>
              </a:lnSpc>
              <a:spcBef>
                <a:spcPts val="0"/>
              </a:spcBef>
              <a:spcAft>
                <a:spcPts val="0"/>
              </a:spcAft>
            </a:pPr>
            <a:r>
              <a:rPr sz="1584" b="1" i="0">
                <a:solidFill>
                  <a:srgbClr val="000000"/>
                </a:solidFill>
                <a:latin typeface="Times New Roman"/>
              </a:rPr>
              <a:t>···</a:t>
            </a:r>
          </a:p>
        </p:txBody>
      </p:sp>
      <p:sp>
        <p:nvSpPr>
          <p:cNvPr id="133" name="···"/>
          <p:cNvSpPr txBox="1"/>
          <p:nvPr/>
        </p:nvSpPr>
        <p:spPr>
          <a:xfrm>
            <a:off x="8266176" y="2056486"/>
            <a:ext cx="201168" cy="221285"/>
          </a:xfrm>
          <a:prstGeom prst="rect">
            <a:avLst/>
          </a:prstGeom>
          <a:noFill/>
        </p:spPr>
        <p:txBody>
          <a:bodyPr wrap="none" lIns="0" rIns="0" tIns="0" bIns="0" anchor="ctr">
            <a:noAutofit/>
          </a:bodyPr>
          <a:lstStyle/>
          <a:p>
            <a:pPr algn="ctr">
              <a:lnSpc>
                <a:spcPts val="1742"/>
              </a:lnSpc>
              <a:spcBef>
                <a:spcPts val="0"/>
              </a:spcBef>
              <a:spcAft>
                <a:spcPts val="0"/>
              </a:spcAft>
            </a:pPr>
            <a:r>
              <a:rPr sz="1584" b="1" i="0">
                <a:solidFill>
                  <a:srgbClr val="000000"/>
                </a:solidFill>
                <a:latin typeface="Times New Roman"/>
              </a:rPr>
              <a:t>···</a:t>
            </a:r>
          </a:p>
        </p:txBody>
      </p:sp>
      <p:sp>
        <p:nvSpPr>
          <p:cNvPr id="134" name="rect 102"/>
          <p:cNvSpPr/>
          <p:nvPr/>
        </p:nvSpPr>
        <p:spPr>
          <a:xfrm>
            <a:off x="6099048" y="3739896"/>
            <a:ext cx="128016" cy="128016"/>
          </a:xfrm>
          <a:prstGeom prst="roundRect">
            <a:avLst>
              <a:gd name="adj" fmla="val 21428"/>
            </a:avLst>
          </a:prstGeom>
          <a:solidFill>
            <a:srgbClr val="D2DDED"/>
          </a:solidFill>
          <a:ln w="14630">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5" name="rect 103"/>
          <p:cNvSpPr/>
          <p:nvPr/>
        </p:nvSpPr>
        <p:spPr>
          <a:xfrm>
            <a:off x="6510528" y="3739896"/>
            <a:ext cx="128016" cy="128016"/>
          </a:xfrm>
          <a:prstGeom prst="roundRect">
            <a:avLst>
              <a:gd name="adj" fmla="val 21428"/>
            </a:avLst>
          </a:prstGeom>
          <a:solidFill>
            <a:srgbClr val="D2DDED"/>
          </a:solidFill>
          <a:ln w="14630">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6" name="rect 104"/>
          <p:cNvSpPr/>
          <p:nvPr/>
        </p:nvSpPr>
        <p:spPr>
          <a:xfrm>
            <a:off x="6922008" y="3739896"/>
            <a:ext cx="128016" cy="128016"/>
          </a:xfrm>
          <a:prstGeom prst="roundRect">
            <a:avLst>
              <a:gd name="adj" fmla="val 21428"/>
            </a:avLst>
          </a:prstGeom>
          <a:solidFill>
            <a:srgbClr val="A9CE89"/>
          </a:solidFill>
          <a:ln w="14630">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7" name="rect 105"/>
          <p:cNvSpPr/>
          <p:nvPr/>
        </p:nvSpPr>
        <p:spPr>
          <a:xfrm>
            <a:off x="7370064" y="3739896"/>
            <a:ext cx="128016" cy="128016"/>
          </a:xfrm>
          <a:prstGeom prst="roundRect">
            <a:avLst>
              <a:gd name="adj" fmla="val 21428"/>
            </a:avLst>
          </a:prstGeom>
          <a:solidFill>
            <a:srgbClr val="A9CE89"/>
          </a:solidFill>
          <a:ln w="14630">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8" name="rect 106"/>
          <p:cNvSpPr/>
          <p:nvPr/>
        </p:nvSpPr>
        <p:spPr>
          <a:xfrm>
            <a:off x="7790688" y="3739896"/>
            <a:ext cx="128016" cy="128016"/>
          </a:xfrm>
          <a:prstGeom prst="roundRect">
            <a:avLst>
              <a:gd name="adj" fmla="val 21428"/>
            </a:avLst>
          </a:prstGeom>
          <a:solidFill>
            <a:srgbClr val="ED99D3"/>
          </a:solidFill>
          <a:ln w="14630">
            <a:solidFill>
              <a:srgbClr val="FF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9" name="rect 107"/>
          <p:cNvSpPr/>
          <p:nvPr/>
        </p:nvSpPr>
        <p:spPr>
          <a:xfrm>
            <a:off x="8074152" y="3739896"/>
            <a:ext cx="128016" cy="128016"/>
          </a:xfrm>
          <a:prstGeom prst="roundRect">
            <a:avLst>
              <a:gd name="adj" fmla="val 21428"/>
            </a:avLst>
          </a:prstGeom>
          <a:solidFill>
            <a:srgbClr val="AB85C2"/>
          </a:solidFill>
          <a:ln w="14630">
            <a:solidFill>
              <a:srgbClr val="FF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0" name="rect 108"/>
          <p:cNvSpPr/>
          <p:nvPr/>
        </p:nvSpPr>
        <p:spPr>
          <a:xfrm>
            <a:off x="8467344" y="3739896"/>
            <a:ext cx="128016" cy="128016"/>
          </a:xfrm>
          <a:prstGeom prst="roundRect">
            <a:avLst>
              <a:gd name="adj" fmla="val 21428"/>
            </a:avLst>
          </a:prstGeom>
          <a:solidFill>
            <a:srgbClr val="A081BD"/>
          </a:solidFill>
          <a:ln w="14630">
            <a:solidFill>
              <a:srgbClr val="FF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1" name="···"/>
          <p:cNvSpPr txBox="1"/>
          <p:nvPr/>
        </p:nvSpPr>
        <p:spPr>
          <a:xfrm>
            <a:off x="6263640" y="3674974"/>
            <a:ext cx="219456" cy="221285"/>
          </a:xfrm>
          <a:prstGeom prst="rect">
            <a:avLst/>
          </a:prstGeom>
          <a:noFill/>
        </p:spPr>
        <p:txBody>
          <a:bodyPr wrap="none" lIns="0" rIns="0" tIns="0" bIns="0" anchor="ctr">
            <a:noAutofit/>
          </a:bodyPr>
          <a:lstStyle/>
          <a:p>
            <a:pPr algn="ctr">
              <a:lnSpc>
                <a:spcPts val="1742"/>
              </a:lnSpc>
              <a:spcBef>
                <a:spcPts val="0"/>
              </a:spcBef>
              <a:spcAft>
                <a:spcPts val="0"/>
              </a:spcAft>
            </a:pPr>
            <a:r>
              <a:rPr sz="1584" b="1" i="0">
                <a:solidFill>
                  <a:srgbClr val="000000"/>
                </a:solidFill>
                <a:latin typeface="Times New Roman"/>
              </a:rPr>
              <a:t>···</a:t>
            </a:r>
          </a:p>
        </p:txBody>
      </p:sp>
      <p:sp>
        <p:nvSpPr>
          <p:cNvPr id="142" name="···"/>
          <p:cNvSpPr txBox="1"/>
          <p:nvPr/>
        </p:nvSpPr>
        <p:spPr>
          <a:xfrm>
            <a:off x="7095744" y="3674974"/>
            <a:ext cx="219456" cy="221285"/>
          </a:xfrm>
          <a:prstGeom prst="rect">
            <a:avLst/>
          </a:prstGeom>
          <a:noFill/>
        </p:spPr>
        <p:txBody>
          <a:bodyPr wrap="none" lIns="0" rIns="0" tIns="0" bIns="0" anchor="ctr">
            <a:noAutofit/>
          </a:bodyPr>
          <a:lstStyle/>
          <a:p>
            <a:pPr algn="ctr">
              <a:lnSpc>
                <a:spcPts val="1742"/>
              </a:lnSpc>
              <a:spcBef>
                <a:spcPts val="0"/>
              </a:spcBef>
              <a:spcAft>
                <a:spcPts val="0"/>
              </a:spcAft>
            </a:pPr>
            <a:r>
              <a:rPr sz="1584" b="1" i="0">
                <a:solidFill>
                  <a:srgbClr val="000000"/>
                </a:solidFill>
                <a:latin typeface="Times New Roman"/>
              </a:rPr>
              <a:t>···</a:t>
            </a:r>
          </a:p>
        </p:txBody>
      </p:sp>
      <p:sp>
        <p:nvSpPr>
          <p:cNvPr id="143" name="···"/>
          <p:cNvSpPr txBox="1"/>
          <p:nvPr/>
        </p:nvSpPr>
        <p:spPr>
          <a:xfrm>
            <a:off x="8257032" y="3674974"/>
            <a:ext cx="219456" cy="221285"/>
          </a:xfrm>
          <a:prstGeom prst="rect">
            <a:avLst/>
          </a:prstGeom>
          <a:noFill/>
        </p:spPr>
        <p:txBody>
          <a:bodyPr wrap="none" lIns="0" rIns="0" tIns="0" bIns="0" anchor="ctr">
            <a:noAutofit/>
          </a:bodyPr>
          <a:lstStyle/>
          <a:p>
            <a:pPr algn="ctr">
              <a:lnSpc>
                <a:spcPts val="1742"/>
              </a:lnSpc>
              <a:spcBef>
                <a:spcPts val="0"/>
              </a:spcBef>
              <a:spcAft>
                <a:spcPts val="0"/>
              </a:spcAft>
            </a:pPr>
            <a:r>
              <a:rPr sz="1584" b="1" i="0">
                <a:solidFill>
                  <a:srgbClr val="000000"/>
                </a:solidFill>
                <a:latin typeface="Times New Roman"/>
              </a:rPr>
              <a:t>···</a:t>
            </a:r>
          </a:p>
        </p:txBody>
      </p:sp>
      <p:sp>
        <p:nvSpPr>
          <p:cNvPr id="144" name="(b)"/>
          <p:cNvSpPr txBox="1"/>
          <p:nvPr/>
        </p:nvSpPr>
        <p:spPr>
          <a:xfrm>
            <a:off x="7114032" y="3960724"/>
            <a:ext cx="640080" cy="271577"/>
          </a:xfrm>
          <a:prstGeom prst="rect">
            <a:avLst/>
          </a:prstGeom>
          <a:noFill/>
        </p:spPr>
        <p:txBody>
          <a:bodyPr wrap="none" lIns="0" rIns="0" tIns="0" bIns="0" anchor="ctr">
            <a:noAutofit/>
          </a:bodyPr>
          <a:lstStyle/>
          <a:p>
            <a:pPr algn="ctr">
              <a:lnSpc>
                <a:spcPts val="2138"/>
              </a:lnSpc>
              <a:spcBef>
                <a:spcPts val="0"/>
              </a:spcBef>
              <a:spcAft>
                <a:spcPts val="0"/>
              </a:spcAft>
            </a:pPr>
            <a:r>
              <a:rPr sz="1943" b="1" i="0">
                <a:solidFill>
                  <a:srgbClr val="000000"/>
                </a:solidFill>
                <a:latin typeface="Times New Roman"/>
              </a:rPr>
              <a:t>(b)</a:t>
            </a:r>
          </a:p>
        </p:txBody>
      </p:sp>
      <p:sp>
        <p:nvSpPr>
          <p:cNvPr id="145" name="rect 113"/>
          <p:cNvSpPr/>
          <p:nvPr/>
        </p:nvSpPr>
        <p:spPr>
          <a:xfrm>
            <a:off x="9464040" y="530352"/>
            <a:ext cx="1490472" cy="1261872"/>
          </a:xfrm>
          <a:prstGeom prst="roundRect">
            <a:avLst>
              <a:gd name="adj" fmla="val 8695"/>
            </a:avLst>
          </a:prstGeom>
          <a:solidFill>
            <a:srgbClr val="D3E5DA"/>
          </a:solidFill>
          <a:ln w="11887">
            <a:solidFill>
              <a:srgbClr val="98C445"/>
            </a:solidFill>
          </a:ln>
          <a:effectLst>
            <a:outerShdw blurRad="50292" dist="45720" dir="3090000" algn="tl" rotWithShape="0">
              <a:srgbClr val="000000">
                <a:alpha val="33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6" name="Multi-level / Language / Modulation"/>
          <p:cNvSpPr txBox="1"/>
          <p:nvPr/>
        </p:nvSpPr>
        <p:spPr>
          <a:xfrm>
            <a:off x="9477756" y="706648"/>
            <a:ext cx="1463040" cy="890991"/>
          </a:xfrm>
          <a:prstGeom prst="rect">
            <a:avLst/>
          </a:prstGeom>
          <a:noFill/>
        </p:spPr>
        <p:txBody>
          <a:bodyPr wrap="none" lIns="0" rIns="0" tIns="0" bIns="0" anchor="ctr">
            <a:noAutofit/>
          </a:bodyPr>
          <a:lstStyle/>
          <a:p>
            <a:pPr algn="ctr">
              <a:lnSpc>
                <a:spcPts val="2338"/>
              </a:lnSpc>
              <a:spcBef>
                <a:spcPts val="0"/>
              </a:spcBef>
              <a:spcAft>
                <a:spcPts val="0"/>
              </a:spcAft>
            </a:pPr>
            <a:r>
              <a:rPr sz="2088" b="1" i="0">
                <a:solidFill>
                  <a:srgbClr val="000000"/>
                </a:solidFill>
                <a:latin typeface="Times New Roman"/>
              </a:rPr>
              <a:t>Multi-level</a:t>
            </a:r>
          </a:p>
          <a:p>
            <a:pPr algn="ctr">
              <a:lnSpc>
                <a:spcPts val="2338"/>
              </a:lnSpc>
              <a:spcBef>
                <a:spcPts val="0"/>
              </a:spcBef>
              <a:spcAft>
                <a:spcPts val="0"/>
              </a:spcAft>
            </a:pPr>
            <a:r>
              <a:rPr sz="2088" b="1" i="0">
                <a:solidFill>
                  <a:srgbClr val="000000"/>
                </a:solidFill>
                <a:latin typeface="Times New Roman"/>
              </a:rPr>
              <a:t>Language</a:t>
            </a:r>
          </a:p>
          <a:p>
            <a:pPr algn="ctr">
              <a:lnSpc>
                <a:spcPts val="2338"/>
              </a:lnSpc>
              <a:spcBef>
                <a:spcPts val="0"/>
              </a:spcBef>
              <a:spcAft>
                <a:spcPts val="0"/>
              </a:spcAft>
            </a:pPr>
            <a:r>
              <a:rPr sz="2088" b="1" i="0">
                <a:solidFill>
                  <a:srgbClr val="000000"/>
                </a:solidFill>
                <a:latin typeface="Times New Roman"/>
              </a:rPr>
              <a:t>Modulation</a:t>
            </a:r>
          </a:p>
        </p:txBody>
      </p:sp>
      <p:sp>
        <p:nvSpPr>
          <p:cNvPr id="147" name="rect 115"/>
          <p:cNvSpPr/>
          <p:nvPr/>
        </p:nvSpPr>
        <p:spPr>
          <a:xfrm>
            <a:off x="9464040" y="2441448"/>
            <a:ext cx="1490472" cy="1124712"/>
          </a:xfrm>
          <a:prstGeom prst="roundRect">
            <a:avLst>
              <a:gd name="adj" fmla="val 8943"/>
            </a:avLst>
          </a:prstGeom>
          <a:solidFill>
            <a:srgbClr val="F8C596"/>
          </a:solidFill>
          <a:ln w="10972">
            <a:solidFill>
              <a:srgbClr val="AE5B00"/>
            </a:solidFill>
          </a:ln>
          <a:effectLst>
            <a:outerShdw blurRad="50292" dist="45720" dir="3090000" algn="tl" rotWithShape="0">
              <a:srgbClr val="000000">
                <a:alpha val="33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8" name="Query and / Position / Generator"/>
          <p:cNvSpPr txBox="1"/>
          <p:nvPr/>
        </p:nvSpPr>
        <p:spPr>
          <a:xfrm>
            <a:off x="9477756" y="2570561"/>
            <a:ext cx="1463040" cy="875629"/>
          </a:xfrm>
          <a:prstGeom prst="rect">
            <a:avLst/>
          </a:prstGeom>
          <a:noFill/>
        </p:spPr>
        <p:txBody>
          <a:bodyPr wrap="none" lIns="0" rIns="0" tIns="0" bIns="0" anchor="ctr">
            <a:noAutofit/>
          </a:bodyPr>
          <a:lstStyle/>
          <a:p>
            <a:pPr algn="ctr">
              <a:lnSpc>
                <a:spcPts val="2298"/>
              </a:lnSpc>
              <a:spcBef>
                <a:spcPts val="0"/>
              </a:spcBef>
              <a:spcAft>
                <a:spcPts val="0"/>
              </a:spcAft>
            </a:pPr>
            <a:r>
              <a:rPr sz="2016" b="1" i="0">
                <a:solidFill>
                  <a:srgbClr val="000000"/>
                </a:solidFill>
                <a:latin typeface="Times New Roman"/>
              </a:rPr>
              <a:t>Query and</a:t>
            </a:r>
          </a:p>
          <a:p>
            <a:pPr algn="ctr">
              <a:lnSpc>
                <a:spcPts val="2298"/>
              </a:lnSpc>
              <a:spcBef>
                <a:spcPts val="0"/>
              </a:spcBef>
              <a:spcAft>
                <a:spcPts val="0"/>
              </a:spcAft>
            </a:pPr>
            <a:r>
              <a:rPr sz="2016" b="1" i="0">
                <a:solidFill>
                  <a:srgbClr val="000000"/>
                </a:solidFill>
                <a:latin typeface="Times New Roman"/>
              </a:rPr>
              <a:t>Position</a:t>
            </a:r>
          </a:p>
          <a:p>
            <a:pPr algn="ctr">
              <a:lnSpc>
                <a:spcPts val="2298"/>
              </a:lnSpc>
              <a:spcBef>
                <a:spcPts val="0"/>
              </a:spcBef>
              <a:spcAft>
                <a:spcPts val="0"/>
              </a:spcAft>
            </a:pPr>
            <a:r>
              <a:rPr sz="2016" b="1" i="0">
                <a:solidFill>
                  <a:srgbClr val="000000"/>
                </a:solidFill>
                <a:latin typeface="Times New Roman"/>
              </a:rPr>
              <a:t>Generator</a:t>
            </a:r>
          </a:p>
        </p:txBody>
      </p:sp>
      <p:sp>
        <p:nvSpPr>
          <p:cNvPr id="149" name="line 117"/>
          <p:cNvSpPr/>
          <p:nvPr/>
        </p:nvSpPr>
        <p:spPr>
          <a:xfrm>
            <a:off x="10954512" y="667512"/>
            <a:ext cx="1133856" cy="484632"/>
          </a:xfrm>
          <a:custGeom>
            <a:avLst/>
            <a:gdLst/>
            <a:ahLst/>
            <a:cxnLst/>
            <a:rect l="0" t="0" r="r" b="b"/>
            <a:pathLst>
              <a:path w="1133856" h="484632" fill="none" stroke="1" extrusionOk="0">
                <a:moveTo>
                  <a:pt x="0" y="484632"/>
                </a:moveTo>
                <a:lnTo>
                  <a:pt x="448056" y="484632"/>
                </a:lnTo>
                <a:lnTo>
                  <a:pt x="448056" y="0"/>
                </a:lnTo>
                <a:lnTo>
                  <a:pt x="1133856" y="0"/>
                </a:lnTo>
              </a:path>
            </a:pathLst>
          </a:custGeom>
          <a:noFill/>
          <a:ln w="16459">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0" name="Arrowhead 117"/>
          <p:cNvSpPr/>
          <p:nvPr/>
        </p:nvSpPr>
        <p:spPr>
          <a:xfrm>
            <a:off x="11969496" y="608076"/>
            <a:ext cx="118872" cy="118872"/>
          </a:xfrm>
          <a:custGeom>
            <a:avLst/>
            <a:gdLst/>
            <a:ahLst/>
            <a:cxnLst/>
            <a:rect l="0" t="0" r="r" b="b"/>
            <a:pathLst>
              <a:path w="118872" h="118872" fill="norm" stroke="1" extrusionOk="0">
                <a:moveTo>
                  <a:pt x="118872" y="59436"/>
                </a:moveTo>
                <a:lnTo>
                  <a:pt x="0" y="118872"/>
                </a:lnTo>
                <a:lnTo>
                  <a:pt x="29718" y="59436"/>
                </a:lnTo>
                <a:lnTo>
                  <a:pt x="0" y="0"/>
                </a:lnTo>
                <a:close/>
              </a:path>
            </a:pathLst>
          </a:custGeom>
          <a:solidFill>
            <a:srgbClr val="00000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1" name="line 118"/>
          <p:cNvSpPr/>
          <p:nvPr/>
        </p:nvSpPr>
        <p:spPr>
          <a:xfrm>
            <a:off x="10954512" y="2103120"/>
            <a:ext cx="393192" cy="896112"/>
          </a:xfrm>
          <a:custGeom>
            <a:avLst/>
            <a:gdLst/>
            <a:ahLst/>
            <a:cxnLst/>
            <a:rect l="0" t="0" r="r" b="b"/>
            <a:pathLst>
              <a:path w="393192" h="896112" fill="none" stroke="1" extrusionOk="0">
                <a:moveTo>
                  <a:pt x="0" y="896112"/>
                </a:moveTo>
                <a:lnTo>
                  <a:pt x="155448" y="896112"/>
                </a:lnTo>
                <a:lnTo>
                  <a:pt x="155448" y="0"/>
                </a:lnTo>
                <a:lnTo>
                  <a:pt x="393192" y="0"/>
                </a:lnTo>
              </a:path>
            </a:pathLst>
          </a:custGeom>
          <a:noFill/>
          <a:ln w="16459">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2" name="Arrowhead 118"/>
          <p:cNvSpPr/>
          <p:nvPr/>
        </p:nvSpPr>
        <p:spPr>
          <a:xfrm>
            <a:off x="11228832" y="2043684"/>
            <a:ext cx="118872" cy="118872"/>
          </a:xfrm>
          <a:custGeom>
            <a:avLst/>
            <a:gdLst/>
            <a:ahLst/>
            <a:cxnLst/>
            <a:rect l="0" t="0" r="r" b="b"/>
            <a:pathLst>
              <a:path w="118872" h="118872" fill="norm" stroke="1" extrusionOk="0">
                <a:moveTo>
                  <a:pt x="118872" y="59436"/>
                </a:moveTo>
                <a:lnTo>
                  <a:pt x="0" y="118872"/>
                </a:lnTo>
                <a:lnTo>
                  <a:pt x="29718" y="59436"/>
                </a:lnTo>
                <a:lnTo>
                  <a:pt x="0" y="0"/>
                </a:lnTo>
                <a:close/>
              </a:path>
            </a:pathLst>
          </a:custGeom>
          <a:solidFill>
            <a:srgbClr val="00000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3" name="rect 119"/>
          <p:cNvSpPr/>
          <p:nvPr/>
        </p:nvSpPr>
        <p:spPr>
          <a:xfrm>
            <a:off x="11402568" y="1316736"/>
            <a:ext cx="192024" cy="192024"/>
          </a:xfrm>
          <a:prstGeom prst="roundRect">
            <a:avLst>
              <a:gd name="adj" fmla="val 14285"/>
            </a:avLst>
          </a:prstGeom>
          <a:solidFill>
            <a:srgbClr val="F7BC93"/>
          </a:solidFill>
          <a:ln w="16459">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4" name="rect 120"/>
          <p:cNvSpPr/>
          <p:nvPr/>
        </p:nvSpPr>
        <p:spPr>
          <a:xfrm>
            <a:off x="11402568" y="1773936"/>
            <a:ext cx="192024" cy="192024"/>
          </a:xfrm>
          <a:prstGeom prst="roundRect">
            <a:avLst>
              <a:gd name="adj" fmla="val 14285"/>
            </a:avLst>
          </a:prstGeom>
          <a:solidFill>
            <a:srgbClr val="F7BC93"/>
          </a:solidFill>
          <a:ln w="16459">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5" name="rect 121"/>
          <p:cNvSpPr/>
          <p:nvPr/>
        </p:nvSpPr>
        <p:spPr>
          <a:xfrm>
            <a:off x="11402568" y="2240280"/>
            <a:ext cx="192024" cy="192024"/>
          </a:xfrm>
          <a:prstGeom prst="roundRect">
            <a:avLst>
              <a:gd name="adj" fmla="val 14285"/>
            </a:avLst>
          </a:prstGeom>
          <a:solidFill>
            <a:srgbClr val="F7BC93"/>
          </a:solidFill>
          <a:ln w="16459">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6" name="rect 122"/>
          <p:cNvSpPr/>
          <p:nvPr/>
        </p:nvSpPr>
        <p:spPr>
          <a:xfrm>
            <a:off x="11402568" y="2706624"/>
            <a:ext cx="192024" cy="192024"/>
          </a:xfrm>
          <a:prstGeom prst="roundRect">
            <a:avLst>
              <a:gd name="adj" fmla="val 14285"/>
            </a:avLst>
          </a:prstGeom>
          <a:solidFill>
            <a:srgbClr val="F7BC93"/>
          </a:solidFill>
          <a:ln w="16459">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7" name="···"/>
          <p:cNvSpPr txBox="1"/>
          <p:nvPr/>
        </p:nvSpPr>
        <p:spPr>
          <a:xfrm rot="5400000">
            <a:off x="11375136" y="1520190"/>
            <a:ext cx="246888" cy="251460"/>
          </a:xfrm>
          <a:prstGeom prst="rect">
            <a:avLst/>
          </a:prstGeom>
          <a:noFill/>
        </p:spPr>
        <p:txBody>
          <a:bodyPr wrap="none" lIns="0" rIns="0" tIns="0" bIns="0" anchor="ctr">
            <a:noAutofit/>
          </a:bodyPr>
          <a:lstStyle/>
          <a:p>
            <a:pPr algn="ctr">
              <a:lnSpc>
                <a:spcPts val="1980"/>
              </a:lnSpc>
              <a:spcBef>
                <a:spcPts val="0"/>
              </a:spcBef>
              <a:spcAft>
                <a:spcPts val="0"/>
              </a:spcAft>
            </a:pPr>
            <a:r>
              <a:rPr sz="1800" b="1" i="0">
                <a:solidFill>
                  <a:srgbClr val="000000"/>
                </a:solidFill>
                <a:latin typeface="Times New Roman"/>
              </a:rPr>
              <a:t>···</a:t>
            </a:r>
          </a:p>
        </p:txBody>
      </p:sp>
      <p:sp>
        <p:nvSpPr>
          <p:cNvPr id="158" name="···"/>
          <p:cNvSpPr txBox="1"/>
          <p:nvPr/>
        </p:nvSpPr>
        <p:spPr>
          <a:xfrm rot="5400000">
            <a:off x="11375136" y="1986534"/>
            <a:ext cx="246888" cy="251460"/>
          </a:xfrm>
          <a:prstGeom prst="rect">
            <a:avLst/>
          </a:prstGeom>
          <a:noFill/>
        </p:spPr>
        <p:txBody>
          <a:bodyPr wrap="none" lIns="0" rIns="0" tIns="0" bIns="0" anchor="ctr">
            <a:noAutofit/>
          </a:bodyPr>
          <a:lstStyle/>
          <a:p>
            <a:pPr algn="ctr">
              <a:lnSpc>
                <a:spcPts val="1980"/>
              </a:lnSpc>
              <a:spcBef>
                <a:spcPts val="0"/>
              </a:spcBef>
              <a:spcAft>
                <a:spcPts val="0"/>
              </a:spcAft>
            </a:pPr>
            <a:r>
              <a:rPr sz="1800" b="1" i="0">
                <a:solidFill>
                  <a:srgbClr val="000000"/>
                </a:solidFill>
                <a:latin typeface="Times New Roman"/>
              </a:rPr>
              <a:t>···</a:t>
            </a:r>
          </a:p>
        </p:txBody>
      </p:sp>
      <p:sp>
        <p:nvSpPr>
          <p:cNvPr id="159" name="···"/>
          <p:cNvSpPr txBox="1"/>
          <p:nvPr/>
        </p:nvSpPr>
        <p:spPr>
          <a:xfrm rot="5400000">
            <a:off x="11375136" y="2452878"/>
            <a:ext cx="246888" cy="251460"/>
          </a:xfrm>
          <a:prstGeom prst="rect">
            <a:avLst/>
          </a:prstGeom>
          <a:noFill/>
        </p:spPr>
        <p:txBody>
          <a:bodyPr wrap="none" lIns="0" rIns="0" tIns="0" bIns="0" anchor="ctr">
            <a:noAutofit/>
          </a:bodyPr>
          <a:lstStyle/>
          <a:p>
            <a:pPr algn="ctr">
              <a:lnSpc>
                <a:spcPts val="1980"/>
              </a:lnSpc>
              <a:spcBef>
                <a:spcPts val="0"/>
              </a:spcBef>
              <a:spcAft>
                <a:spcPts val="0"/>
              </a:spcAft>
            </a:pPr>
            <a:r>
              <a:rPr sz="1800" b="1" i="0">
                <a:solidFill>
                  <a:srgbClr val="000000"/>
                </a:solidFill>
                <a:latin typeface="Times New Roman"/>
              </a:rPr>
              <a:t>···</a:t>
            </a:r>
          </a:p>
        </p:txBody>
      </p:sp>
      <p:sp>
        <p:nvSpPr>
          <p:cNvPr id="160" name="Object / query"/>
          <p:cNvSpPr txBox="1"/>
          <p:nvPr/>
        </p:nvSpPr>
        <p:spPr>
          <a:xfrm>
            <a:off x="11073384" y="3108960"/>
            <a:ext cx="859536" cy="493776"/>
          </a:xfrm>
          <a:prstGeom prst="rect">
            <a:avLst/>
          </a:prstGeom>
          <a:noFill/>
        </p:spPr>
        <p:txBody>
          <a:bodyPr wrap="none" lIns="0" rIns="0" tIns="0" bIns="0" anchor="ctr">
            <a:noAutofit/>
          </a:bodyPr>
          <a:lstStyle/>
          <a:p>
            <a:pPr algn="ctr">
              <a:lnSpc>
                <a:spcPts val="1944"/>
              </a:lnSpc>
              <a:spcBef>
                <a:spcPts val="0"/>
              </a:spcBef>
              <a:spcAft>
                <a:spcPts val="0"/>
              </a:spcAft>
            </a:pPr>
            <a:r>
              <a:rPr sz="1800" b="0" i="0">
                <a:solidFill>
                  <a:srgbClr val="000000"/>
                </a:solidFill>
                <a:latin typeface="Times New Roman"/>
              </a:rPr>
              <a:t>Object</a:t>
            </a:r>
          </a:p>
          <a:p>
            <a:pPr algn="ctr">
              <a:lnSpc>
                <a:spcPts val="1944"/>
              </a:lnSpc>
              <a:spcBef>
                <a:spcPts val="0"/>
              </a:spcBef>
              <a:spcAft>
                <a:spcPts val="0"/>
              </a:spcAft>
            </a:pPr>
            <a:r>
              <a:rPr sz="1800" b="0" i="0">
                <a:solidFill>
                  <a:srgbClr val="000000"/>
                </a:solidFill>
                <a:latin typeface="Times New Roman"/>
              </a:rPr>
              <a:t>query</a:t>
            </a:r>
          </a:p>
        </p:txBody>
      </p:sp>
      <p:sp>
        <p:nvSpPr>
          <p:cNvPr id="161" name="rect 127"/>
          <p:cNvSpPr/>
          <p:nvPr/>
        </p:nvSpPr>
        <p:spPr>
          <a:xfrm>
            <a:off x="11942064" y="1188720"/>
            <a:ext cx="2743200" cy="1837944"/>
          </a:xfrm>
          <a:prstGeom prst="roundRect">
            <a:avLst>
              <a:gd name="adj" fmla="val 8955"/>
            </a:avLst>
          </a:prstGeom>
          <a:solidFill>
            <a:srgbClr val="FFFFFF"/>
          </a:solidFill>
          <a:ln w="11887">
            <a:solidFill>
              <a:srgbClr val="873BBC"/>
            </a:solidFill>
          </a:ln>
          <a:effectLst>
            <a:outerShdw blurRad="50292" dist="45720" dir="3090000" algn="tl" rotWithShape="0">
              <a:srgbClr val="000000">
                <a:alpha val="33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2" name="high-level"/>
          <p:cNvSpPr txBox="1"/>
          <p:nvPr/>
        </p:nvSpPr>
        <p:spPr>
          <a:xfrm>
            <a:off x="11983212" y="333299"/>
            <a:ext cx="905256" cy="211226"/>
          </a:xfrm>
          <a:prstGeom prst="rect">
            <a:avLst/>
          </a:prstGeom>
          <a:noFill/>
        </p:spPr>
        <p:txBody>
          <a:bodyPr wrap="none" lIns="0" rIns="0" tIns="0" bIns="0" anchor="ctr">
            <a:noAutofit/>
          </a:bodyPr>
          <a:lstStyle/>
          <a:p>
            <a:pPr algn="ctr">
              <a:lnSpc>
                <a:spcPts val="1663"/>
              </a:lnSpc>
              <a:spcBef>
                <a:spcPts val="0"/>
              </a:spcBef>
              <a:spcAft>
                <a:spcPts val="0"/>
              </a:spcAft>
            </a:pPr>
            <a:r>
              <a:rPr sz="1512" b="0" i="0">
                <a:solidFill>
                  <a:srgbClr val="000000"/>
                </a:solidFill>
                <a:latin typeface="Times New Roman"/>
              </a:rPr>
              <a:t>high-level</a:t>
            </a:r>
          </a:p>
        </p:txBody>
      </p:sp>
      <p:sp>
        <p:nvSpPr>
          <p:cNvPr id="163" name="rect 129"/>
          <p:cNvSpPr/>
          <p:nvPr/>
        </p:nvSpPr>
        <p:spPr>
          <a:xfrm>
            <a:off x="12143232" y="594360"/>
            <a:ext cx="137160" cy="137160"/>
          </a:xfrm>
          <a:prstGeom prst="roundRect">
            <a:avLst>
              <a:gd name="adj" fmla="val 20000"/>
            </a:avLst>
          </a:prstGeom>
          <a:solidFill>
            <a:srgbClr val="D2E0BC"/>
          </a:solidFill>
          <a:ln w="17373">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4" name="rect 130"/>
          <p:cNvSpPr/>
          <p:nvPr/>
        </p:nvSpPr>
        <p:spPr>
          <a:xfrm>
            <a:off x="12554712" y="594360"/>
            <a:ext cx="137160" cy="137160"/>
          </a:xfrm>
          <a:prstGeom prst="roundRect">
            <a:avLst>
              <a:gd name="adj" fmla="val 20000"/>
            </a:avLst>
          </a:prstGeom>
          <a:solidFill>
            <a:srgbClr val="D2E0BC"/>
          </a:solidFill>
          <a:ln w="17373">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5" name="···"/>
          <p:cNvSpPr txBox="1"/>
          <p:nvPr/>
        </p:nvSpPr>
        <p:spPr>
          <a:xfrm>
            <a:off x="12326112" y="542696"/>
            <a:ext cx="228600" cy="231343"/>
          </a:xfrm>
          <a:prstGeom prst="rect">
            <a:avLst/>
          </a:prstGeom>
          <a:noFill/>
        </p:spPr>
        <p:txBody>
          <a:bodyPr wrap="none" lIns="0" rIns="0" tIns="0" bIns="0" anchor="ctr">
            <a:noAutofit/>
          </a:bodyPr>
          <a:lstStyle/>
          <a:p>
            <a:pPr algn="ctr">
              <a:lnSpc>
                <a:spcPts val="1821"/>
              </a:lnSpc>
              <a:spcBef>
                <a:spcPts val="0"/>
              </a:spcBef>
              <a:spcAft>
                <a:spcPts val="0"/>
              </a:spcAft>
            </a:pPr>
            <a:r>
              <a:rPr sz="1655" b="1" i="0">
                <a:solidFill>
                  <a:srgbClr val="000000"/>
                </a:solidFill>
                <a:latin typeface="Times New Roman"/>
              </a:rPr>
              <a:t>···</a:t>
            </a:r>
          </a:p>
        </p:txBody>
      </p:sp>
      <p:sp>
        <p:nvSpPr>
          <p:cNvPr id="166" name="mid-level"/>
          <p:cNvSpPr txBox="1"/>
          <p:nvPr/>
        </p:nvSpPr>
        <p:spPr>
          <a:xfrm>
            <a:off x="12897612" y="333299"/>
            <a:ext cx="905256" cy="211226"/>
          </a:xfrm>
          <a:prstGeom prst="rect">
            <a:avLst/>
          </a:prstGeom>
          <a:noFill/>
        </p:spPr>
        <p:txBody>
          <a:bodyPr wrap="none" lIns="0" rIns="0" tIns="0" bIns="0" anchor="ctr">
            <a:noAutofit/>
          </a:bodyPr>
          <a:lstStyle/>
          <a:p>
            <a:pPr algn="ctr">
              <a:lnSpc>
                <a:spcPts val="1663"/>
              </a:lnSpc>
              <a:spcBef>
                <a:spcPts val="0"/>
              </a:spcBef>
              <a:spcAft>
                <a:spcPts val="0"/>
              </a:spcAft>
            </a:pPr>
            <a:r>
              <a:rPr sz="1512" b="0" i="0">
                <a:solidFill>
                  <a:srgbClr val="000000"/>
                </a:solidFill>
                <a:latin typeface="Times New Roman"/>
              </a:rPr>
              <a:t>mid-level</a:t>
            </a:r>
          </a:p>
        </p:txBody>
      </p:sp>
      <p:sp>
        <p:nvSpPr>
          <p:cNvPr id="167" name="rect 133"/>
          <p:cNvSpPr/>
          <p:nvPr/>
        </p:nvSpPr>
        <p:spPr>
          <a:xfrm>
            <a:off x="13057632" y="594360"/>
            <a:ext cx="137160" cy="137160"/>
          </a:xfrm>
          <a:prstGeom prst="roundRect">
            <a:avLst>
              <a:gd name="adj" fmla="val 20000"/>
            </a:avLst>
          </a:prstGeom>
          <a:solidFill>
            <a:srgbClr val="BCD299"/>
          </a:solidFill>
          <a:ln w="17373">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8" name="rect 134"/>
          <p:cNvSpPr/>
          <p:nvPr/>
        </p:nvSpPr>
        <p:spPr>
          <a:xfrm>
            <a:off x="13469112" y="594360"/>
            <a:ext cx="137160" cy="137160"/>
          </a:xfrm>
          <a:prstGeom prst="roundRect">
            <a:avLst>
              <a:gd name="adj" fmla="val 20000"/>
            </a:avLst>
          </a:prstGeom>
          <a:solidFill>
            <a:srgbClr val="BCD299"/>
          </a:solidFill>
          <a:ln w="17373">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9" name="···"/>
          <p:cNvSpPr txBox="1"/>
          <p:nvPr/>
        </p:nvSpPr>
        <p:spPr>
          <a:xfrm>
            <a:off x="13240512" y="542696"/>
            <a:ext cx="228600" cy="231343"/>
          </a:xfrm>
          <a:prstGeom prst="rect">
            <a:avLst/>
          </a:prstGeom>
          <a:noFill/>
        </p:spPr>
        <p:txBody>
          <a:bodyPr wrap="none" lIns="0" rIns="0" tIns="0" bIns="0" anchor="ctr">
            <a:noAutofit/>
          </a:bodyPr>
          <a:lstStyle/>
          <a:p>
            <a:pPr algn="ctr">
              <a:lnSpc>
                <a:spcPts val="1821"/>
              </a:lnSpc>
              <a:spcBef>
                <a:spcPts val="0"/>
              </a:spcBef>
              <a:spcAft>
                <a:spcPts val="0"/>
              </a:spcAft>
            </a:pPr>
            <a:r>
              <a:rPr sz="1655" b="1" i="0">
                <a:solidFill>
                  <a:srgbClr val="000000"/>
                </a:solidFill>
                <a:latin typeface="Times New Roman"/>
              </a:rPr>
              <a:t>···</a:t>
            </a:r>
          </a:p>
        </p:txBody>
      </p:sp>
      <p:sp>
        <p:nvSpPr>
          <p:cNvPr id="170" name="low-level"/>
          <p:cNvSpPr txBox="1"/>
          <p:nvPr/>
        </p:nvSpPr>
        <p:spPr>
          <a:xfrm>
            <a:off x="13793724" y="333299"/>
            <a:ext cx="905256" cy="211226"/>
          </a:xfrm>
          <a:prstGeom prst="rect">
            <a:avLst/>
          </a:prstGeom>
          <a:noFill/>
        </p:spPr>
        <p:txBody>
          <a:bodyPr wrap="none" lIns="0" rIns="0" tIns="0" bIns="0" anchor="ctr">
            <a:noAutofit/>
          </a:bodyPr>
          <a:lstStyle/>
          <a:p>
            <a:pPr algn="ctr">
              <a:lnSpc>
                <a:spcPts val="1663"/>
              </a:lnSpc>
              <a:spcBef>
                <a:spcPts val="0"/>
              </a:spcBef>
              <a:spcAft>
                <a:spcPts val="0"/>
              </a:spcAft>
            </a:pPr>
            <a:r>
              <a:rPr sz="1512" b="0" i="0">
                <a:solidFill>
                  <a:srgbClr val="000000"/>
                </a:solidFill>
                <a:latin typeface="Times New Roman"/>
              </a:rPr>
              <a:t>low-level</a:t>
            </a:r>
          </a:p>
        </p:txBody>
      </p:sp>
      <p:sp>
        <p:nvSpPr>
          <p:cNvPr id="171" name="rect 137"/>
          <p:cNvSpPr/>
          <p:nvPr/>
        </p:nvSpPr>
        <p:spPr>
          <a:xfrm>
            <a:off x="13953744" y="594360"/>
            <a:ext cx="137160" cy="137160"/>
          </a:xfrm>
          <a:prstGeom prst="roundRect">
            <a:avLst>
              <a:gd name="adj" fmla="val 20000"/>
            </a:avLst>
          </a:prstGeom>
          <a:solidFill>
            <a:srgbClr val="9ABD6B"/>
          </a:solidFill>
          <a:ln w="17373">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2" name="rect 138"/>
          <p:cNvSpPr/>
          <p:nvPr/>
        </p:nvSpPr>
        <p:spPr>
          <a:xfrm>
            <a:off x="14365224" y="594360"/>
            <a:ext cx="137160" cy="137160"/>
          </a:xfrm>
          <a:prstGeom prst="roundRect">
            <a:avLst>
              <a:gd name="adj" fmla="val 20000"/>
            </a:avLst>
          </a:prstGeom>
          <a:solidFill>
            <a:srgbClr val="9ABD6B"/>
          </a:solidFill>
          <a:ln w="17373">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3" name="···"/>
          <p:cNvSpPr txBox="1"/>
          <p:nvPr/>
        </p:nvSpPr>
        <p:spPr>
          <a:xfrm>
            <a:off x="14136624" y="542696"/>
            <a:ext cx="228600" cy="231343"/>
          </a:xfrm>
          <a:prstGeom prst="rect">
            <a:avLst/>
          </a:prstGeom>
          <a:noFill/>
        </p:spPr>
        <p:txBody>
          <a:bodyPr wrap="none" lIns="0" rIns="0" tIns="0" bIns="0" anchor="ctr">
            <a:noAutofit/>
          </a:bodyPr>
          <a:lstStyle/>
          <a:p>
            <a:pPr algn="ctr">
              <a:lnSpc>
                <a:spcPts val="1821"/>
              </a:lnSpc>
              <a:spcBef>
                <a:spcPts val="0"/>
              </a:spcBef>
              <a:spcAft>
                <a:spcPts val="0"/>
              </a:spcAft>
            </a:pPr>
            <a:r>
              <a:rPr sz="1655" b="1" i="0">
                <a:solidFill>
                  <a:srgbClr val="000000"/>
                </a:solidFill>
                <a:latin typeface="Times New Roman"/>
              </a:rPr>
              <a:t>···</a:t>
            </a:r>
          </a:p>
        </p:txBody>
      </p:sp>
      <p:sp>
        <p:nvSpPr>
          <p:cNvPr id="174" name="rect 140"/>
          <p:cNvSpPr/>
          <p:nvPr/>
        </p:nvSpPr>
        <p:spPr>
          <a:xfrm>
            <a:off x="12143232" y="850392"/>
            <a:ext cx="137160" cy="137160"/>
          </a:xfrm>
          <a:prstGeom prst="roundRect">
            <a:avLst>
              <a:gd name="adj" fmla="val 20000"/>
            </a:avLst>
          </a:prstGeom>
          <a:solidFill>
            <a:srgbClr val="D2DDED"/>
          </a:solidFill>
          <a:ln w="17373">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5" name="rect 141"/>
          <p:cNvSpPr/>
          <p:nvPr/>
        </p:nvSpPr>
        <p:spPr>
          <a:xfrm>
            <a:off x="12554712" y="850392"/>
            <a:ext cx="137160" cy="137160"/>
          </a:xfrm>
          <a:prstGeom prst="roundRect">
            <a:avLst>
              <a:gd name="adj" fmla="val 20000"/>
            </a:avLst>
          </a:prstGeom>
          <a:solidFill>
            <a:srgbClr val="D2DDED"/>
          </a:solidFill>
          <a:ln w="17373">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6" name="···"/>
          <p:cNvSpPr txBox="1"/>
          <p:nvPr/>
        </p:nvSpPr>
        <p:spPr>
          <a:xfrm>
            <a:off x="12326112" y="798728"/>
            <a:ext cx="228600" cy="231343"/>
          </a:xfrm>
          <a:prstGeom prst="rect">
            <a:avLst/>
          </a:prstGeom>
          <a:noFill/>
        </p:spPr>
        <p:txBody>
          <a:bodyPr wrap="none" lIns="0" rIns="0" tIns="0" bIns="0" anchor="ctr">
            <a:noAutofit/>
          </a:bodyPr>
          <a:lstStyle/>
          <a:p>
            <a:pPr algn="ctr">
              <a:lnSpc>
                <a:spcPts val="1821"/>
              </a:lnSpc>
              <a:spcBef>
                <a:spcPts val="0"/>
              </a:spcBef>
              <a:spcAft>
                <a:spcPts val="0"/>
              </a:spcAft>
            </a:pPr>
            <a:r>
              <a:rPr sz="1655" b="1" i="0">
                <a:solidFill>
                  <a:srgbClr val="000000"/>
                </a:solidFill>
                <a:latin typeface="Times New Roman"/>
              </a:rPr>
              <a:t>···</a:t>
            </a:r>
          </a:p>
        </p:txBody>
      </p:sp>
      <p:sp>
        <p:nvSpPr>
          <p:cNvPr id="177" name="rect 143"/>
          <p:cNvSpPr/>
          <p:nvPr/>
        </p:nvSpPr>
        <p:spPr>
          <a:xfrm>
            <a:off x="13057632" y="850392"/>
            <a:ext cx="137160" cy="137160"/>
          </a:xfrm>
          <a:prstGeom prst="roundRect">
            <a:avLst>
              <a:gd name="adj" fmla="val 20000"/>
            </a:avLst>
          </a:prstGeom>
          <a:solidFill>
            <a:srgbClr val="AEC4E6"/>
          </a:solidFill>
          <a:ln w="17373">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8" name="rect 144"/>
          <p:cNvSpPr/>
          <p:nvPr/>
        </p:nvSpPr>
        <p:spPr>
          <a:xfrm>
            <a:off x="13469112" y="850392"/>
            <a:ext cx="137160" cy="137160"/>
          </a:xfrm>
          <a:prstGeom prst="roundRect">
            <a:avLst>
              <a:gd name="adj" fmla="val 20000"/>
            </a:avLst>
          </a:prstGeom>
          <a:solidFill>
            <a:srgbClr val="AEC4E6"/>
          </a:solidFill>
          <a:ln w="17373">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9" name="···"/>
          <p:cNvSpPr txBox="1"/>
          <p:nvPr/>
        </p:nvSpPr>
        <p:spPr>
          <a:xfrm>
            <a:off x="13240512" y="798728"/>
            <a:ext cx="228600" cy="231343"/>
          </a:xfrm>
          <a:prstGeom prst="rect">
            <a:avLst/>
          </a:prstGeom>
          <a:noFill/>
        </p:spPr>
        <p:txBody>
          <a:bodyPr wrap="none" lIns="0" rIns="0" tIns="0" bIns="0" anchor="ctr">
            <a:noAutofit/>
          </a:bodyPr>
          <a:lstStyle/>
          <a:p>
            <a:pPr algn="ctr">
              <a:lnSpc>
                <a:spcPts val="1821"/>
              </a:lnSpc>
              <a:spcBef>
                <a:spcPts val="0"/>
              </a:spcBef>
              <a:spcAft>
                <a:spcPts val="0"/>
              </a:spcAft>
            </a:pPr>
            <a:r>
              <a:rPr sz="1655" b="1" i="0">
                <a:solidFill>
                  <a:srgbClr val="000000"/>
                </a:solidFill>
                <a:latin typeface="Times New Roman"/>
              </a:rPr>
              <a:t>···</a:t>
            </a:r>
          </a:p>
        </p:txBody>
      </p:sp>
      <p:sp>
        <p:nvSpPr>
          <p:cNvPr id="180" name="rect 146"/>
          <p:cNvSpPr/>
          <p:nvPr/>
        </p:nvSpPr>
        <p:spPr>
          <a:xfrm>
            <a:off x="13953744" y="850392"/>
            <a:ext cx="137160" cy="137160"/>
          </a:xfrm>
          <a:prstGeom prst="roundRect">
            <a:avLst>
              <a:gd name="adj" fmla="val 20000"/>
            </a:avLst>
          </a:prstGeom>
          <a:solidFill>
            <a:srgbClr val="86A7D5"/>
          </a:solidFill>
          <a:ln w="17373">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1" name="rect 147"/>
          <p:cNvSpPr/>
          <p:nvPr/>
        </p:nvSpPr>
        <p:spPr>
          <a:xfrm>
            <a:off x="14365224" y="850392"/>
            <a:ext cx="137160" cy="137160"/>
          </a:xfrm>
          <a:prstGeom prst="roundRect">
            <a:avLst>
              <a:gd name="adj" fmla="val 20000"/>
            </a:avLst>
          </a:prstGeom>
          <a:solidFill>
            <a:srgbClr val="86A7D5"/>
          </a:solidFill>
          <a:ln w="17373">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2" name="···"/>
          <p:cNvSpPr txBox="1"/>
          <p:nvPr/>
        </p:nvSpPr>
        <p:spPr>
          <a:xfrm>
            <a:off x="14136624" y="798728"/>
            <a:ext cx="228600" cy="231343"/>
          </a:xfrm>
          <a:prstGeom prst="rect">
            <a:avLst/>
          </a:prstGeom>
          <a:noFill/>
        </p:spPr>
        <p:txBody>
          <a:bodyPr wrap="none" lIns="0" rIns="0" tIns="0" bIns="0" anchor="ctr">
            <a:noAutofit/>
          </a:bodyPr>
          <a:lstStyle/>
          <a:p>
            <a:pPr algn="ctr">
              <a:lnSpc>
                <a:spcPts val="1821"/>
              </a:lnSpc>
              <a:spcBef>
                <a:spcPts val="0"/>
              </a:spcBef>
              <a:spcAft>
                <a:spcPts val="0"/>
              </a:spcAft>
            </a:pPr>
            <a:r>
              <a:rPr sz="1655" b="1" i="0">
                <a:solidFill>
                  <a:srgbClr val="000000"/>
                </a:solidFill>
                <a:latin typeface="Times New Roman"/>
              </a:rPr>
              <a:t>···</a:t>
            </a:r>
          </a:p>
        </p:txBody>
      </p:sp>
      <p:sp>
        <p:nvSpPr>
          <p:cNvPr id="183" name="line 149"/>
          <p:cNvSpPr/>
          <p:nvPr/>
        </p:nvSpPr>
        <p:spPr>
          <a:xfrm>
            <a:off x="12417552" y="1024128"/>
            <a:ext cx="914" cy="320040"/>
          </a:xfrm>
          <a:custGeom>
            <a:avLst/>
            <a:gdLst/>
            <a:ahLst/>
            <a:cxnLst/>
            <a:rect l="0" t="0" r="r" b="b"/>
            <a:pathLst>
              <a:path w="914" h="320040" fill="none" stroke="1" extrusionOk="0">
                <a:moveTo>
                  <a:pt x="0" y="0"/>
                </a:moveTo>
                <a:lnTo>
                  <a:pt x="0" y="320040"/>
                </a:lnTo>
              </a:path>
            </a:pathLst>
          </a:custGeom>
          <a:noFill/>
          <a:ln w="16459">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4" name="Arrowhead 149"/>
          <p:cNvSpPr/>
          <p:nvPr/>
        </p:nvSpPr>
        <p:spPr>
          <a:xfrm>
            <a:off x="12358116" y="1225296"/>
            <a:ext cx="118872" cy="118872"/>
          </a:xfrm>
          <a:custGeom>
            <a:avLst/>
            <a:gdLst/>
            <a:ahLst/>
            <a:cxnLst/>
            <a:rect l="0" t="0" r="r" b="b"/>
            <a:pathLst>
              <a:path w="118872" h="118872" fill="norm" stroke="1" extrusionOk="0">
                <a:moveTo>
                  <a:pt x="59436" y="118872"/>
                </a:moveTo>
                <a:lnTo>
                  <a:pt x="0" y="0"/>
                </a:lnTo>
                <a:lnTo>
                  <a:pt x="59436" y="29718"/>
                </a:lnTo>
                <a:lnTo>
                  <a:pt x="118872" y="0"/>
                </a:lnTo>
                <a:close/>
              </a:path>
            </a:pathLst>
          </a:custGeom>
          <a:solidFill>
            <a:srgbClr val="00000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5" name="line 150"/>
          <p:cNvSpPr/>
          <p:nvPr/>
        </p:nvSpPr>
        <p:spPr>
          <a:xfrm>
            <a:off x="13331952" y="1024128"/>
            <a:ext cx="914" cy="320040"/>
          </a:xfrm>
          <a:custGeom>
            <a:avLst/>
            <a:gdLst/>
            <a:ahLst/>
            <a:cxnLst/>
            <a:rect l="0" t="0" r="r" b="b"/>
            <a:pathLst>
              <a:path w="914" h="320040" fill="none" stroke="1" extrusionOk="0">
                <a:moveTo>
                  <a:pt x="0" y="0"/>
                </a:moveTo>
                <a:lnTo>
                  <a:pt x="0" y="320040"/>
                </a:lnTo>
              </a:path>
            </a:pathLst>
          </a:custGeom>
          <a:noFill/>
          <a:ln w="16459">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6" name="Arrowhead 150"/>
          <p:cNvSpPr/>
          <p:nvPr/>
        </p:nvSpPr>
        <p:spPr>
          <a:xfrm>
            <a:off x="13272516" y="1225296"/>
            <a:ext cx="118872" cy="118872"/>
          </a:xfrm>
          <a:custGeom>
            <a:avLst/>
            <a:gdLst/>
            <a:ahLst/>
            <a:cxnLst/>
            <a:rect l="0" t="0" r="r" b="b"/>
            <a:pathLst>
              <a:path w="118872" h="118872" fill="norm" stroke="1" extrusionOk="0">
                <a:moveTo>
                  <a:pt x="59436" y="118872"/>
                </a:moveTo>
                <a:lnTo>
                  <a:pt x="0" y="0"/>
                </a:lnTo>
                <a:lnTo>
                  <a:pt x="59436" y="29718"/>
                </a:lnTo>
                <a:lnTo>
                  <a:pt x="118872" y="0"/>
                </a:lnTo>
                <a:close/>
              </a:path>
            </a:pathLst>
          </a:custGeom>
          <a:solidFill>
            <a:srgbClr val="00000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7" name="line 151"/>
          <p:cNvSpPr/>
          <p:nvPr/>
        </p:nvSpPr>
        <p:spPr>
          <a:xfrm>
            <a:off x="14228064" y="1024128"/>
            <a:ext cx="914" cy="320040"/>
          </a:xfrm>
          <a:custGeom>
            <a:avLst/>
            <a:gdLst/>
            <a:ahLst/>
            <a:cxnLst/>
            <a:rect l="0" t="0" r="r" b="b"/>
            <a:pathLst>
              <a:path w="914" h="320040" fill="none" stroke="1" extrusionOk="0">
                <a:moveTo>
                  <a:pt x="0" y="0"/>
                </a:moveTo>
                <a:lnTo>
                  <a:pt x="0" y="320040"/>
                </a:lnTo>
              </a:path>
            </a:pathLst>
          </a:custGeom>
          <a:noFill/>
          <a:ln w="16459">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8" name="Arrowhead 151"/>
          <p:cNvSpPr/>
          <p:nvPr/>
        </p:nvSpPr>
        <p:spPr>
          <a:xfrm>
            <a:off x="14168628" y="1225296"/>
            <a:ext cx="118872" cy="118872"/>
          </a:xfrm>
          <a:custGeom>
            <a:avLst/>
            <a:gdLst/>
            <a:ahLst/>
            <a:cxnLst/>
            <a:rect l="0" t="0" r="r" b="b"/>
            <a:pathLst>
              <a:path w="118872" h="118872" fill="norm" stroke="1" extrusionOk="0">
                <a:moveTo>
                  <a:pt x="59436" y="118872"/>
                </a:moveTo>
                <a:lnTo>
                  <a:pt x="0" y="0"/>
                </a:lnTo>
                <a:lnTo>
                  <a:pt x="59436" y="29718"/>
                </a:lnTo>
                <a:lnTo>
                  <a:pt x="118872" y="0"/>
                </a:lnTo>
                <a:close/>
              </a:path>
            </a:pathLst>
          </a:custGeom>
          <a:solidFill>
            <a:srgbClr val="00000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9" name="line 152"/>
          <p:cNvSpPr/>
          <p:nvPr/>
        </p:nvSpPr>
        <p:spPr>
          <a:xfrm>
            <a:off x="11622024" y="2103120"/>
            <a:ext cx="466344" cy="914"/>
          </a:xfrm>
          <a:custGeom>
            <a:avLst/>
            <a:gdLst/>
            <a:ahLst/>
            <a:cxnLst/>
            <a:rect l="0" t="0" r="r" b="b"/>
            <a:pathLst>
              <a:path w="466344" h="914" fill="none" stroke="1" extrusionOk="0">
                <a:moveTo>
                  <a:pt x="0" y="0"/>
                </a:moveTo>
                <a:lnTo>
                  <a:pt x="466344" y="0"/>
                </a:lnTo>
              </a:path>
            </a:pathLst>
          </a:custGeom>
          <a:noFill/>
          <a:ln w="16459">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0" name="Arrowhead 152"/>
          <p:cNvSpPr/>
          <p:nvPr/>
        </p:nvSpPr>
        <p:spPr>
          <a:xfrm>
            <a:off x="11969496" y="2043684"/>
            <a:ext cx="118872" cy="118872"/>
          </a:xfrm>
          <a:custGeom>
            <a:avLst/>
            <a:gdLst/>
            <a:ahLst/>
            <a:cxnLst/>
            <a:rect l="0" t="0" r="r" b="b"/>
            <a:pathLst>
              <a:path w="118872" h="118872" fill="norm" stroke="1" extrusionOk="0">
                <a:moveTo>
                  <a:pt x="118872" y="59436"/>
                </a:moveTo>
                <a:lnTo>
                  <a:pt x="0" y="118872"/>
                </a:lnTo>
                <a:lnTo>
                  <a:pt x="29718" y="59436"/>
                </a:lnTo>
                <a:lnTo>
                  <a:pt x="0" y="0"/>
                </a:lnTo>
                <a:close/>
              </a:path>
            </a:pathLst>
          </a:custGeom>
          <a:solidFill>
            <a:srgbClr val="00000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1" name="line 153"/>
          <p:cNvSpPr/>
          <p:nvPr/>
        </p:nvSpPr>
        <p:spPr>
          <a:xfrm>
            <a:off x="12728448" y="2103120"/>
            <a:ext cx="274320" cy="914"/>
          </a:xfrm>
          <a:custGeom>
            <a:avLst/>
            <a:gdLst/>
            <a:ahLst/>
            <a:cxnLst/>
            <a:rect l="0" t="0" r="r" b="b"/>
            <a:pathLst>
              <a:path w="274320" h="914" fill="none" stroke="1" extrusionOk="0">
                <a:moveTo>
                  <a:pt x="0" y="0"/>
                </a:moveTo>
                <a:lnTo>
                  <a:pt x="274320" y="0"/>
                </a:lnTo>
              </a:path>
            </a:pathLst>
          </a:custGeom>
          <a:noFill/>
          <a:ln w="16459">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2" name="Arrowhead 153"/>
          <p:cNvSpPr/>
          <p:nvPr/>
        </p:nvSpPr>
        <p:spPr>
          <a:xfrm>
            <a:off x="12883896" y="2043684"/>
            <a:ext cx="118872" cy="118872"/>
          </a:xfrm>
          <a:custGeom>
            <a:avLst/>
            <a:gdLst/>
            <a:ahLst/>
            <a:cxnLst/>
            <a:rect l="0" t="0" r="r" b="b"/>
            <a:pathLst>
              <a:path w="118872" h="118872" fill="norm" stroke="1" extrusionOk="0">
                <a:moveTo>
                  <a:pt x="118872" y="59436"/>
                </a:moveTo>
                <a:lnTo>
                  <a:pt x="0" y="118872"/>
                </a:lnTo>
                <a:lnTo>
                  <a:pt x="29718" y="59436"/>
                </a:lnTo>
                <a:lnTo>
                  <a:pt x="0" y="0"/>
                </a:lnTo>
                <a:close/>
              </a:path>
            </a:pathLst>
          </a:custGeom>
          <a:solidFill>
            <a:srgbClr val="00000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3" name="line 154"/>
          <p:cNvSpPr/>
          <p:nvPr/>
        </p:nvSpPr>
        <p:spPr>
          <a:xfrm>
            <a:off x="13642848" y="2103120"/>
            <a:ext cx="274320" cy="914"/>
          </a:xfrm>
          <a:custGeom>
            <a:avLst/>
            <a:gdLst/>
            <a:ahLst/>
            <a:cxnLst/>
            <a:rect l="0" t="0" r="r" b="b"/>
            <a:pathLst>
              <a:path w="274320" h="914" fill="none" stroke="1" extrusionOk="0">
                <a:moveTo>
                  <a:pt x="0" y="0"/>
                </a:moveTo>
                <a:lnTo>
                  <a:pt x="274320" y="0"/>
                </a:lnTo>
              </a:path>
            </a:pathLst>
          </a:custGeom>
          <a:noFill/>
          <a:ln w="16459">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4" name="Arrowhead 154"/>
          <p:cNvSpPr/>
          <p:nvPr/>
        </p:nvSpPr>
        <p:spPr>
          <a:xfrm>
            <a:off x="13798296" y="2043684"/>
            <a:ext cx="118872" cy="118872"/>
          </a:xfrm>
          <a:custGeom>
            <a:avLst/>
            <a:gdLst/>
            <a:ahLst/>
            <a:cxnLst/>
            <a:rect l="0" t="0" r="r" b="b"/>
            <a:pathLst>
              <a:path w="118872" h="118872" fill="norm" stroke="1" extrusionOk="0">
                <a:moveTo>
                  <a:pt x="118872" y="59436"/>
                </a:moveTo>
                <a:lnTo>
                  <a:pt x="0" y="118872"/>
                </a:lnTo>
                <a:lnTo>
                  <a:pt x="29718" y="59436"/>
                </a:lnTo>
                <a:lnTo>
                  <a:pt x="0" y="0"/>
                </a:lnTo>
                <a:close/>
              </a:path>
            </a:pathLst>
          </a:custGeom>
          <a:solidFill>
            <a:srgbClr val="00000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5" name="line 155"/>
          <p:cNvSpPr/>
          <p:nvPr/>
        </p:nvSpPr>
        <p:spPr>
          <a:xfrm>
            <a:off x="14529816" y="2103120"/>
            <a:ext cx="402336" cy="914"/>
          </a:xfrm>
          <a:custGeom>
            <a:avLst/>
            <a:gdLst/>
            <a:ahLst/>
            <a:cxnLst/>
            <a:rect l="0" t="0" r="r" b="b"/>
            <a:pathLst>
              <a:path w="402336" h="914" fill="none" stroke="1" extrusionOk="0">
                <a:moveTo>
                  <a:pt x="0" y="0"/>
                </a:moveTo>
                <a:lnTo>
                  <a:pt x="402336" y="0"/>
                </a:lnTo>
              </a:path>
            </a:pathLst>
          </a:custGeom>
          <a:noFill/>
          <a:ln w="16459">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6" name="Arrowhead 155"/>
          <p:cNvSpPr/>
          <p:nvPr/>
        </p:nvSpPr>
        <p:spPr>
          <a:xfrm>
            <a:off x="14813280" y="2043684"/>
            <a:ext cx="118872" cy="118872"/>
          </a:xfrm>
          <a:custGeom>
            <a:avLst/>
            <a:gdLst/>
            <a:ahLst/>
            <a:cxnLst/>
            <a:rect l="0" t="0" r="r" b="b"/>
            <a:pathLst>
              <a:path w="118872" h="118872" fill="norm" stroke="1" extrusionOk="0">
                <a:moveTo>
                  <a:pt x="118872" y="59436"/>
                </a:moveTo>
                <a:lnTo>
                  <a:pt x="0" y="118872"/>
                </a:lnTo>
                <a:lnTo>
                  <a:pt x="29718" y="59436"/>
                </a:lnTo>
                <a:lnTo>
                  <a:pt x="0" y="0"/>
                </a:lnTo>
                <a:close/>
              </a:path>
            </a:pathLst>
          </a:custGeom>
          <a:solidFill>
            <a:srgbClr val="00000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7" name="rect 156"/>
          <p:cNvSpPr/>
          <p:nvPr/>
        </p:nvSpPr>
        <p:spPr>
          <a:xfrm>
            <a:off x="12106656" y="1362456"/>
            <a:ext cx="612648" cy="1490472"/>
          </a:xfrm>
          <a:prstGeom prst="roundRect">
            <a:avLst>
              <a:gd name="adj" fmla="val 13432"/>
            </a:avLst>
          </a:prstGeom>
          <a:solidFill>
            <a:srgbClr val="EFDDF5"/>
          </a:solidFill>
          <a:ln w="11887">
            <a:solidFill>
              <a:srgbClr val="000000"/>
            </a:solidFill>
          </a:ln>
          <a:effectLst>
            <a:outerShdw blurRad="50292" dist="45720" dir="3090000" algn="tl" rotWithShape="0">
              <a:srgbClr val="000000">
                <a:alpha val="33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8" name="High-level / Decoder"/>
          <p:cNvSpPr txBox="1"/>
          <p:nvPr/>
        </p:nvSpPr>
        <p:spPr>
          <a:xfrm rot="5400000">
            <a:off x="11686032" y="1817644"/>
            <a:ext cx="1453896" cy="580095"/>
          </a:xfrm>
          <a:prstGeom prst="rect">
            <a:avLst/>
          </a:prstGeom>
          <a:noFill/>
        </p:spPr>
        <p:txBody>
          <a:bodyPr wrap="none" lIns="0" rIns="0" tIns="0" bIns="0" anchor="ctr">
            <a:noAutofit/>
          </a:bodyPr>
          <a:lstStyle/>
          <a:p>
            <a:pPr algn="ctr">
              <a:lnSpc>
                <a:spcPts val="2283"/>
              </a:lnSpc>
              <a:spcBef>
                <a:spcPts val="0"/>
              </a:spcBef>
              <a:spcAft>
                <a:spcPts val="0"/>
              </a:spcAft>
            </a:pPr>
            <a:r>
              <a:rPr sz="1872" b="1" i="0">
                <a:solidFill>
                  <a:srgbClr val="000000"/>
                </a:solidFill>
                <a:latin typeface="Times New Roman"/>
              </a:rPr>
              <a:t>High-level</a:t>
            </a:r>
          </a:p>
          <a:p>
            <a:pPr algn="ctr">
              <a:lnSpc>
                <a:spcPts val="2283"/>
              </a:lnSpc>
              <a:spcBef>
                <a:spcPts val="0"/>
              </a:spcBef>
              <a:spcAft>
                <a:spcPts val="0"/>
              </a:spcAft>
            </a:pPr>
            <a:r>
              <a:rPr sz="1872" b="1" i="0">
                <a:solidFill>
                  <a:srgbClr val="000000"/>
                </a:solidFill>
                <a:latin typeface="Times New Roman"/>
              </a:rPr>
              <a:t>Decoder</a:t>
            </a:r>
          </a:p>
        </p:txBody>
      </p:sp>
      <p:sp>
        <p:nvSpPr>
          <p:cNvPr id="199" name="rect 158"/>
          <p:cNvSpPr/>
          <p:nvPr/>
        </p:nvSpPr>
        <p:spPr>
          <a:xfrm>
            <a:off x="13021056" y="1362456"/>
            <a:ext cx="612648" cy="1490472"/>
          </a:xfrm>
          <a:prstGeom prst="roundRect">
            <a:avLst>
              <a:gd name="adj" fmla="val 13432"/>
            </a:avLst>
          </a:prstGeom>
          <a:solidFill>
            <a:srgbClr val="EFDDF5"/>
          </a:solidFill>
          <a:ln w="11887">
            <a:solidFill>
              <a:srgbClr val="000000"/>
            </a:solidFill>
          </a:ln>
          <a:effectLst>
            <a:outerShdw blurRad="50292" dist="45720" dir="3090000" algn="tl" rotWithShape="0">
              <a:srgbClr val="000000">
                <a:alpha val="33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0" name="Mid-level / Decoder"/>
          <p:cNvSpPr txBox="1"/>
          <p:nvPr/>
        </p:nvSpPr>
        <p:spPr>
          <a:xfrm rot="5400000">
            <a:off x="12600432" y="1817644"/>
            <a:ext cx="1453896" cy="580095"/>
          </a:xfrm>
          <a:prstGeom prst="rect">
            <a:avLst/>
          </a:prstGeom>
          <a:noFill/>
        </p:spPr>
        <p:txBody>
          <a:bodyPr wrap="none" lIns="0" rIns="0" tIns="0" bIns="0" anchor="ctr">
            <a:noAutofit/>
          </a:bodyPr>
          <a:lstStyle/>
          <a:p>
            <a:pPr algn="ctr">
              <a:lnSpc>
                <a:spcPts val="2283"/>
              </a:lnSpc>
              <a:spcBef>
                <a:spcPts val="0"/>
              </a:spcBef>
              <a:spcAft>
                <a:spcPts val="0"/>
              </a:spcAft>
            </a:pPr>
            <a:r>
              <a:rPr sz="1872" b="1" i="0">
                <a:solidFill>
                  <a:srgbClr val="000000"/>
                </a:solidFill>
                <a:latin typeface="Times New Roman"/>
              </a:rPr>
              <a:t>Mid-level</a:t>
            </a:r>
          </a:p>
          <a:p>
            <a:pPr algn="ctr">
              <a:lnSpc>
                <a:spcPts val="2283"/>
              </a:lnSpc>
              <a:spcBef>
                <a:spcPts val="0"/>
              </a:spcBef>
              <a:spcAft>
                <a:spcPts val="0"/>
              </a:spcAft>
            </a:pPr>
            <a:r>
              <a:rPr sz="1872" b="1" i="0">
                <a:solidFill>
                  <a:srgbClr val="000000"/>
                </a:solidFill>
                <a:latin typeface="Times New Roman"/>
              </a:rPr>
              <a:t>Decoder</a:t>
            </a:r>
          </a:p>
        </p:txBody>
      </p:sp>
      <p:sp>
        <p:nvSpPr>
          <p:cNvPr id="201" name="rect 160"/>
          <p:cNvSpPr/>
          <p:nvPr/>
        </p:nvSpPr>
        <p:spPr>
          <a:xfrm>
            <a:off x="13917168" y="1362456"/>
            <a:ext cx="612648" cy="1490472"/>
          </a:xfrm>
          <a:prstGeom prst="roundRect">
            <a:avLst>
              <a:gd name="adj" fmla="val 13432"/>
            </a:avLst>
          </a:prstGeom>
          <a:solidFill>
            <a:srgbClr val="EFDDF5"/>
          </a:solidFill>
          <a:ln w="11887">
            <a:solidFill>
              <a:srgbClr val="000000"/>
            </a:solidFill>
          </a:ln>
          <a:effectLst>
            <a:outerShdw blurRad="50292" dist="45720" dir="3090000" algn="tl" rotWithShape="0">
              <a:srgbClr val="000000">
                <a:alpha val="33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2" name="Low-level / Decoder"/>
          <p:cNvSpPr txBox="1"/>
          <p:nvPr/>
        </p:nvSpPr>
        <p:spPr>
          <a:xfrm rot="5400000">
            <a:off x="13496544" y="1817644"/>
            <a:ext cx="1453896" cy="580095"/>
          </a:xfrm>
          <a:prstGeom prst="rect">
            <a:avLst/>
          </a:prstGeom>
          <a:noFill/>
        </p:spPr>
        <p:txBody>
          <a:bodyPr wrap="none" lIns="0" rIns="0" tIns="0" bIns="0" anchor="ctr">
            <a:noAutofit/>
          </a:bodyPr>
          <a:lstStyle/>
          <a:p>
            <a:pPr algn="ctr">
              <a:lnSpc>
                <a:spcPts val="2283"/>
              </a:lnSpc>
              <a:spcBef>
                <a:spcPts val="0"/>
              </a:spcBef>
              <a:spcAft>
                <a:spcPts val="0"/>
              </a:spcAft>
            </a:pPr>
            <a:r>
              <a:rPr sz="1872" b="1" i="0">
                <a:solidFill>
                  <a:srgbClr val="000000"/>
                </a:solidFill>
                <a:latin typeface="Times New Roman"/>
              </a:rPr>
              <a:t>Low-level</a:t>
            </a:r>
          </a:p>
          <a:p>
            <a:pPr algn="ctr">
              <a:lnSpc>
                <a:spcPts val="2283"/>
              </a:lnSpc>
              <a:spcBef>
                <a:spcPts val="0"/>
              </a:spcBef>
              <a:spcAft>
                <a:spcPts val="0"/>
              </a:spcAft>
            </a:pPr>
            <a:r>
              <a:rPr sz="1872" b="1" i="0">
                <a:solidFill>
                  <a:srgbClr val="000000"/>
                </a:solidFill>
                <a:latin typeface="Times New Roman"/>
              </a:rPr>
              <a:t>Decoder</a:t>
            </a:r>
          </a:p>
        </p:txBody>
      </p:sp>
      <p:sp>
        <p:nvSpPr>
          <p:cNvPr id="203" name="Multi-level Progressive / Spatial Decoder"/>
          <p:cNvSpPr txBox="1"/>
          <p:nvPr/>
        </p:nvSpPr>
        <p:spPr>
          <a:xfrm>
            <a:off x="11905488" y="3063972"/>
            <a:ext cx="2834640" cy="583753"/>
          </a:xfrm>
          <a:prstGeom prst="rect">
            <a:avLst/>
          </a:prstGeom>
          <a:noFill/>
        </p:spPr>
        <p:txBody>
          <a:bodyPr wrap="none" lIns="0" rIns="0" tIns="0" bIns="0" anchor="ctr">
            <a:noAutofit/>
          </a:bodyPr>
          <a:lstStyle/>
          <a:p>
            <a:pPr algn="ctr">
              <a:lnSpc>
                <a:spcPts val="2298"/>
              </a:lnSpc>
              <a:spcBef>
                <a:spcPts val="0"/>
              </a:spcBef>
              <a:spcAft>
                <a:spcPts val="0"/>
              </a:spcAft>
            </a:pPr>
            <a:r>
              <a:rPr sz="2016" b="1" i="0">
                <a:solidFill>
                  <a:srgbClr val="000000"/>
                </a:solidFill>
                <a:latin typeface="Times New Roman"/>
              </a:rPr>
              <a:t>Multi-level Progressive</a:t>
            </a:r>
          </a:p>
          <a:p>
            <a:pPr algn="ctr">
              <a:lnSpc>
                <a:spcPts val="2298"/>
              </a:lnSpc>
              <a:spcBef>
                <a:spcPts val="0"/>
              </a:spcBef>
              <a:spcAft>
                <a:spcPts val="0"/>
              </a:spcAft>
            </a:pPr>
            <a:r>
              <a:rPr sz="2016" b="1" i="0">
                <a:solidFill>
                  <a:srgbClr val="000000"/>
                </a:solidFill>
                <a:latin typeface="Times New Roman"/>
              </a:rPr>
              <a:t>Spatial Decoder</a:t>
            </a:r>
          </a:p>
        </p:txBody>
      </p:sp>
      <p:sp>
        <p:nvSpPr>
          <p:cNvPr id="204" name="Predicted Tube"/>
          <p:cNvSpPr txBox="1"/>
          <p:nvPr/>
        </p:nvSpPr>
        <p:spPr>
          <a:xfrm>
            <a:off x="14840712" y="194310"/>
            <a:ext cx="1737360" cy="251460"/>
          </a:xfrm>
          <a:prstGeom prst="rect">
            <a:avLst/>
          </a:prstGeom>
          <a:noFill/>
        </p:spPr>
        <p:txBody>
          <a:bodyPr wrap="none" lIns="0" rIns="0" tIns="0" bIns="0" anchor="ctr">
            <a:noAutofit/>
          </a:bodyPr>
          <a:lstStyle/>
          <a:p>
            <a:pPr algn="ctr">
              <a:lnSpc>
                <a:spcPts val="1980"/>
              </a:lnSpc>
              <a:spcBef>
                <a:spcPts val="0"/>
              </a:spcBef>
              <a:spcAft>
                <a:spcPts val="0"/>
              </a:spcAft>
            </a:pPr>
            <a:r>
              <a:rPr sz="1800" b="1" i="0">
                <a:solidFill>
                  <a:srgbClr val="000000"/>
                </a:solidFill>
                <a:latin typeface="Times New Roman"/>
              </a:rPr>
              <a:t>Predicted Tube</a:t>
            </a:r>
          </a:p>
        </p:txBody>
      </p:sp>
      <p:sp>
        <p:nvSpPr>
          <p:cNvPr id="205" name="rect 164"/>
          <p:cNvSpPr/>
          <p:nvPr/>
        </p:nvSpPr>
        <p:spPr>
          <a:xfrm>
            <a:off x="14950440" y="475488"/>
            <a:ext cx="54864" cy="3227832"/>
          </a:xfrm>
          <a:prstGeom prst="rect">
            <a:avLst/>
          </a:prstGeom>
          <a:solidFill>
            <a:srgbClr val="393939"/>
          </a:solidFill>
          <a:ln w="5486">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6" name="rect 165"/>
          <p:cNvSpPr/>
          <p:nvPr/>
        </p:nvSpPr>
        <p:spPr>
          <a:xfrm>
            <a:off x="14968728" y="512064"/>
            <a:ext cx="18288" cy="36576"/>
          </a:xfrm>
          <a:prstGeom prst="rect">
            <a:avLst/>
          </a:prstGeom>
          <a:solidFill>
            <a:srgbClr val="D8D8D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7" name="rect 166"/>
          <p:cNvSpPr/>
          <p:nvPr/>
        </p:nvSpPr>
        <p:spPr>
          <a:xfrm>
            <a:off x="14968728" y="594360"/>
            <a:ext cx="18288" cy="36576"/>
          </a:xfrm>
          <a:prstGeom prst="rect">
            <a:avLst/>
          </a:prstGeom>
          <a:solidFill>
            <a:srgbClr val="D8D8D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8" name="rect 167"/>
          <p:cNvSpPr/>
          <p:nvPr/>
        </p:nvSpPr>
        <p:spPr>
          <a:xfrm>
            <a:off x="14968728" y="676656"/>
            <a:ext cx="18288" cy="36576"/>
          </a:xfrm>
          <a:prstGeom prst="rect">
            <a:avLst/>
          </a:prstGeom>
          <a:solidFill>
            <a:srgbClr val="D8D8D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9" name="rect 168"/>
          <p:cNvSpPr/>
          <p:nvPr/>
        </p:nvSpPr>
        <p:spPr>
          <a:xfrm>
            <a:off x="14968728" y="758952"/>
            <a:ext cx="18288" cy="36576"/>
          </a:xfrm>
          <a:prstGeom prst="rect">
            <a:avLst/>
          </a:prstGeom>
          <a:solidFill>
            <a:srgbClr val="D8D8D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0" name="rect 169"/>
          <p:cNvSpPr/>
          <p:nvPr/>
        </p:nvSpPr>
        <p:spPr>
          <a:xfrm>
            <a:off x="14968728" y="841248"/>
            <a:ext cx="18288" cy="36576"/>
          </a:xfrm>
          <a:prstGeom prst="rect">
            <a:avLst/>
          </a:prstGeom>
          <a:solidFill>
            <a:srgbClr val="D8D8D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1" name="rect 170"/>
          <p:cNvSpPr/>
          <p:nvPr/>
        </p:nvSpPr>
        <p:spPr>
          <a:xfrm>
            <a:off x="14968728" y="923544"/>
            <a:ext cx="18288" cy="36576"/>
          </a:xfrm>
          <a:prstGeom prst="rect">
            <a:avLst/>
          </a:prstGeom>
          <a:solidFill>
            <a:srgbClr val="D8D8D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2" name="rect 171"/>
          <p:cNvSpPr/>
          <p:nvPr/>
        </p:nvSpPr>
        <p:spPr>
          <a:xfrm>
            <a:off x="14968728" y="1005840"/>
            <a:ext cx="18288" cy="36576"/>
          </a:xfrm>
          <a:prstGeom prst="rect">
            <a:avLst/>
          </a:prstGeom>
          <a:solidFill>
            <a:srgbClr val="D8D8D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3" name="rect 172"/>
          <p:cNvSpPr/>
          <p:nvPr/>
        </p:nvSpPr>
        <p:spPr>
          <a:xfrm>
            <a:off x="14968728" y="1088136"/>
            <a:ext cx="18288" cy="36576"/>
          </a:xfrm>
          <a:prstGeom prst="rect">
            <a:avLst/>
          </a:prstGeom>
          <a:solidFill>
            <a:srgbClr val="D8D8D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4" name="rect 173"/>
          <p:cNvSpPr/>
          <p:nvPr/>
        </p:nvSpPr>
        <p:spPr>
          <a:xfrm>
            <a:off x="14968728" y="1170432"/>
            <a:ext cx="18288" cy="36576"/>
          </a:xfrm>
          <a:prstGeom prst="rect">
            <a:avLst/>
          </a:prstGeom>
          <a:solidFill>
            <a:srgbClr val="D8D8D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5" name="rect 174"/>
          <p:cNvSpPr/>
          <p:nvPr/>
        </p:nvSpPr>
        <p:spPr>
          <a:xfrm>
            <a:off x="14968728" y="1252728"/>
            <a:ext cx="18288" cy="36576"/>
          </a:xfrm>
          <a:prstGeom prst="rect">
            <a:avLst/>
          </a:prstGeom>
          <a:solidFill>
            <a:srgbClr val="D8D8D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6" name="rect 175"/>
          <p:cNvSpPr/>
          <p:nvPr/>
        </p:nvSpPr>
        <p:spPr>
          <a:xfrm>
            <a:off x="14968728" y="1335024"/>
            <a:ext cx="18288" cy="36576"/>
          </a:xfrm>
          <a:prstGeom prst="rect">
            <a:avLst/>
          </a:prstGeom>
          <a:solidFill>
            <a:srgbClr val="D8D8D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7" name="rect 176"/>
          <p:cNvSpPr/>
          <p:nvPr/>
        </p:nvSpPr>
        <p:spPr>
          <a:xfrm>
            <a:off x="14968728" y="1417320"/>
            <a:ext cx="18288" cy="36576"/>
          </a:xfrm>
          <a:prstGeom prst="rect">
            <a:avLst/>
          </a:prstGeom>
          <a:solidFill>
            <a:srgbClr val="D8D8D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8" name="rect 177"/>
          <p:cNvSpPr/>
          <p:nvPr/>
        </p:nvSpPr>
        <p:spPr>
          <a:xfrm>
            <a:off x="14968728" y="1499616"/>
            <a:ext cx="18288" cy="36576"/>
          </a:xfrm>
          <a:prstGeom prst="rect">
            <a:avLst/>
          </a:prstGeom>
          <a:solidFill>
            <a:srgbClr val="D8D8D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9" name="rect 178"/>
          <p:cNvSpPr/>
          <p:nvPr/>
        </p:nvSpPr>
        <p:spPr>
          <a:xfrm>
            <a:off x="14968728" y="1581912"/>
            <a:ext cx="18288" cy="36576"/>
          </a:xfrm>
          <a:prstGeom prst="rect">
            <a:avLst/>
          </a:prstGeom>
          <a:solidFill>
            <a:srgbClr val="D8D8D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0" name="rect 179"/>
          <p:cNvSpPr/>
          <p:nvPr/>
        </p:nvSpPr>
        <p:spPr>
          <a:xfrm>
            <a:off x="14968728" y="1664208"/>
            <a:ext cx="18288" cy="36576"/>
          </a:xfrm>
          <a:prstGeom prst="rect">
            <a:avLst/>
          </a:prstGeom>
          <a:solidFill>
            <a:srgbClr val="D8D8D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1" name="rect 180"/>
          <p:cNvSpPr/>
          <p:nvPr/>
        </p:nvSpPr>
        <p:spPr>
          <a:xfrm>
            <a:off x="14968728" y="1746504"/>
            <a:ext cx="18288" cy="36576"/>
          </a:xfrm>
          <a:prstGeom prst="rect">
            <a:avLst/>
          </a:prstGeom>
          <a:solidFill>
            <a:srgbClr val="D8D8D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2" name="rect 181"/>
          <p:cNvSpPr/>
          <p:nvPr/>
        </p:nvSpPr>
        <p:spPr>
          <a:xfrm>
            <a:off x="14968728" y="1828800"/>
            <a:ext cx="18288" cy="36576"/>
          </a:xfrm>
          <a:prstGeom prst="rect">
            <a:avLst/>
          </a:prstGeom>
          <a:solidFill>
            <a:srgbClr val="D8D8D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3" name="rect 182"/>
          <p:cNvSpPr/>
          <p:nvPr/>
        </p:nvSpPr>
        <p:spPr>
          <a:xfrm>
            <a:off x="14968728" y="1911096"/>
            <a:ext cx="18288" cy="36576"/>
          </a:xfrm>
          <a:prstGeom prst="rect">
            <a:avLst/>
          </a:prstGeom>
          <a:solidFill>
            <a:srgbClr val="D8D8D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4" name="rect 183"/>
          <p:cNvSpPr/>
          <p:nvPr/>
        </p:nvSpPr>
        <p:spPr>
          <a:xfrm>
            <a:off x="14968728" y="1993392"/>
            <a:ext cx="18288" cy="36576"/>
          </a:xfrm>
          <a:prstGeom prst="rect">
            <a:avLst/>
          </a:prstGeom>
          <a:solidFill>
            <a:srgbClr val="D8D8D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5" name="rect 184"/>
          <p:cNvSpPr/>
          <p:nvPr/>
        </p:nvSpPr>
        <p:spPr>
          <a:xfrm>
            <a:off x="14968728" y="2075688"/>
            <a:ext cx="18288" cy="36576"/>
          </a:xfrm>
          <a:prstGeom prst="rect">
            <a:avLst/>
          </a:prstGeom>
          <a:solidFill>
            <a:srgbClr val="D8D8D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6" name="rect 185"/>
          <p:cNvSpPr/>
          <p:nvPr/>
        </p:nvSpPr>
        <p:spPr>
          <a:xfrm>
            <a:off x="14968728" y="2157984"/>
            <a:ext cx="18288" cy="36576"/>
          </a:xfrm>
          <a:prstGeom prst="rect">
            <a:avLst/>
          </a:prstGeom>
          <a:solidFill>
            <a:srgbClr val="D8D8D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7" name="rect 186"/>
          <p:cNvSpPr/>
          <p:nvPr/>
        </p:nvSpPr>
        <p:spPr>
          <a:xfrm>
            <a:off x="14968728" y="2240280"/>
            <a:ext cx="18288" cy="36576"/>
          </a:xfrm>
          <a:prstGeom prst="rect">
            <a:avLst/>
          </a:prstGeom>
          <a:solidFill>
            <a:srgbClr val="D8D8D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8" name="rect 187"/>
          <p:cNvSpPr/>
          <p:nvPr/>
        </p:nvSpPr>
        <p:spPr>
          <a:xfrm>
            <a:off x="14968728" y="2322576"/>
            <a:ext cx="18288" cy="36576"/>
          </a:xfrm>
          <a:prstGeom prst="rect">
            <a:avLst/>
          </a:prstGeom>
          <a:solidFill>
            <a:srgbClr val="D8D8D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9" name="rect 188"/>
          <p:cNvSpPr/>
          <p:nvPr/>
        </p:nvSpPr>
        <p:spPr>
          <a:xfrm>
            <a:off x="14968728" y="2404872"/>
            <a:ext cx="18288" cy="36576"/>
          </a:xfrm>
          <a:prstGeom prst="rect">
            <a:avLst/>
          </a:prstGeom>
          <a:solidFill>
            <a:srgbClr val="D8D8D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0" name="rect 189"/>
          <p:cNvSpPr/>
          <p:nvPr/>
        </p:nvSpPr>
        <p:spPr>
          <a:xfrm>
            <a:off x="14968728" y="2487168"/>
            <a:ext cx="18288" cy="36576"/>
          </a:xfrm>
          <a:prstGeom prst="rect">
            <a:avLst/>
          </a:prstGeom>
          <a:solidFill>
            <a:srgbClr val="D8D8D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1" name="rect 190"/>
          <p:cNvSpPr/>
          <p:nvPr/>
        </p:nvSpPr>
        <p:spPr>
          <a:xfrm>
            <a:off x="14968728" y="2569464"/>
            <a:ext cx="18288" cy="36576"/>
          </a:xfrm>
          <a:prstGeom prst="rect">
            <a:avLst/>
          </a:prstGeom>
          <a:solidFill>
            <a:srgbClr val="D8D8D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2" name="rect 191"/>
          <p:cNvSpPr/>
          <p:nvPr/>
        </p:nvSpPr>
        <p:spPr>
          <a:xfrm>
            <a:off x="14968728" y="2651760"/>
            <a:ext cx="18288" cy="36576"/>
          </a:xfrm>
          <a:prstGeom prst="rect">
            <a:avLst/>
          </a:prstGeom>
          <a:solidFill>
            <a:srgbClr val="D8D8D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3" name="rect 192"/>
          <p:cNvSpPr/>
          <p:nvPr/>
        </p:nvSpPr>
        <p:spPr>
          <a:xfrm>
            <a:off x="14968728" y="2734056"/>
            <a:ext cx="18288" cy="36576"/>
          </a:xfrm>
          <a:prstGeom prst="rect">
            <a:avLst/>
          </a:prstGeom>
          <a:solidFill>
            <a:srgbClr val="D8D8D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4" name="rect 193"/>
          <p:cNvSpPr/>
          <p:nvPr/>
        </p:nvSpPr>
        <p:spPr>
          <a:xfrm>
            <a:off x="14968728" y="2816352"/>
            <a:ext cx="18288" cy="36576"/>
          </a:xfrm>
          <a:prstGeom prst="rect">
            <a:avLst/>
          </a:prstGeom>
          <a:solidFill>
            <a:srgbClr val="D8D8D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5" name="rect 194"/>
          <p:cNvSpPr/>
          <p:nvPr/>
        </p:nvSpPr>
        <p:spPr>
          <a:xfrm>
            <a:off x="14968728" y="2898648"/>
            <a:ext cx="18288" cy="36576"/>
          </a:xfrm>
          <a:prstGeom prst="rect">
            <a:avLst/>
          </a:prstGeom>
          <a:solidFill>
            <a:srgbClr val="D8D8D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6" name="rect 195"/>
          <p:cNvSpPr/>
          <p:nvPr/>
        </p:nvSpPr>
        <p:spPr>
          <a:xfrm>
            <a:off x="14968728" y="2980944"/>
            <a:ext cx="18288" cy="36576"/>
          </a:xfrm>
          <a:prstGeom prst="rect">
            <a:avLst/>
          </a:prstGeom>
          <a:solidFill>
            <a:srgbClr val="D8D8D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7" name="rect 196"/>
          <p:cNvSpPr/>
          <p:nvPr/>
        </p:nvSpPr>
        <p:spPr>
          <a:xfrm>
            <a:off x="14968728" y="3063240"/>
            <a:ext cx="18288" cy="36576"/>
          </a:xfrm>
          <a:prstGeom prst="rect">
            <a:avLst/>
          </a:prstGeom>
          <a:solidFill>
            <a:srgbClr val="D8D8D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8" name="rect 197"/>
          <p:cNvSpPr/>
          <p:nvPr/>
        </p:nvSpPr>
        <p:spPr>
          <a:xfrm>
            <a:off x="14968728" y="3145536"/>
            <a:ext cx="18288" cy="36576"/>
          </a:xfrm>
          <a:prstGeom prst="rect">
            <a:avLst/>
          </a:prstGeom>
          <a:solidFill>
            <a:srgbClr val="D8D8D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9" name="rect 198"/>
          <p:cNvSpPr/>
          <p:nvPr/>
        </p:nvSpPr>
        <p:spPr>
          <a:xfrm>
            <a:off x="14968728" y="3227832"/>
            <a:ext cx="18288" cy="36576"/>
          </a:xfrm>
          <a:prstGeom prst="rect">
            <a:avLst/>
          </a:prstGeom>
          <a:solidFill>
            <a:srgbClr val="D8D8D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0" name="rect 199"/>
          <p:cNvSpPr/>
          <p:nvPr/>
        </p:nvSpPr>
        <p:spPr>
          <a:xfrm>
            <a:off x="14968728" y="3310128"/>
            <a:ext cx="18288" cy="36576"/>
          </a:xfrm>
          <a:prstGeom prst="rect">
            <a:avLst/>
          </a:prstGeom>
          <a:solidFill>
            <a:srgbClr val="D8D8D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1" name="rect 200"/>
          <p:cNvSpPr/>
          <p:nvPr/>
        </p:nvSpPr>
        <p:spPr>
          <a:xfrm>
            <a:off x="14968728" y="3392424"/>
            <a:ext cx="18288" cy="36576"/>
          </a:xfrm>
          <a:prstGeom prst="rect">
            <a:avLst/>
          </a:prstGeom>
          <a:solidFill>
            <a:srgbClr val="D8D8D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2" name="rect 201"/>
          <p:cNvSpPr/>
          <p:nvPr/>
        </p:nvSpPr>
        <p:spPr>
          <a:xfrm>
            <a:off x="14968728" y="3474720"/>
            <a:ext cx="18288" cy="36576"/>
          </a:xfrm>
          <a:prstGeom prst="rect">
            <a:avLst/>
          </a:prstGeom>
          <a:solidFill>
            <a:srgbClr val="D8D8D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3" name="rect 202"/>
          <p:cNvSpPr/>
          <p:nvPr/>
        </p:nvSpPr>
        <p:spPr>
          <a:xfrm>
            <a:off x="14968728" y="3557016"/>
            <a:ext cx="18288" cy="36576"/>
          </a:xfrm>
          <a:prstGeom prst="rect">
            <a:avLst/>
          </a:prstGeom>
          <a:solidFill>
            <a:srgbClr val="D8D8D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4" name="rect 203"/>
          <p:cNvSpPr/>
          <p:nvPr/>
        </p:nvSpPr>
        <p:spPr>
          <a:xfrm>
            <a:off x="14968728" y="3639312"/>
            <a:ext cx="18288" cy="36576"/>
          </a:xfrm>
          <a:prstGeom prst="rect">
            <a:avLst/>
          </a:prstGeom>
          <a:solidFill>
            <a:srgbClr val="D8D8D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5" name="rect 204"/>
          <p:cNvSpPr/>
          <p:nvPr/>
        </p:nvSpPr>
        <p:spPr>
          <a:xfrm>
            <a:off x="16440912" y="475488"/>
            <a:ext cx="54864" cy="3227832"/>
          </a:xfrm>
          <a:prstGeom prst="rect">
            <a:avLst/>
          </a:prstGeom>
          <a:solidFill>
            <a:srgbClr val="393939"/>
          </a:solidFill>
          <a:ln w="5486">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6" name="rect 205"/>
          <p:cNvSpPr/>
          <p:nvPr/>
        </p:nvSpPr>
        <p:spPr>
          <a:xfrm>
            <a:off x="16459200" y="512064"/>
            <a:ext cx="18288" cy="36576"/>
          </a:xfrm>
          <a:prstGeom prst="rect">
            <a:avLst/>
          </a:prstGeom>
          <a:solidFill>
            <a:srgbClr val="D8D8D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7" name="rect 206"/>
          <p:cNvSpPr/>
          <p:nvPr/>
        </p:nvSpPr>
        <p:spPr>
          <a:xfrm>
            <a:off x="16459200" y="594360"/>
            <a:ext cx="18288" cy="36576"/>
          </a:xfrm>
          <a:prstGeom prst="rect">
            <a:avLst/>
          </a:prstGeom>
          <a:solidFill>
            <a:srgbClr val="D8D8D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8" name="rect 207"/>
          <p:cNvSpPr/>
          <p:nvPr/>
        </p:nvSpPr>
        <p:spPr>
          <a:xfrm>
            <a:off x="16459200" y="676656"/>
            <a:ext cx="18288" cy="36576"/>
          </a:xfrm>
          <a:prstGeom prst="rect">
            <a:avLst/>
          </a:prstGeom>
          <a:solidFill>
            <a:srgbClr val="D8D8D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9" name="rect 208"/>
          <p:cNvSpPr/>
          <p:nvPr/>
        </p:nvSpPr>
        <p:spPr>
          <a:xfrm>
            <a:off x="16459200" y="758952"/>
            <a:ext cx="18288" cy="36576"/>
          </a:xfrm>
          <a:prstGeom prst="rect">
            <a:avLst/>
          </a:prstGeom>
          <a:solidFill>
            <a:srgbClr val="D8D8D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50" name="rect 209"/>
          <p:cNvSpPr/>
          <p:nvPr/>
        </p:nvSpPr>
        <p:spPr>
          <a:xfrm>
            <a:off x="16459200" y="841248"/>
            <a:ext cx="18288" cy="36576"/>
          </a:xfrm>
          <a:prstGeom prst="rect">
            <a:avLst/>
          </a:prstGeom>
          <a:solidFill>
            <a:srgbClr val="D8D8D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51" name="rect 210"/>
          <p:cNvSpPr/>
          <p:nvPr/>
        </p:nvSpPr>
        <p:spPr>
          <a:xfrm>
            <a:off x="16459200" y="923544"/>
            <a:ext cx="18288" cy="36576"/>
          </a:xfrm>
          <a:prstGeom prst="rect">
            <a:avLst/>
          </a:prstGeom>
          <a:solidFill>
            <a:srgbClr val="D8D8D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52" name="rect 211"/>
          <p:cNvSpPr/>
          <p:nvPr/>
        </p:nvSpPr>
        <p:spPr>
          <a:xfrm>
            <a:off x="16459200" y="1005840"/>
            <a:ext cx="18288" cy="36576"/>
          </a:xfrm>
          <a:prstGeom prst="rect">
            <a:avLst/>
          </a:prstGeom>
          <a:solidFill>
            <a:srgbClr val="D8D8D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53" name="rect 212"/>
          <p:cNvSpPr/>
          <p:nvPr/>
        </p:nvSpPr>
        <p:spPr>
          <a:xfrm>
            <a:off x="16459200" y="1088136"/>
            <a:ext cx="18288" cy="36576"/>
          </a:xfrm>
          <a:prstGeom prst="rect">
            <a:avLst/>
          </a:prstGeom>
          <a:solidFill>
            <a:srgbClr val="D8D8D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54" name="rect 213"/>
          <p:cNvSpPr/>
          <p:nvPr/>
        </p:nvSpPr>
        <p:spPr>
          <a:xfrm>
            <a:off x="16459200" y="1170432"/>
            <a:ext cx="18288" cy="36576"/>
          </a:xfrm>
          <a:prstGeom prst="rect">
            <a:avLst/>
          </a:prstGeom>
          <a:solidFill>
            <a:srgbClr val="D8D8D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55" name="rect 214"/>
          <p:cNvSpPr/>
          <p:nvPr/>
        </p:nvSpPr>
        <p:spPr>
          <a:xfrm>
            <a:off x="16459200" y="1252728"/>
            <a:ext cx="18288" cy="36576"/>
          </a:xfrm>
          <a:prstGeom prst="rect">
            <a:avLst/>
          </a:prstGeom>
          <a:solidFill>
            <a:srgbClr val="D8D8D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56" name="rect 215"/>
          <p:cNvSpPr/>
          <p:nvPr/>
        </p:nvSpPr>
        <p:spPr>
          <a:xfrm>
            <a:off x="16459200" y="1335024"/>
            <a:ext cx="18288" cy="36576"/>
          </a:xfrm>
          <a:prstGeom prst="rect">
            <a:avLst/>
          </a:prstGeom>
          <a:solidFill>
            <a:srgbClr val="D8D8D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57" name="rect 216"/>
          <p:cNvSpPr/>
          <p:nvPr/>
        </p:nvSpPr>
        <p:spPr>
          <a:xfrm>
            <a:off x="16459200" y="1417320"/>
            <a:ext cx="18288" cy="36576"/>
          </a:xfrm>
          <a:prstGeom prst="rect">
            <a:avLst/>
          </a:prstGeom>
          <a:solidFill>
            <a:srgbClr val="D8D8D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58" name="rect 217"/>
          <p:cNvSpPr/>
          <p:nvPr/>
        </p:nvSpPr>
        <p:spPr>
          <a:xfrm>
            <a:off x="16459200" y="1499616"/>
            <a:ext cx="18288" cy="36576"/>
          </a:xfrm>
          <a:prstGeom prst="rect">
            <a:avLst/>
          </a:prstGeom>
          <a:solidFill>
            <a:srgbClr val="D8D8D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59" name="rect 218"/>
          <p:cNvSpPr/>
          <p:nvPr/>
        </p:nvSpPr>
        <p:spPr>
          <a:xfrm>
            <a:off x="16459200" y="1581912"/>
            <a:ext cx="18288" cy="36576"/>
          </a:xfrm>
          <a:prstGeom prst="rect">
            <a:avLst/>
          </a:prstGeom>
          <a:solidFill>
            <a:srgbClr val="D8D8D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0" name="rect 219"/>
          <p:cNvSpPr/>
          <p:nvPr/>
        </p:nvSpPr>
        <p:spPr>
          <a:xfrm>
            <a:off x="16459200" y="1664208"/>
            <a:ext cx="18288" cy="36576"/>
          </a:xfrm>
          <a:prstGeom prst="rect">
            <a:avLst/>
          </a:prstGeom>
          <a:solidFill>
            <a:srgbClr val="D8D8D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1" name="rect 220"/>
          <p:cNvSpPr/>
          <p:nvPr/>
        </p:nvSpPr>
        <p:spPr>
          <a:xfrm>
            <a:off x="16459200" y="1746504"/>
            <a:ext cx="18288" cy="36576"/>
          </a:xfrm>
          <a:prstGeom prst="rect">
            <a:avLst/>
          </a:prstGeom>
          <a:solidFill>
            <a:srgbClr val="D8D8D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2" name="rect 221"/>
          <p:cNvSpPr/>
          <p:nvPr/>
        </p:nvSpPr>
        <p:spPr>
          <a:xfrm>
            <a:off x="16459200" y="1828800"/>
            <a:ext cx="18288" cy="36576"/>
          </a:xfrm>
          <a:prstGeom prst="rect">
            <a:avLst/>
          </a:prstGeom>
          <a:solidFill>
            <a:srgbClr val="D8D8D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3" name="rect 222"/>
          <p:cNvSpPr/>
          <p:nvPr/>
        </p:nvSpPr>
        <p:spPr>
          <a:xfrm>
            <a:off x="16459200" y="1911096"/>
            <a:ext cx="18288" cy="36576"/>
          </a:xfrm>
          <a:prstGeom prst="rect">
            <a:avLst/>
          </a:prstGeom>
          <a:solidFill>
            <a:srgbClr val="D8D8D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4" name="rect 223"/>
          <p:cNvSpPr/>
          <p:nvPr/>
        </p:nvSpPr>
        <p:spPr>
          <a:xfrm>
            <a:off x="16459200" y="1993392"/>
            <a:ext cx="18288" cy="36576"/>
          </a:xfrm>
          <a:prstGeom prst="rect">
            <a:avLst/>
          </a:prstGeom>
          <a:solidFill>
            <a:srgbClr val="D8D8D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5" name="rect 224"/>
          <p:cNvSpPr/>
          <p:nvPr/>
        </p:nvSpPr>
        <p:spPr>
          <a:xfrm>
            <a:off x="16459200" y="2075688"/>
            <a:ext cx="18288" cy="36576"/>
          </a:xfrm>
          <a:prstGeom prst="rect">
            <a:avLst/>
          </a:prstGeom>
          <a:solidFill>
            <a:srgbClr val="D8D8D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6" name="rect 225"/>
          <p:cNvSpPr/>
          <p:nvPr/>
        </p:nvSpPr>
        <p:spPr>
          <a:xfrm>
            <a:off x="16459200" y="2157984"/>
            <a:ext cx="18288" cy="36576"/>
          </a:xfrm>
          <a:prstGeom prst="rect">
            <a:avLst/>
          </a:prstGeom>
          <a:solidFill>
            <a:srgbClr val="D8D8D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7" name="rect 226"/>
          <p:cNvSpPr/>
          <p:nvPr/>
        </p:nvSpPr>
        <p:spPr>
          <a:xfrm>
            <a:off x="16459200" y="2240280"/>
            <a:ext cx="18288" cy="36576"/>
          </a:xfrm>
          <a:prstGeom prst="rect">
            <a:avLst/>
          </a:prstGeom>
          <a:solidFill>
            <a:srgbClr val="D8D8D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8" name="rect 227"/>
          <p:cNvSpPr/>
          <p:nvPr/>
        </p:nvSpPr>
        <p:spPr>
          <a:xfrm>
            <a:off x="16459200" y="2322576"/>
            <a:ext cx="18288" cy="36576"/>
          </a:xfrm>
          <a:prstGeom prst="rect">
            <a:avLst/>
          </a:prstGeom>
          <a:solidFill>
            <a:srgbClr val="D8D8D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9" name="rect 228"/>
          <p:cNvSpPr/>
          <p:nvPr/>
        </p:nvSpPr>
        <p:spPr>
          <a:xfrm>
            <a:off x="16459200" y="2404872"/>
            <a:ext cx="18288" cy="36576"/>
          </a:xfrm>
          <a:prstGeom prst="rect">
            <a:avLst/>
          </a:prstGeom>
          <a:solidFill>
            <a:srgbClr val="D8D8D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70" name="rect 229"/>
          <p:cNvSpPr/>
          <p:nvPr/>
        </p:nvSpPr>
        <p:spPr>
          <a:xfrm>
            <a:off x="16459200" y="2487168"/>
            <a:ext cx="18288" cy="36576"/>
          </a:xfrm>
          <a:prstGeom prst="rect">
            <a:avLst/>
          </a:prstGeom>
          <a:solidFill>
            <a:srgbClr val="D8D8D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71" name="rect 230"/>
          <p:cNvSpPr/>
          <p:nvPr/>
        </p:nvSpPr>
        <p:spPr>
          <a:xfrm>
            <a:off x="16459200" y="2569464"/>
            <a:ext cx="18288" cy="36576"/>
          </a:xfrm>
          <a:prstGeom prst="rect">
            <a:avLst/>
          </a:prstGeom>
          <a:solidFill>
            <a:srgbClr val="D8D8D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72" name="rect 231"/>
          <p:cNvSpPr/>
          <p:nvPr/>
        </p:nvSpPr>
        <p:spPr>
          <a:xfrm>
            <a:off x="16459200" y="2651760"/>
            <a:ext cx="18288" cy="36576"/>
          </a:xfrm>
          <a:prstGeom prst="rect">
            <a:avLst/>
          </a:prstGeom>
          <a:solidFill>
            <a:srgbClr val="D8D8D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73" name="rect 232"/>
          <p:cNvSpPr/>
          <p:nvPr/>
        </p:nvSpPr>
        <p:spPr>
          <a:xfrm>
            <a:off x="16459200" y="2734056"/>
            <a:ext cx="18288" cy="36576"/>
          </a:xfrm>
          <a:prstGeom prst="rect">
            <a:avLst/>
          </a:prstGeom>
          <a:solidFill>
            <a:srgbClr val="D8D8D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74" name="rect 233"/>
          <p:cNvSpPr/>
          <p:nvPr/>
        </p:nvSpPr>
        <p:spPr>
          <a:xfrm>
            <a:off x="16459200" y="2816352"/>
            <a:ext cx="18288" cy="36576"/>
          </a:xfrm>
          <a:prstGeom prst="rect">
            <a:avLst/>
          </a:prstGeom>
          <a:solidFill>
            <a:srgbClr val="D8D8D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75" name="rect 234"/>
          <p:cNvSpPr/>
          <p:nvPr/>
        </p:nvSpPr>
        <p:spPr>
          <a:xfrm>
            <a:off x="16459200" y="2898648"/>
            <a:ext cx="18288" cy="36576"/>
          </a:xfrm>
          <a:prstGeom prst="rect">
            <a:avLst/>
          </a:prstGeom>
          <a:solidFill>
            <a:srgbClr val="D8D8D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76" name="rect 235"/>
          <p:cNvSpPr/>
          <p:nvPr/>
        </p:nvSpPr>
        <p:spPr>
          <a:xfrm>
            <a:off x="16459200" y="2980944"/>
            <a:ext cx="18288" cy="36576"/>
          </a:xfrm>
          <a:prstGeom prst="rect">
            <a:avLst/>
          </a:prstGeom>
          <a:solidFill>
            <a:srgbClr val="D8D8D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77" name="rect 236"/>
          <p:cNvSpPr/>
          <p:nvPr/>
        </p:nvSpPr>
        <p:spPr>
          <a:xfrm>
            <a:off x="16459200" y="3063240"/>
            <a:ext cx="18288" cy="36576"/>
          </a:xfrm>
          <a:prstGeom prst="rect">
            <a:avLst/>
          </a:prstGeom>
          <a:solidFill>
            <a:srgbClr val="D8D8D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78" name="rect 237"/>
          <p:cNvSpPr/>
          <p:nvPr/>
        </p:nvSpPr>
        <p:spPr>
          <a:xfrm>
            <a:off x="16459200" y="3145536"/>
            <a:ext cx="18288" cy="36576"/>
          </a:xfrm>
          <a:prstGeom prst="rect">
            <a:avLst/>
          </a:prstGeom>
          <a:solidFill>
            <a:srgbClr val="D8D8D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79" name="rect 238"/>
          <p:cNvSpPr/>
          <p:nvPr/>
        </p:nvSpPr>
        <p:spPr>
          <a:xfrm>
            <a:off x="16459200" y="3227832"/>
            <a:ext cx="18288" cy="36576"/>
          </a:xfrm>
          <a:prstGeom prst="rect">
            <a:avLst/>
          </a:prstGeom>
          <a:solidFill>
            <a:srgbClr val="D8D8D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0" name="rect 239"/>
          <p:cNvSpPr/>
          <p:nvPr/>
        </p:nvSpPr>
        <p:spPr>
          <a:xfrm>
            <a:off x="16459200" y="3310128"/>
            <a:ext cx="18288" cy="36576"/>
          </a:xfrm>
          <a:prstGeom prst="rect">
            <a:avLst/>
          </a:prstGeom>
          <a:solidFill>
            <a:srgbClr val="D8D8D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1" name="rect 240"/>
          <p:cNvSpPr/>
          <p:nvPr/>
        </p:nvSpPr>
        <p:spPr>
          <a:xfrm>
            <a:off x="16459200" y="3392424"/>
            <a:ext cx="18288" cy="36576"/>
          </a:xfrm>
          <a:prstGeom prst="rect">
            <a:avLst/>
          </a:prstGeom>
          <a:solidFill>
            <a:srgbClr val="D8D8D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2" name="rect 241"/>
          <p:cNvSpPr/>
          <p:nvPr/>
        </p:nvSpPr>
        <p:spPr>
          <a:xfrm>
            <a:off x="16459200" y="3474720"/>
            <a:ext cx="18288" cy="36576"/>
          </a:xfrm>
          <a:prstGeom prst="rect">
            <a:avLst/>
          </a:prstGeom>
          <a:solidFill>
            <a:srgbClr val="D8D8D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3" name="rect 242"/>
          <p:cNvSpPr/>
          <p:nvPr/>
        </p:nvSpPr>
        <p:spPr>
          <a:xfrm>
            <a:off x="16459200" y="3557016"/>
            <a:ext cx="18288" cy="36576"/>
          </a:xfrm>
          <a:prstGeom prst="rect">
            <a:avLst/>
          </a:prstGeom>
          <a:solidFill>
            <a:srgbClr val="D8D8D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4" name="rect 243"/>
          <p:cNvSpPr/>
          <p:nvPr/>
        </p:nvSpPr>
        <p:spPr>
          <a:xfrm>
            <a:off x="16459200" y="3639312"/>
            <a:ext cx="18288" cy="36576"/>
          </a:xfrm>
          <a:prstGeom prst="rect">
            <a:avLst/>
          </a:prstGeom>
          <a:solidFill>
            <a:srgbClr val="D8D8D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285" name="prediction-frame-1" descr="prediction-frame-1.png"/>
          <p:cNvPicPr>
            <a:picLocks noChangeAspect="1"/>
          </p:cNvPicPr>
          <p:nvPr/>
        </p:nvPicPr>
        <p:blipFill>
          <a:blip r:embed="rId5"/>
          <a:stretch>
            <a:fillRect/>
          </a:stretch>
        </p:blipFill>
        <p:spPr>
          <a:xfrm>
            <a:off x="15014448" y="493776"/>
            <a:ext cx="1417320" cy="905256"/>
          </a:xfrm>
          <a:prstGeom prst="rect">
            <a:avLst/>
          </a:prstGeom>
        </p:spPr>
      </p:pic>
      <p:pic>
        <p:nvPicPr>
          <p:cNvPr id="286" name="prediction-frame-2" descr="prediction-frame-2.png"/>
          <p:cNvPicPr>
            <a:picLocks noChangeAspect="1"/>
          </p:cNvPicPr>
          <p:nvPr/>
        </p:nvPicPr>
        <p:blipFill>
          <a:blip r:embed="rId6"/>
          <a:stretch>
            <a:fillRect/>
          </a:stretch>
        </p:blipFill>
        <p:spPr>
          <a:xfrm>
            <a:off x="15014448" y="1645920"/>
            <a:ext cx="1417320" cy="932688"/>
          </a:xfrm>
          <a:prstGeom prst="rect">
            <a:avLst/>
          </a:prstGeom>
        </p:spPr>
      </p:pic>
      <p:pic>
        <p:nvPicPr>
          <p:cNvPr id="287" name="prediction-frame-3" descr="prediction-frame-3.png"/>
          <p:cNvPicPr>
            <a:picLocks noChangeAspect="1"/>
          </p:cNvPicPr>
          <p:nvPr/>
        </p:nvPicPr>
        <p:blipFill>
          <a:blip r:embed="rId7"/>
          <a:stretch>
            <a:fillRect/>
          </a:stretch>
        </p:blipFill>
        <p:spPr>
          <a:xfrm>
            <a:off x="15014448" y="2825496"/>
            <a:ext cx="1417320" cy="877824"/>
          </a:xfrm>
          <a:prstGeom prst="rect">
            <a:avLst/>
          </a:prstGeom>
        </p:spPr>
      </p:pic>
      <p:sp>
        <p:nvSpPr>
          <p:cNvPr id="288" name="···"/>
          <p:cNvSpPr txBox="1"/>
          <p:nvPr/>
        </p:nvSpPr>
        <p:spPr>
          <a:xfrm>
            <a:off x="15398496" y="1363828"/>
            <a:ext cx="640080" cy="271577"/>
          </a:xfrm>
          <a:prstGeom prst="rect">
            <a:avLst/>
          </a:prstGeom>
          <a:noFill/>
        </p:spPr>
        <p:txBody>
          <a:bodyPr wrap="none" lIns="0" rIns="0" tIns="0" bIns="0" anchor="ctr">
            <a:noAutofit/>
          </a:bodyPr>
          <a:lstStyle/>
          <a:p>
            <a:pPr algn="ctr">
              <a:lnSpc>
                <a:spcPts val="2138"/>
              </a:lnSpc>
              <a:spcBef>
                <a:spcPts val="0"/>
              </a:spcBef>
              <a:spcAft>
                <a:spcPts val="0"/>
              </a:spcAft>
            </a:pPr>
            <a:r>
              <a:rPr sz="1943" b="1" i="0">
                <a:solidFill>
                  <a:srgbClr val="000000"/>
                </a:solidFill>
                <a:latin typeface="Times New Roman"/>
              </a:rPr>
              <a:t>···</a:t>
            </a:r>
          </a:p>
        </p:txBody>
      </p:sp>
      <p:sp>
        <p:nvSpPr>
          <p:cNvPr id="289" name="···"/>
          <p:cNvSpPr txBox="1"/>
          <p:nvPr/>
        </p:nvSpPr>
        <p:spPr>
          <a:xfrm>
            <a:off x="15398496" y="2561692"/>
            <a:ext cx="640080" cy="271577"/>
          </a:xfrm>
          <a:prstGeom prst="rect">
            <a:avLst/>
          </a:prstGeom>
          <a:noFill/>
        </p:spPr>
        <p:txBody>
          <a:bodyPr wrap="none" lIns="0" rIns="0" tIns="0" bIns="0" anchor="ctr">
            <a:noAutofit/>
          </a:bodyPr>
          <a:lstStyle/>
          <a:p>
            <a:pPr algn="ctr">
              <a:lnSpc>
                <a:spcPts val="2138"/>
              </a:lnSpc>
              <a:spcBef>
                <a:spcPts val="0"/>
              </a:spcBef>
              <a:spcAft>
                <a:spcPts val="0"/>
              </a:spcAft>
            </a:pPr>
            <a:r>
              <a:rPr sz="1943" b="1" i="0">
                <a:solidFill>
                  <a:srgbClr val="000000"/>
                </a:solidFill>
                <a:latin typeface="Times New Roman"/>
              </a:rPr>
              <a:t>···</a:t>
            </a:r>
          </a:p>
        </p:txBody>
      </p:sp>
      <p:sp>
        <p:nvSpPr>
          <p:cNvPr id="290" name="(c)"/>
          <p:cNvSpPr txBox="1"/>
          <p:nvPr/>
        </p:nvSpPr>
        <p:spPr>
          <a:xfrm>
            <a:off x="12618720" y="3960724"/>
            <a:ext cx="640080" cy="271577"/>
          </a:xfrm>
          <a:prstGeom prst="rect">
            <a:avLst/>
          </a:prstGeom>
          <a:noFill/>
        </p:spPr>
        <p:txBody>
          <a:bodyPr wrap="none" lIns="0" rIns="0" tIns="0" bIns="0" anchor="ctr">
            <a:noAutofit/>
          </a:bodyPr>
          <a:lstStyle/>
          <a:p>
            <a:pPr algn="ctr">
              <a:lnSpc>
                <a:spcPts val="2138"/>
              </a:lnSpc>
              <a:spcBef>
                <a:spcPts val="0"/>
              </a:spcBef>
              <a:spcAft>
                <a:spcPts val="0"/>
              </a:spcAft>
            </a:pPr>
            <a:r>
              <a:rPr sz="1943" b="1" i="0">
                <a:solidFill>
                  <a:srgbClr val="000000"/>
                </a:solidFill>
                <a:latin typeface="Times New Roman"/>
              </a:rPr>
              <a:t>(c)</a:t>
            </a:r>
          </a:p>
        </p:txBody>
      </p:sp>
      <p:sp>
        <p:nvSpPr>
          <p:cNvPr id="291" name="line 250"/>
          <p:cNvSpPr/>
          <p:nvPr/>
        </p:nvSpPr>
        <p:spPr>
          <a:xfrm>
            <a:off x="2112264" y="4389120"/>
            <a:ext cx="6922008" cy="676656"/>
          </a:xfrm>
          <a:custGeom>
            <a:avLst/>
            <a:gdLst/>
            <a:ahLst/>
            <a:cxnLst/>
            <a:rect l="0" t="0" r="r" b="b"/>
            <a:pathLst>
              <a:path w="6922008" h="676656" fill="none" stroke="1" extrusionOk="0">
                <a:moveTo>
                  <a:pt x="0" y="201168"/>
                </a:moveTo>
                <a:lnTo>
                  <a:pt x="0" y="0"/>
                </a:lnTo>
                <a:lnTo>
                  <a:pt x="6922008" y="0"/>
                </a:lnTo>
                <a:lnTo>
                  <a:pt x="6922008" y="676656"/>
                </a:lnTo>
              </a:path>
            </a:pathLst>
          </a:custGeom>
          <a:noFill/>
          <a:ln w="16459">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2" name="Arrowhead 250"/>
          <p:cNvSpPr/>
          <p:nvPr/>
        </p:nvSpPr>
        <p:spPr>
          <a:xfrm>
            <a:off x="8974836" y="4946904"/>
            <a:ext cx="118872" cy="118872"/>
          </a:xfrm>
          <a:custGeom>
            <a:avLst/>
            <a:gdLst/>
            <a:ahLst/>
            <a:cxnLst/>
            <a:rect l="0" t="0" r="r" b="b"/>
            <a:pathLst>
              <a:path w="118872" h="118872" fill="norm" stroke="1" extrusionOk="0">
                <a:moveTo>
                  <a:pt x="59436" y="118872"/>
                </a:moveTo>
                <a:lnTo>
                  <a:pt x="0" y="0"/>
                </a:lnTo>
                <a:lnTo>
                  <a:pt x="59436" y="29718"/>
                </a:lnTo>
                <a:lnTo>
                  <a:pt x="118872" y="0"/>
                </a:lnTo>
                <a:close/>
              </a:path>
            </a:pathLst>
          </a:custGeom>
          <a:solidFill>
            <a:srgbClr val="00000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3" name="rect 251"/>
          <p:cNvSpPr/>
          <p:nvPr/>
        </p:nvSpPr>
        <p:spPr>
          <a:xfrm>
            <a:off x="1225296" y="5065776"/>
            <a:ext cx="4901184" cy="2542032"/>
          </a:xfrm>
          <a:prstGeom prst="roundRect">
            <a:avLst>
              <a:gd name="adj" fmla="val 5395"/>
            </a:avLst>
          </a:prstGeom>
          <a:solidFill>
            <a:srgbClr val="EAE7FC"/>
          </a:solidFill>
          <a:ln>
            <a:noFill/>
          </a:ln>
          <a:effectLst>
            <a:outerShdw blurRad="50292" dist="45720" dir="3090000" algn="tl" rotWithShape="0">
              <a:srgbClr val="000000">
                <a:alpha val="33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4" name="rect 252"/>
          <p:cNvSpPr/>
          <p:nvPr/>
        </p:nvSpPr>
        <p:spPr>
          <a:xfrm>
            <a:off x="1645920" y="4626864"/>
            <a:ext cx="192024" cy="192024"/>
          </a:xfrm>
          <a:prstGeom prst="roundRect">
            <a:avLst>
              <a:gd name="adj" fmla="val 14285"/>
            </a:avLst>
          </a:prstGeom>
          <a:solidFill>
            <a:srgbClr val="D2DDED"/>
          </a:solidFill>
          <a:ln w="18288">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5" name="rect 253"/>
          <p:cNvSpPr/>
          <p:nvPr/>
        </p:nvSpPr>
        <p:spPr>
          <a:xfrm>
            <a:off x="1929384" y="4626864"/>
            <a:ext cx="192024" cy="192024"/>
          </a:xfrm>
          <a:prstGeom prst="roundRect">
            <a:avLst>
              <a:gd name="adj" fmla="val 14285"/>
            </a:avLst>
          </a:prstGeom>
          <a:solidFill>
            <a:srgbClr val="D2DDED"/>
          </a:solidFill>
          <a:ln w="18288">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6" name="rect 254"/>
          <p:cNvSpPr/>
          <p:nvPr/>
        </p:nvSpPr>
        <p:spPr>
          <a:xfrm>
            <a:off x="2377440" y="4626864"/>
            <a:ext cx="192024" cy="192024"/>
          </a:xfrm>
          <a:prstGeom prst="roundRect">
            <a:avLst>
              <a:gd name="adj" fmla="val 14285"/>
            </a:avLst>
          </a:prstGeom>
          <a:solidFill>
            <a:srgbClr val="D2DDED"/>
          </a:solidFill>
          <a:ln w="18288">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7" name="rect 255"/>
          <p:cNvSpPr/>
          <p:nvPr/>
        </p:nvSpPr>
        <p:spPr>
          <a:xfrm>
            <a:off x="2926080" y="4626864"/>
            <a:ext cx="192024" cy="192024"/>
          </a:xfrm>
          <a:prstGeom prst="roundRect">
            <a:avLst>
              <a:gd name="adj" fmla="val 14285"/>
            </a:avLst>
          </a:prstGeom>
          <a:solidFill>
            <a:srgbClr val="A9CE89"/>
          </a:solidFill>
          <a:ln w="18288">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8" name="rect 256"/>
          <p:cNvSpPr/>
          <p:nvPr/>
        </p:nvSpPr>
        <p:spPr>
          <a:xfrm>
            <a:off x="3218688" y="4626864"/>
            <a:ext cx="192024" cy="192024"/>
          </a:xfrm>
          <a:prstGeom prst="roundRect">
            <a:avLst>
              <a:gd name="adj" fmla="val 14285"/>
            </a:avLst>
          </a:prstGeom>
          <a:solidFill>
            <a:srgbClr val="A9CE89"/>
          </a:solidFill>
          <a:ln w="18288">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9" name="rect 257"/>
          <p:cNvSpPr/>
          <p:nvPr/>
        </p:nvSpPr>
        <p:spPr>
          <a:xfrm>
            <a:off x="3694176" y="4626864"/>
            <a:ext cx="192024" cy="192024"/>
          </a:xfrm>
          <a:prstGeom prst="roundRect">
            <a:avLst>
              <a:gd name="adj" fmla="val 14285"/>
            </a:avLst>
          </a:prstGeom>
          <a:solidFill>
            <a:srgbClr val="A9CE89"/>
          </a:solidFill>
          <a:ln w="18288">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0" name="rect 258"/>
          <p:cNvSpPr/>
          <p:nvPr/>
        </p:nvSpPr>
        <p:spPr>
          <a:xfrm>
            <a:off x="4233672" y="4626864"/>
            <a:ext cx="192024" cy="192024"/>
          </a:xfrm>
          <a:prstGeom prst="roundRect">
            <a:avLst>
              <a:gd name="adj" fmla="val 14285"/>
            </a:avLst>
          </a:prstGeom>
          <a:solidFill>
            <a:srgbClr val="EB94D1"/>
          </a:solidFill>
          <a:ln w="18288">
            <a:solidFill>
              <a:srgbClr val="FF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1" name="rect 259"/>
          <p:cNvSpPr/>
          <p:nvPr/>
        </p:nvSpPr>
        <p:spPr>
          <a:xfrm>
            <a:off x="4773168" y="4626864"/>
            <a:ext cx="192024" cy="192024"/>
          </a:xfrm>
          <a:prstGeom prst="roundRect">
            <a:avLst>
              <a:gd name="adj" fmla="val 14285"/>
            </a:avLst>
          </a:prstGeom>
          <a:solidFill>
            <a:srgbClr val="A184BC"/>
          </a:solidFill>
          <a:ln w="18288">
            <a:solidFill>
              <a:srgbClr val="FF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2" name="rect 260"/>
          <p:cNvSpPr/>
          <p:nvPr/>
        </p:nvSpPr>
        <p:spPr>
          <a:xfrm>
            <a:off x="5065776" y="4626864"/>
            <a:ext cx="192024" cy="192024"/>
          </a:xfrm>
          <a:prstGeom prst="roundRect">
            <a:avLst>
              <a:gd name="adj" fmla="val 14285"/>
            </a:avLst>
          </a:prstGeom>
          <a:solidFill>
            <a:srgbClr val="A184BC"/>
          </a:solidFill>
          <a:ln w="18288">
            <a:solidFill>
              <a:srgbClr val="FF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3" name="rect 261"/>
          <p:cNvSpPr/>
          <p:nvPr/>
        </p:nvSpPr>
        <p:spPr>
          <a:xfrm>
            <a:off x="5541264" y="4626864"/>
            <a:ext cx="192024" cy="192024"/>
          </a:xfrm>
          <a:prstGeom prst="roundRect">
            <a:avLst>
              <a:gd name="adj" fmla="val 14285"/>
            </a:avLst>
          </a:prstGeom>
          <a:solidFill>
            <a:srgbClr val="A184BC"/>
          </a:solidFill>
          <a:ln w="18288">
            <a:solidFill>
              <a:srgbClr val="FF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4" name="···"/>
          <p:cNvSpPr txBox="1"/>
          <p:nvPr/>
        </p:nvSpPr>
        <p:spPr>
          <a:xfrm>
            <a:off x="2148840" y="4597603"/>
            <a:ext cx="219456" cy="241402"/>
          </a:xfrm>
          <a:prstGeom prst="rect">
            <a:avLst/>
          </a:prstGeom>
          <a:noFill/>
        </p:spPr>
        <p:txBody>
          <a:bodyPr wrap="none" lIns="0" rIns="0" tIns="0" bIns="0" anchor="ctr">
            <a:noAutofit/>
          </a:bodyPr>
          <a:lstStyle/>
          <a:p>
            <a:pPr algn="ctr">
              <a:lnSpc>
                <a:spcPts val="1900"/>
              </a:lnSpc>
              <a:spcBef>
                <a:spcPts val="0"/>
              </a:spcBef>
              <a:spcAft>
                <a:spcPts val="0"/>
              </a:spcAft>
            </a:pPr>
            <a:r>
              <a:rPr sz="1728" b="1" i="0">
                <a:solidFill>
                  <a:srgbClr val="000000"/>
                </a:solidFill>
                <a:latin typeface="Times New Roman"/>
              </a:rPr>
              <a:t>···</a:t>
            </a:r>
          </a:p>
        </p:txBody>
      </p:sp>
      <p:sp>
        <p:nvSpPr>
          <p:cNvPr id="305" name="···"/>
          <p:cNvSpPr txBox="1"/>
          <p:nvPr/>
        </p:nvSpPr>
        <p:spPr>
          <a:xfrm>
            <a:off x="3429000" y="4597603"/>
            <a:ext cx="219456" cy="241402"/>
          </a:xfrm>
          <a:prstGeom prst="rect">
            <a:avLst/>
          </a:prstGeom>
          <a:noFill/>
        </p:spPr>
        <p:txBody>
          <a:bodyPr wrap="none" lIns="0" rIns="0" tIns="0" bIns="0" anchor="ctr">
            <a:noAutofit/>
          </a:bodyPr>
          <a:lstStyle/>
          <a:p>
            <a:pPr algn="ctr">
              <a:lnSpc>
                <a:spcPts val="1900"/>
              </a:lnSpc>
              <a:spcBef>
                <a:spcPts val="0"/>
              </a:spcBef>
              <a:spcAft>
                <a:spcPts val="0"/>
              </a:spcAft>
            </a:pPr>
            <a:r>
              <a:rPr sz="1728" b="1" i="0">
                <a:solidFill>
                  <a:srgbClr val="000000"/>
                </a:solidFill>
                <a:latin typeface="Times New Roman"/>
              </a:rPr>
              <a:t>···</a:t>
            </a:r>
          </a:p>
        </p:txBody>
      </p:sp>
      <p:sp>
        <p:nvSpPr>
          <p:cNvPr id="306" name="···"/>
          <p:cNvSpPr txBox="1"/>
          <p:nvPr/>
        </p:nvSpPr>
        <p:spPr>
          <a:xfrm>
            <a:off x="5285232" y="4597603"/>
            <a:ext cx="219456" cy="241402"/>
          </a:xfrm>
          <a:prstGeom prst="rect">
            <a:avLst/>
          </a:prstGeom>
          <a:noFill/>
        </p:spPr>
        <p:txBody>
          <a:bodyPr wrap="none" lIns="0" rIns="0" tIns="0" bIns="0" anchor="ctr">
            <a:noAutofit/>
          </a:bodyPr>
          <a:lstStyle/>
          <a:p>
            <a:pPr algn="ctr">
              <a:lnSpc>
                <a:spcPts val="1900"/>
              </a:lnSpc>
              <a:spcBef>
                <a:spcPts val="0"/>
              </a:spcBef>
              <a:spcAft>
                <a:spcPts val="0"/>
              </a:spcAft>
            </a:pPr>
            <a:r>
              <a:rPr sz="1728" b="1" i="0">
                <a:solidFill>
                  <a:srgbClr val="000000"/>
                </a:solidFill>
                <a:latin typeface="Times New Roman"/>
              </a:rPr>
              <a:t>···</a:t>
            </a:r>
          </a:p>
        </p:txBody>
      </p:sp>
      <p:sp>
        <p:nvSpPr>
          <p:cNvPr id="307" name="line 265"/>
          <p:cNvSpPr/>
          <p:nvPr/>
        </p:nvSpPr>
        <p:spPr>
          <a:xfrm>
            <a:off x="2112264" y="4846320"/>
            <a:ext cx="914" cy="210312"/>
          </a:xfrm>
          <a:custGeom>
            <a:avLst/>
            <a:gdLst/>
            <a:ahLst/>
            <a:cxnLst/>
            <a:rect l="0" t="0" r="r" b="b"/>
            <a:pathLst>
              <a:path w="914" h="210312" fill="none" stroke="1" extrusionOk="0">
                <a:moveTo>
                  <a:pt x="0" y="210312"/>
                </a:moveTo>
                <a:lnTo>
                  <a:pt x="0" y="0"/>
                </a:lnTo>
              </a:path>
            </a:pathLst>
          </a:custGeom>
          <a:noFill/>
          <a:ln w="16459">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8" name="Arrowhead 265"/>
          <p:cNvSpPr/>
          <p:nvPr/>
        </p:nvSpPr>
        <p:spPr>
          <a:xfrm>
            <a:off x="2052828" y="4846320"/>
            <a:ext cx="118872" cy="118872"/>
          </a:xfrm>
          <a:custGeom>
            <a:avLst/>
            <a:gdLst/>
            <a:ahLst/>
            <a:cxnLst/>
            <a:rect l="0" t="0" r="r" b="b"/>
            <a:pathLst>
              <a:path w="118872" h="118872" fill="norm" stroke="1" extrusionOk="0">
                <a:moveTo>
                  <a:pt x="59436" y="0"/>
                </a:moveTo>
                <a:lnTo>
                  <a:pt x="118872" y="118872"/>
                </a:lnTo>
                <a:lnTo>
                  <a:pt x="59436" y="89154"/>
                </a:lnTo>
                <a:lnTo>
                  <a:pt x="0" y="118872"/>
                </a:lnTo>
                <a:close/>
              </a:path>
            </a:pathLst>
          </a:custGeom>
          <a:solidFill>
            <a:srgbClr val="00000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9" name="line 266"/>
          <p:cNvSpPr/>
          <p:nvPr/>
        </p:nvSpPr>
        <p:spPr>
          <a:xfrm>
            <a:off x="3410712" y="4846320"/>
            <a:ext cx="914" cy="210312"/>
          </a:xfrm>
          <a:custGeom>
            <a:avLst/>
            <a:gdLst/>
            <a:ahLst/>
            <a:cxnLst/>
            <a:rect l="0" t="0" r="r" b="b"/>
            <a:pathLst>
              <a:path w="914" h="210312" fill="none" stroke="1" extrusionOk="0">
                <a:moveTo>
                  <a:pt x="0" y="210312"/>
                </a:moveTo>
                <a:lnTo>
                  <a:pt x="0" y="0"/>
                </a:lnTo>
              </a:path>
            </a:pathLst>
          </a:custGeom>
          <a:noFill/>
          <a:ln w="16459">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0" name="Arrowhead 266"/>
          <p:cNvSpPr/>
          <p:nvPr/>
        </p:nvSpPr>
        <p:spPr>
          <a:xfrm>
            <a:off x="3351276" y="4846320"/>
            <a:ext cx="118872" cy="118872"/>
          </a:xfrm>
          <a:custGeom>
            <a:avLst/>
            <a:gdLst/>
            <a:ahLst/>
            <a:cxnLst/>
            <a:rect l="0" t="0" r="r" b="b"/>
            <a:pathLst>
              <a:path w="118872" h="118872" fill="norm" stroke="1" extrusionOk="0">
                <a:moveTo>
                  <a:pt x="59436" y="0"/>
                </a:moveTo>
                <a:lnTo>
                  <a:pt x="118872" y="118872"/>
                </a:lnTo>
                <a:lnTo>
                  <a:pt x="59436" y="89154"/>
                </a:lnTo>
                <a:lnTo>
                  <a:pt x="0" y="118872"/>
                </a:lnTo>
                <a:close/>
              </a:path>
            </a:pathLst>
          </a:custGeom>
          <a:solidFill>
            <a:srgbClr val="00000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1" name="line 267"/>
          <p:cNvSpPr/>
          <p:nvPr/>
        </p:nvSpPr>
        <p:spPr>
          <a:xfrm>
            <a:off x="4334256" y="4846320"/>
            <a:ext cx="914" cy="210312"/>
          </a:xfrm>
          <a:custGeom>
            <a:avLst/>
            <a:gdLst/>
            <a:ahLst/>
            <a:cxnLst/>
            <a:rect l="0" t="0" r="r" b="b"/>
            <a:pathLst>
              <a:path w="914" h="210312" fill="none" stroke="1" extrusionOk="0">
                <a:moveTo>
                  <a:pt x="0" y="210312"/>
                </a:moveTo>
                <a:lnTo>
                  <a:pt x="0" y="0"/>
                </a:lnTo>
              </a:path>
            </a:pathLst>
          </a:custGeom>
          <a:noFill/>
          <a:ln w="16459">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2" name="Arrowhead 267"/>
          <p:cNvSpPr/>
          <p:nvPr/>
        </p:nvSpPr>
        <p:spPr>
          <a:xfrm>
            <a:off x="4274820" y="4846320"/>
            <a:ext cx="118872" cy="118872"/>
          </a:xfrm>
          <a:custGeom>
            <a:avLst/>
            <a:gdLst/>
            <a:ahLst/>
            <a:cxnLst/>
            <a:rect l="0" t="0" r="r" b="b"/>
            <a:pathLst>
              <a:path w="118872" h="118872" fill="norm" stroke="1" extrusionOk="0">
                <a:moveTo>
                  <a:pt x="59436" y="0"/>
                </a:moveTo>
                <a:lnTo>
                  <a:pt x="118872" y="118872"/>
                </a:lnTo>
                <a:lnTo>
                  <a:pt x="59436" y="89154"/>
                </a:lnTo>
                <a:lnTo>
                  <a:pt x="0" y="118872"/>
                </a:lnTo>
                <a:close/>
              </a:path>
            </a:pathLst>
          </a:custGeom>
          <a:solidFill>
            <a:srgbClr val="00000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3" name="line 268"/>
          <p:cNvSpPr/>
          <p:nvPr/>
        </p:nvSpPr>
        <p:spPr>
          <a:xfrm>
            <a:off x="5257800" y="4846320"/>
            <a:ext cx="914" cy="210312"/>
          </a:xfrm>
          <a:custGeom>
            <a:avLst/>
            <a:gdLst/>
            <a:ahLst/>
            <a:cxnLst/>
            <a:rect l="0" t="0" r="r" b="b"/>
            <a:pathLst>
              <a:path w="914" h="210312" fill="none" stroke="1" extrusionOk="0">
                <a:moveTo>
                  <a:pt x="0" y="210312"/>
                </a:moveTo>
                <a:lnTo>
                  <a:pt x="0" y="0"/>
                </a:lnTo>
              </a:path>
            </a:pathLst>
          </a:custGeom>
          <a:noFill/>
          <a:ln w="16459">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4" name="Arrowhead 268"/>
          <p:cNvSpPr/>
          <p:nvPr/>
        </p:nvSpPr>
        <p:spPr>
          <a:xfrm>
            <a:off x="5198364" y="4846320"/>
            <a:ext cx="118872" cy="118872"/>
          </a:xfrm>
          <a:custGeom>
            <a:avLst/>
            <a:gdLst/>
            <a:ahLst/>
            <a:cxnLst/>
            <a:rect l="0" t="0" r="r" b="b"/>
            <a:pathLst>
              <a:path w="118872" h="118872" fill="norm" stroke="1" extrusionOk="0">
                <a:moveTo>
                  <a:pt x="59436" y="0"/>
                </a:moveTo>
                <a:lnTo>
                  <a:pt x="118872" y="118872"/>
                </a:lnTo>
                <a:lnTo>
                  <a:pt x="59436" y="89154"/>
                </a:lnTo>
                <a:lnTo>
                  <a:pt x="0" y="118872"/>
                </a:lnTo>
                <a:close/>
              </a:path>
            </a:pathLst>
          </a:custGeom>
          <a:solidFill>
            <a:srgbClr val="00000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5" name="rect 269"/>
          <p:cNvSpPr/>
          <p:nvPr/>
        </p:nvSpPr>
        <p:spPr>
          <a:xfrm>
            <a:off x="2368296" y="6355080"/>
            <a:ext cx="2898648" cy="548640"/>
          </a:xfrm>
          <a:prstGeom prst="roundRect">
            <a:avLst>
              <a:gd name="adj" fmla="val 18333"/>
            </a:avLst>
          </a:prstGeom>
          <a:solidFill>
            <a:srgbClr val="FFF8DE"/>
          </a:solidFill>
          <a:ln w="12801">
            <a:solidFill>
              <a:srgbClr val="8A3DC6"/>
            </a:solidFill>
          </a:ln>
          <a:effectLst>
            <a:outerShdw blurRad="50292" dist="45720" dir="3090000" algn="tl" rotWithShape="0">
              <a:srgbClr val="000000">
                <a:alpha val="33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6" name="spatial interaction layer"/>
          <p:cNvSpPr txBox="1"/>
          <p:nvPr/>
        </p:nvSpPr>
        <p:spPr>
          <a:xfrm>
            <a:off x="2414016" y="6475324"/>
            <a:ext cx="2807208" cy="271577"/>
          </a:xfrm>
          <a:prstGeom prst="rect">
            <a:avLst/>
          </a:prstGeom>
          <a:noFill/>
        </p:spPr>
        <p:txBody>
          <a:bodyPr wrap="none" lIns="0" rIns="0" tIns="0" bIns="0" anchor="ctr">
            <a:noAutofit/>
          </a:bodyPr>
          <a:lstStyle/>
          <a:p>
            <a:pPr algn="ctr">
              <a:lnSpc>
                <a:spcPts val="2138"/>
              </a:lnSpc>
              <a:spcBef>
                <a:spcPts val="0"/>
              </a:spcBef>
              <a:spcAft>
                <a:spcPts val="0"/>
              </a:spcAft>
            </a:pPr>
            <a:r>
              <a:rPr sz="1943" b="1" i="0">
                <a:solidFill>
                  <a:srgbClr val="000000"/>
                </a:solidFill>
                <a:latin typeface="Times New Roman"/>
              </a:rPr>
              <a:t>spatial interaction layer</a:t>
            </a:r>
          </a:p>
        </p:txBody>
      </p:sp>
      <p:sp>
        <p:nvSpPr>
          <p:cNvPr id="317" name="rect 271"/>
          <p:cNvSpPr/>
          <p:nvPr/>
        </p:nvSpPr>
        <p:spPr>
          <a:xfrm>
            <a:off x="1783080" y="6665976"/>
            <a:ext cx="2889504" cy="539496"/>
          </a:xfrm>
          <a:prstGeom prst="roundRect">
            <a:avLst>
              <a:gd name="adj" fmla="val 16949"/>
            </a:avLst>
          </a:prstGeom>
          <a:solidFill>
            <a:srgbClr val="FFF8DE"/>
          </a:solidFill>
          <a:ln w="12801">
            <a:solidFill>
              <a:srgbClr val="8A3DC6"/>
            </a:solidFill>
          </a:ln>
          <a:effectLst>
            <a:outerShdw blurRad="50292" dist="45720" dir="3090000" algn="tl" rotWithShape="0">
              <a:srgbClr val="000000">
                <a:alpha val="33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8" name="spatial interaction layer"/>
          <p:cNvSpPr txBox="1"/>
          <p:nvPr/>
        </p:nvSpPr>
        <p:spPr>
          <a:xfrm>
            <a:off x="1819656" y="6804508"/>
            <a:ext cx="2816352" cy="271577"/>
          </a:xfrm>
          <a:prstGeom prst="rect">
            <a:avLst/>
          </a:prstGeom>
          <a:noFill/>
        </p:spPr>
        <p:txBody>
          <a:bodyPr wrap="none" lIns="0" rIns="0" tIns="0" bIns="0" anchor="ctr">
            <a:noAutofit/>
          </a:bodyPr>
          <a:lstStyle/>
          <a:p>
            <a:pPr algn="ctr">
              <a:lnSpc>
                <a:spcPts val="2138"/>
              </a:lnSpc>
              <a:spcBef>
                <a:spcPts val="0"/>
              </a:spcBef>
              <a:spcAft>
                <a:spcPts val="0"/>
              </a:spcAft>
            </a:pPr>
            <a:r>
              <a:rPr sz="1943" b="1" i="0">
                <a:solidFill>
                  <a:srgbClr val="000000"/>
                </a:solidFill>
                <a:latin typeface="Times New Roman"/>
              </a:rPr>
              <a:t>spatial interaction layer</a:t>
            </a:r>
          </a:p>
        </p:txBody>
      </p:sp>
      <p:sp>
        <p:nvSpPr>
          <p:cNvPr id="319" name="line 273"/>
          <p:cNvSpPr/>
          <p:nvPr/>
        </p:nvSpPr>
        <p:spPr>
          <a:xfrm>
            <a:off x="2267712" y="6464808"/>
            <a:ext cx="914" cy="338328"/>
          </a:xfrm>
          <a:custGeom>
            <a:avLst/>
            <a:gdLst/>
            <a:ahLst/>
            <a:cxnLst/>
            <a:rect l="0" t="0" r="r" b="b"/>
            <a:pathLst>
              <a:path w="914" h="338328" fill="none" stroke="1" extrusionOk="0">
                <a:moveTo>
                  <a:pt x="0" y="338328"/>
                </a:moveTo>
                <a:lnTo>
                  <a:pt x="0" y="0"/>
                </a:lnTo>
              </a:path>
            </a:pathLst>
          </a:custGeom>
          <a:noFill/>
          <a:ln w="16459">
            <a:solidFill>
              <a:srgbClr val="B8E2E7"/>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0" name="Arrowhead 273"/>
          <p:cNvSpPr/>
          <p:nvPr/>
        </p:nvSpPr>
        <p:spPr>
          <a:xfrm>
            <a:off x="2208276" y="6464808"/>
            <a:ext cx="118872" cy="118872"/>
          </a:xfrm>
          <a:custGeom>
            <a:avLst/>
            <a:gdLst/>
            <a:ahLst/>
            <a:cxnLst/>
            <a:rect l="0" t="0" r="r" b="b"/>
            <a:pathLst>
              <a:path w="118872" h="118872" fill="norm" stroke="1" extrusionOk="0">
                <a:moveTo>
                  <a:pt x="59436" y="0"/>
                </a:moveTo>
                <a:lnTo>
                  <a:pt x="118872" y="118872"/>
                </a:lnTo>
                <a:lnTo>
                  <a:pt x="59436" y="89154"/>
                </a:lnTo>
                <a:lnTo>
                  <a:pt x="0" y="118872"/>
                </a:lnTo>
                <a:close/>
              </a:path>
            </a:pathLst>
          </a:custGeom>
          <a:solidFill>
            <a:srgbClr val="B8E2E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1" name="line 274"/>
          <p:cNvSpPr/>
          <p:nvPr/>
        </p:nvSpPr>
        <p:spPr>
          <a:xfrm>
            <a:off x="2953512" y="6135624"/>
            <a:ext cx="914" cy="338328"/>
          </a:xfrm>
          <a:custGeom>
            <a:avLst/>
            <a:gdLst/>
            <a:ahLst/>
            <a:cxnLst/>
            <a:rect l="0" t="0" r="r" b="b"/>
            <a:pathLst>
              <a:path w="914" h="338328" fill="none" stroke="1" extrusionOk="0">
                <a:moveTo>
                  <a:pt x="0" y="338328"/>
                </a:moveTo>
                <a:lnTo>
                  <a:pt x="0" y="0"/>
                </a:lnTo>
              </a:path>
            </a:pathLst>
          </a:custGeom>
          <a:noFill/>
          <a:ln w="16459">
            <a:solidFill>
              <a:srgbClr val="B8E2E7"/>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2" name="Arrowhead 274"/>
          <p:cNvSpPr/>
          <p:nvPr/>
        </p:nvSpPr>
        <p:spPr>
          <a:xfrm>
            <a:off x="2894076" y="6135624"/>
            <a:ext cx="118872" cy="118872"/>
          </a:xfrm>
          <a:custGeom>
            <a:avLst/>
            <a:gdLst/>
            <a:ahLst/>
            <a:cxnLst/>
            <a:rect l="0" t="0" r="r" b="b"/>
            <a:pathLst>
              <a:path w="118872" h="118872" fill="norm" stroke="1" extrusionOk="0">
                <a:moveTo>
                  <a:pt x="59436" y="0"/>
                </a:moveTo>
                <a:lnTo>
                  <a:pt x="118872" y="118872"/>
                </a:lnTo>
                <a:lnTo>
                  <a:pt x="59436" y="89154"/>
                </a:lnTo>
                <a:lnTo>
                  <a:pt x="0" y="118872"/>
                </a:lnTo>
                <a:close/>
              </a:path>
            </a:pathLst>
          </a:custGeom>
          <a:solidFill>
            <a:srgbClr val="B8E2E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3" name="line 275"/>
          <p:cNvSpPr/>
          <p:nvPr/>
        </p:nvSpPr>
        <p:spPr>
          <a:xfrm>
            <a:off x="1947672" y="6665976"/>
            <a:ext cx="914" cy="338328"/>
          </a:xfrm>
          <a:custGeom>
            <a:avLst/>
            <a:gdLst/>
            <a:ahLst/>
            <a:cxnLst/>
            <a:rect l="0" t="0" r="r" b="b"/>
            <a:pathLst>
              <a:path w="914" h="338328" fill="none" stroke="1" extrusionOk="0">
                <a:moveTo>
                  <a:pt x="0" y="338328"/>
                </a:moveTo>
                <a:lnTo>
                  <a:pt x="0" y="0"/>
                </a:lnTo>
              </a:path>
            </a:pathLst>
          </a:custGeom>
          <a:noFill/>
          <a:ln w="16459">
            <a:solidFill>
              <a:srgbClr val="B8E2E7"/>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4" name="Arrowhead 275"/>
          <p:cNvSpPr/>
          <p:nvPr/>
        </p:nvSpPr>
        <p:spPr>
          <a:xfrm>
            <a:off x="1888236" y="6665976"/>
            <a:ext cx="118872" cy="118872"/>
          </a:xfrm>
          <a:custGeom>
            <a:avLst/>
            <a:gdLst/>
            <a:ahLst/>
            <a:cxnLst/>
            <a:rect l="0" t="0" r="r" b="b"/>
            <a:pathLst>
              <a:path w="118872" h="118872" fill="norm" stroke="1" extrusionOk="0">
                <a:moveTo>
                  <a:pt x="59436" y="0"/>
                </a:moveTo>
                <a:lnTo>
                  <a:pt x="118872" y="118872"/>
                </a:lnTo>
                <a:lnTo>
                  <a:pt x="59436" y="89154"/>
                </a:lnTo>
                <a:lnTo>
                  <a:pt x="0" y="118872"/>
                </a:lnTo>
                <a:close/>
              </a:path>
            </a:pathLst>
          </a:custGeom>
          <a:solidFill>
            <a:srgbClr val="B8E2E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5" name="line 276"/>
          <p:cNvSpPr/>
          <p:nvPr/>
        </p:nvSpPr>
        <p:spPr>
          <a:xfrm>
            <a:off x="3035808" y="6684264"/>
            <a:ext cx="914" cy="329184"/>
          </a:xfrm>
          <a:custGeom>
            <a:avLst/>
            <a:gdLst/>
            <a:ahLst/>
            <a:cxnLst/>
            <a:rect l="0" t="0" r="r" b="b"/>
            <a:pathLst>
              <a:path w="914" h="329184" fill="none" stroke="1" extrusionOk="0">
                <a:moveTo>
                  <a:pt x="0" y="329184"/>
                </a:moveTo>
                <a:lnTo>
                  <a:pt x="0" y="0"/>
                </a:lnTo>
              </a:path>
            </a:pathLst>
          </a:custGeom>
          <a:noFill/>
          <a:ln w="16459">
            <a:solidFill>
              <a:srgbClr val="BCD79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6" name="Arrowhead 276"/>
          <p:cNvSpPr/>
          <p:nvPr/>
        </p:nvSpPr>
        <p:spPr>
          <a:xfrm>
            <a:off x="2976372" y="6684264"/>
            <a:ext cx="118872" cy="118872"/>
          </a:xfrm>
          <a:custGeom>
            <a:avLst/>
            <a:gdLst/>
            <a:ahLst/>
            <a:cxnLst/>
            <a:rect l="0" t="0" r="r" b="b"/>
            <a:pathLst>
              <a:path w="118872" h="118872" fill="norm" stroke="1" extrusionOk="0">
                <a:moveTo>
                  <a:pt x="59436" y="0"/>
                </a:moveTo>
                <a:lnTo>
                  <a:pt x="118872" y="118872"/>
                </a:lnTo>
                <a:lnTo>
                  <a:pt x="59436" y="89154"/>
                </a:lnTo>
                <a:lnTo>
                  <a:pt x="0" y="118872"/>
                </a:lnTo>
                <a:close/>
              </a:path>
            </a:pathLst>
          </a:custGeom>
          <a:solidFill>
            <a:srgbClr val="BCD79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7" name="line 277"/>
          <p:cNvSpPr/>
          <p:nvPr/>
        </p:nvSpPr>
        <p:spPr>
          <a:xfrm>
            <a:off x="3319272" y="6473952"/>
            <a:ext cx="914" cy="329184"/>
          </a:xfrm>
          <a:custGeom>
            <a:avLst/>
            <a:gdLst/>
            <a:ahLst/>
            <a:cxnLst/>
            <a:rect l="0" t="0" r="r" b="b"/>
            <a:pathLst>
              <a:path w="914" h="329184" fill="none" stroke="1" extrusionOk="0">
                <a:moveTo>
                  <a:pt x="0" y="329184"/>
                </a:moveTo>
                <a:lnTo>
                  <a:pt x="0" y="0"/>
                </a:lnTo>
              </a:path>
            </a:pathLst>
          </a:custGeom>
          <a:noFill/>
          <a:ln w="16459">
            <a:solidFill>
              <a:srgbClr val="BCD79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8" name="Arrowhead 277"/>
          <p:cNvSpPr/>
          <p:nvPr/>
        </p:nvSpPr>
        <p:spPr>
          <a:xfrm>
            <a:off x="3259836" y="6473952"/>
            <a:ext cx="118872" cy="118872"/>
          </a:xfrm>
          <a:custGeom>
            <a:avLst/>
            <a:gdLst/>
            <a:ahLst/>
            <a:cxnLst/>
            <a:rect l="0" t="0" r="r" b="b"/>
            <a:pathLst>
              <a:path w="118872" h="118872" fill="norm" stroke="1" extrusionOk="0">
                <a:moveTo>
                  <a:pt x="59436" y="0"/>
                </a:moveTo>
                <a:lnTo>
                  <a:pt x="118872" y="118872"/>
                </a:lnTo>
                <a:lnTo>
                  <a:pt x="59436" y="89154"/>
                </a:lnTo>
                <a:lnTo>
                  <a:pt x="0" y="118872"/>
                </a:lnTo>
                <a:close/>
              </a:path>
            </a:pathLst>
          </a:custGeom>
          <a:solidFill>
            <a:srgbClr val="BCD79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9" name="line 278"/>
          <p:cNvSpPr/>
          <p:nvPr/>
        </p:nvSpPr>
        <p:spPr>
          <a:xfrm>
            <a:off x="3995928" y="6144768"/>
            <a:ext cx="914" cy="329184"/>
          </a:xfrm>
          <a:custGeom>
            <a:avLst/>
            <a:gdLst/>
            <a:ahLst/>
            <a:cxnLst/>
            <a:rect l="0" t="0" r="r" b="b"/>
            <a:pathLst>
              <a:path w="914" h="329184" fill="none" stroke="1" extrusionOk="0">
                <a:moveTo>
                  <a:pt x="0" y="329184"/>
                </a:moveTo>
                <a:lnTo>
                  <a:pt x="0" y="0"/>
                </a:lnTo>
              </a:path>
            </a:pathLst>
          </a:custGeom>
          <a:noFill/>
          <a:ln w="16459">
            <a:solidFill>
              <a:srgbClr val="BCD79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0" name="Arrowhead 278"/>
          <p:cNvSpPr/>
          <p:nvPr/>
        </p:nvSpPr>
        <p:spPr>
          <a:xfrm>
            <a:off x="3936492" y="6144768"/>
            <a:ext cx="118872" cy="118872"/>
          </a:xfrm>
          <a:custGeom>
            <a:avLst/>
            <a:gdLst/>
            <a:ahLst/>
            <a:cxnLst/>
            <a:rect l="0" t="0" r="r" b="b"/>
            <a:pathLst>
              <a:path w="118872" h="118872" fill="norm" stroke="1" extrusionOk="0">
                <a:moveTo>
                  <a:pt x="59436" y="0"/>
                </a:moveTo>
                <a:lnTo>
                  <a:pt x="118872" y="118872"/>
                </a:lnTo>
                <a:lnTo>
                  <a:pt x="59436" y="89154"/>
                </a:lnTo>
                <a:lnTo>
                  <a:pt x="0" y="118872"/>
                </a:lnTo>
                <a:close/>
              </a:path>
            </a:pathLst>
          </a:custGeom>
          <a:solidFill>
            <a:srgbClr val="BCD79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1" name="line 279"/>
          <p:cNvSpPr/>
          <p:nvPr/>
        </p:nvSpPr>
        <p:spPr>
          <a:xfrm>
            <a:off x="3922776" y="6080760"/>
            <a:ext cx="914" cy="749808"/>
          </a:xfrm>
          <a:custGeom>
            <a:avLst/>
            <a:gdLst/>
            <a:ahLst/>
            <a:cxnLst/>
            <a:rect l="0" t="0" r="r" b="b"/>
            <a:pathLst>
              <a:path w="914" h="749808" fill="none" stroke="1" extrusionOk="0">
                <a:moveTo>
                  <a:pt x="0" y="749808"/>
                </a:moveTo>
                <a:lnTo>
                  <a:pt x="0" y="0"/>
                </a:lnTo>
              </a:path>
            </a:pathLst>
          </a:custGeom>
          <a:noFill/>
          <a:ln w="16459">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2" name="Arrowhead 279"/>
          <p:cNvSpPr/>
          <p:nvPr/>
        </p:nvSpPr>
        <p:spPr>
          <a:xfrm>
            <a:off x="3863340" y="6080760"/>
            <a:ext cx="118872" cy="118872"/>
          </a:xfrm>
          <a:custGeom>
            <a:avLst/>
            <a:gdLst/>
            <a:ahLst/>
            <a:cxnLst/>
            <a:rect l="0" t="0" r="r" b="b"/>
            <a:pathLst>
              <a:path w="118872" h="118872" fill="norm" stroke="1" extrusionOk="0">
                <a:moveTo>
                  <a:pt x="59436" y="0"/>
                </a:moveTo>
                <a:lnTo>
                  <a:pt x="118872" y="118872"/>
                </a:lnTo>
                <a:lnTo>
                  <a:pt x="59436" y="89154"/>
                </a:lnTo>
                <a:lnTo>
                  <a:pt x="0" y="118872"/>
                </a:lnTo>
                <a:close/>
              </a:path>
            </a:pathLst>
          </a:custGeom>
          <a:solidFill>
            <a:srgbClr val="00000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3" name="line 280"/>
          <p:cNvSpPr/>
          <p:nvPr/>
        </p:nvSpPr>
        <p:spPr>
          <a:xfrm>
            <a:off x="4306824" y="6080760"/>
            <a:ext cx="914" cy="274320"/>
          </a:xfrm>
          <a:custGeom>
            <a:avLst/>
            <a:gdLst/>
            <a:ahLst/>
            <a:cxnLst/>
            <a:rect l="0" t="0" r="r" b="b"/>
            <a:pathLst>
              <a:path w="914" h="274320" fill="none" stroke="1" extrusionOk="0">
                <a:moveTo>
                  <a:pt x="0" y="274320"/>
                </a:moveTo>
                <a:lnTo>
                  <a:pt x="0" y="0"/>
                </a:lnTo>
              </a:path>
            </a:pathLst>
          </a:custGeom>
          <a:noFill/>
          <a:ln w="16459">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4" name="Arrowhead 280"/>
          <p:cNvSpPr/>
          <p:nvPr/>
        </p:nvSpPr>
        <p:spPr>
          <a:xfrm>
            <a:off x="4247388" y="6080760"/>
            <a:ext cx="118872" cy="118872"/>
          </a:xfrm>
          <a:custGeom>
            <a:avLst/>
            <a:gdLst/>
            <a:ahLst/>
            <a:cxnLst/>
            <a:rect l="0" t="0" r="r" b="b"/>
            <a:pathLst>
              <a:path w="118872" h="118872" fill="norm" stroke="1" extrusionOk="0">
                <a:moveTo>
                  <a:pt x="59436" y="0"/>
                </a:moveTo>
                <a:lnTo>
                  <a:pt x="118872" y="118872"/>
                </a:lnTo>
                <a:lnTo>
                  <a:pt x="59436" y="89154"/>
                </a:lnTo>
                <a:lnTo>
                  <a:pt x="0" y="118872"/>
                </a:lnTo>
                <a:close/>
              </a:path>
            </a:pathLst>
          </a:custGeom>
          <a:solidFill>
            <a:srgbClr val="00000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5" name="line 281"/>
          <p:cNvSpPr/>
          <p:nvPr/>
        </p:nvSpPr>
        <p:spPr>
          <a:xfrm>
            <a:off x="4663440" y="6080760"/>
            <a:ext cx="914" cy="274320"/>
          </a:xfrm>
          <a:custGeom>
            <a:avLst/>
            <a:gdLst/>
            <a:ahLst/>
            <a:cxnLst/>
            <a:rect l="0" t="0" r="r" b="b"/>
            <a:pathLst>
              <a:path w="914" h="274320" fill="none" stroke="1" extrusionOk="0">
                <a:moveTo>
                  <a:pt x="0" y="274320"/>
                </a:moveTo>
                <a:lnTo>
                  <a:pt x="0" y="0"/>
                </a:lnTo>
              </a:path>
            </a:pathLst>
          </a:custGeom>
          <a:noFill/>
          <a:ln w="16459">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6" name="Arrowhead 281"/>
          <p:cNvSpPr/>
          <p:nvPr/>
        </p:nvSpPr>
        <p:spPr>
          <a:xfrm>
            <a:off x="4604004" y="6080760"/>
            <a:ext cx="118872" cy="118872"/>
          </a:xfrm>
          <a:custGeom>
            <a:avLst/>
            <a:gdLst/>
            <a:ahLst/>
            <a:cxnLst/>
            <a:rect l="0" t="0" r="r" b="b"/>
            <a:pathLst>
              <a:path w="118872" h="118872" fill="norm" stroke="1" extrusionOk="0">
                <a:moveTo>
                  <a:pt x="59436" y="0"/>
                </a:moveTo>
                <a:lnTo>
                  <a:pt x="118872" y="118872"/>
                </a:lnTo>
                <a:lnTo>
                  <a:pt x="59436" y="89154"/>
                </a:lnTo>
                <a:lnTo>
                  <a:pt x="0" y="118872"/>
                </a:lnTo>
                <a:close/>
              </a:path>
            </a:pathLst>
          </a:custGeom>
          <a:solidFill>
            <a:srgbClr val="00000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7" name="line 282"/>
          <p:cNvSpPr/>
          <p:nvPr/>
        </p:nvSpPr>
        <p:spPr>
          <a:xfrm>
            <a:off x="5010912" y="6080760"/>
            <a:ext cx="914" cy="274320"/>
          </a:xfrm>
          <a:custGeom>
            <a:avLst/>
            <a:gdLst/>
            <a:ahLst/>
            <a:cxnLst/>
            <a:rect l="0" t="0" r="r" b="b"/>
            <a:pathLst>
              <a:path w="914" h="274320" fill="none" stroke="1" extrusionOk="0">
                <a:moveTo>
                  <a:pt x="0" y="274320"/>
                </a:moveTo>
                <a:lnTo>
                  <a:pt x="0" y="0"/>
                </a:lnTo>
              </a:path>
            </a:pathLst>
          </a:custGeom>
          <a:noFill/>
          <a:ln w="16459">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8" name="Arrowhead 282"/>
          <p:cNvSpPr/>
          <p:nvPr/>
        </p:nvSpPr>
        <p:spPr>
          <a:xfrm>
            <a:off x="4951476" y="6080760"/>
            <a:ext cx="118872" cy="118872"/>
          </a:xfrm>
          <a:custGeom>
            <a:avLst/>
            <a:gdLst/>
            <a:ahLst/>
            <a:cxnLst/>
            <a:rect l="0" t="0" r="r" b="b"/>
            <a:pathLst>
              <a:path w="118872" h="118872" fill="norm" stroke="1" extrusionOk="0">
                <a:moveTo>
                  <a:pt x="59436" y="0"/>
                </a:moveTo>
                <a:lnTo>
                  <a:pt x="118872" y="118872"/>
                </a:lnTo>
                <a:lnTo>
                  <a:pt x="59436" y="89154"/>
                </a:lnTo>
                <a:lnTo>
                  <a:pt x="0" y="118872"/>
                </a:lnTo>
                <a:close/>
              </a:path>
            </a:pathLst>
          </a:custGeom>
          <a:solidFill>
            <a:srgbClr val="00000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9" name="line 283"/>
          <p:cNvSpPr/>
          <p:nvPr/>
        </p:nvSpPr>
        <p:spPr>
          <a:xfrm>
            <a:off x="1444752" y="6355080"/>
            <a:ext cx="932688" cy="502920"/>
          </a:xfrm>
          <a:custGeom>
            <a:avLst/>
            <a:gdLst/>
            <a:ahLst/>
            <a:cxnLst/>
            <a:rect l="0" t="0" r="r" b="b"/>
            <a:pathLst>
              <a:path w="932688" h="502920" fill="none" stroke="1" extrusionOk="0">
                <a:moveTo>
                  <a:pt x="0" y="502920"/>
                </a:moveTo>
                <a:lnTo>
                  <a:pt x="932688" y="0"/>
                </a:lnTo>
              </a:path>
            </a:pathLst>
          </a:custGeom>
          <a:noFill/>
          <a:ln w="10972">
            <a:solidFill>
              <a:srgbClr val="8A3DC6"/>
            </a:solidFill>
            <a:prstDash val="sysDot"/>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0" name="line 284"/>
          <p:cNvSpPr/>
          <p:nvPr/>
        </p:nvSpPr>
        <p:spPr>
          <a:xfrm>
            <a:off x="4334256" y="6355080"/>
            <a:ext cx="932688" cy="502920"/>
          </a:xfrm>
          <a:custGeom>
            <a:avLst/>
            <a:gdLst/>
            <a:ahLst/>
            <a:cxnLst/>
            <a:rect l="0" t="0" r="r" b="b"/>
            <a:pathLst>
              <a:path w="932688" h="502920" fill="none" stroke="1" extrusionOk="0">
                <a:moveTo>
                  <a:pt x="0" y="502920"/>
                </a:moveTo>
                <a:lnTo>
                  <a:pt x="932688" y="0"/>
                </a:lnTo>
              </a:path>
            </a:pathLst>
          </a:custGeom>
          <a:noFill/>
          <a:ln w="10972">
            <a:solidFill>
              <a:srgbClr val="8A3DC6"/>
            </a:solidFill>
            <a:prstDash val="sysDot"/>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1" name="line 285"/>
          <p:cNvSpPr/>
          <p:nvPr/>
        </p:nvSpPr>
        <p:spPr>
          <a:xfrm>
            <a:off x="4334256" y="6894576"/>
            <a:ext cx="932688" cy="493776"/>
          </a:xfrm>
          <a:custGeom>
            <a:avLst/>
            <a:gdLst/>
            <a:ahLst/>
            <a:cxnLst/>
            <a:rect l="0" t="0" r="r" b="b"/>
            <a:pathLst>
              <a:path w="932688" h="493776" fill="none" stroke="1" extrusionOk="0">
                <a:moveTo>
                  <a:pt x="0" y="493776"/>
                </a:moveTo>
                <a:lnTo>
                  <a:pt x="932688" y="0"/>
                </a:lnTo>
              </a:path>
            </a:pathLst>
          </a:custGeom>
          <a:noFill/>
          <a:ln w="10972">
            <a:solidFill>
              <a:srgbClr val="8A3DC6"/>
            </a:solidFill>
            <a:prstDash val="sysDot"/>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2" name="···"/>
          <p:cNvSpPr txBox="1"/>
          <p:nvPr/>
        </p:nvSpPr>
        <p:spPr>
          <a:xfrm>
            <a:off x="4782312" y="6685636"/>
            <a:ext cx="365760" cy="271577"/>
          </a:xfrm>
          <a:prstGeom prst="rect">
            <a:avLst/>
          </a:prstGeom>
          <a:noFill/>
        </p:spPr>
        <p:txBody>
          <a:bodyPr wrap="none" lIns="0" rIns="0" tIns="0" bIns="0" anchor="ctr">
            <a:noAutofit/>
          </a:bodyPr>
          <a:lstStyle/>
          <a:p>
            <a:pPr algn="ctr">
              <a:lnSpc>
                <a:spcPts val="2138"/>
              </a:lnSpc>
              <a:spcBef>
                <a:spcPts val="0"/>
              </a:spcBef>
              <a:spcAft>
                <a:spcPts val="0"/>
              </a:spcAft>
            </a:pPr>
            <a:r>
              <a:rPr sz="1943" b="1" i="0">
                <a:solidFill>
                  <a:srgbClr val="000000"/>
                </a:solidFill>
                <a:latin typeface="Times New Roman"/>
              </a:rPr>
              <a:t>···</a:t>
            </a:r>
          </a:p>
        </p:txBody>
      </p:sp>
      <p:sp>
        <p:nvSpPr>
          <p:cNvPr id="343" name="rect 287"/>
          <p:cNvSpPr/>
          <p:nvPr/>
        </p:nvSpPr>
        <p:spPr>
          <a:xfrm>
            <a:off x="1444752" y="6848856"/>
            <a:ext cx="2898648" cy="539496"/>
          </a:xfrm>
          <a:prstGeom prst="roundRect">
            <a:avLst>
              <a:gd name="adj" fmla="val 16949"/>
            </a:avLst>
          </a:prstGeom>
          <a:solidFill>
            <a:srgbClr val="FFF8DF"/>
          </a:solidFill>
          <a:ln w="13258">
            <a:solidFill>
              <a:srgbClr val="8431BA"/>
            </a:solidFill>
          </a:ln>
          <a:effectLst>
            <a:outerShdw blurRad="50292" dist="45720" dir="3090000" algn="tl" rotWithShape="0">
              <a:srgbClr val="000000">
                <a:alpha val="33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4" name="spatial interaction layer"/>
          <p:cNvSpPr txBox="1"/>
          <p:nvPr/>
        </p:nvSpPr>
        <p:spPr>
          <a:xfrm>
            <a:off x="1485900" y="6979752"/>
            <a:ext cx="2816352" cy="268559"/>
          </a:xfrm>
          <a:prstGeom prst="rect">
            <a:avLst/>
          </a:prstGeom>
          <a:noFill/>
        </p:spPr>
        <p:txBody>
          <a:bodyPr wrap="none" lIns="0" rIns="0" tIns="0" bIns="0" anchor="ctr">
            <a:noAutofit/>
          </a:bodyPr>
          <a:lstStyle/>
          <a:p>
            <a:pPr algn="ctr">
              <a:lnSpc>
                <a:spcPts val="2114"/>
              </a:lnSpc>
              <a:spcBef>
                <a:spcPts val="0"/>
              </a:spcBef>
              <a:spcAft>
                <a:spcPts val="0"/>
              </a:spcAft>
            </a:pPr>
            <a:r>
              <a:rPr sz="1922" b="1" i="0">
                <a:solidFill>
                  <a:srgbClr val="000000"/>
                </a:solidFill>
                <a:latin typeface="Times New Roman"/>
              </a:rPr>
              <a:t>spatial interaction layer</a:t>
            </a:r>
          </a:p>
        </p:txBody>
      </p:sp>
      <p:sp>
        <p:nvSpPr>
          <p:cNvPr id="345" name="frame 1"/>
          <p:cNvSpPr txBox="1"/>
          <p:nvPr/>
        </p:nvSpPr>
        <p:spPr>
          <a:xfrm>
            <a:off x="4197096" y="7372350"/>
            <a:ext cx="877824" cy="251460"/>
          </a:xfrm>
          <a:prstGeom prst="rect">
            <a:avLst/>
          </a:prstGeom>
          <a:noFill/>
        </p:spPr>
        <p:txBody>
          <a:bodyPr wrap="none" lIns="0" rIns="0" tIns="0" bIns="0" anchor="ctr">
            <a:noAutofit/>
          </a:bodyPr>
          <a:lstStyle/>
          <a:p>
            <a:pPr algn="ctr">
              <a:lnSpc>
                <a:spcPts val="1980"/>
              </a:lnSpc>
              <a:spcBef>
                <a:spcPts val="0"/>
              </a:spcBef>
              <a:spcAft>
                <a:spcPts val="0"/>
              </a:spcAft>
            </a:pPr>
            <a:r>
              <a:rPr sz="1800" b="0" i="0">
                <a:solidFill>
                  <a:srgbClr val="000000"/>
                </a:solidFill>
                <a:latin typeface="Times New Roman"/>
              </a:rPr>
              <a:t>frame 1</a:t>
            </a:r>
          </a:p>
        </p:txBody>
      </p:sp>
      <p:sp>
        <p:nvSpPr>
          <p:cNvPr id="346" name="frame 2"/>
          <p:cNvSpPr txBox="1"/>
          <p:nvPr/>
        </p:nvSpPr>
        <p:spPr>
          <a:xfrm>
            <a:off x="4617720" y="7180326"/>
            <a:ext cx="877824" cy="251460"/>
          </a:xfrm>
          <a:prstGeom prst="rect">
            <a:avLst/>
          </a:prstGeom>
          <a:noFill/>
        </p:spPr>
        <p:txBody>
          <a:bodyPr wrap="none" lIns="0" rIns="0" tIns="0" bIns="0" anchor="ctr">
            <a:noAutofit/>
          </a:bodyPr>
          <a:lstStyle/>
          <a:p>
            <a:pPr algn="ctr">
              <a:lnSpc>
                <a:spcPts val="1980"/>
              </a:lnSpc>
              <a:spcBef>
                <a:spcPts val="0"/>
              </a:spcBef>
              <a:spcAft>
                <a:spcPts val="0"/>
              </a:spcAft>
            </a:pPr>
            <a:r>
              <a:rPr sz="1800" b="0" i="0">
                <a:solidFill>
                  <a:srgbClr val="000000"/>
                </a:solidFill>
                <a:latin typeface="Times New Roman"/>
              </a:rPr>
              <a:t>frame 2</a:t>
            </a:r>
          </a:p>
        </p:txBody>
      </p:sp>
      <p:sp>
        <p:nvSpPr>
          <p:cNvPr id="347" name="frame"/>
          <p:cNvSpPr txBox="1"/>
          <p:nvPr/>
        </p:nvSpPr>
        <p:spPr>
          <a:xfrm>
            <a:off x="5276088" y="6821424"/>
            <a:ext cx="594360" cy="265176"/>
          </a:xfrm>
          <a:prstGeom prst="rect">
            <a:avLst/>
          </a:prstGeom>
          <a:noFill/>
        </p:spPr>
        <p:txBody>
          <a:bodyPr wrap="none" lIns="0" rIns="0" tIns="0" bIns="0" anchor="ctr">
            <a:noAutofit/>
          </a:bodyPr>
          <a:lstStyle/>
          <a:p>
            <a:pPr algn="l">
              <a:lnSpc>
                <a:spcPts val="1980"/>
              </a:lnSpc>
              <a:spcBef>
                <a:spcPts val="0"/>
              </a:spcBef>
              <a:spcAft>
                <a:spcPts val="0"/>
              </a:spcAft>
            </a:pPr>
            <a:r>
              <a:rPr sz="1800" b="0" i="0">
                <a:solidFill>
                  <a:srgbClr val="000000"/>
                </a:solidFill>
                <a:latin typeface="Times New Roman"/>
              </a:rPr>
              <a:t>frame</a:t>
            </a:r>
          </a:p>
        </p:txBody>
      </p:sp>
      <p:sp>
        <p:nvSpPr>
          <p:cNvPr id="348" name="T"/>
          <p:cNvSpPr txBox="1"/>
          <p:nvPr/>
        </p:nvSpPr>
        <p:spPr>
          <a:xfrm>
            <a:off x="5852160" y="6821424"/>
            <a:ext cx="192024" cy="265176"/>
          </a:xfrm>
          <a:prstGeom prst="rect">
            <a:avLst/>
          </a:prstGeom>
          <a:noFill/>
        </p:spPr>
        <p:txBody>
          <a:bodyPr wrap="none" lIns="0" rIns="0" tIns="0" bIns="0" anchor="ctr">
            <a:noAutofit/>
          </a:bodyPr>
          <a:lstStyle/>
          <a:p>
            <a:pPr algn="l">
              <a:lnSpc>
                <a:spcPts val="1980"/>
              </a:lnSpc>
              <a:spcBef>
                <a:spcPts val="0"/>
              </a:spcBef>
              <a:spcAft>
                <a:spcPts val="0"/>
              </a:spcAft>
            </a:pPr>
            <a:r>
              <a:rPr sz="1800" b="0" i="1">
                <a:solidFill>
                  <a:srgbClr val="000000"/>
                </a:solidFill>
                <a:latin typeface="Times New Roman"/>
              </a:rPr>
              <a:t>T</a:t>
            </a:r>
          </a:p>
        </p:txBody>
      </p:sp>
      <p:sp>
        <p:nvSpPr>
          <p:cNvPr id="349" name="learnable / video token"/>
          <p:cNvSpPr txBox="1"/>
          <p:nvPr/>
        </p:nvSpPr>
        <p:spPr>
          <a:xfrm>
            <a:off x="1335024" y="5687568"/>
            <a:ext cx="996696" cy="530352"/>
          </a:xfrm>
          <a:prstGeom prst="rect">
            <a:avLst/>
          </a:prstGeom>
          <a:noFill/>
        </p:spPr>
        <p:txBody>
          <a:bodyPr wrap="none" lIns="0" rIns="0" tIns="0" bIns="0" anchor="ctr">
            <a:noAutofit/>
          </a:bodyPr>
          <a:lstStyle/>
          <a:p>
            <a:pPr algn="ctr">
              <a:lnSpc>
                <a:spcPts val="1926"/>
              </a:lnSpc>
              <a:spcBef>
                <a:spcPts val="0"/>
              </a:spcBef>
              <a:spcAft>
                <a:spcPts val="0"/>
              </a:spcAft>
            </a:pPr>
            <a:r>
              <a:rPr sz="1800" b="0" i="0">
                <a:solidFill>
                  <a:srgbClr val="000000"/>
                </a:solidFill>
                <a:latin typeface="Times New Roman"/>
              </a:rPr>
              <a:t>learnable</a:t>
            </a:r>
          </a:p>
          <a:p>
            <a:pPr algn="ctr">
              <a:lnSpc>
                <a:spcPts val="1926"/>
              </a:lnSpc>
              <a:spcBef>
                <a:spcPts val="0"/>
              </a:spcBef>
              <a:spcAft>
                <a:spcPts val="0"/>
              </a:spcAft>
            </a:pPr>
            <a:r>
              <a:rPr sz="1800" b="0" i="0">
                <a:solidFill>
                  <a:srgbClr val="000000"/>
                </a:solidFill>
                <a:latin typeface="Times New Roman"/>
              </a:rPr>
              <a:t>video token</a:t>
            </a:r>
          </a:p>
        </p:txBody>
      </p:sp>
      <p:sp>
        <p:nvSpPr>
          <p:cNvPr id="350" name="rect 294"/>
          <p:cNvSpPr/>
          <p:nvPr/>
        </p:nvSpPr>
        <p:spPr>
          <a:xfrm>
            <a:off x="2478024" y="5870448"/>
            <a:ext cx="192024" cy="192024"/>
          </a:xfrm>
          <a:prstGeom prst="roundRect">
            <a:avLst>
              <a:gd name="adj" fmla="val 14285"/>
            </a:avLst>
          </a:prstGeom>
          <a:solidFill>
            <a:srgbClr val="EB94D1"/>
          </a:solidFill>
          <a:ln w="16459">
            <a:solidFill>
              <a:srgbClr val="FF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51" name="rect 295"/>
          <p:cNvSpPr/>
          <p:nvPr/>
        </p:nvSpPr>
        <p:spPr>
          <a:xfrm>
            <a:off x="3822192" y="5870448"/>
            <a:ext cx="192024" cy="192024"/>
          </a:xfrm>
          <a:prstGeom prst="roundRect">
            <a:avLst>
              <a:gd name="adj" fmla="val 14285"/>
            </a:avLst>
          </a:prstGeom>
          <a:solidFill>
            <a:srgbClr val="A184BC"/>
          </a:solidFill>
          <a:ln w="16459">
            <a:solidFill>
              <a:srgbClr val="FF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52" name="rect 296"/>
          <p:cNvSpPr/>
          <p:nvPr/>
        </p:nvSpPr>
        <p:spPr>
          <a:xfrm>
            <a:off x="4206240" y="5870448"/>
            <a:ext cx="192024" cy="192024"/>
          </a:xfrm>
          <a:prstGeom prst="roundRect">
            <a:avLst>
              <a:gd name="adj" fmla="val 14285"/>
            </a:avLst>
          </a:prstGeom>
          <a:solidFill>
            <a:srgbClr val="A184BC"/>
          </a:solidFill>
          <a:ln w="16459">
            <a:solidFill>
              <a:srgbClr val="FF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53" name="rect 297"/>
          <p:cNvSpPr/>
          <p:nvPr/>
        </p:nvSpPr>
        <p:spPr>
          <a:xfrm>
            <a:off x="4910328" y="5870448"/>
            <a:ext cx="192024" cy="192024"/>
          </a:xfrm>
          <a:prstGeom prst="roundRect">
            <a:avLst>
              <a:gd name="adj" fmla="val 14285"/>
            </a:avLst>
          </a:prstGeom>
          <a:solidFill>
            <a:srgbClr val="A184BC"/>
          </a:solidFill>
          <a:ln w="16459">
            <a:solidFill>
              <a:srgbClr val="FF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54" name="···"/>
          <p:cNvSpPr txBox="1"/>
          <p:nvPr/>
        </p:nvSpPr>
        <p:spPr>
          <a:xfrm>
            <a:off x="4526280" y="5816956"/>
            <a:ext cx="274320" cy="271577"/>
          </a:xfrm>
          <a:prstGeom prst="rect">
            <a:avLst/>
          </a:prstGeom>
          <a:noFill/>
        </p:spPr>
        <p:txBody>
          <a:bodyPr wrap="none" lIns="0" rIns="0" tIns="0" bIns="0" anchor="ctr">
            <a:noAutofit/>
          </a:bodyPr>
          <a:lstStyle/>
          <a:p>
            <a:pPr algn="ctr">
              <a:lnSpc>
                <a:spcPts val="2138"/>
              </a:lnSpc>
              <a:spcBef>
                <a:spcPts val="0"/>
              </a:spcBef>
              <a:spcAft>
                <a:spcPts val="0"/>
              </a:spcAft>
            </a:pPr>
            <a:r>
              <a:rPr sz="1943" b="1" i="0">
                <a:solidFill>
                  <a:srgbClr val="000000"/>
                </a:solidFill>
                <a:latin typeface="Times New Roman"/>
              </a:rPr>
              <a:t>···</a:t>
            </a:r>
          </a:p>
        </p:txBody>
      </p:sp>
      <p:sp>
        <p:nvSpPr>
          <p:cNvPr id="355" name="line 299"/>
          <p:cNvSpPr/>
          <p:nvPr/>
        </p:nvSpPr>
        <p:spPr>
          <a:xfrm>
            <a:off x="2569464" y="5623560"/>
            <a:ext cx="914" cy="237744"/>
          </a:xfrm>
          <a:custGeom>
            <a:avLst/>
            <a:gdLst/>
            <a:ahLst/>
            <a:cxnLst/>
            <a:rect l="0" t="0" r="r" b="b"/>
            <a:pathLst>
              <a:path w="914" h="237744" fill="none" stroke="1" extrusionOk="0">
                <a:moveTo>
                  <a:pt x="0" y="237744"/>
                </a:moveTo>
                <a:lnTo>
                  <a:pt x="0" y="0"/>
                </a:lnTo>
              </a:path>
            </a:pathLst>
          </a:custGeom>
          <a:noFill/>
          <a:ln w="16459">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56" name="Arrowhead 299"/>
          <p:cNvSpPr/>
          <p:nvPr/>
        </p:nvSpPr>
        <p:spPr>
          <a:xfrm>
            <a:off x="2510028" y="5623560"/>
            <a:ext cx="118872" cy="118872"/>
          </a:xfrm>
          <a:custGeom>
            <a:avLst/>
            <a:gdLst/>
            <a:ahLst/>
            <a:cxnLst/>
            <a:rect l="0" t="0" r="r" b="b"/>
            <a:pathLst>
              <a:path w="118872" h="118872" fill="norm" stroke="1" extrusionOk="0">
                <a:moveTo>
                  <a:pt x="59436" y="0"/>
                </a:moveTo>
                <a:lnTo>
                  <a:pt x="118872" y="118872"/>
                </a:lnTo>
                <a:lnTo>
                  <a:pt x="59436" y="89154"/>
                </a:lnTo>
                <a:lnTo>
                  <a:pt x="0" y="118872"/>
                </a:lnTo>
                <a:close/>
              </a:path>
            </a:pathLst>
          </a:custGeom>
          <a:solidFill>
            <a:srgbClr val="00000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57" name="line 300"/>
          <p:cNvSpPr/>
          <p:nvPr/>
        </p:nvSpPr>
        <p:spPr>
          <a:xfrm>
            <a:off x="3922776" y="5623560"/>
            <a:ext cx="914" cy="237744"/>
          </a:xfrm>
          <a:custGeom>
            <a:avLst/>
            <a:gdLst/>
            <a:ahLst/>
            <a:cxnLst/>
            <a:rect l="0" t="0" r="r" b="b"/>
            <a:pathLst>
              <a:path w="914" h="237744" fill="none" stroke="1" extrusionOk="0">
                <a:moveTo>
                  <a:pt x="0" y="237744"/>
                </a:moveTo>
                <a:lnTo>
                  <a:pt x="0" y="0"/>
                </a:lnTo>
              </a:path>
            </a:pathLst>
          </a:custGeom>
          <a:noFill/>
          <a:ln w="16459">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58" name="Arrowhead 300"/>
          <p:cNvSpPr/>
          <p:nvPr/>
        </p:nvSpPr>
        <p:spPr>
          <a:xfrm>
            <a:off x="3863340" y="5623560"/>
            <a:ext cx="118872" cy="118872"/>
          </a:xfrm>
          <a:custGeom>
            <a:avLst/>
            <a:gdLst/>
            <a:ahLst/>
            <a:cxnLst/>
            <a:rect l="0" t="0" r="r" b="b"/>
            <a:pathLst>
              <a:path w="118872" h="118872" fill="norm" stroke="1" extrusionOk="0">
                <a:moveTo>
                  <a:pt x="59436" y="0"/>
                </a:moveTo>
                <a:lnTo>
                  <a:pt x="118872" y="118872"/>
                </a:lnTo>
                <a:lnTo>
                  <a:pt x="59436" y="89154"/>
                </a:lnTo>
                <a:lnTo>
                  <a:pt x="0" y="118872"/>
                </a:lnTo>
                <a:close/>
              </a:path>
            </a:pathLst>
          </a:custGeom>
          <a:solidFill>
            <a:srgbClr val="00000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59" name="line 301"/>
          <p:cNvSpPr/>
          <p:nvPr/>
        </p:nvSpPr>
        <p:spPr>
          <a:xfrm>
            <a:off x="4306824" y="5623560"/>
            <a:ext cx="914" cy="237744"/>
          </a:xfrm>
          <a:custGeom>
            <a:avLst/>
            <a:gdLst/>
            <a:ahLst/>
            <a:cxnLst/>
            <a:rect l="0" t="0" r="r" b="b"/>
            <a:pathLst>
              <a:path w="914" h="237744" fill="none" stroke="1" extrusionOk="0">
                <a:moveTo>
                  <a:pt x="0" y="237744"/>
                </a:moveTo>
                <a:lnTo>
                  <a:pt x="0" y="0"/>
                </a:lnTo>
              </a:path>
            </a:pathLst>
          </a:custGeom>
          <a:noFill/>
          <a:ln w="16459">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60" name="Arrowhead 301"/>
          <p:cNvSpPr/>
          <p:nvPr/>
        </p:nvSpPr>
        <p:spPr>
          <a:xfrm>
            <a:off x="4247388" y="5623560"/>
            <a:ext cx="118872" cy="118872"/>
          </a:xfrm>
          <a:custGeom>
            <a:avLst/>
            <a:gdLst/>
            <a:ahLst/>
            <a:cxnLst/>
            <a:rect l="0" t="0" r="r" b="b"/>
            <a:pathLst>
              <a:path w="118872" h="118872" fill="norm" stroke="1" extrusionOk="0">
                <a:moveTo>
                  <a:pt x="59436" y="0"/>
                </a:moveTo>
                <a:lnTo>
                  <a:pt x="118872" y="118872"/>
                </a:lnTo>
                <a:lnTo>
                  <a:pt x="59436" y="89154"/>
                </a:lnTo>
                <a:lnTo>
                  <a:pt x="0" y="118872"/>
                </a:lnTo>
                <a:close/>
              </a:path>
            </a:pathLst>
          </a:custGeom>
          <a:solidFill>
            <a:srgbClr val="00000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61" name="line 302"/>
          <p:cNvSpPr/>
          <p:nvPr/>
        </p:nvSpPr>
        <p:spPr>
          <a:xfrm>
            <a:off x="4663440" y="5623560"/>
            <a:ext cx="914" cy="237744"/>
          </a:xfrm>
          <a:custGeom>
            <a:avLst/>
            <a:gdLst/>
            <a:ahLst/>
            <a:cxnLst/>
            <a:rect l="0" t="0" r="r" b="b"/>
            <a:pathLst>
              <a:path w="914" h="237744" fill="none" stroke="1" extrusionOk="0">
                <a:moveTo>
                  <a:pt x="0" y="237744"/>
                </a:moveTo>
                <a:lnTo>
                  <a:pt x="0" y="0"/>
                </a:lnTo>
              </a:path>
            </a:pathLst>
          </a:custGeom>
          <a:noFill/>
          <a:ln w="16459">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62" name="Arrowhead 302"/>
          <p:cNvSpPr/>
          <p:nvPr/>
        </p:nvSpPr>
        <p:spPr>
          <a:xfrm>
            <a:off x="4604004" y="5623560"/>
            <a:ext cx="118872" cy="118872"/>
          </a:xfrm>
          <a:custGeom>
            <a:avLst/>
            <a:gdLst/>
            <a:ahLst/>
            <a:cxnLst/>
            <a:rect l="0" t="0" r="r" b="b"/>
            <a:pathLst>
              <a:path w="118872" h="118872" fill="norm" stroke="1" extrusionOk="0">
                <a:moveTo>
                  <a:pt x="59436" y="0"/>
                </a:moveTo>
                <a:lnTo>
                  <a:pt x="118872" y="118872"/>
                </a:lnTo>
                <a:lnTo>
                  <a:pt x="59436" y="89154"/>
                </a:lnTo>
                <a:lnTo>
                  <a:pt x="0" y="118872"/>
                </a:lnTo>
                <a:close/>
              </a:path>
            </a:pathLst>
          </a:custGeom>
          <a:solidFill>
            <a:srgbClr val="00000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63" name="line 303"/>
          <p:cNvSpPr/>
          <p:nvPr/>
        </p:nvSpPr>
        <p:spPr>
          <a:xfrm>
            <a:off x="5010912" y="5623560"/>
            <a:ext cx="914" cy="237744"/>
          </a:xfrm>
          <a:custGeom>
            <a:avLst/>
            <a:gdLst/>
            <a:ahLst/>
            <a:cxnLst/>
            <a:rect l="0" t="0" r="r" b="b"/>
            <a:pathLst>
              <a:path w="914" h="237744" fill="none" stroke="1" extrusionOk="0">
                <a:moveTo>
                  <a:pt x="0" y="237744"/>
                </a:moveTo>
                <a:lnTo>
                  <a:pt x="0" y="0"/>
                </a:lnTo>
              </a:path>
            </a:pathLst>
          </a:custGeom>
          <a:noFill/>
          <a:ln w="16459">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64" name="Arrowhead 303"/>
          <p:cNvSpPr/>
          <p:nvPr/>
        </p:nvSpPr>
        <p:spPr>
          <a:xfrm>
            <a:off x="4951476" y="5623560"/>
            <a:ext cx="118872" cy="118872"/>
          </a:xfrm>
          <a:custGeom>
            <a:avLst/>
            <a:gdLst/>
            <a:ahLst/>
            <a:cxnLst/>
            <a:rect l="0" t="0" r="r" b="b"/>
            <a:pathLst>
              <a:path w="118872" h="118872" fill="norm" stroke="1" extrusionOk="0">
                <a:moveTo>
                  <a:pt x="59436" y="0"/>
                </a:moveTo>
                <a:lnTo>
                  <a:pt x="118872" y="118872"/>
                </a:lnTo>
                <a:lnTo>
                  <a:pt x="59436" y="89154"/>
                </a:lnTo>
                <a:lnTo>
                  <a:pt x="0" y="118872"/>
                </a:lnTo>
                <a:close/>
              </a:path>
            </a:pathLst>
          </a:custGeom>
          <a:solidFill>
            <a:srgbClr val="00000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65" name="rect 304"/>
          <p:cNvSpPr/>
          <p:nvPr/>
        </p:nvSpPr>
        <p:spPr>
          <a:xfrm>
            <a:off x="2093976" y="5157216"/>
            <a:ext cx="3447288" cy="457200"/>
          </a:xfrm>
          <a:prstGeom prst="roundRect">
            <a:avLst>
              <a:gd name="adj" fmla="val 20000"/>
            </a:avLst>
          </a:prstGeom>
          <a:solidFill>
            <a:srgbClr val="E1EFD6"/>
          </a:solidFill>
          <a:ln>
            <a:noFill/>
          </a:ln>
          <a:effectLst>
            <a:outerShdw blurRad="50292" dist="45720" dir="3090000" algn="tl" rotWithShape="0">
              <a:srgbClr val="000000">
                <a:alpha val="33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66" name="temporal interaction layer"/>
          <p:cNvSpPr txBox="1"/>
          <p:nvPr/>
        </p:nvSpPr>
        <p:spPr>
          <a:xfrm>
            <a:off x="2148840" y="5243398"/>
            <a:ext cx="3337560" cy="266548"/>
          </a:xfrm>
          <a:prstGeom prst="rect">
            <a:avLst/>
          </a:prstGeom>
          <a:noFill/>
        </p:spPr>
        <p:txBody>
          <a:bodyPr wrap="none" lIns="0" rIns="0" tIns="0" bIns="0" anchor="ctr">
            <a:noAutofit/>
          </a:bodyPr>
          <a:lstStyle/>
          <a:p>
            <a:pPr algn="ctr">
              <a:lnSpc>
                <a:spcPts val="2098"/>
              </a:lnSpc>
              <a:spcBef>
                <a:spcPts val="0"/>
              </a:spcBef>
              <a:spcAft>
                <a:spcPts val="0"/>
              </a:spcAft>
            </a:pPr>
            <a:r>
              <a:rPr sz="1907" b="1" i="0">
                <a:solidFill>
                  <a:srgbClr val="000000"/>
                </a:solidFill>
                <a:latin typeface="Times New Roman"/>
              </a:rPr>
              <a:t>temporal interaction layer</a:t>
            </a:r>
          </a:p>
        </p:txBody>
      </p:sp>
      <p:sp>
        <p:nvSpPr>
          <p:cNvPr id="367" name="×N"/>
          <p:cNvSpPr txBox="1"/>
          <p:nvPr/>
        </p:nvSpPr>
        <p:spPr>
          <a:xfrm>
            <a:off x="5733288" y="5129784"/>
            <a:ext cx="356616" cy="283464"/>
          </a:xfrm>
          <a:prstGeom prst="rect">
            <a:avLst/>
          </a:prstGeom>
          <a:noFill/>
        </p:spPr>
        <p:txBody>
          <a:bodyPr wrap="none" lIns="0" rIns="0" tIns="0" bIns="0" anchor="ctr">
            <a:noAutofit/>
          </a:bodyPr>
          <a:lstStyle/>
          <a:p>
            <a:pPr algn="l">
              <a:lnSpc>
                <a:spcPts val="1900"/>
              </a:lnSpc>
              <a:spcBef>
                <a:spcPts val="0"/>
              </a:spcBef>
              <a:spcAft>
                <a:spcPts val="0"/>
              </a:spcAft>
            </a:pPr>
            <a:r>
              <a:rPr sz="1728" b="0" i="1">
                <a:solidFill>
                  <a:srgbClr val="000000"/>
                </a:solidFill>
                <a:latin typeface="Times New Roman"/>
              </a:rPr>
              <a:t>×N</a:t>
            </a:r>
          </a:p>
        </p:txBody>
      </p:sp>
      <p:sp>
        <p:nvSpPr>
          <p:cNvPr id="368" name="rect 307"/>
          <p:cNvSpPr/>
          <p:nvPr/>
        </p:nvSpPr>
        <p:spPr>
          <a:xfrm>
            <a:off x="1499616" y="7680960"/>
            <a:ext cx="192024" cy="192024"/>
          </a:xfrm>
          <a:prstGeom prst="roundRect">
            <a:avLst>
              <a:gd name="adj" fmla="val 14285"/>
            </a:avLst>
          </a:prstGeom>
          <a:solidFill>
            <a:srgbClr val="D2DDED"/>
          </a:solidFill>
          <a:ln w="18288">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69" name="rect 308"/>
          <p:cNvSpPr/>
          <p:nvPr/>
        </p:nvSpPr>
        <p:spPr>
          <a:xfrm>
            <a:off x="1783080" y="7680960"/>
            <a:ext cx="192024" cy="192024"/>
          </a:xfrm>
          <a:prstGeom prst="roundRect">
            <a:avLst>
              <a:gd name="adj" fmla="val 14285"/>
            </a:avLst>
          </a:prstGeom>
          <a:solidFill>
            <a:srgbClr val="D2DDED"/>
          </a:solidFill>
          <a:ln w="18288">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0" name="rect 309"/>
          <p:cNvSpPr/>
          <p:nvPr/>
        </p:nvSpPr>
        <p:spPr>
          <a:xfrm>
            <a:off x="2231136" y="7680960"/>
            <a:ext cx="192024" cy="192024"/>
          </a:xfrm>
          <a:prstGeom prst="roundRect">
            <a:avLst>
              <a:gd name="adj" fmla="val 14285"/>
            </a:avLst>
          </a:prstGeom>
          <a:solidFill>
            <a:srgbClr val="D2DDED"/>
          </a:solidFill>
          <a:ln w="18288">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1" name="rect 310"/>
          <p:cNvSpPr/>
          <p:nvPr/>
        </p:nvSpPr>
        <p:spPr>
          <a:xfrm>
            <a:off x="2551176" y="7680960"/>
            <a:ext cx="192024" cy="192024"/>
          </a:xfrm>
          <a:prstGeom prst="roundRect">
            <a:avLst>
              <a:gd name="adj" fmla="val 14285"/>
            </a:avLst>
          </a:prstGeom>
          <a:solidFill>
            <a:srgbClr val="A9CE89"/>
          </a:solidFill>
          <a:ln w="18288">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2" name="rect 311"/>
          <p:cNvSpPr/>
          <p:nvPr/>
        </p:nvSpPr>
        <p:spPr>
          <a:xfrm>
            <a:off x="2843784" y="7680960"/>
            <a:ext cx="192024" cy="192024"/>
          </a:xfrm>
          <a:prstGeom prst="roundRect">
            <a:avLst>
              <a:gd name="adj" fmla="val 14285"/>
            </a:avLst>
          </a:prstGeom>
          <a:solidFill>
            <a:srgbClr val="A9CE89"/>
          </a:solidFill>
          <a:ln w="18288">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3" name="rect 312"/>
          <p:cNvSpPr/>
          <p:nvPr/>
        </p:nvSpPr>
        <p:spPr>
          <a:xfrm>
            <a:off x="3310128" y="7680960"/>
            <a:ext cx="192024" cy="192024"/>
          </a:xfrm>
          <a:prstGeom prst="roundRect">
            <a:avLst>
              <a:gd name="adj" fmla="val 14285"/>
            </a:avLst>
          </a:prstGeom>
          <a:solidFill>
            <a:srgbClr val="A9CE89"/>
          </a:solidFill>
          <a:ln w="18288">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4" name="rect 313"/>
          <p:cNvSpPr/>
          <p:nvPr/>
        </p:nvSpPr>
        <p:spPr>
          <a:xfrm>
            <a:off x="3822192" y="7680960"/>
            <a:ext cx="192024" cy="192024"/>
          </a:xfrm>
          <a:prstGeom prst="roundRect">
            <a:avLst>
              <a:gd name="adj" fmla="val 14285"/>
            </a:avLst>
          </a:prstGeom>
          <a:solidFill>
            <a:srgbClr val="A184BC"/>
          </a:solidFill>
          <a:ln w="18288">
            <a:solidFill>
              <a:srgbClr val="FF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5" name="···"/>
          <p:cNvSpPr txBox="1"/>
          <p:nvPr/>
        </p:nvSpPr>
        <p:spPr>
          <a:xfrm>
            <a:off x="1993392" y="7642555"/>
            <a:ext cx="219456" cy="241402"/>
          </a:xfrm>
          <a:prstGeom prst="rect">
            <a:avLst/>
          </a:prstGeom>
          <a:noFill/>
        </p:spPr>
        <p:txBody>
          <a:bodyPr wrap="none" lIns="0" rIns="0" tIns="0" bIns="0" anchor="ctr">
            <a:noAutofit/>
          </a:bodyPr>
          <a:lstStyle/>
          <a:p>
            <a:pPr algn="ctr">
              <a:lnSpc>
                <a:spcPts val="1900"/>
              </a:lnSpc>
              <a:spcBef>
                <a:spcPts val="0"/>
              </a:spcBef>
              <a:spcAft>
                <a:spcPts val="0"/>
              </a:spcAft>
            </a:pPr>
            <a:r>
              <a:rPr sz="1728" b="1" i="0">
                <a:solidFill>
                  <a:srgbClr val="000000"/>
                </a:solidFill>
                <a:latin typeface="Times New Roman"/>
              </a:rPr>
              <a:t>···</a:t>
            </a:r>
          </a:p>
        </p:txBody>
      </p:sp>
      <p:sp>
        <p:nvSpPr>
          <p:cNvPr id="376" name="···"/>
          <p:cNvSpPr txBox="1"/>
          <p:nvPr/>
        </p:nvSpPr>
        <p:spPr>
          <a:xfrm>
            <a:off x="3072384" y="7642555"/>
            <a:ext cx="219456" cy="241402"/>
          </a:xfrm>
          <a:prstGeom prst="rect">
            <a:avLst/>
          </a:prstGeom>
          <a:noFill/>
        </p:spPr>
        <p:txBody>
          <a:bodyPr wrap="none" lIns="0" rIns="0" tIns="0" bIns="0" anchor="ctr">
            <a:noAutofit/>
          </a:bodyPr>
          <a:lstStyle/>
          <a:p>
            <a:pPr algn="ctr">
              <a:lnSpc>
                <a:spcPts val="1900"/>
              </a:lnSpc>
              <a:spcBef>
                <a:spcPts val="0"/>
              </a:spcBef>
              <a:spcAft>
                <a:spcPts val="0"/>
              </a:spcAft>
            </a:pPr>
            <a:r>
              <a:rPr sz="1728" b="1" i="0">
                <a:solidFill>
                  <a:srgbClr val="000000"/>
                </a:solidFill>
                <a:latin typeface="Times New Roman"/>
              </a:rPr>
              <a:t>···</a:t>
            </a:r>
          </a:p>
        </p:txBody>
      </p:sp>
      <p:sp>
        <p:nvSpPr>
          <p:cNvPr id="377" name="line 316"/>
          <p:cNvSpPr/>
          <p:nvPr/>
        </p:nvSpPr>
        <p:spPr>
          <a:xfrm>
            <a:off x="1956816" y="7415784"/>
            <a:ext cx="914" cy="246888"/>
          </a:xfrm>
          <a:custGeom>
            <a:avLst/>
            <a:gdLst/>
            <a:ahLst/>
            <a:cxnLst/>
            <a:rect l="0" t="0" r="r" b="b"/>
            <a:pathLst>
              <a:path w="914" h="246888" fill="none" stroke="1" extrusionOk="0">
                <a:moveTo>
                  <a:pt x="0" y="246888"/>
                </a:moveTo>
                <a:lnTo>
                  <a:pt x="0" y="0"/>
                </a:lnTo>
              </a:path>
            </a:pathLst>
          </a:custGeom>
          <a:noFill/>
          <a:ln w="16459">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8" name="Arrowhead 316"/>
          <p:cNvSpPr/>
          <p:nvPr/>
        </p:nvSpPr>
        <p:spPr>
          <a:xfrm>
            <a:off x="1897380" y="7415784"/>
            <a:ext cx="118872" cy="118872"/>
          </a:xfrm>
          <a:custGeom>
            <a:avLst/>
            <a:gdLst/>
            <a:ahLst/>
            <a:cxnLst/>
            <a:rect l="0" t="0" r="r" b="b"/>
            <a:pathLst>
              <a:path w="118872" h="118872" fill="norm" stroke="1" extrusionOk="0">
                <a:moveTo>
                  <a:pt x="59436" y="0"/>
                </a:moveTo>
                <a:lnTo>
                  <a:pt x="118872" y="118872"/>
                </a:lnTo>
                <a:lnTo>
                  <a:pt x="59436" y="89154"/>
                </a:lnTo>
                <a:lnTo>
                  <a:pt x="0" y="118872"/>
                </a:lnTo>
                <a:close/>
              </a:path>
            </a:pathLst>
          </a:custGeom>
          <a:solidFill>
            <a:srgbClr val="00000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9" name="line 317"/>
          <p:cNvSpPr/>
          <p:nvPr/>
        </p:nvSpPr>
        <p:spPr>
          <a:xfrm>
            <a:off x="3017520" y="7415784"/>
            <a:ext cx="914" cy="246888"/>
          </a:xfrm>
          <a:custGeom>
            <a:avLst/>
            <a:gdLst/>
            <a:ahLst/>
            <a:cxnLst/>
            <a:rect l="0" t="0" r="r" b="b"/>
            <a:pathLst>
              <a:path w="914" h="246888" fill="none" stroke="1" extrusionOk="0">
                <a:moveTo>
                  <a:pt x="0" y="246888"/>
                </a:moveTo>
                <a:lnTo>
                  <a:pt x="0" y="0"/>
                </a:lnTo>
              </a:path>
            </a:pathLst>
          </a:custGeom>
          <a:noFill/>
          <a:ln w="16459">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0" name="Arrowhead 317"/>
          <p:cNvSpPr/>
          <p:nvPr/>
        </p:nvSpPr>
        <p:spPr>
          <a:xfrm>
            <a:off x="2958084" y="7415784"/>
            <a:ext cx="118872" cy="118872"/>
          </a:xfrm>
          <a:custGeom>
            <a:avLst/>
            <a:gdLst/>
            <a:ahLst/>
            <a:cxnLst/>
            <a:rect l="0" t="0" r="r" b="b"/>
            <a:pathLst>
              <a:path w="118872" h="118872" fill="norm" stroke="1" extrusionOk="0">
                <a:moveTo>
                  <a:pt x="59436" y="0"/>
                </a:moveTo>
                <a:lnTo>
                  <a:pt x="118872" y="118872"/>
                </a:lnTo>
                <a:lnTo>
                  <a:pt x="59436" y="89154"/>
                </a:lnTo>
                <a:lnTo>
                  <a:pt x="0" y="118872"/>
                </a:lnTo>
                <a:close/>
              </a:path>
            </a:pathLst>
          </a:custGeom>
          <a:solidFill>
            <a:srgbClr val="00000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1" name="line 318"/>
          <p:cNvSpPr/>
          <p:nvPr/>
        </p:nvSpPr>
        <p:spPr>
          <a:xfrm>
            <a:off x="3922776" y="7415784"/>
            <a:ext cx="914" cy="246888"/>
          </a:xfrm>
          <a:custGeom>
            <a:avLst/>
            <a:gdLst/>
            <a:ahLst/>
            <a:cxnLst/>
            <a:rect l="0" t="0" r="r" b="b"/>
            <a:pathLst>
              <a:path w="914" h="246888" fill="none" stroke="1" extrusionOk="0">
                <a:moveTo>
                  <a:pt x="0" y="246888"/>
                </a:moveTo>
                <a:lnTo>
                  <a:pt x="0" y="0"/>
                </a:lnTo>
              </a:path>
            </a:pathLst>
          </a:custGeom>
          <a:noFill/>
          <a:ln w="16459">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2" name="Arrowhead 318"/>
          <p:cNvSpPr/>
          <p:nvPr/>
        </p:nvSpPr>
        <p:spPr>
          <a:xfrm>
            <a:off x="3863340" y="7415784"/>
            <a:ext cx="118872" cy="118872"/>
          </a:xfrm>
          <a:custGeom>
            <a:avLst/>
            <a:gdLst/>
            <a:ahLst/>
            <a:cxnLst/>
            <a:rect l="0" t="0" r="r" b="b"/>
            <a:pathLst>
              <a:path w="118872" h="118872" fill="norm" stroke="1" extrusionOk="0">
                <a:moveTo>
                  <a:pt x="59436" y="0"/>
                </a:moveTo>
                <a:lnTo>
                  <a:pt x="118872" y="118872"/>
                </a:lnTo>
                <a:lnTo>
                  <a:pt x="59436" y="89154"/>
                </a:lnTo>
                <a:lnTo>
                  <a:pt x="0" y="118872"/>
                </a:lnTo>
                <a:close/>
              </a:path>
            </a:pathLst>
          </a:custGeom>
          <a:solidFill>
            <a:srgbClr val="00000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3" name="path 319"/>
          <p:cNvSpPr/>
          <p:nvPr/>
        </p:nvSpPr>
        <p:spPr>
          <a:xfrm>
            <a:off x="1499616" y="7900416"/>
            <a:ext cx="932688" cy="54864"/>
          </a:xfrm>
          <a:custGeom>
            <a:avLst/>
            <a:gdLst/>
            <a:ahLst/>
            <a:cxnLst/>
            <a:rect l="0" t="0" r="r" b="b"/>
            <a:pathLst>
              <a:path w="932688" h="54864" fill="none" stroke="1" extrusionOk="0">
                <a:moveTo>
                  <a:pt x="0" y="0"/>
                </a:moveTo>
                <a:cubicBezTo>
                  <a:pt x="0" y="45720"/>
                  <a:pt x="36576" y="54864"/>
                  <a:pt x="91440" y="54864"/>
                </a:cubicBezTo>
                <a:lnTo>
                  <a:pt x="841248" y="54864"/>
                </a:lnTo>
                <a:cubicBezTo>
                  <a:pt x="896112" y="54864"/>
                  <a:pt x="932688" y="45720"/>
                  <a:pt x="932688" y="0"/>
                </a:cubicBezTo>
              </a:path>
            </a:pathLst>
          </a:custGeom>
          <a:noFill/>
          <a:ln w="10515">
            <a:solidFill>
              <a:srgbClr val="262626"/>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4" name="path 320"/>
          <p:cNvSpPr/>
          <p:nvPr/>
        </p:nvSpPr>
        <p:spPr>
          <a:xfrm>
            <a:off x="2551176" y="7900416"/>
            <a:ext cx="960120" cy="54864"/>
          </a:xfrm>
          <a:custGeom>
            <a:avLst/>
            <a:gdLst/>
            <a:ahLst/>
            <a:cxnLst/>
            <a:rect l="0" t="0" r="r" b="b"/>
            <a:pathLst>
              <a:path w="960120" h="54864" fill="none" stroke="1" extrusionOk="0">
                <a:moveTo>
                  <a:pt x="0" y="0"/>
                </a:moveTo>
                <a:cubicBezTo>
                  <a:pt x="0" y="45720"/>
                  <a:pt x="36576" y="54864"/>
                  <a:pt x="91440" y="54864"/>
                </a:cubicBezTo>
                <a:lnTo>
                  <a:pt x="868680" y="54864"/>
                </a:lnTo>
                <a:cubicBezTo>
                  <a:pt x="923544" y="54864"/>
                  <a:pt x="960120" y="45720"/>
                  <a:pt x="960120" y="0"/>
                </a:cubicBezTo>
              </a:path>
            </a:pathLst>
          </a:custGeom>
          <a:noFill/>
          <a:ln w="10515">
            <a:solidFill>
              <a:srgbClr val="262626"/>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5" name="visual / token"/>
          <p:cNvSpPr txBox="1"/>
          <p:nvPr/>
        </p:nvSpPr>
        <p:spPr>
          <a:xfrm>
            <a:off x="1517904" y="8001000"/>
            <a:ext cx="914400" cy="438912"/>
          </a:xfrm>
          <a:prstGeom prst="rect">
            <a:avLst/>
          </a:prstGeom>
          <a:noFill/>
        </p:spPr>
        <p:txBody>
          <a:bodyPr wrap="none" lIns="0" rIns="0" tIns="0" bIns="0" anchor="ctr">
            <a:noAutofit/>
          </a:bodyPr>
          <a:lstStyle/>
          <a:p>
            <a:pPr algn="ctr">
              <a:lnSpc>
                <a:spcPts val="1728"/>
              </a:lnSpc>
              <a:spcBef>
                <a:spcPts val="0"/>
              </a:spcBef>
              <a:spcAft>
                <a:spcPts val="0"/>
              </a:spcAft>
            </a:pPr>
            <a:r>
              <a:rPr sz="1800" b="0" i="0">
                <a:solidFill>
                  <a:srgbClr val="000000"/>
                </a:solidFill>
                <a:latin typeface="Times New Roman"/>
              </a:rPr>
              <a:t>visual</a:t>
            </a:r>
          </a:p>
          <a:p>
            <a:pPr algn="ctr">
              <a:lnSpc>
                <a:spcPts val="1728"/>
              </a:lnSpc>
              <a:spcBef>
                <a:spcPts val="0"/>
              </a:spcBef>
              <a:spcAft>
                <a:spcPts val="0"/>
              </a:spcAft>
            </a:pPr>
            <a:r>
              <a:rPr sz="1800" b="0" i="0">
                <a:solidFill>
                  <a:srgbClr val="000000"/>
                </a:solidFill>
                <a:latin typeface="Times New Roman"/>
              </a:rPr>
              <a:t>token</a:t>
            </a:r>
          </a:p>
        </p:txBody>
      </p:sp>
      <p:sp>
        <p:nvSpPr>
          <p:cNvPr id="386" name="language / token"/>
          <p:cNvSpPr txBox="1"/>
          <p:nvPr/>
        </p:nvSpPr>
        <p:spPr>
          <a:xfrm>
            <a:off x="2532888" y="8001000"/>
            <a:ext cx="987552" cy="438912"/>
          </a:xfrm>
          <a:prstGeom prst="rect">
            <a:avLst/>
          </a:prstGeom>
          <a:noFill/>
        </p:spPr>
        <p:txBody>
          <a:bodyPr wrap="none" lIns="0" rIns="0" tIns="0" bIns="0" anchor="ctr">
            <a:noAutofit/>
          </a:bodyPr>
          <a:lstStyle/>
          <a:p>
            <a:pPr algn="ctr">
              <a:lnSpc>
                <a:spcPts val="1728"/>
              </a:lnSpc>
              <a:spcBef>
                <a:spcPts val="0"/>
              </a:spcBef>
              <a:spcAft>
                <a:spcPts val="0"/>
              </a:spcAft>
            </a:pPr>
            <a:r>
              <a:rPr sz="1800" b="0" i="0">
                <a:solidFill>
                  <a:srgbClr val="000000"/>
                </a:solidFill>
                <a:latin typeface="Times New Roman"/>
              </a:rPr>
              <a:t>language</a:t>
            </a:r>
          </a:p>
          <a:p>
            <a:pPr algn="ctr">
              <a:lnSpc>
                <a:spcPts val="1728"/>
              </a:lnSpc>
              <a:spcBef>
                <a:spcPts val="0"/>
              </a:spcBef>
              <a:spcAft>
                <a:spcPts val="0"/>
              </a:spcAft>
            </a:pPr>
            <a:r>
              <a:rPr sz="1800" b="0" i="0">
                <a:solidFill>
                  <a:srgbClr val="000000"/>
                </a:solidFill>
                <a:latin typeface="Times New Roman"/>
              </a:rPr>
              <a:t>token</a:t>
            </a:r>
          </a:p>
        </p:txBody>
      </p:sp>
      <p:sp>
        <p:nvSpPr>
          <p:cNvPr id="387" name="learnable / frame token"/>
          <p:cNvSpPr txBox="1"/>
          <p:nvPr/>
        </p:nvSpPr>
        <p:spPr>
          <a:xfrm>
            <a:off x="3881628" y="7763256"/>
            <a:ext cx="1399032" cy="512064"/>
          </a:xfrm>
          <a:prstGeom prst="rect">
            <a:avLst/>
          </a:prstGeom>
          <a:noFill/>
        </p:spPr>
        <p:txBody>
          <a:bodyPr wrap="none" lIns="0" rIns="0" tIns="0" bIns="0" anchor="ctr">
            <a:noAutofit/>
          </a:bodyPr>
          <a:lstStyle/>
          <a:p>
            <a:pPr algn="ctr">
              <a:lnSpc>
                <a:spcPts val="2016"/>
              </a:lnSpc>
              <a:spcBef>
                <a:spcPts val="0"/>
              </a:spcBef>
              <a:spcAft>
                <a:spcPts val="0"/>
              </a:spcAft>
            </a:pPr>
            <a:r>
              <a:rPr sz="1800" b="0" i="0">
                <a:solidFill>
                  <a:srgbClr val="000000"/>
                </a:solidFill>
                <a:latin typeface="Times New Roman"/>
              </a:rPr>
              <a:t>learnable</a:t>
            </a:r>
          </a:p>
          <a:p>
            <a:pPr algn="ctr">
              <a:lnSpc>
                <a:spcPts val="2016"/>
              </a:lnSpc>
              <a:spcBef>
                <a:spcPts val="0"/>
              </a:spcBef>
              <a:spcAft>
                <a:spcPts val="0"/>
              </a:spcAft>
            </a:pPr>
            <a:r>
              <a:rPr sz="1800" b="0" i="0">
                <a:solidFill>
                  <a:srgbClr val="000000"/>
                </a:solidFill>
                <a:latin typeface="Times New Roman"/>
              </a:rPr>
              <a:t>frame token</a:t>
            </a:r>
          </a:p>
        </p:txBody>
      </p:sp>
      <p:sp>
        <p:nvSpPr>
          <p:cNvPr id="388" name="Intra-scale Multi-modality / Interaction Branch"/>
          <p:cNvSpPr txBox="1"/>
          <p:nvPr/>
        </p:nvSpPr>
        <p:spPr>
          <a:xfrm rot="5400000">
            <a:off x="5065776" y="6103803"/>
            <a:ext cx="3310128" cy="593994"/>
          </a:xfrm>
          <a:prstGeom prst="rect">
            <a:avLst/>
          </a:prstGeom>
          <a:noFill/>
        </p:spPr>
        <p:txBody>
          <a:bodyPr wrap="none" lIns="0" rIns="0" tIns="0" bIns="0" anchor="ctr">
            <a:noAutofit/>
          </a:bodyPr>
          <a:lstStyle/>
          <a:p>
            <a:pPr algn="ctr">
              <a:lnSpc>
                <a:spcPts val="2338"/>
              </a:lnSpc>
              <a:spcBef>
                <a:spcPts val="0"/>
              </a:spcBef>
              <a:spcAft>
                <a:spcPts val="0"/>
              </a:spcAft>
            </a:pPr>
            <a:r>
              <a:rPr sz="2016" b="1" i="0">
                <a:solidFill>
                  <a:srgbClr val="000000"/>
                </a:solidFill>
                <a:latin typeface="Times New Roman"/>
              </a:rPr>
              <a:t>Intra-scale Multi-modality</a:t>
            </a:r>
          </a:p>
          <a:p>
            <a:pPr algn="ctr">
              <a:lnSpc>
                <a:spcPts val="2338"/>
              </a:lnSpc>
              <a:spcBef>
                <a:spcPts val="0"/>
              </a:spcBef>
              <a:spcAft>
                <a:spcPts val="0"/>
              </a:spcAft>
            </a:pPr>
            <a:r>
              <a:rPr sz="2016" b="1" i="0">
                <a:solidFill>
                  <a:srgbClr val="000000"/>
                </a:solidFill>
                <a:latin typeface="Times New Roman"/>
              </a:rPr>
              <a:t>Interaction Branch</a:t>
            </a:r>
          </a:p>
        </p:txBody>
      </p:sp>
      <p:sp>
        <p:nvSpPr>
          <p:cNvPr id="389" name="(b.1)"/>
          <p:cNvSpPr txBox="1"/>
          <p:nvPr/>
        </p:nvSpPr>
        <p:spPr>
          <a:xfrm>
            <a:off x="6313932" y="8038033"/>
            <a:ext cx="886968" cy="291694"/>
          </a:xfrm>
          <a:prstGeom prst="rect">
            <a:avLst/>
          </a:prstGeom>
          <a:noFill/>
        </p:spPr>
        <p:txBody>
          <a:bodyPr wrap="none" lIns="0" rIns="0" tIns="0" bIns="0" anchor="ctr">
            <a:noAutofit/>
          </a:bodyPr>
          <a:lstStyle/>
          <a:p>
            <a:pPr algn="ctr">
              <a:lnSpc>
                <a:spcPts val="2296"/>
              </a:lnSpc>
              <a:spcBef>
                <a:spcPts val="0"/>
              </a:spcBef>
              <a:spcAft>
                <a:spcPts val="0"/>
              </a:spcAft>
            </a:pPr>
            <a:r>
              <a:rPr sz="2088" b="1" i="0">
                <a:solidFill>
                  <a:srgbClr val="000000"/>
                </a:solidFill>
                <a:latin typeface="Times New Roman"/>
              </a:rPr>
              <a:t>(b.1)</a:t>
            </a:r>
          </a:p>
        </p:txBody>
      </p:sp>
      <p:sp>
        <p:nvSpPr>
          <p:cNvPr id="390" name="line 326"/>
          <p:cNvSpPr/>
          <p:nvPr/>
        </p:nvSpPr>
        <p:spPr>
          <a:xfrm>
            <a:off x="7452360" y="4590288"/>
            <a:ext cx="914" cy="3867912"/>
          </a:xfrm>
          <a:custGeom>
            <a:avLst/>
            <a:gdLst/>
            <a:ahLst/>
            <a:cxnLst/>
            <a:rect l="0" t="0" r="r" b="b"/>
            <a:pathLst>
              <a:path w="914" h="3867912" fill="none" stroke="1" extrusionOk="0">
                <a:moveTo>
                  <a:pt x="0" y="0"/>
                </a:moveTo>
                <a:lnTo>
                  <a:pt x="0" y="3867912"/>
                </a:lnTo>
              </a:path>
            </a:pathLst>
          </a:custGeom>
          <a:noFill/>
          <a:ln w="36576">
            <a:solidFill>
              <a:srgbClr val="F5F1E8"/>
            </a:solidFill>
            <a:prstDash val="dash"/>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91" name="Cross-scale Visual-only / Fusion Branch"/>
          <p:cNvSpPr txBox="1"/>
          <p:nvPr/>
        </p:nvSpPr>
        <p:spPr>
          <a:xfrm rot="16200000">
            <a:off x="6569964" y="6103803"/>
            <a:ext cx="3246120" cy="593994"/>
          </a:xfrm>
          <a:prstGeom prst="rect">
            <a:avLst/>
          </a:prstGeom>
          <a:noFill/>
        </p:spPr>
        <p:txBody>
          <a:bodyPr wrap="none" lIns="0" rIns="0" tIns="0" bIns="0" anchor="ctr">
            <a:noAutofit/>
          </a:bodyPr>
          <a:lstStyle/>
          <a:p>
            <a:pPr algn="ctr">
              <a:lnSpc>
                <a:spcPts val="2338"/>
              </a:lnSpc>
              <a:spcBef>
                <a:spcPts val="0"/>
              </a:spcBef>
              <a:spcAft>
                <a:spcPts val="0"/>
              </a:spcAft>
            </a:pPr>
            <a:r>
              <a:rPr sz="2016" b="1" i="0">
                <a:solidFill>
                  <a:srgbClr val="000000"/>
                </a:solidFill>
                <a:latin typeface="Times New Roman"/>
              </a:rPr>
              <a:t>Cross-scale Visual-only</a:t>
            </a:r>
          </a:p>
          <a:p>
            <a:pPr algn="ctr">
              <a:lnSpc>
                <a:spcPts val="2338"/>
              </a:lnSpc>
              <a:spcBef>
                <a:spcPts val="0"/>
              </a:spcBef>
              <a:spcAft>
                <a:spcPts val="0"/>
              </a:spcAft>
            </a:pPr>
            <a:r>
              <a:rPr sz="2016" b="1" i="0">
                <a:solidFill>
                  <a:srgbClr val="000000"/>
                </a:solidFill>
                <a:latin typeface="Times New Roman"/>
              </a:rPr>
              <a:t>Fusion Branch</a:t>
            </a:r>
          </a:p>
        </p:txBody>
      </p:sp>
      <p:sp>
        <p:nvSpPr>
          <p:cNvPr id="392" name="(b.2)"/>
          <p:cNvSpPr txBox="1"/>
          <p:nvPr/>
        </p:nvSpPr>
        <p:spPr>
          <a:xfrm>
            <a:off x="7703820" y="8038033"/>
            <a:ext cx="886968" cy="291694"/>
          </a:xfrm>
          <a:prstGeom prst="rect">
            <a:avLst/>
          </a:prstGeom>
          <a:noFill/>
        </p:spPr>
        <p:txBody>
          <a:bodyPr wrap="none" lIns="0" rIns="0" tIns="0" bIns="0" anchor="ctr">
            <a:noAutofit/>
          </a:bodyPr>
          <a:lstStyle/>
          <a:p>
            <a:pPr algn="ctr">
              <a:lnSpc>
                <a:spcPts val="2296"/>
              </a:lnSpc>
              <a:spcBef>
                <a:spcPts val="0"/>
              </a:spcBef>
              <a:spcAft>
                <a:spcPts val="0"/>
              </a:spcAft>
            </a:pPr>
            <a:r>
              <a:rPr sz="2088" b="1" i="0">
                <a:solidFill>
                  <a:srgbClr val="000000"/>
                </a:solidFill>
                <a:latin typeface="Times New Roman"/>
              </a:rPr>
              <a:t>(b.2)</a:t>
            </a:r>
          </a:p>
        </p:txBody>
      </p:sp>
      <p:sp>
        <p:nvSpPr>
          <p:cNvPr id="393" name="rect 329"/>
          <p:cNvSpPr/>
          <p:nvPr/>
        </p:nvSpPr>
        <p:spPr>
          <a:xfrm>
            <a:off x="9390888" y="4425696"/>
            <a:ext cx="2185416" cy="3904488"/>
          </a:xfrm>
          <a:prstGeom prst="roundRect">
            <a:avLst>
              <a:gd name="adj" fmla="val 7112"/>
            </a:avLst>
          </a:prstGeom>
          <a:solidFill>
            <a:srgbClr val="E7F3FD"/>
          </a:solidFill>
          <a:ln>
            <a:noFill/>
          </a:ln>
          <a:effectLst>
            <a:outerShdw blurRad="50292" dist="45720" dir="3090000" algn="tl" rotWithShape="0">
              <a:srgbClr val="000000">
                <a:alpha val="33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94" name="F"/>
          <p:cNvSpPr txBox="1"/>
          <p:nvPr/>
        </p:nvSpPr>
        <p:spPr>
          <a:xfrm>
            <a:off x="8906256" y="5175504"/>
            <a:ext cx="192024" cy="265176"/>
          </a:xfrm>
          <a:prstGeom prst="rect">
            <a:avLst/>
          </a:prstGeom>
          <a:noFill/>
        </p:spPr>
        <p:txBody>
          <a:bodyPr wrap="none" lIns="0" rIns="0" tIns="0" bIns="0" anchor="ctr">
            <a:noAutofit/>
          </a:bodyPr>
          <a:lstStyle/>
          <a:p>
            <a:pPr algn="l">
              <a:lnSpc>
                <a:spcPts val="2138"/>
              </a:lnSpc>
              <a:spcBef>
                <a:spcPts val="0"/>
              </a:spcBef>
              <a:spcAft>
                <a:spcPts val="0"/>
              </a:spcAft>
            </a:pPr>
            <a:r>
              <a:rPr sz="1943" b="1" i="1">
                <a:solidFill>
                  <a:srgbClr val="000000"/>
                </a:solidFill>
                <a:latin typeface="Times New Roman"/>
              </a:rPr>
              <a:t>F</a:t>
            </a:r>
          </a:p>
        </p:txBody>
      </p:sp>
      <p:sp>
        <p:nvSpPr>
          <p:cNvPr id="395" name="v5"/>
          <p:cNvSpPr txBox="1"/>
          <p:nvPr/>
        </p:nvSpPr>
        <p:spPr>
          <a:xfrm>
            <a:off x="9052560" y="5291541"/>
            <a:ext cx="283464" cy="164592"/>
          </a:xfrm>
          <a:prstGeom prst="rect">
            <a:avLst/>
          </a:prstGeom>
          <a:noFill/>
        </p:spPr>
        <p:txBody>
          <a:bodyPr wrap="none" lIns="0" rIns="0" tIns="0" bIns="0" anchor="ctr">
            <a:noAutofit/>
          </a:bodyPr>
          <a:lstStyle/>
          <a:p>
            <a:pPr algn="l">
              <a:lnSpc>
                <a:spcPts val="1346"/>
              </a:lnSpc>
              <a:spcBef>
                <a:spcPts val="0"/>
              </a:spcBef>
              <a:spcAft>
                <a:spcPts val="0"/>
              </a:spcAft>
            </a:pPr>
            <a:r>
              <a:rPr sz="1224" b="1" i="1">
                <a:solidFill>
                  <a:srgbClr val="000000"/>
                </a:solidFill>
                <a:latin typeface="Times New Roman"/>
              </a:rPr>
              <a:t>v5</a:t>
            </a:r>
          </a:p>
        </p:txBody>
      </p:sp>
      <p:sp>
        <p:nvSpPr>
          <p:cNvPr id="396" name="N"/>
          <p:cNvSpPr txBox="1"/>
          <p:nvPr/>
        </p:nvSpPr>
        <p:spPr>
          <a:xfrm>
            <a:off x="9125712" y="5166360"/>
            <a:ext cx="237744" cy="155448"/>
          </a:xfrm>
          <a:prstGeom prst="rect">
            <a:avLst/>
          </a:prstGeom>
          <a:noFill/>
        </p:spPr>
        <p:txBody>
          <a:bodyPr wrap="none" lIns="0" rIns="0" tIns="0" bIns="0" anchor="ctr">
            <a:noAutofit/>
          </a:bodyPr>
          <a:lstStyle/>
          <a:p>
            <a:pPr algn="l">
              <a:lnSpc>
                <a:spcPts val="1346"/>
              </a:lnSpc>
              <a:spcBef>
                <a:spcPts val="0"/>
              </a:spcBef>
              <a:spcAft>
                <a:spcPts val="0"/>
              </a:spcAft>
            </a:pPr>
            <a:r>
              <a:rPr sz="1224" b="1" i="1">
                <a:solidFill>
                  <a:srgbClr val="000000"/>
                </a:solidFill>
                <a:latin typeface="Times New Roman"/>
              </a:rPr>
              <a:t>N</a:t>
            </a:r>
          </a:p>
        </p:txBody>
      </p:sp>
      <p:sp>
        <p:nvSpPr>
          <p:cNvPr id="397" name="poly 333"/>
          <p:cNvSpPr/>
          <p:nvPr/>
        </p:nvSpPr>
        <p:spPr>
          <a:xfrm>
            <a:off x="8787384" y="5458968"/>
            <a:ext cx="420624" cy="118872"/>
          </a:xfrm>
          <a:custGeom>
            <a:avLst/>
            <a:gdLst/>
            <a:ahLst/>
            <a:cxnLst/>
            <a:rect l="0" t="0" r="r" b="b"/>
            <a:pathLst>
              <a:path w="420624" h="118872" fill="norm" stroke="1" extrusionOk="0">
                <a:moveTo>
                  <a:pt x="0" y="118872"/>
                </a:moveTo>
                <a:lnTo>
                  <a:pt x="108174" y="0"/>
                </a:lnTo>
                <a:lnTo>
                  <a:pt x="420624" y="0"/>
                </a:lnTo>
                <a:lnTo>
                  <a:pt x="312450" y="118872"/>
                </a:lnTo>
                <a:close/>
              </a:path>
            </a:pathLst>
          </a:custGeom>
          <a:solidFill>
            <a:srgbClr val="C3CEDE"/>
          </a:solidFill>
          <a:ln w="6400">
            <a:solidFill>
              <a:srgbClr val="152A54"/>
            </a:solidFill>
          </a:ln>
          <a:effectLst>
            <a:outerShdw blurRad="50292" dist="45720" dir="3090000" algn="tl" rotWithShape="0">
              <a:srgbClr val="000000">
                <a:alpha val="33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98" name="poly 334"/>
          <p:cNvSpPr/>
          <p:nvPr/>
        </p:nvSpPr>
        <p:spPr>
          <a:xfrm>
            <a:off x="8787384" y="5577840"/>
            <a:ext cx="312450" cy="27432"/>
          </a:xfrm>
          <a:custGeom>
            <a:avLst/>
            <a:gdLst/>
            <a:ahLst/>
            <a:cxnLst/>
            <a:rect l="0" t="0" r="r" b="b"/>
            <a:pathLst>
              <a:path w="312450" h="27432" fill="norm" stroke="1" extrusionOk="0">
                <a:moveTo>
                  <a:pt x="0" y="0"/>
                </a:moveTo>
                <a:lnTo>
                  <a:pt x="312450" y="0"/>
                </a:lnTo>
                <a:lnTo>
                  <a:pt x="312450" y="27432"/>
                </a:lnTo>
                <a:lnTo>
                  <a:pt x="0" y="27432"/>
                </a:lnTo>
                <a:close/>
              </a:path>
            </a:pathLst>
          </a:custGeom>
          <a:solidFill>
            <a:srgbClr val="C3CEDE"/>
          </a:solidFill>
          <a:ln w="6400">
            <a:solidFill>
              <a:srgbClr val="152A5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99" name="poly 335"/>
          <p:cNvSpPr/>
          <p:nvPr/>
        </p:nvSpPr>
        <p:spPr>
          <a:xfrm>
            <a:off x="9099834" y="5458968"/>
            <a:ext cx="108174" cy="146304"/>
          </a:xfrm>
          <a:custGeom>
            <a:avLst/>
            <a:gdLst/>
            <a:ahLst/>
            <a:cxnLst/>
            <a:rect l="0" t="0" r="r" b="b"/>
            <a:pathLst>
              <a:path w="108174" h="146304" fill="norm" stroke="1" extrusionOk="0">
                <a:moveTo>
                  <a:pt x="0" y="118872"/>
                </a:moveTo>
                <a:lnTo>
                  <a:pt x="108174" y="0"/>
                </a:lnTo>
                <a:lnTo>
                  <a:pt x="108174" y="27432"/>
                </a:lnTo>
                <a:lnTo>
                  <a:pt x="0" y="146304"/>
                </a:lnTo>
                <a:close/>
              </a:path>
            </a:pathLst>
          </a:custGeom>
          <a:solidFill>
            <a:srgbClr val="CED8EE"/>
          </a:solidFill>
          <a:ln w="6400">
            <a:solidFill>
              <a:srgbClr val="152A5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00" name="F"/>
          <p:cNvSpPr txBox="1"/>
          <p:nvPr/>
        </p:nvSpPr>
        <p:spPr>
          <a:xfrm>
            <a:off x="8924544" y="6035040"/>
            <a:ext cx="192024" cy="265176"/>
          </a:xfrm>
          <a:prstGeom prst="rect">
            <a:avLst/>
          </a:prstGeom>
          <a:noFill/>
        </p:spPr>
        <p:txBody>
          <a:bodyPr wrap="none" lIns="0" rIns="0" tIns="0" bIns="0" anchor="ctr">
            <a:noAutofit/>
          </a:bodyPr>
          <a:lstStyle/>
          <a:p>
            <a:pPr algn="l">
              <a:lnSpc>
                <a:spcPts val="2138"/>
              </a:lnSpc>
              <a:spcBef>
                <a:spcPts val="0"/>
              </a:spcBef>
              <a:spcAft>
                <a:spcPts val="0"/>
              </a:spcAft>
            </a:pPr>
            <a:r>
              <a:rPr sz="1943" b="1" i="1">
                <a:solidFill>
                  <a:srgbClr val="000000"/>
                </a:solidFill>
                <a:latin typeface="Times New Roman"/>
              </a:rPr>
              <a:t>F</a:t>
            </a:r>
          </a:p>
        </p:txBody>
      </p:sp>
      <p:sp>
        <p:nvSpPr>
          <p:cNvPr id="401" name="v4"/>
          <p:cNvSpPr txBox="1"/>
          <p:nvPr/>
        </p:nvSpPr>
        <p:spPr>
          <a:xfrm>
            <a:off x="9070848" y="6151077"/>
            <a:ext cx="283464" cy="164592"/>
          </a:xfrm>
          <a:prstGeom prst="rect">
            <a:avLst/>
          </a:prstGeom>
          <a:noFill/>
        </p:spPr>
        <p:txBody>
          <a:bodyPr wrap="none" lIns="0" rIns="0" tIns="0" bIns="0" anchor="ctr">
            <a:noAutofit/>
          </a:bodyPr>
          <a:lstStyle/>
          <a:p>
            <a:pPr algn="l">
              <a:lnSpc>
                <a:spcPts val="1346"/>
              </a:lnSpc>
              <a:spcBef>
                <a:spcPts val="0"/>
              </a:spcBef>
              <a:spcAft>
                <a:spcPts val="0"/>
              </a:spcAft>
            </a:pPr>
            <a:r>
              <a:rPr sz="1224" b="1" i="1">
                <a:solidFill>
                  <a:srgbClr val="000000"/>
                </a:solidFill>
                <a:latin typeface="Times New Roman"/>
              </a:rPr>
              <a:t>v4</a:t>
            </a:r>
          </a:p>
        </p:txBody>
      </p:sp>
      <p:sp>
        <p:nvSpPr>
          <p:cNvPr id="402" name="poly 338"/>
          <p:cNvSpPr/>
          <p:nvPr/>
        </p:nvSpPr>
        <p:spPr>
          <a:xfrm>
            <a:off x="8732520" y="6272784"/>
            <a:ext cx="521208" cy="137160"/>
          </a:xfrm>
          <a:custGeom>
            <a:avLst/>
            <a:gdLst/>
            <a:ahLst/>
            <a:cxnLst/>
            <a:rect l="0" t="0" r="r" b="b"/>
            <a:pathLst>
              <a:path w="521208" h="137160" fill="norm" stroke="1" extrusionOk="0">
                <a:moveTo>
                  <a:pt x="0" y="137160"/>
                </a:moveTo>
                <a:lnTo>
                  <a:pt x="124816" y="0"/>
                </a:lnTo>
                <a:lnTo>
                  <a:pt x="521208" y="0"/>
                </a:lnTo>
                <a:lnTo>
                  <a:pt x="396392" y="137160"/>
                </a:lnTo>
                <a:close/>
              </a:path>
            </a:pathLst>
          </a:custGeom>
          <a:solidFill>
            <a:srgbClr val="8AA9D6"/>
          </a:solidFill>
          <a:ln w="6400">
            <a:solidFill>
              <a:srgbClr val="152A54"/>
            </a:solidFill>
          </a:ln>
          <a:effectLst>
            <a:outerShdw blurRad="50292" dist="45720" dir="3090000" algn="tl" rotWithShape="0">
              <a:srgbClr val="000000">
                <a:alpha val="33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03" name="poly 339"/>
          <p:cNvSpPr/>
          <p:nvPr/>
        </p:nvSpPr>
        <p:spPr>
          <a:xfrm>
            <a:off x="8732520" y="6409944"/>
            <a:ext cx="396392" cy="27432"/>
          </a:xfrm>
          <a:custGeom>
            <a:avLst/>
            <a:gdLst/>
            <a:ahLst/>
            <a:cxnLst/>
            <a:rect l="0" t="0" r="r" b="b"/>
            <a:pathLst>
              <a:path w="396392" h="27432" fill="norm" stroke="1" extrusionOk="0">
                <a:moveTo>
                  <a:pt x="0" y="0"/>
                </a:moveTo>
                <a:lnTo>
                  <a:pt x="396392" y="0"/>
                </a:lnTo>
                <a:lnTo>
                  <a:pt x="396392" y="27432"/>
                </a:lnTo>
                <a:lnTo>
                  <a:pt x="0" y="27432"/>
                </a:lnTo>
                <a:close/>
              </a:path>
            </a:pathLst>
          </a:custGeom>
          <a:solidFill>
            <a:srgbClr val="8AA9D6"/>
          </a:solidFill>
          <a:ln w="6400">
            <a:solidFill>
              <a:srgbClr val="152A5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04" name="poly 340"/>
          <p:cNvSpPr/>
          <p:nvPr/>
        </p:nvSpPr>
        <p:spPr>
          <a:xfrm>
            <a:off x="9128912" y="6272784"/>
            <a:ext cx="124816" cy="164592"/>
          </a:xfrm>
          <a:custGeom>
            <a:avLst/>
            <a:gdLst/>
            <a:ahLst/>
            <a:cxnLst/>
            <a:rect l="0" t="0" r="r" b="b"/>
            <a:pathLst>
              <a:path w="124816" h="164592" fill="norm" stroke="1" extrusionOk="0">
                <a:moveTo>
                  <a:pt x="0" y="137160"/>
                </a:moveTo>
                <a:lnTo>
                  <a:pt x="124816" y="0"/>
                </a:lnTo>
                <a:lnTo>
                  <a:pt x="124816" y="27432"/>
                </a:lnTo>
                <a:lnTo>
                  <a:pt x="0" y="164592"/>
                </a:lnTo>
                <a:close/>
              </a:path>
            </a:pathLst>
          </a:custGeom>
          <a:solidFill>
            <a:srgbClr val="CED8EE"/>
          </a:solidFill>
          <a:ln w="6400">
            <a:solidFill>
              <a:srgbClr val="152A5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05" name="F"/>
          <p:cNvSpPr txBox="1"/>
          <p:nvPr/>
        </p:nvSpPr>
        <p:spPr>
          <a:xfrm>
            <a:off x="8924544" y="7616952"/>
            <a:ext cx="192024" cy="265176"/>
          </a:xfrm>
          <a:prstGeom prst="rect">
            <a:avLst/>
          </a:prstGeom>
          <a:noFill/>
        </p:spPr>
        <p:txBody>
          <a:bodyPr wrap="none" lIns="0" rIns="0" tIns="0" bIns="0" anchor="ctr">
            <a:noAutofit/>
          </a:bodyPr>
          <a:lstStyle/>
          <a:p>
            <a:pPr algn="l">
              <a:lnSpc>
                <a:spcPts val="2138"/>
              </a:lnSpc>
              <a:spcBef>
                <a:spcPts val="0"/>
              </a:spcBef>
              <a:spcAft>
                <a:spcPts val="0"/>
              </a:spcAft>
            </a:pPr>
            <a:r>
              <a:rPr sz="1943" b="1" i="1">
                <a:solidFill>
                  <a:srgbClr val="000000"/>
                </a:solidFill>
                <a:latin typeface="Times New Roman"/>
              </a:rPr>
              <a:t>F</a:t>
            </a:r>
          </a:p>
        </p:txBody>
      </p:sp>
      <p:sp>
        <p:nvSpPr>
          <p:cNvPr id="406" name="v3"/>
          <p:cNvSpPr txBox="1"/>
          <p:nvPr/>
        </p:nvSpPr>
        <p:spPr>
          <a:xfrm>
            <a:off x="9070848" y="7732989"/>
            <a:ext cx="283464" cy="164592"/>
          </a:xfrm>
          <a:prstGeom prst="rect">
            <a:avLst/>
          </a:prstGeom>
          <a:noFill/>
        </p:spPr>
        <p:txBody>
          <a:bodyPr wrap="none" lIns="0" rIns="0" tIns="0" bIns="0" anchor="ctr">
            <a:noAutofit/>
          </a:bodyPr>
          <a:lstStyle/>
          <a:p>
            <a:pPr algn="l">
              <a:lnSpc>
                <a:spcPts val="1346"/>
              </a:lnSpc>
              <a:spcBef>
                <a:spcPts val="0"/>
              </a:spcBef>
              <a:spcAft>
                <a:spcPts val="0"/>
              </a:spcAft>
            </a:pPr>
            <a:r>
              <a:rPr sz="1224" b="1" i="1">
                <a:solidFill>
                  <a:srgbClr val="000000"/>
                </a:solidFill>
                <a:latin typeface="Times New Roman"/>
              </a:rPr>
              <a:t>v3</a:t>
            </a:r>
          </a:p>
        </p:txBody>
      </p:sp>
      <p:sp>
        <p:nvSpPr>
          <p:cNvPr id="407" name="poly 343"/>
          <p:cNvSpPr/>
          <p:nvPr/>
        </p:nvSpPr>
        <p:spPr>
          <a:xfrm>
            <a:off x="8668512" y="7872984"/>
            <a:ext cx="640080" cy="182880"/>
          </a:xfrm>
          <a:custGeom>
            <a:avLst/>
            <a:gdLst/>
            <a:ahLst/>
            <a:cxnLst/>
            <a:rect l="0" t="0" r="r" b="b"/>
            <a:pathLst>
              <a:path w="640080" h="182880" fill="norm" stroke="1" extrusionOk="0">
                <a:moveTo>
                  <a:pt x="0" y="182880"/>
                </a:moveTo>
                <a:lnTo>
                  <a:pt x="166421" y="0"/>
                </a:lnTo>
                <a:lnTo>
                  <a:pt x="640080" y="0"/>
                </a:lnTo>
                <a:lnTo>
                  <a:pt x="473659" y="182880"/>
                </a:lnTo>
                <a:close/>
              </a:path>
            </a:pathLst>
          </a:custGeom>
          <a:solidFill>
            <a:srgbClr val="6289CA"/>
          </a:solidFill>
          <a:ln w="6400">
            <a:solidFill>
              <a:srgbClr val="152A54"/>
            </a:solidFill>
          </a:ln>
          <a:effectLst>
            <a:outerShdw blurRad="50292" dist="45720" dir="3090000" algn="tl" rotWithShape="0">
              <a:srgbClr val="000000">
                <a:alpha val="33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08" name="poly 344"/>
          <p:cNvSpPr/>
          <p:nvPr/>
        </p:nvSpPr>
        <p:spPr>
          <a:xfrm>
            <a:off x="8668512" y="8055864"/>
            <a:ext cx="473659" cy="27432"/>
          </a:xfrm>
          <a:custGeom>
            <a:avLst/>
            <a:gdLst/>
            <a:ahLst/>
            <a:cxnLst/>
            <a:rect l="0" t="0" r="r" b="b"/>
            <a:pathLst>
              <a:path w="473659" h="27432" fill="norm" stroke="1" extrusionOk="0">
                <a:moveTo>
                  <a:pt x="0" y="0"/>
                </a:moveTo>
                <a:lnTo>
                  <a:pt x="473659" y="0"/>
                </a:lnTo>
                <a:lnTo>
                  <a:pt x="473659" y="27432"/>
                </a:lnTo>
                <a:lnTo>
                  <a:pt x="0" y="27432"/>
                </a:lnTo>
                <a:close/>
              </a:path>
            </a:pathLst>
          </a:custGeom>
          <a:solidFill>
            <a:srgbClr val="6289CA"/>
          </a:solidFill>
          <a:ln w="6400">
            <a:solidFill>
              <a:srgbClr val="152A5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09" name="poly 345"/>
          <p:cNvSpPr/>
          <p:nvPr/>
        </p:nvSpPr>
        <p:spPr>
          <a:xfrm>
            <a:off x="9142171" y="7872984"/>
            <a:ext cx="166421" cy="210312"/>
          </a:xfrm>
          <a:custGeom>
            <a:avLst/>
            <a:gdLst/>
            <a:ahLst/>
            <a:cxnLst/>
            <a:rect l="0" t="0" r="r" b="b"/>
            <a:pathLst>
              <a:path w="166421" h="210312" fill="norm" stroke="1" extrusionOk="0">
                <a:moveTo>
                  <a:pt x="0" y="182880"/>
                </a:moveTo>
                <a:lnTo>
                  <a:pt x="166421" y="0"/>
                </a:lnTo>
                <a:lnTo>
                  <a:pt x="166421" y="27432"/>
                </a:lnTo>
                <a:lnTo>
                  <a:pt x="0" y="210312"/>
                </a:lnTo>
                <a:close/>
              </a:path>
            </a:pathLst>
          </a:custGeom>
          <a:solidFill>
            <a:srgbClr val="CED8EE"/>
          </a:solidFill>
          <a:ln w="6400">
            <a:solidFill>
              <a:srgbClr val="152A5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10" name="line 346"/>
          <p:cNvSpPr/>
          <p:nvPr/>
        </p:nvSpPr>
        <p:spPr>
          <a:xfrm>
            <a:off x="9290304" y="5532120"/>
            <a:ext cx="320040" cy="914"/>
          </a:xfrm>
          <a:custGeom>
            <a:avLst/>
            <a:gdLst/>
            <a:ahLst/>
            <a:cxnLst/>
            <a:rect l="0" t="0" r="r" b="b"/>
            <a:pathLst>
              <a:path w="320040" h="914" fill="none" stroke="1" extrusionOk="0">
                <a:moveTo>
                  <a:pt x="0" y="0"/>
                </a:moveTo>
                <a:lnTo>
                  <a:pt x="320040" y="0"/>
                </a:lnTo>
              </a:path>
            </a:pathLst>
          </a:custGeom>
          <a:noFill/>
          <a:ln w="16459">
            <a:solidFill>
              <a:srgbClr val="FF7A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11" name="Arrowhead 346"/>
          <p:cNvSpPr/>
          <p:nvPr/>
        </p:nvSpPr>
        <p:spPr>
          <a:xfrm>
            <a:off x="9491472" y="5472684"/>
            <a:ext cx="118872" cy="118872"/>
          </a:xfrm>
          <a:custGeom>
            <a:avLst/>
            <a:gdLst/>
            <a:ahLst/>
            <a:cxnLst/>
            <a:rect l="0" t="0" r="r" b="b"/>
            <a:pathLst>
              <a:path w="118872" h="118872" fill="norm" stroke="1" extrusionOk="0">
                <a:moveTo>
                  <a:pt x="118872" y="59436"/>
                </a:moveTo>
                <a:lnTo>
                  <a:pt x="0" y="118872"/>
                </a:lnTo>
                <a:lnTo>
                  <a:pt x="29718" y="59436"/>
                </a:lnTo>
                <a:lnTo>
                  <a:pt x="0" y="0"/>
                </a:lnTo>
                <a:close/>
              </a:path>
            </a:pathLst>
          </a:custGeom>
          <a:solidFill>
            <a:srgbClr val="FF7A0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12" name="line 347"/>
          <p:cNvSpPr/>
          <p:nvPr/>
        </p:nvSpPr>
        <p:spPr>
          <a:xfrm>
            <a:off x="9290304" y="6336792"/>
            <a:ext cx="320040" cy="914"/>
          </a:xfrm>
          <a:custGeom>
            <a:avLst/>
            <a:gdLst/>
            <a:ahLst/>
            <a:cxnLst/>
            <a:rect l="0" t="0" r="r" b="b"/>
            <a:pathLst>
              <a:path w="320040" h="914" fill="none" stroke="1" extrusionOk="0">
                <a:moveTo>
                  <a:pt x="0" y="0"/>
                </a:moveTo>
                <a:lnTo>
                  <a:pt x="320040" y="0"/>
                </a:lnTo>
              </a:path>
            </a:pathLst>
          </a:custGeom>
          <a:noFill/>
          <a:ln w="16459">
            <a:solidFill>
              <a:srgbClr val="FF7A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13" name="Arrowhead 347"/>
          <p:cNvSpPr/>
          <p:nvPr/>
        </p:nvSpPr>
        <p:spPr>
          <a:xfrm>
            <a:off x="9491472" y="6277356"/>
            <a:ext cx="118872" cy="118872"/>
          </a:xfrm>
          <a:custGeom>
            <a:avLst/>
            <a:gdLst/>
            <a:ahLst/>
            <a:cxnLst/>
            <a:rect l="0" t="0" r="r" b="b"/>
            <a:pathLst>
              <a:path w="118872" h="118872" fill="norm" stroke="1" extrusionOk="0">
                <a:moveTo>
                  <a:pt x="118872" y="59436"/>
                </a:moveTo>
                <a:lnTo>
                  <a:pt x="0" y="118872"/>
                </a:lnTo>
                <a:lnTo>
                  <a:pt x="29718" y="59436"/>
                </a:lnTo>
                <a:lnTo>
                  <a:pt x="0" y="0"/>
                </a:lnTo>
                <a:close/>
              </a:path>
            </a:pathLst>
          </a:custGeom>
          <a:solidFill>
            <a:srgbClr val="FF7A0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14" name="line 348"/>
          <p:cNvSpPr/>
          <p:nvPr/>
        </p:nvSpPr>
        <p:spPr>
          <a:xfrm>
            <a:off x="9290304" y="7955280"/>
            <a:ext cx="320040" cy="914"/>
          </a:xfrm>
          <a:custGeom>
            <a:avLst/>
            <a:gdLst/>
            <a:ahLst/>
            <a:cxnLst/>
            <a:rect l="0" t="0" r="r" b="b"/>
            <a:pathLst>
              <a:path w="320040" h="914" fill="none" stroke="1" extrusionOk="0">
                <a:moveTo>
                  <a:pt x="0" y="0"/>
                </a:moveTo>
                <a:lnTo>
                  <a:pt x="320040" y="0"/>
                </a:lnTo>
              </a:path>
            </a:pathLst>
          </a:custGeom>
          <a:noFill/>
          <a:ln w="16459">
            <a:solidFill>
              <a:srgbClr val="FF7A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15" name="Arrowhead 348"/>
          <p:cNvSpPr/>
          <p:nvPr/>
        </p:nvSpPr>
        <p:spPr>
          <a:xfrm>
            <a:off x="9491472" y="7895844"/>
            <a:ext cx="118872" cy="118872"/>
          </a:xfrm>
          <a:custGeom>
            <a:avLst/>
            <a:gdLst/>
            <a:ahLst/>
            <a:cxnLst/>
            <a:rect l="0" t="0" r="r" b="b"/>
            <a:pathLst>
              <a:path w="118872" h="118872" fill="norm" stroke="1" extrusionOk="0">
                <a:moveTo>
                  <a:pt x="118872" y="59436"/>
                </a:moveTo>
                <a:lnTo>
                  <a:pt x="0" y="118872"/>
                </a:lnTo>
                <a:lnTo>
                  <a:pt x="29718" y="59436"/>
                </a:lnTo>
                <a:lnTo>
                  <a:pt x="0" y="0"/>
                </a:lnTo>
                <a:close/>
              </a:path>
            </a:pathLst>
          </a:custGeom>
          <a:solidFill>
            <a:srgbClr val="FF7A0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16" name="line 349"/>
          <p:cNvSpPr/>
          <p:nvPr/>
        </p:nvSpPr>
        <p:spPr>
          <a:xfrm>
            <a:off x="9802368" y="5733288"/>
            <a:ext cx="914" cy="393192"/>
          </a:xfrm>
          <a:custGeom>
            <a:avLst/>
            <a:gdLst/>
            <a:ahLst/>
            <a:cxnLst/>
            <a:rect l="0" t="0" r="r" b="b"/>
            <a:pathLst>
              <a:path w="914" h="393192" fill="none" stroke="1" extrusionOk="0">
                <a:moveTo>
                  <a:pt x="0" y="0"/>
                </a:moveTo>
                <a:lnTo>
                  <a:pt x="0" y="393192"/>
                </a:lnTo>
              </a:path>
            </a:pathLst>
          </a:custGeom>
          <a:noFill/>
          <a:ln w="16459">
            <a:solidFill>
              <a:srgbClr val="FF7A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17" name="Arrowhead 349"/>
          <p:cNvSpPr/>
          <p:nvPr/>
        </p:nvSpPr>
        <p:spPr>
          <a:xfrm>
            <a:off x="9742932" y="6007608"/>
            <a:ext cx="118872" cy="118872"/>
          </a:xfrm>
          <a:custGeom>
            <a:avLst/>
            <a:gdLst/>
            <a:ahLst/>
            <a:cxnLst/>
            <a:rect l="0" t="0" r="r" b="b"/>
            <a:pathLst>
              <a:path w="118872" h="118872" fill="norm" stroke="1" extrusionOk="0">
                <a:moveTo>
                  <a:pt x="59436" y="118872"/>
                </a:moveTo>
                <a:lnTo>
                  <a:pt x="0" y="0"/>
                </a:lnTo>
                <a:lnTo>
                  <a:pt x="59436" y="29718"/>
                </a:lnTo>
                <a:lnTo>
                  <a:pt x="118872" y="0"/>
                </a:lnTo>
                <a:close/>
              </a:path>
            </a:pathLst>
          </a:custGeom>
          <a:solidFill>
            <a:srgbClr val="FF7A0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18" name="line 350"/>
          <p:cNvSpPr/>
          <p:nvPr/>
        </p:nvSpPr>
        <p:spPr>
          <a:xfrm>
            <a:off x="9802368" y="6519672"/>
            <a:ext cx="914" cy="411480"/>
          </a:xfrm>
          <a:custGeom>
            <a:avLst/>
            <a:gdLst/>
            <a:ahLst/>
            <a:cxnLst/>
            <a:rect l="0" t="0" r="r" b="b"/>
            <a:pathLst>
              <a:path w="914" h="411480" fill="none" stroke="1" extrusionOk="0">
                <a:moveTo>
                  <a:pt x="0" y="0"/>
                </a:moveTo>
                <a:lnTo>
                  <a:pt x="0" y="411480"/>
                </a:lnTo>
              </a:path>
            </a:pathLst>
          </a:custGeom>
          <a:noFill/>
          <a:ln w="16459">
            <a:solidFill>
              <a:srgbClr val="FF7A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19" name="Arrowhead 350"/>
          <p:cNvSpPr/>
          <p:nvPr/>
        </p:nvSpPr>
        <p:spPr>
          <a:xfrm>
            <a:off x="9742932" y="6812280"/>
            <a:ext cx="118872" cy="118872"/>
          </a:xfrm>
          <a:custGeom>
            <a:avLst/>
            <a:gdLst/>
            <a:ahLst/>
            <a:cxnLst/>
            <a:rect l="0" t="0" r="r" b="b"/>
            <a:pathLst>
              <a:path w="118872" h="118872" fill="norm" stroke="1" extrusionOk="0">
                <a:moveTo>
                  <a:pt x="59436" y="118872"/>
                </a:moveTo>
                <a:lnTo>
                  <a:pt x="0" y="0"/>
                </a:lnTo>
                <a:lnTo>
                  <a:pt x="59436" y="29718"/>
                </a:lnTo>
                <a:lnTo>
                  <a:pt x="118872" y="0"/>
                </a:lnTo>
                <a:close/>
              </a:path>
            </a:pathLst>
          </a:custGeom>
          <a:solidFill>
            <a:srgbClr val="FF7A0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20" name="line 351"/>
          <p:cNvSpPr/>
          <p:nvPr/>
        </p:nvSpPr>
        <p:spPr>
          <a:xfrm>
            <a:off x="9820656" y="4983480"/>
            <a:ext cx="566928" cy="923544"/>
          </a:xfrm>
          <a:custGeom>
            <a:avLst/>
            <a:gdLst/>
            <a:ahLst/>
            <a:cxnLst/>
            <a:rect l="0" t="0" r="r" b="b"/>
            <a:pathLst>
              <a:path w="566928" h="923544" fill="none" stroke="1" extrusionOk="0">
                <a:moveTo>
                  <a:pt x="0" y="923544"/>
                </a:moveTo>
                <a:lnTo>
                  <a:pt x="566928" y="923544"/>
                </a:lnTo>
                <a:lnTo>
                  <a:pt x="566928" y="0"/>
                </a:lnTo>
              </a:path>
            </a:pathLst>
          </a:custGeom>
          <a:noFill/>
          <a:ln w="16459">
            <a:solidFill>
              <a:srgbClr val="008FE5"/>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21" name="Arrowhead 351"/>
          <p:cNvSpPr/>
          <p:nvPr/>
        </p:nvSpPr>
        <p:spPr>
          <a:xfrm>
            <a:off x="10328148" y="4983480"/>
            <a:ext cx="118872" cy="118872"/>
          </a:xfrm>
          <a:custGeom>
            <a:avLst/>
            <a:gdLst/>
            <a:ahLst/>
            <a:cxnLst/>
            <a:rect l="0" t="0" r="r" b="b"/>
            <a:pathLst>
              <a:path w="118872" h="118872" fill="norm" stroke="1" extrusionOk="0">
                <a:moveTo>
                  <a:pt x="59436" y="0"/>
                </a:moveTo>
                <a:lnTo>
                  <a:pt x="118872" y="118872"/>
                </a:lnTo>
                <a:lnTo>
                  <a:pt x="59436" y="89154"/>
                </a:lnTo>
                <a:lnTo>
                  <a:pt x="0" y="118872"/>
                </a:lnTo>
                <a:close/>
              </a:path>
            </a:pathLst>
          </a:custGeom>
          <a:solidFill>
            <a:srgbClr val="008FE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22" name="line 352"/>
          <p:cNvSpPr/>
          <p:nvPr/>
        </p:nvSpPr>
        <p:spPr>
          <a:xfrm>
            <a:off x="9829800" y="6574536"/>
            <a:ext cx="557784" cy="576072"/>
          </a:xfrm>
          <a:custGeom>
            <a:avLst/>
            <a:gdLst/>
            <a:ahLst/>
            <a:cxnLst/>
            <a:rect l="0" t="0" r="r" b="b"/>
            <a:pathLst>
              <a:path w="557784" h="576072" fill="none" stroke="1" extrusionOk="0">
                <a:moveTo>
                  <a:pt x="0" y="576072"/>
                </a:moveTo>
                <a:lnTo>
                  <a:pt x="557784" y="576072"/>
                </a:lnTo>
                <a:lnTo>
                  <a:pt x="557784" y="0"/>
                </a:lnTo>
              </a:path>
            </a:pathLst>
          </a:custGeom>
          <a:noFill/>
          <a:ln w="16459">
            <a:solidFill>
              <a:srgbClr val="008FE5"/>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23" name="Arrowhead 352"/>
          <p:cNvSpPr/>
          <p:nvPr/>
        </p:nvSpPr>
        <p:spPr>
          <a:xfrm>
            <a:off x="10328148" y="6574536"/>
            <a:ext cx="118872" cy="118872"/>
          </a:xfrm>
          <a:custGeom>
            <a:avLst/>
            <a:gdLst/>
            <a:ahLst/>
            <a:cxnLst/>
            <a:rect l="0" t="0" r="r" b="b"/>
            <a:pathLst>
              <a:path w="118872" h="118872" fill="norm" stroke="1" extrusionOk="0">
                <a:moveTo>
                  <a:pt x="59436" y="0"/>
                </a:moveTo>
                <a:lnTo>
                  <a:pt x="118872" y="118872"/>
                </a:lnTo>
                <a:lnTo>
                  <a:pt x="59436" y="89154"/>
                </a:lnTo>
                <a:lnTo>
                  <a:pt x="0" y="118872"/>
                </a:lnTo>
                <a:close/>
              </a:path>
            </a:pathLst>
          </a:custGeom>
          <a:solidFill>
            <a:srgbClr val="008FE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24" name="line 353"/>
          <p:cNvSpPr/>
          <p:nvPr/>
        </p:nvSpPr>
        <p:spPr>
          <a:xfrm>
            <a:off x="10643616" y="4983480"/>
            <a:ext cx="914" cy="356616"/>
          </a:xfrm>
          <a:custGeom>
            <a:avLst/>
            <a:gdLst/>
            <a:ahLst/>
            <a:cxnLst/>
            <a:rect l="0" t="0" r="r" b="b"/>
            <a:pathLst>
              <a:path w="914" h="356616" fill="none" stroke="1" extrusionOk="0">
                <a:moveTo>
                  <a:pt x="0" y="356616"/>
                </a:moveTo>
                <a:lnTo>
                  <a:pt x="0" y="0"/>
                </a:lnTo>
              </a:path>
            </a:pathLst>
          </a:custGeom>
          <a:noFill/>
          <a:ln w="16459">
            <a:solidFill>
              <a:srgbClr val="008FE5"/>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25" name="Arrowhead 353"/>
          <p:cNvSpPr/>
          <p:nvPr/>
        </p:nvSpPr>
        <p:spPr>
          <a:xfrm>
            <a:off x="10584180" y="4983480"/>
            <a:ext cx="118872" cy="118872"/>
          </a:xfrm>
          <a:custGeom>
            <a:avLst/>
            <a:gdLst/>
            <a:ahLst/>
            <a:cxnLst/>
            <a:rect l="0" t="0" r="r" b="b"/>
            <a:pathLst>
              <a:path w="118872" h="118872" fill="norm" stroke="1" extrusionOk="0">
                <a:moveTo>
                  <a:pt x="59436" y="0"/>
                </a:moveTo>
                <a:lnTo>
                  <a:pt x="118872" y="118872"/>
                </a:lnTo>
                <a:lnTo>
                  <a:pt x="59436" y="89154"/>
                </a:lnTo>
                <a:lnTo>
                  <a:pt x="0" y="118872"/>
                </a:lnTo>
                <a:close/>
              </a:path>
            </a:pathLst>
          </a:custGeom>
          <a:solidFill>
            <a:srgbClr val="008FE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26" name="line 354"/>
          <p:cNvSpPr/>
          <p:nvPr/>
        </p:nvSpPr>
        <p:spPr>
          <a:xfrm>
            <a:off x="10643616" y="5760720"/>
            <a:ext cx="914" cy="365760"/>
          </a:xfrm>
          <a:custGeom>
            <a:avLst/>
            <a:gdLst/>
            <a:ahLst/>
            <a:cxnLst/>
            <a:rect l="0" t="0" r="r" b="b"/>
            <a:pathLst>
              <a:path w="914" h="365760" fill="none" stroke="1" extrusionOk="0">
                <a:moveTo>
                  <a:pt x="0" y="365760"/>
                </a:moveTo>
                <a:lnTo>
                  <a:pt x="0" y="0"/>
                </a:lnTo>
              </a:path>
            </a:pathLst>
          </a:custGeom>
          <a:noFill/>
          <a:ln w="16459">
            <a:solidFill>
              <a:srgbClr val="008FE5"/>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27" name="Arrowhead 354"/>
          <p:cNvSpPr/>
          <p:nvPr/>
        </p:nvSpPr>
        <p:spPr>
          <a:xfrm>
            <a:off x="10584180" y="5760720"/>
            <a:ext cx="118872" cy="118872"/>
          </a:xfrm>
          <a:custGeom>
            <a:avLst/>
            <a:gdLst/>
            <a:ahLst/>
            <a:cxnLst/>
            <a:rect l="0" t="0" r="r" b="b"/>
            <a:pathLst>
              <a:path w="118872" h="118872" fill="norm" stroke="1" extrusionOk="0">
                <a:moveTo>
                  <a:pt x="59436" y="0"/>
                </a:moveTo>
                <a:lnTo>
                  <a:pt x="118872" y="118872"/>
                </a:lnTo>
                <a:lnTo>
                  <a:pt x="59436" y="89154"/>
                </a:lnTo>
                <a:lnTo>
                  <a:pt x="0" y="118872"/>
                </a:lnTo>
                <a:close/>
              </a:path>
            </a:pathLst>
          </a:custGeom>
          <a:solidFill>
            <a:srgbClr val="008FE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28" name="line 355"/>
          <p:cNvSpPr/>
          <p:nvPr/>
        </p:nvSpPr>
        <p:spPr>
          <a:xfrm>
            <a:off x="10643616" y="6574536"/>
            <a:ext cx="914" cy="374904"/>
          </a:xfrm>
          <a:custGeom>
            <a:avLst/>
            <a:gdLst/>
            <a:ahLst/>
            <a:cxnLst/>
            <a:rect l="0" t="0" r="r" b="b"/>
            <a:pathLst>
              <a:path w="914" h="374904" fill="none" stroke="1" extrusionOk="0">
                <a:moveTo>
                  <a:pt x="0" y="374904"/>
                </a:moveTo>
                <a:lnTo>
                  <a:pt x="0" y="0"/>
                </a:lnTo>
              </a:path>
            </a:pathLst>
          </a:custGeom>
          <a:noFill/>
          <a:ln w="16459">
            <a:solidFill>
              <a:srgbClr val="008FE5"/>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29" name="Arrowhead 355"/>
          <p:cNvSpPr/>
          <p:nvPr/>
        </p:nvSpPr>
        <p:spPr>
          <a:xfrm>
            <a:off x="10584180" y="6574536"/>
            <a:ext cx="118872" cy="118872"/>
          </a:xfrm>
          <a:custGeom>
            <a:avLst/>
            <a:gdLst/>
            <a:ahLst/>
            <a:cxnLst/>
            <a:rect l="0" t="0" r="r" b="b"/>
            <a:pathLst>
              <a:path w="118872" h="118872" fill="norm" stroke="1" extrusionOk="0">
                <a:moveTo>
                  <a:pt x="59436" y="0"/>
                </a:moveTo>
                <a:lnTo>
                  <a:pt x="118872" y="118872"/>
                </a:lnTo>
                <a:lnTo>
                  <a:pt x="59436" y="89154"/>
                </a:lnTo>
                <a:lnTo>
                  <a:pt x="0" y="118872"/>
                </a:lnTo>
                <a:close/>
              </a:path>
            </a:pathLst>
          </a:custGeom>
          <a:solidFill>
            <a:srgbClr val="008FE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30" name="line 356"/>
          <p:cNvSpPr/>
          <p:nvPr/>
        </p:nvSpPr>
        <p:spPr>
          <a:xfrm>
            <a:off x="10643616" y="7379208"/>
            <a:ext cx="914" cy="356616"/>
          </a:xfrm>
          <a:custGeom>
            <a:avLst/>
            <a:gdLst/>
            <a:ahLst/>
            <a:cxnLst/>
            <a:rect l="0" t="0" r="r" b="b"/>
            <a:pathLst>
              <a:path w="914" h="356616" fill="none" stroke="1" extrusionOk="0">
                <a:moveTo>
                  <a:pt x="0" y="356616"/>
                </a:moveTo>
                <a:lnTo>
                  <a:pt x="0" y="0"/>
                </a:lnTo>
              </a:path>
            </a:pathLst>
          </a:custGeom>
          <a:noFill/>
          <a:ln w="16459">
            <a:solidFill>
              <a:srgbClr val="008FE5"/>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31" name="Arrowhead 356"/>
          <p:cNvSpPr/>
          <p:nvPr/>
        </p:nvSpPr>
        <p:spPr>
          <a:xfrm>
            <a:off x="10584180" y="7379208"/>
            <a:ext cx="118872" cy="118872"/>
          </a:xfrm>
          <a:custGeom>
            <a:avLst/>
            <a:gdLst/>
            <a:ahLst/>
            <a:cxnLst/>
            <a:rect l="0" t="0" r="r" b="b"/>
            <a:pathLst>
              <a:path w="118872" h="118872" fill="norm" stroke="1" extrusionOk="0">
                <a:moveTo>
                  <a:pt x="59436" y="0"/>
                </a:moveTo>
                <a:lnTo>
                  <a:pt x="118872" y="118872"/>
                </a:lnTo>
                <a:lnTo>
                  <a:pt x="59436" y="89154"/>
                </a:lnTo>
                <a:lnTo>
                  <a:pt x="0" y="118872"/>
                </a:lnTo>
                <a:close/>
              </a:path>
            </a:pathLst>
          </a:custGeom>
          <a:solidFill>
            <a:srgbClr val="008FE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32" name="line 357"/>
          <p:cNvSpPr/>
          <p:nvPr/>
        </p:nvSpPr>
        <p:spPr>
          <a:xfrm>
            <a:off x="10643616" y="7379208"/>
            <a:ext cx="640080" cy="228600"/>
          </a:xfrm>
          <a:custGeom>
            <a:avLst/>
            <a:gdLst/>
            <a:ahLst/>
            <a:cxnLst/>
            <a:rect l="0" t="0" r="r" b="b"/>
            <a:pathLst>
              <a:path w="640080" h="228600" fill="none" stroke="1" extrusionOk="0">
                <a:moveTo>
                  <a:pt x="0" y="228600"/>
                </a:moveTo>
                <a:lnTo>
                  <a:pt x="640080" y="228600"/>
                </a:lnTo>
                <a:lnTo>
                  <a:pt x="640080" y="0"/>
                </a:lnTo>
              </a:path>
            </a:pathLst>
          </a:custGeom>
          <a:noFill/>
          <a:ln w="16459">
            <a:solidFill>
              <a:srgbClr val="873BB5"/>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33" name="Arrowhead 357"/>
          <p:cNvSpPr/>
          <p:nvPr/>
        </p:nvSpPr>
        <p:spPr>
          <a:xfrm>
            <a:off x="11224260" y="7379208"/>
            <a:ext cx="118872" cy="118872"/>
          </a:xfrm>
          <a:custGeom>
            <a:avLst/>
            <a:gdLst/>
            <a:ahLst/>
            <a:cxnLst/>
            <a:rect l="0" t="0" r="r" b="b"/>
            <a:pathLst>
              <a:path w="118872" h="118872" fill="norm" stroke="1" extrusionOk="0">
                <a:moveTo>
                  <a:pt x="59436" y="0"/>
                </a:moveTo>
                <a:lnTo>
                  <a:pt x="118872" y="118872"/>
                </a:lnTo>
                <a:lnTo>
                  <a:pt x="59436" y="89154"/>
                </a:lnTo>
                <a:lnTo>
                  <a:pt x="0" y="118872"/>
                </a:lnTo>
                <a:close/>
              </a:path>
            </a:pathLst>
          </a:custGeom>
          <a:solidFill>
            <a:srgbClr val="873BB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34" name="line 358"/>
          <p:cNvSpPr/>
          <p:nvPr/>
        </p:nvSpPr>
        <p:spPr>
          <a:xfrm>
            <a:off x="10844784" y="4736592"/>
            <a:ext cx="429768" cy="2194560"/>
          </a:xfrm>
          <a:custGeom>
            <a:avLst/>
            <a:gdLst/>
            <a:ahLst/>
            <a:cxnLst/>
            <a:rect l="0" t="0" r="r" b="b"/>
            <a:pathLst>
              <a:path w="429768" h="2194560" fill="none" stroke="1" extrusionOk="0">
                <a:moveTo>
                  <a:pt x="0" y="0"/>
                </a:moveTo>
                <a:lnTo>
                  <a:pt x="429768" y="0"/>
                </a:lnTo>
                <a:lnTo>
                  <a:pt x="429768" y="2194560"/>
                </a:lnTo>
              </a:path>
            </a:pathLst>
          </a:custGeom>
          <a:noFill/>
          <a:ln w="16459">
            <a:solidFill>
              <a:srgbClr val="873BB5"/>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35" name="Arrowhead 358"/>
          <p:cNvSpPr/>
          <p:nvPr/>
        </p:nvSpPr>
        <p:spPr>
          <a:xfrm>
            <a:off x="11215116" y="6812280"/>
            <a:ext cx="118872" cy="118872"/>
          </a:xfrm>
          <a:custGeom>
            <a:avLst/>
            <a:gdLst/>
            <a:ahLst/>
            <a:cxnLst/>
            <a:rect l="0" t="0" r="r" b="b"/>
            <a:pathLst>
              <a:path w="118872" h="118872" fill="norm" stroke="1" extrusionOk="0">
                <a:moveTo>
                  <a:pt x="59436" y="118872"/>
                </a:moveTo>
                <a:lnTo>
                  <a:pt x="0" y="0"/>
                </a:lnTo>
                <a:lnTo>
                  <a:pt x="59436" y="29718"/>
                </a:lnTo>
                <a:lnTo>
                  <a:pt x="118872" y="0"/>
                </a:lnTo>
                <a:close/>
              </a:path>
            </a:pathLst>
          </a:custGeom>
          <a:solidFill>
            <a:srgbClr val="873BB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36" name="line 359"/>
          <p:cNvSpPr/>
          <p:nvPr/>
        </p:nvSpPr>
        <p:spPr>
          <a:xfrm>
            <a:off x="10863072" y="4736592"/>
            <a:ext cx="905256" cy="914"/>
          </a:xfrm>
          <a:custGeom>
            <a:avLst/>
            <a:gdLst/>
            <a:ahLst/>
            <a:cxnLst/>
            <a:rect l="0" t="0" r="r" b="b"/>
            <a:pathLst>
              <a:path w="905256" h="914" fill="none" stroke="1" extrusionOk="0">
                <a:moveTo>
                  <a:pt x="0" y="0"/>
                </a:moveTo>
                <a:lnTo>
                  <a:pt x="905256" y="0"/>
                </a:lnTo>
              </a:path>
            </a:pathLst>
          </a:custGeom>
          <a:noFill/>
          <a:ln w="16459">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37" name="Arrowhead 359"/>
          <p:cNvSpPr/>
          <p:nvPr/>
        </p:nvSpPr>
        <p:spPr>
          <a:xfrm>
            <a:off x="11649456" y="4677156"/>
            <a:ext cx="118872" cy="118872"/>
          </a:xfrm>
          <a:custGeom>
            <a:avLst/>
            <a:gdLst/>
            <a:ahLst/>
            <a:cxnLst/>
            <a:rect l="0" t="0" r="r" b="b"/>
            <a:pathLst>
              <a:path w="118872" h="118872" fill="norm" stroke="1" extrusionOk="0">
                <a:moveTo>
                  <a:pt x="118872" y="59436"/>
                </a:moveTo>
                <a:lnTo>
                  <a:pt x="0" y="118872"/>
                </a:lnTo>
                <a:lnTo>
                  <a:pt x="29718" y="59436"/>
                </a:lnTo>
                <a:lnTo>
                  <a:pt x="0" y="0"/>
                </a:lnTo>
                <a:close/>
              </a:path>
            </a:pathLst>
          </a:custGeom>
          <a:solidFill>
            <a:srgbClr val="00000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38" name="path 360"/>
          <p:cNvSpPr/>
          <p:nvPr/>
        </p:nvSpPr>
        <p:spPr>
          <a:xfrm>
            <a:off x="10643616" y="5907024"/>
            <a:ext cx="1124712" cy="91440"/>
          </a:xfrm>
          <a:custGeom>
            <a:avLst/>
            <a:gdLst/>
            <a:ahLst/>
            <a:cxnLst/>
            <a:rect l="0" t="0" r="r" b="b"/>
            <a:pathLst>
              <a:path w="1124712" h="91440" fill="none" stroke="1" extrusionOk="0">
                <a:moveTo>
                  <a:pt x="0" y="91440"/>
                </a:moveTo>
                <a:lnTo>
                  <a:pt x="566928" y="91440"/>
                </a:lnTo>
                <a:cubicBezTo>
                  <a:pt x="566928" y="0"/>
                  <a:pt x="685800" y="0"/>
                  <a:pt x="685800" y="91440"/>
                </a:cubicBezTo>
                <a:lnTo>
                  <a:pt x="1124712" y="91440"/>
                </a:lnTo>
              </a:path>
            </a:pathLst>
          </a:custGeom>
          <a:noFill/>
          <a:ln w="16459">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39" name="line 361"/>
          <p:cNvSpPr/>
          <p:nvPr/>
        </p:nvSpPr>
        <p:spPr>
          <a:xfrm>
            <a:off x="11603736" y="5998464"/>
            <a:ext cx="164592" cy="914"/>
          </a:xfrm>
          <a:custGeom>
            <a:avLst/>
            <a:gdLst/>
            <a:ahLst/>
            <a:cxnLst/>
            <a:rect l="0" t="0" r="r" b="b"/>
            <a:pathLst>
              <a:path w="164592" h="914" fill="none" stroke="1" extrusionOk="0">
                <a:moveTo>
                  <a:pt x="0" y="0"/>
                </a:moveTo>
                <a:lnTo>
                  <a:pt x="164592" y="0"/>
                </a:lnTo>
              </a:path>
            </a:pathLst>
          </a:custGeom>
          <a:noFill/>
          <a:ln w="16459">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40" name="Arrowhead 361"/>
          <p:cNvSpPr/>
          <p:nvPr/>
        </p:nvSpPr>
        <p:spPr>
          <a:xfrm>
            <a:off x="11649456" y="5939028"/>
            <a:ext cx="118872" cy="118872"/>
          </a:xfrm>
          <a:custGeom>
            <a:avLst/>
            <a:gdLst/>
            <a:ahLst/>
            <a:cxnLst/>
            <a:rect l="0" t="0" r="r" b="b"/>
            <a:pathLst>
              <a:path w="118872" h="118872" fill="norm" stroke="1" extrusionOk="0">
                <a:moveTo>
                  <a:pt x="118872" y="59436"/>
                </a:moveTo>
                <a:lnTo>
                  <a:pt x="0" y="118872"/>
                </a:lnTo>
                <a:lnTo>
                  <a:pt x="29718" y="59436"/>
                </a:lnTo>
                <a:lnTo>
                  <a:pt x="0" y="0"/>
                </a:lnTo>
                <a:close/>
              </a:path>
            </a:pathLst>
          </a:custGeom>
          <a:solidFill>
            <a:srgbClr val="00000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41" name="line 362"/>
          <p:cNvSpPr/>
          <p:nvPr/>
        </p:nvSpPr>
        <p:spPr>
          <a:xfrm>
            <a:off x="11494008" y="7159752"/>
            <a:ext cx="274320" cy="914"/>
          </a:xfrm>
          <a:custGeom>
            <a:avLst/>
            <a:gdLst/>
            <a:ahLst/>
            <a:cxnLst/>
            <a:rect l="0" t="0" r="r" b="b"/>
            <a:pathLst>
              <a:path w="274320" h="914" fill="none" stroke="1" extrusionOk="0">
                <a:moveTo>
                  <a:pt x="0" y="0"/>
                </a:moveTo>
                <a:lnTo>
                  <a:pt x="274320" y="0"/>
                </a:lnTo>
              </a:path>
            </a:pathLst>
          </a:custGeom>
          <a:noFill/>
          <a:ln w="16459">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42" name="Arrowhead 362"/>
          <p:cNvSpPr/>
          <p:nvPr/>
        </p:nvSpPr>
        <p:spPr>
          <a:xfrm>
            <a:off x="11649456" y="7100316"/>
            <a:ext cx="118872" cy="118872"/>
          </a:xfrm>
          <a:custGeom>
            <a:avLst/>
            <a:gdLst/>
            <a:ahLst/>
            <a:cxnLst/>
            <a:rect l="0" t="0" r="r" b="b"/>
            <a:pathLst>
              <a:path w="118872" h="118872" fill="norm" stroke="1" extrusionOk="0">
                <a:moveTo>
                  <a:pt x="118872" y="59436"/>
                </a:moveTo>
                <a:lnTo>
                  <a:pt x="0" y="118872"/>
                </a:lnTo>
                <a:lnTo>
                  <a:pt x="29718" y="59436"/>
                </a:lnTo>
                <a:lnTo>
                  <a:pt x="0" y="0"/>
                </a:lnTo>
                <a:close/>
              </a:path>
            </a:pathLst>
          </a:custGeom>
          <a:solidFill>
            <a:srgbClr val="00000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43" name="rect 363"/>
          <p:cNvSpPr/>
          <p:nvPr/>
        </p:nvSpPr>
        <p:spPr>
          <a:xfrm>
            <a:off x="9610344" y="4572000"/>
            <a:ext cx="1234440" cy="393192"/>
          </a:xfrm>
          <a:prstGeom prst="roundRect">
            <a:avLst>
              <a:gd name="adj" fmla="val 9302"/>
            </a:avLst>
          </a:prstGeom>
          <a:solidFill>
            <a:srgbClr val="FBEBDD"/>
          </a:solidFill>
          <a:ln>
            <a:noFill/>
          </a:ln>
          <a:effectLst>
            <a:outerShdw blurRad="50292" dist="45720" dir="3090000" algn="tl" rotWithShape="0">
              <a:srgbClr val="000000">
                <a:alpha val="33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44" name="Fusion"/>
          <p:cNvSpPr txBox="1"/>
          <p:nvPr/>
        </p:nvSpPr>
        <p:spPr>
          <a:xfrm>
            <a:off x="9633204" y="4622749"/>
            <a:ext cx="1188720" cy="291694"/>
          </a:xfrm>
          <a:prstGeom prst="rect">
            <a:avLst/>
          </a:prstGeom>
          <a:noFill/>
        </p:spPr>
        <p:txBody>
          <a:bodyPr wrap="none" lIns="0" rIns="0" tIns="0" bIns="0" anchor="ctr">
            <a:noAutofit/>
          </a:bodyPr>
          <a:lstStyle/>
          <a:p>
            <a:pPr algn="ctr">
              <a:lnSpc>
                <a:spcPts val="2296"/>
              </a:lnSpc>
              <a:spcBef>
                <a:spcPts val="0"/>
              </a:spcBef>
              <a:spcAft>
                <a:spcPts val="0"/>
              </a:spcAft>
            </a:pPr>
            <a:r>
              <a:rPr sz="2088" b="1" i="0">
                <a:solidFill>
                  <a:srgbClr val="000000"/>
                </a:solidFill>
                <a:latin typeface="Times New Roman"/>
              </a:rPr>
              <a:t>Fusion</a:t>
            </a:r>
          </a:p>
        </p:txBody>
      </p:sp>
      <p:sp>
        <p:nvSpPr>
          <p:cNvPr id="445" name="rect 365"/>
          <p:cNvSpPr/>
          <p:nvPr/>
        </p:nvSpPr>
        <p:spPr>
          <a:xfrm>
            <a:off x="9610344" y="5340096"/>
            <a:ext cx="393192" cy="393192"/>
          </a:xfrm>
          <a:prstGeom prst="roundRect">
            <a:avLst>
              <a:gd name="adj" fmla="val 18604"/>
            </a:avLst>
          </a:prstGeom>
          <a:solidFill>
            <a:srgbClr val="FFE79A"/>
          </a:solidFill>
          <a:ln>
            <a:noFill/>
          </a:ln>
          <a:effectLst>
            <a:outerShdw blurRad="50292" dist="45720" dir="3090000" algn="tl" rotWithShape="0">
              <a:srgbClr val="000000">
                <a:alpha val="33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46" name="rect 366"/>
          <p:cNvSpPr/>
          <p:nvPr/>
        </p:nvSpPr>
        <p:spPr>
          <a:xfrm>
            <a:off x="10451592" y="5340096"/>
            <a:ext cx="374904" cy="393192"/>
          </a:xfrm>
          <a:prstGeom prst="roundRect">
            <a:avLst>
              <a:gd name="adj" fmla="val 19512"/>
            </a:avLst>
          </a:prstGeom>
          <a:solidFill>
            <a:srgbClr val="AFC4E6"/>
          </a:solidFill>
          <a:ln>
            <a:noFill/>
          </a:ln>
          <a:effectLst>
            <a:outerShdw blurRad="50292" dist="45720" dir="3090000" algn="tl" rotWithShape="0">
              <a:srgbClr val="000000">
                <a:alpha val="33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47" name="FD"/>
          <p:cNvSpPr txBox="1"/>
          <p:nvPr/>
        </p:nvSpPr>
        <p:spPr>
          <a:xfrm>
            <a:off x="10451592" y="5431079"/>
            <a:ext cx="374904" cy="211226"/>
          </a:xfrm>
          <a:prstGeom prst="rect">
            <a:avLst/>
          </a:prstGeom>
          <a:noFill/>
        </p:spPr>
        <p:txBody>
          <a:bodyPr wrap="none" lIns="0" rIns="0" tIns="0" bIns="0" anchor="ctr">
            <a:noAutofit/>
          </a:bodyPr>
          <a:lstStyle/>
          <a:p>
            <a:pPr algn="ctr">
              <a:lnSpc>
                <a:spcPts val="1663"/>
              </a:lnSpc>
              <a:spcBef>
                <a:spcPts val="0"/>
              </a:spcBef>
              <a:spcAft>
                <a:spcPts val="0"/>
              </a:spcAft>
            </a:pPr>
            <a:r>
              <a:rPr sz="1512" b="1" i="0">
                <a:solidFill>
                  <a:srgbClr val="000000"/>
                </a:solidFill>
                <a:latin typeface="Times New Roman"/>
              </a:rPr>
              <a:t>FD</a:t>
            </a:r>
          </a:p>
        </p:txBody>
      </p:sp>
      <p:sp>
        <p:nvSpPr>
          <p:cNvPr id="448" name="rect 368"/>
          <p:cNvSpPr/>
          <p:nvPr/>
        </p:nvSpPr>
        <p:spPr>
          <a:xfrm>
            <a:off x="9610344" y="6135624"/>
            <a:ext cx="1234440" cy="393192"/>
          </a:xfrm>
          <a:prstGeom prst="roundRect">
            <a:avLst>
              <a:gd name="adj" fmla="val 9302"/>
            </a:avLst>
          </a:prstGeom>
          <a:solidFill>
            <a:srgbClr val="FBEBDD"/>
          </a:solidFill>
          <a:ln>
            <a:noFill/>
          </a:ln>
          <a:effectLst>
            <a:outerShdw blurRad="50292" dist="45720" dir="3090000" algn="tl" rotWithShape="0">
              <a:srgbClr val="000000">
                <a:alpha val="33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49" name="Fusion"/>
          <p:cNvSpPr txBox="1"/>
          <p:nvPr/>
        </p:nvSpPr>
        <p:spPr>
          <a:xfrm>
            <a:off x="9633204" y="6186373"/>
            <a:ext cx="1188720" cy="291694"/>
          </a:xfrm>
          <a:prstGeom prst="rect">
            <a:avLst/>
          </a:prstGeom>
          <a:noFill/>
        </p:spPr>
        <p:txBody>
          <a:bodyPr wrap="none" lIns="0" rIns="0" tIns="0" bIns="0" anchor="ctr">
            <a:noAutofit/>
          </a:bodyPr>
          <a:lstStyle/>
          <a:p>
            <a:pPr algn="ctr">
              <a:lnSpc>
                <a:spcPts val="2296"/>
              </a:lnSpc>
              <a:spcBef>
                <a:spcPts val="0"/>
              </a:spcBef>
              <a:spcAft>
                <a:spcPts val="0"/>
              </a:spcAft>
            </a:pPr>
            <a:r>
              <a:rPr sz="2088" b="1" i="0">
                <a:solidFill>
                  <a:srgbClr val="000000"/>
                </a:solidFill>
                <a:latin typeface="Times New Roman"/>
              </a:rPr>
              <a:t>Fusion</a:t>
            </a:r>
          </a:p>
        </p:txBody>
      </p:sp>
      <p:sp>
        <p:nvSpPr>
          <p:cNvPr id="450" name="rect 370"/>
          <p:cNvSpPr/>
          <p:nvPr/>
        </p:nvSpPr>
        <p:spPr>
          <a:xfrm>
            <a:off x="9610344" y="6949440"/>
            <a:ext cx="393192" cy="393192"/>
          </a:xfrm>
          <a:prstGeom prst="roundRect">
            <a:avLst>
              <a:gd name="adj" fmla="val 18604"/>
            </a:avLst>
          </a:prstGeom>
          <a:solidFill>
            <a:srgbClr val="FFE79A"/>
          </a:solidFill>
          <a:ln>
            <a:noFill/>
          </a:ln>
          <a:effectLst>
            <a:outerShdw blurRad="50292" dist="45720" dir="3090000" algn="tl" rotWithShape="0">
              <a:srgbClr val="000000">
                <a:alpha val="33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51" name="rect 371"/>
          <p:cNvSpPr/>
          <p:nvPr/>
        </p:nvSpPr>
        <p:spPr>
          <a:xfrm>
            <a:off x="10451592" y="6949440"/>
            <a:ext cx="374904" cy="402336"/>
          </a:xfrm>
          <a:prstGeom prst="roundRect">
            <a:avLst>
              <a:gd name="adj" fmla="val 19512"/>
            </a:avLst>
          </a:prstGeom>
          <a:solidFill>
            <a:srgbClr val="AFC4E6"/>
          </a:solidFill>
          <a:ln>
            <a:noFill/>
          </a:ln>
          <a:effectLst>
            <a:outerShdw blurRad="50292" dist="45720" dir="3090000" algn="tl" rotWithShape="0">
              <a:srgbClr val="000000">
                <a:alpha val="33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52" name="FD"/>
          <p:cNvSpPr txBox="1"/>
          <p:nvPr/>
        </p:nvSpPr>
        <p:spPr>
          <a:xfrm>
            <a:off x="10451592" y="7044995"/>
            <a:ext cx="374904" cy="211226"/>
          </a:xfrm>
          <a:prstGeom prst="rect">
            <a:avLst/>
          </a:prstGeom>
          <a:noFill/>
        </p:spPr>
        <p:txBody>
          <a:bodyPr wrap="none" lIns="0" rIns="0" tIns="0" bIns="0" anchor="ctr">
            <a:noAutofit/>
          </a:bodyPr>
          <a:lstStyle/>
          <a:p>
            <a:pPr algn="ctr">
              <a:lnSpc>
                <a:spcPts val="1663"/>
              </a:lnSpc>
              <a:spcBef>
                <a:spcPts val="0"/>
              </a:spcBef>
              <a:spcAft>
                <a:spcPts val="0"/>
              </a:spcAft>
            </a:pPr>
            <a:r>
              <a:rPr sz="1512" b="1" i="0">
                <a:solidFill>
                  <a:srgbClr val="000000"/>
                </a:solidFill>
                <a:latin typeface="Times New Roman"/>
              </a:rPr>
              <a:t>FD</a:t>
            </a:r>
          </a:p>
        </p:txBody>
      </p:sp>
      <p:sp>
        <p:nvSpPr>
          <p:cNvPr id="453" name="rect 373"/>
          <p:cNvSpPr/>
          <p:nvPr/>
        </p:nvSpPr>
        <p:spPr>
          <a:xfrm>
            <a:off x="11091672" y="6958584"/>
            <a:ext cx="402336" cy="393192"/>
          </a:xfrm>
          <a:prstGeom prst="roundRect">
            <a:avLst>
              <a:gd name="adj" fmla="val 16279"/>
            </a:avLst>
          </a:prstGeom>
          <a:solidFill>
            <a:srgbClr val="CDC2DB"/>
          </a:solidFill>
          <a:ln>
            <a:noFill/>
          </a:ln>
          <a:effectLst>
            <a:outerShdw blurRad="50292" dist="45720" dir="3090000" algn="tl" rotWithShape="0">
              <a:srgbClr val="000000">
                <a:alpha val="33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54" name="SAC"/>
          <p:cNvSpPr txBox="1"/>
          <p:nvPr/>
        </p:nvSpPr>
        <p:spPr>
          <a:xfrm>
            <a:off x="11091672" y="7049567"/>
            <a:ext cx="402336" cy="211226"/>
          </a:xfrm>
          <a:prstGeom prst="rect">
            <a:avLst/>
          </a:prstGeom>
          <a:noFill/>
        </p:spPr>
        <p:txBody>
          <a:bodyPr wrap="none" lIns="0" rIns="0" tIns="0" bIns="0" anchor="ctr">
            <a:noAutofit/>
          </a:bodyPr>
          <a:lstStyle/>
          <a:p>
            <a:pPr algn="ctr">
              <a:lnSpc>
                <a:spcPts val="1663"/>
              </a:lnSpc>
              <a:spcBef>
                <a:spcPts val="0"/>
              </a:spcBef>
              <a:spcAft>
                <a:spcPts val="0"/>
              </a:spcAft>
            </a:pPr>
            <a:r>
              <a:rPr sz="1512" b="1" i="0">
                <a:solidFill>
                  <a:srgbClr val="000000"/>
                </a:solidFill>
                <a:latin typeface="Times New Roman"/>
              </a:rPr>
              <a:t>SAC</a:t>
            </a:r>
          </a:p>
        </p:txBody>
      </p:sp>
      <p:sp>
        <p:nvSpPr>
          <p:cNvPr id="455" name="rect 375"/>
          <p:cNvSpPr/>
          <p:nvPr/>
        </p:nvSpPr>
        <p:spPr>
          <a:xfrm>
            <a:off x="9610344" y="7744968"/>
            <a:ext cx="1234440" cy="393192"/>
          </a:xfrm>
          <a:prstGeom prst="roundRect">
            <a:avLst>
              <a:gd name="adj" fmla="val 9302"/>
            </a:avLst>
          </a:prstGeom>
          <a:solidFill>
            <a:srgbClr val="C3D69D"/>
          </a:solidFill>
          <a:ln>
            <a:noFill/>
          </a:ln>
          <a:effectLst>
            <a:outerShdw blurRad="50292" dist="45720" dir="3090000" algn="tl" rotWithShape="0">
              <a:srgbClr val="000000">
                <a:alpha val="33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56" name="MSFF-FE"/>
          <p:cNvSpPr txBox="1"/>
          <p:nvPr/>
        </p:nvSpPr>
        <p:spPr>
          <a:xfrm>
            <a:off x="9633204" y="7815834"/>
            <a:ext cx="1188720" cy="251460"/>
          </a:xfrm>
          <a:prstGeom prst="rect">
            <a:avLst/>
          </a:prstGeom>
          <a:noFill/>
        </p:spPr>
        <p:txBody>
          <a:bodyPr wrap="none" lIns="0" rIns="0" tIns="0" bIns="0" anchor="ctr">
            <a:noAutofit/>
          </a:bodyPr>
          <a:lstStyle/>
          <a:p>
            <a:pPr algn="ctr">
              <a:lnSpc>
                <a:spcPts val="1980"/>
              </a:lnSpc>
              <a:spcBef>
                <a:spcPts val="0"/>
              </a:spcBef>
              <a:spcAft>
                <a:spcPts val="0"/>
              </a:spcAft>
            </a:pPr>
            <a:r>
              <a:rPr sz="1800" b="1" i="0">
                <a:solidFill>
                  <a:srgbClr val="000000"/>
                </a:solidFill>
                <a:latin typeface="Times New Roman"/>
              </a:rPr>
              <a:t>MSFF-FE</a:t>
            </a:r>
          </a:p>
        </p:txBody>
      </p:sp>
      <p:sp>
        <p:nvSpPr>
          <p:cNvPr id="457" name="rect 377"/>
          <p:cNvSpPr/>
          <p:nvPr/>
        </p:nvSpPr>
        <p:spPr>
          <a:xfrm>
            <a:off x="11896344" y="4443984"/>
            <a:ext cx="192024" cy="192024"/>
          </a:xfrm>
          <a:prstGeom prst="roundRect">
            <a:avLst>
              <a:gd name="adj" fmla="val 14285"/>
            </a:avLst>
          </a:prstGeom>
          <a:solidFill>
            <a:srgbClr val="D2DDED"/>
          </a:solidFill>
          <a:ln w="18288">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58" name="rect 378"/>
          <p:cNvSpPr/>
          <p:nvPr/>
        </p:nvSpPr>
        <p:spPr>
          <a:xfrm>
            <a:off x="11896344" y="4727448"/>
            <a:ext cx="192024" cy="192024"/>
          </a:xfrm>
          <a:prstGeom prst="roundRect">
            <a:avLst>
              <a:gd name="adj" fmla="val 14285"/>
            </a:avLst>
          </a:prstGeom>
          <a:solidFill>
            <a:srgbClr val="D2DDED"/>
          </a:solidFill>
          <a:ln w="18288">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59" name="rect 379"/>
          <p:cNvSpPr/>
          <p:nvPr/>
        </p:nvSpPr>
        <p:spPr>
          <a:xfrm>
            <a:off x="11896344" y="5175504"/>
            <a:ext cx="192024" cy="192024"/>
          </a:xfrm>
          <a:prstGeom prst="roundRect">
            <a:avLst>
              <a:gd name="adj" fmla="val 14285"/>
            </a:avLst>
          </a:prstGeom>
          <a:solidFill>
            <a:srgbClr val="D2DDED"/>
          </a:solidFill>
          <a:ln w="18288">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60" name="···"/>
          <p:cNvSpPr txBox="1"/>
          <p:nvPr/>
        </p:nvSpPr>
        <p:spPr>
          <a:xfrm rot="5400000">
            <a:off x="11868912" y="4903470"/>
            <a:ext cx="246888" cy="251460"/>
          </a:xfrm>
          <a:prstGeom prst="rect">
            <a:avLst/>
          </a:prstGeom>
          <a:noFill/>
        </p:spPr>
        <p:txBody>
          <a:bodyPr wrap="none" lIns="0" rIns="0" tIns="0" bIns="0" anchor="ctr">
            <a:noAutofit/>
          </a:bodyPr>
          <a:lstStyle/>
          <a:p>
            <a:pPr algn="ctr">
              <a:lnSpc>
                <a:spcPts val="1980"/>
              </a:lnSpc>
              <a:spcBef>
                <a:spcPts val="0"/>
              </a:spcBef>
              <a:spcAft>
                <a:spcPts val="0"/>
              </a:spcAft>
            </a:pPr>
            <a:r>
              <a:rPr sz="1800" b="1" i="0">
                <a:solidFill>
                  <a:srgbClr val="000000"/>
                </a:solidFill>
                <a:latin typeface="Times New Roman"/>
              </a:rPr>
              <a:t>···</a:t>
            </a:r>
          </a:p>
        </p:txBody>
      </p:sp>
      <p:sp>
        <p:nvSpPr>
          <p:cNvPr id="461" name="F"/>
          <p:cNvSpPr txBox="1"/>
          <p:nvPr/>
        </p:nvSpPr>
        <p:spPr>
          <a:xfrm>
            <a:off x="12216384" y="4599432"/>
            <a:ext cx="192024" cy="265176"/>
          </a:xfrm>
          <a:prstGeom prst="rect">
            <a:avLst/>
          </a:prstGeom>
          <a:noFill/>
        </p:spPr>
        <p:txBody>
          <a:bodyPr wrap="none" lIns="0" rIns="0" tIns="0" bIns="0" anchor="ctr">
            <a:noAutofit/>
          </a:bodyPr>
          <a:lstStyle/>
          <a:p>
            <a:pPr algn="l">
              <a:lnSpc>
                <a:spcPts val="2138"/>
              </a:lnSpc>
              <a:spcBef>
                <a:spcPts val="0"/>
              </a:spcBef>
              <a:spcAft>
                <a:spcPts val="0"/>
              </a:spcAft>
            </a:pPr>
            <a:r>
              <a:rPr sz="1943" b="1" i="1">
                <a:solidFill>
                  <a:srgbClr val="000000"/>
                </a:solidFill>
                <a:latin typeface="Times New Roman"/>
              </a:rPr>
              <a:t>F</a:t>
            </a:r>
          </a:p>
        </p:txBody>
      </p:sp>
      <p:sp>
        <p:nvSpPr>
          <p:cNvPr id="462" name="v5"/>
          <p:cNvSpPr txBox="1"/>
          <p:nvPr/>
        </p:nvSpPr>
        <p:spPr>
          <a:xfrm>
            <a:off x="12362688" y="4715469"/>
            <a:ext cx="283464" cy="164592"/>
          </a:xfrm>
          <a:prstGeom prst="rect">
            <a:avLst/>
          </a:prstGeom>
          <a:noFill/>
        </p:spPr>
        <p:txBody>
          <a:bodyPr wrap="none" lIns="0" rIns="0" tIns="0" bIns="0" anchor="ctr">
            <a:noAutofit/>
          </a:bodyPr>
          <a:lstStyle/>
          <a:p>
            <a:pPr algn="l">
              <a:lnSpc>
                <a:spcPts val="1346"/>
              </a:lnSpc>
              <a:spcBef>
                <a:spcPts val="0"/>
              </a:spcBef>
              <a:spcAft>
                <a:spcPts val="0"/>
              </a:spcAft>
            </a:pPr>
            <a:r>
              <a:rPr sz="1224" b="1" i="1">
                <a:solidFill>
                  <a:srgbClr val="000000"/>
                </a:solidFill>
                <a:latin typeface="Times New Roman"/>
              </a:rPr>
              <a:t>v5</a:t>
            </a:r>
          </a:p>
        </p:txBody>
      </p:sp>
      <p:sp>
        <p:nvSpPr>
          <p:cNvPr id="463" name="F"/>
          <p:cNvSpPr txBox="1"/>
          <p:nvPr/>
        </p:nvSpPr>
        <p:spPr>
          <a:xfrm>
            <a:off x="12435840" y="4590288"/>
            <a:ext cx="237744" cy="155448"/>
          </a:xfrm>
          <a:prstGeom prst="rect">
            <a:avLst/>
          </a:prstGeom>
          <a:noFill/>
        </p:spPr>
        <p:txBody>
          <a:bodyPr wrap="none" lIns="0" rIns="0" tIns="0" bIns="0" anchor="ctr">
            <a:noAutofit/>
          </a:bodyPr>
          <a:lstStyle/>
          <a:p>
            <a:pPr algn="l">
              <a:lnSpc>
                <a:spcPts val="1346"/>
              </a:lnSpc>
              <a:spcBef>
                <a:spcPts val="0"/>
              </a:spcBef>
              <a:spcAft>
                <a:spcPts val="0"/>
              </a:spcAft>
            </a:pPr>
            <a:r>
              <a:rPr sz="1224" b="1" i="1">
                <a:solidFill>
                  <a:srgbClr val="000000"/>
                </a:solidFill>
                <a:latin typeface="Times New Roman"/>
              </a:rPr>
              <a:t>F</a:t>
            </a:r>
          </a:p>
        </p:txBody>
      </p:sp>
      <p:sp>
        <p:nvSpPr>
          <p:cNvPr id="464" name="rect 384"/>
          <p:cNvSpPr/>
          <p:nvPr/>
        </p:nvSpPr>
        <p:spPr>
          <a:xfrm>
            <a:off x="11896344" y="5632704"/>
            <a:ext cx="192024" cy="192024"/>
          </a:xfrm>
          <a:prstGeom prst="roundRect">
            <a:avLst>
              <a:gd name="adj" fmla="val 14285"/>
            </a:avLst>
          </a:prstGeom>
          <a:solidFill>
            <a:srgbClr val="AEC4E6"/>
          </a:solidFill>
          <a:ln w="18288">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65" name="rect 385"/>
          <p:cNvSpPr/>
          <p:nvPr/>
        </p:nvSpPr>
        <p:spPr>
          <a:xfrm>
            <a:off x="11896344" y="5916168"/>
            <a:ext cx="192024" cy="192024"/>
          </a:xfrm>
          <a:prstGeom prst="roundRect">
            <a:avLst>
              <a:gd name="adj" fmla="val 14285"/>
            </a:avLst>
          </a:prstGeom>
          <a:solidFill>
            <a:srgbClr val="AEC4E6"/>
          </a:solidFill>
          <a:ln w="18288">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66" name="rect 386"/>
          <p:cNvSpPr/>
          <p:nvPr/>
        </p:nvSpPr>
        <p:spPr>
          <a:xfrm>
            <a:off x="11896344" y="6364224"/>
            <a:ext cx="192024" cy="192024"/>
          </a:xfrm>
          <a:prstGeom prst="roundRect">
            <a:avLst>
              <a:gd name="adj" fmla="val 14285"/>
            </a:avLst>
          </a:prstGeom>
          <a:solidFill>
            <a:srgbClr val="AEC4E6"/>
          </a:solidFill>
          <a:ln w="18288">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67" name="···"/>
          <p:cNvSpPr txBox="1"/>
          <p:nvPr/>
        </p:nvSpPr>
        <p:spPr>
          <a:xfrm rot="5400000">
            <a:off x="11868912" y="6092190"/>
            <a:ext cx="246888" cy="251460"/>
          </a:xfrm>
          <a:prstGeom prst="rect">
            <a:avLst/>
          </a:prstGeom>
          <a:noFill/>
        </p:spPr>
        <p:txBody>
          <a:bodyPr wrap="none" lIns="0" rIns="0" tIns="0" bIns="0" anchor="ctr">
            <a:noAutofit/>
          </a:bodyPr>
          <a:lstStyle/>
          <a:p>
            <a:pPr algn="ctr">
              <a:lnSpc>
                <a:spcPts val="1980"/>
              </a:lnSpc>
              <a:spcBef>
                <a:spcPts val="0"/>
              </a:spcBef>
              <a:spcAft>
                <a:spcPts val="0"/>
              </a:spcAft>
            </a:pPr>
            <a:r>
              <a:rPr sz="1800" b="1" i="0">
                <a:solidFill>
                  <a:srgbClr val="000000"/>
                </a:solidFill>
                <a:latin typeface="Times New Roman"/>
              </a:rPr>
              <a:t>···</a:t>
            </a:r>
          </a:p>
        </p:txBody>
      </p:sp>
      <p:sp>
        <p:nvSpPr>
          <p:cNvPr id="468" name="F"/>
          <p:cNvSpPr txBox="1"/>
          <p:nvPr/>
        </p:nvSpPr>
        <p:spPr>
          <a:xfrm>
            <a:off x="12216384" y="5788152"/>
            <a:ext cx="192024" cy="265176"/>
          </a:xfrm>
          <a:prstGeom prst="rect">
            <a:avLst/>
          </a:prstGeom>
          <a:noFill/>
        </p:spPr>
        <p:txBody>
          <a:bodyPr wrap="none" lIns="0" rIns="0" tIns="0" bIns="0" anchor="ctr">
            <a:noAutofit/>
          </a:bodyPr>
          <a:lstStyle/>
          <a:p>
            <a:pPr algn="l">
              <a:lnSpc>
                <a:spcPts val="2138"/>
              </a:lnSpc>
              <a:spcBef>
                <a:spcPts val="0"/>
              </a:spcBef>
              <a:spcAft>
                <a:spcPts val="0"/>
              </a:spcAft>
            </a:pPr>
            <a:r>
              <a:rPr sz="1943" b="1" i="1">
                <a:solidFill>
                  <a:srgbClr val="000000"/>
                </a:solidFill>
                <a:latin typeface="Times New Roman"/>
              </a:rPr>
              <a:t>F</a:t>
            </a:r>
          </a:p>
        </p:txBody>
      </p:sp>
      <p:sp>
        <p:nvSpPr>
          <p:cNvPr id="469" name="v4"/>
          <p:cNvSpPr txBox="1"/>
          <p:nvPr/>
        </p:nvSpPr>
        <p:spPr>
          <a:xfrm>
            <a:off x="12362688" y="5904189"/>
            <a:ext cx="283464" cy="164592"/>
          </a:xfrm>
          <a:prstGeom prst="rect">
            <a:avLst/>
          </a:prstGeom>
          <a:noFill/>
        </p:spPr>
        <p:txBody>
          <a:bodyPr wrap="none" lIns="0" rIns="0" tIns="0" bIns="0" anchor="ctr">
            <a:noAutofit/>
          </a:bodyPr>
          <a:lstStyle/>
          <a:p>
            <a:pPr algn="l">
              <a:lnSpc>
                <a:spcPts val="1346"/>
              </a:lnSpc>
              <a:spcBef>
                <a:spcPts val="0"/>
              </a:spcBef>
              <a:spcAft>
                <a:spcPts val="0"/>
              </a:spcAft>
            </a:pPr>
            <a:r>
              <a:rPr sz="1224" b="1" i="1">
                <a:solidFill>
                  <a:srgbClr val="000000"/>
                </a:solidFill>
                <a:latin typeface="Times New Roman"/>
              </a:rPr>
              <a:t>v4</a:t>
            </a:r>
          </a:p>
        </p:txBody>
      </p:sp>
      <p:sp>
        <p:nvSpPr>
          <p:cNvPr id="470" name="F"/>
          <p:cNvSpPr txBox="1"/>
          <p:nvPr/>
        </p:nvSpPr>
        <p:spPr>
          <a:xfrm>
            <a:off x="12435840" y="5779008"/>
            <a:ext cx="237744" cy="155448"/>
          </a:xfrm>
          <a:prstGeom prst="rect">
            <a:avLst/>
          </a:prstGeom>
          <a:noFill/>
        </p:spPr>
        <p:txBody>
          <a:bodyPr wrap="none" lIns="0" rIns="0" tIns="0" bIns="0" anchor="ctr">
            <a:noAutofit/>
          </a:bodyPr>
          <a:lstStyle/>
          <a:p>
            <a:pPr algn="l">
              <a:lnSpc>
                <a:spcPts val="1346"/>
              </a:lnSpc>
              <a:spcBef>
                <a:spcPts val="0"/>
              </a:spcBef>
              <a:spcAft>
                <a:spcPts val="0"/>
              </a:spcAft>
            </a:pPr>
            <a:r>
              <a:rPr sz="1224" b="1" i="1">
                <a:solidFill>
                  <a:srgbClr val="000000"/>
                </a:solidFill>
                <a:latin typeface="Times New Roman"/>
              </a:rPr>
              <a:t>F</a:t>
            </a:r>
          </a:p>
        </p:txBody>
      </p:sp>
      <p:sp>
        <p:nvSpPr>
          <p:cNvPr id="471" name="rect 391"/>
          <p:cNvSpPr/>
          <p:nvPr/>
        </p:nvSpPr>
        <p:spPr>
          <a:xfrm>
            <a:off x="11896344" y="6812280"/>
            <a:ext cx="192024" cy="192024"/>
          </a:xfrm>
          <a:prstGeom prst="roundRect">
            <a:avLst>
              <a:gd name="adj" fmla="val 14285"/>
            </a:avLst>
          </a:prstGeom>
          <a:solidFill>
            <a:srgbClr val="86A7D5"/>
          </a:solidFill>
          <a:ln w="18288">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72" name="rect 392"/>
          <p:cNvSpPr/>
          <p:nvPr/>
        </p:nvSpPr>
        <p:spPr>
          <a:xfrm>
            <a:off x="11896344" y="7095744"/>
            <a:ext cx="192024" cy="192024"/>
          </a:xfrm>
          <a:prstGeom prst="roundRect">
            <a:avLst>
              <a:gd name="adj" fmla="val 14285"/>
            </a:avLst>
          </a:prstGeom>
          <a:solidFill>
            <a:srgbClr val="86A7D5"/>
          </a:solidFill>
          <a:ln w="18288">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73" name="rect 393"/>
          <p:cNvSpPr/>
          <p:nvPr/>
        </p:nvSpPr>
        <p:spPr>
          <a:xfrm>
            <a:off x="11896344" y="7543800"/>
            <a:ext cx="192024" cy="192024"/>
          </a:xfrm>
          <a:prstGeom prst="roundRect">
            <a:avLst>
              <a:gd name="adj" fmla="val 14285"/>
            </a:avLst>
          </a:prstGeom>
          <a:solidFill>
            <a:srgbClr val="86A7D5"/>
          </a:solidFill>
          <a:ln w="18288">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74" name="···"/>
          <p:cNvSpPr txBox="1"/>
          <p:nvPr/>
        </p:nvSpPr>
        <p:spPr>
          <a:xfrm rot="5400000">
            <a:off x="11868912" y="7271766"/>
            <a:ext cx="246888" cy="251460"/>
          </a:xfrm>
          <a:prstGeom prst="rect">
            <a:avLst/>
          </a:prstGeom>
          <a:noFill/>
        </p:spPr>
        <p:txBody>
          <a:bodyPr wrap="none" lIns="0" rIns="0" tIns="0" bIns="0" anchor="ctr">
            <a:noAutofit/>
          </a:bodyPr>
          <a:lstStyle/>
          <a:p>
            <a:pPr algn="ctr">
              <a:lnSpc>
                <a:spcPts val="1980"/>
              </a:lnSpc>
              <a:spcBef>
                <a:spcPts val="0"/>
              </a:spcBef>
              <a:spcAft>
                <a:spcPts val="0"/>
              </a:spcAft>
            </a:pPr>
            <a:r>
              <a:rPr sz="1800" b="1" i="0">
                <a:solidFill>
                  <a:srgbClr val="000000"/>
                </a:solidFill>
                <a:latin typeface="Times New Roman"/>
              </a:rPr>
              <a:t>···</a:t>
            </a:r>
          </a:p>
        </p:txBody>
      </p:sp>
      <p:sp>
        <p:nvSpPr>
          <p:cNvPr id="475" name="F"/>
          <p:cNvSpPr txBox="1"/>
          <p:nvPr/>
        </p:nvSpPr>
        <p:spPr>
          <a:xfrm>
            <a:off x="12216384" y="6967728"/>
            <a:ext cx="192024" cy="265176"/>
          </a:xfrm>
          <a:prstGeom prst="rect">
            <a:avLst/>
          </a:prstGeom>
          <a:noFill/>
        </p:spPr>
        <p:txBody>
          <a:bodyPr wrap="none" lIns="0" rIns="0" tIns="0" bIns="0" anchor="ctr">
            <a:noAutofit/>
          </a:bodyPr>
          <a:lstStyle/>
          <a:p>
            <a:pPr algn="l">
              <a:lnSpc>
                <a:spcPts val="2138"/>
              </a:lnSpc>
              <a:spcBef>
                <a:spcPts val="0"/>
              </a:spcBef>
              <a:spcAft>
                <a:spcPts val="0"/>
              </a:spcAft>
            </a:pPr>
            <a:r>
              <a:rPr sz="1943" b="1" i="1">
                <a:solidFill>
                  <a:srgbClr val="000000"/>
                </a:solidFill>
                <a:latin typeface="Times New Roman"/>
              </a:rPr>
              <a:t>F</a:t>
            </a:r>
          </a:p>
        </p:txBody>
      </p:sp>
      <p:sp>
        <p:nvSpPr>
          <p:cNvPr id="476" name="v3"/>
          <p:cNvSpPr txBox="1"/>
          <p:nvPr/>
        </p:nvSpPr>
        <p:spPr>
          <a:xfrm>
            <a:off x="12362688" y="7083765"/>
            <a:ext cx="283464" cy="164592"/>
          </a:xfrm>
          <a:prstGeom prst="rect">
            <a:avLst/>
          </a:prstGeom>
          <a:noFill/>
        </p:spPr>
        <p:txBody>
          <a:bodyPr wrap="none" lIns="0" rIns="0" tIns="0" bIns="0" anchor="ctr">
            <a:noAutofit/>
          </a:bodyPr>
          <a:lstStyle/>
          <a:p>
            <a:pPr algn="l">
              <a:lnSpc>
                <a:spcPts val="1346"/>
              </a:lnSpc>
              <a:spcBef>
                <a:spcPts val="0"/>
              </a:spcBef>
              <a:spcAft>
                <a:spcPts val="0"/>
              </a:spcAft>
            </a:pPr>
            <a:r>
              <a:rPr sz="1224" b="1" i="1">
                <a:solidFill>
                  <a:srgbClr val="000000"/>
                </a:solidFill>
                <a:latin typeface="Times New Roman"/>
              </a:rPr>
              <a:t>v3</a:t>
            </a:r>
          </a:p>
        </p:txBody>
      </p:sp>
      <p:sp>
        <p:nvSpPr>
          <p:cNvPr id="477" name="F"/>
          <p:cNvSpPr txBox="1"/>
          <p:nvPr/>
        </p:nvSpPr>
        <p:spPr>
          <a:xfrm>
            <a:off x="12435840" y="6958584"/>
            <a:ext cx="237744" cy="155448"/>
          </a:xfrm>
          <a:prstGeom prst="rect">
            <a:avLst/>
          </a:prstGeom>
          <a:noFill/>
        </p:spPr>
        <p:txBody>
          <a:bodyPr wrap="none" lIns="0" rIns="0" tIns="0" bIns="0" anchor="ctr">
            <a:noAutofit/>
          </a:bodyPr>
          <a:lstStyle/>
          <a:p>
            <a:pPr algn="l">
              <a:lnSpc>
                <a:spcPts val="1346"/>
              </a:lnSpc>
              <a:spcBef>
                <a:spcPts val="0"/>
              </a:spcBef>
              <a:spcAft>
                <a:spcPts val="0"/>
              </a:spcAft>
            </a:pPr>
            <a:r>
              <a:rPr sz="1224" b="1" i="1">
                <a:solidFill>
                  <a:srgbClr val="000000"/>
                </a:solidFill>
                <a:latin typeface="Times New Roman"/>
              </a:rPr>
              <a:t>F</a:t>
            </a:r>
          </a:p>
        </p:txBody>
      </p:sp>
      <p:sp>
        <p:nvSpPr>
          <p:cNvPr id="478" name="rect 398"/>
          <p:cNvSpPr/>
          <p:nvPr/>
        </p:nvSpPr>
        <p:spPr>
          <a:xfrm>
            <a:off x="12893040" y="4453128"/>
            <a:ext cx="1956816" cy="1225296"/>
          </a:xfrm>
          <a:prstGeom prst="roundRect">
            <a:avLst>
              <a:gd name="adj" fmla="val 10447"/>
            </a:avLst>
          </a:prstGeom>
          <a:noFill/>
          <a:ln w="10972">
            <a:solidFill>
              <a:srgbClr val="FFD67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79" name="rect 399"/>
          <p:cNvSpPr/>
          <p:nvPr/>
        </p:nvSpPr>
        <p:spPr>
          <a:xfrm>
            <a:off x="12938760" y="4855464"/>
            <a:ext cx="402336" cy="393192"/>
          </a:xfrm>
          <a:prstGeom prst="roundRect">
            <a:avLst>
              <a:gd name="adj" fmla="val 18604"/>
            </a:avLst>
          </a:prstGeom>
          <a:solidFill>
            <a:srgbClr val="FFE99B"/>
          </a:solidFill>
          <a:ln>
            <a:noFill/>
          </a:ln>
          <a:effectLst>
            <a:outerShdw blurRad="50292" dist="45720" dir="3090000" algn="tl" rotWithShape="0">
              <a:srgbClr val="000000">
                <a:alpha val="33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80" name="line 400"/>
          <p:cNvSpPr/>
          <p:nvPr/>
        </p:nvSpPr>
        <p:spPr>
          <a:xfrm>
            <a:off x="13341096" y="5056632"/>
            <a:ext cx="246888" cy="914"/>
          </a:xfrm>
          <a:custGeom>
            <a:avLst/>
            <a:gdLst/>
            <a:ahLst/>
            <a:cxnLst/>
            <a:rect l="0" t="0" r="r" b="b"/>
            <a:pathLst>
              <a:path w="246888" h="914" fill="none" stroke="1" extrusionOk="0">
                <a:moveTo>
                  <a:pt x="0" y="0"/>
                </a:moveTo>
                <a:lnTo>
                  <a:pt x="246888" y="0"/>
                </a:lnTo>
              </a:path>
            </a:pathLst>
          </a:custGeom>
          <a:noFill/>
          <a:ln w="36576">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81" name="Arrowhead 400"/>
          <p:cNvSpPr/>
          <p:nvPr/>
        </p:nvSpPr>
        <p:spPr>
          <a:xfrm>
            <a:off x="13469112" y="4997196"/>
            <a:ext cx="118872" cy="118872"/>
          </a:xfrm>
          <a:custGeom>
            <a:avLst/>
            <a:gdLst/>
            <a:ahLst/>
            <a:cxnLst/>
            <a:rect l="0" t="0" r="r" b="b"/>
            <a:pathLst>
              <a:path w="118872" h="118872" fill="norm" stroke="1" extrusionOk="0">
                <a:moveTo>
                  <a:pt x="118872" y="59436"/>
                </a:moveTo>
                <a:lnTo>
                  <a:pt x="0" y="118872"/>
                </a:lnTo>
                <a:lnTo>
                  <a:pt x="29718" y="59436"/>
                </a:lnTo>
                <a:lnTo>
                  <a:pt x="0" y="0"/>
                </a:lnTo>
                <a:close/>
              </a:path>
            </a:pathLst>
          </a:custGeom>
          <a:solidFill>
            <a:srgbClr val="00000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82" name="rect 401"/>
          <p:cNvSpPr/>
          <p:nvPr/>
        </p:nvSpPr>
        <p:spPr>
          <a:xfrm>
            <a:off x="13597128" y="4507992"/>
            <a:ext cx="1207008" cy="1097280"/>
          </a:xfrm>
          <a:prstGeom prst="roundRect">
            <a:avLst>
              <a:gd name="adj" fmla="val 7500"/>
            </a:avLst>
          </a:prstGeom>
          <a:solidFill>
            <a:srgbClr val="FFE89A"/>
          </a:solidFill>
          <a:ln>
            <a:noFill/>
          </a:ln>
          <a:effectLst>
            <a:outerShdw blurRad="50292" dist="45720" dir="3090000" algn="tl" rotWithShape="0">
              <a:srgbClr val="000000">
                <a:alpha val="33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83" name="rect 402"/>
          <p:cNvSpPr/>
          <p:nvPr/>
        </p:nvSpPr>
        <p:spPr>
          <a:xfrm>
            <a:off x="13651992" y="4572000"/>
            <a:ext cx="1088136" cy="274320"/>
          </a:xfrm>
          <a:prstGeom prst="roundRect">
            <a:avLst>
              <a:gd name="adj" fmla="val 16666"/>
            </a:avLst>
          </a:prstGeom>
          <a:solidFill>
            <a:srgbClr val="FFFFFF"/>
          </a:solidFill>
          <a:ln w="7315">
            <a:solidFill>
              <a:srgbClr val="22222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84" name="rect 403"/>
          <p:cNvSpPr/>
          <p:nvPr/>
        </p:nvSpPr>
        <p:spPr>
          <a:xfrm>
            <a:off x="13651992" y="4919472"/>
            <a:ext cx="1088136" cy="265176"/>
          </a:xfrm>
          <a:prstGeom prst="roundRect">
            <a:avLst>
              <a:gd name="adj" fmla="val 17241"/>
            </a:avLst>
          </a:prstGeom>
          <a:solidFill>
            <a:srgbClr val="FFFFFF"/>
          </a:solidFill>
          <a:ln w="7315">
            <a:solidFill>
              <a:srgbClr val="22222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85" name="rect 404"/>
          <p:cNvSpPr/>
          <p:nvPr/>
        </p:nvSpPr>
        <p:spPr>
          <a:xfrm>
            <a:off x="13651992" y="5266944"/>
            <a:ext cx="1088136" cy="265176"/>
          </a:xfrm>
          <a:prstGeom prst="roundRect">
            <a:avLst>
              <a:gd name="adj" fmla="val 17241"/>
            </a:avLst>
          </a:prstGeom>
          <a:solidFill>
            <a:srgbClr val="FFFFFF"/>
          </a:solidFill>
          <a:ln w="7315">
            <a:solidFill>
              <a:srgbClr val="22222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86" name="Conv1×1 s1"/>
          <p:cNvSpPr txBox="1"/>
          <p:nvPr/>
        </p:nvSpPr>
        <p:spPr>
          <a:xfrm>
            <a:off x="13656564" y="4603547"/>
            <a:ext cx="1078992" cy="211226"/>
          </a:xfrm>
          <a:prstGeom prst="rect">
            <a:avLst/>
          </a:prstGeom>
          <a:noFill/>
        </p:spPr>
        <p:txBody>
          <a:bodyPr wrap="none" lIns="0" rIns="0" tIns="0" bIns="0" anchor="ctr">
            <a:noAutofit/>
          </a:bodyPr>
          <a:lstStyle/>
          <a:p>
            <a:pPr algn="ctr">
              <a:lnSpc>
                <a:spcPts val="1663"/>
              </a:lnSpc>
              <a:spcBef>
                <a:spcPts val="0"/>
              </a:spcBef>
              <a:spcAft>
                <a:spcPts val="0"/>
              </a:spcAft>
            </a:pPr>
            <a:r>
              <a:rPr sz="1512" b="1" i="0">
                <a:solidFill>
                  <a:srgbClr val="000000"/>
                </a:solidFill>
                <a:latin typeface="Times New Roman"/>
              </a:rPr>
              <a:t>Conv1×1 s1</a:t>
            </a:r>
          </a:p>
        </p:txBody>
      </p:sp>
      <p:sp>
        <p:nvSpPr>
          <p:cNvPr id="487" name="BN"/>
          <p:cNvSpPr txBox="1"/>
          <p:nvPr/>
        </p:nvSpPr>
        <p:spPr>
          <a:xfrm>
            <a:off x="13656564" y="4946447"/>
            <a:ext cx="1078992" cy="211226"/>
          </a:xfrm>
          <a:prstGeom prst="rect">
            <a:avLst/>
          </a:prstGeom>
          <a:noFill/>
        </p:spPr>
        <p:txBody>
          <a:bodyPr wrap="none" lIns="0" rIns="0" tIns="0" bIns="0" anchor="ctr">
            <a:noAutofit/>
          </a:bodyPr>
          <a:lstStyle/>
          <a:p>
            <a:pPr algn="ctr">
              <a:lnSpc>
                <a:spcPts val="1663"/>
              </a:lnSpc>
              <a:spcBef>
                <a:spcPts val="0"/>
              </a:spcBef>
              <a:spcAft>
                <a:spcPts val="0"/>
              </a:spcAft>
            </a:pPr>
            <a:r>
              <a:rPr sz="1512" b="1" i="0">
                <a:solidFill>
                  <a:srgbClr val="000000"/>
                </a:solidFill>
                <a:latin typeface="Times New Roman"/>
              </a:rPr>
              <a:t>BN</a:t>
            </a:r>
          </a:p>
        </p:txBody>
      </p:sp>
      <p:sp>
        <p:nvSpPr>
          <p:cNvPr id="488" name="SiLU"/>
          <p:cNvSpPr txBox="1"/>
          <p:nvPr/>
        </p:nvSpPr>
        <p:spPr>
          <a:xfrm>
            <a:off x="13656564" y="5293919"/>
            <a:ext cx="1078992" cy="211226"/>
          </a:xfrm>
          <a:prstGeom prst="rect">
            <a:avLst/>
          </a:prstGeom>
          <a:noFill/>
        </p:spPr>
        <p:txBody>
          <a:bodyPr wrap="none" lIns="0" rIns="0" tIns="0" bIns="0" anchor="ctr">
            <a:noAutofit/>
          </a:bodyPr>
          <a:lstStyle/>
          <a:p>
            <a:pPr algn="ctr">
              <a:lnSpc>
                <a:spcPts val="1663"/>
              </a:lnSpc>
              <a:spcBef>
                <a:spcPts val="0"/>
              </a:spcBef>
              <a:spcAft>
                <a:spcPts val="0"/>
              </a:spcAft>
            </a:pPr>
            <a:r>
              <a:rPr sz="1512" b="1" i="0">
                <a:solidFill>
                  <a:srgbClr val="000000"/>
                </a:solidFill>
                <a:latin typeface="Times New Roman"/>
              </a:rPr>
              <a:t>SiLU</a:t>
            </a:r>
          </a:p>
        </p:txBody>
      </p:sp>
      <p:sp>
        <p:nvSpPr>
          <p:cNvPr id="489" name="rect 408"/>
          <p:cNvSpPr/>
          <p:nvPr/>
        </p:nvSpPr>
        <p:spPr>
          <a:xfrm>
            <a:off x="12920472" y="5843016"/>
            <a:ext cx="1892808" cy="2423160"/>
          </a:xfrm>
          <a:prstGeom prst="roundRect">
            <a:avLst>
              <a:gd name="adj" fmla="val 3381"/>
            </a:avLst>
          </a:prstGeom>
          <a:solidFill>
            <a:srgbClr val="FBEADC"/>
          </a:solidFill>
          <a:ln>
            <a:noFill/>
          </a:ln>
          <a:effectLst>
            <a:outerShdw blurRad="50292" dist="45720" dir="3090000" algn="tl" rotWithShape="0">
              <a:srgbClr val="000000">
                <a:alpha val="33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90" name="line 409"/>
          <p:cNvSpPr/>
          <p:nvPr/>
        </p:nvSpPr>
        <p:spPr>
          <a:xfrm>
            <a:off x="13523976" y="5788152"/>
            <a:ext cx="256032" cy="256032"/>
          </a:xfrm>
          <a:custGeom>
            <a:avLst/>
            <a:gdLst/>
            <a:ahLst/>
            <a:cxnLst/>
            <a:rect l="0" t="0" r="r" b="b"/>
            <a:pathLst>
              <a:path w="256032" h="256032" fill="none" stroke="1" extrusionOk="0">
                <a:moveTo>
                  <a:pt x="0" y="0"/>
                </a:moveTo>
                <a:lnTo>
                  <a:pt x="0" y="256032"/>
                </a:lnTo>
                <a:lnTo>
                  <a:pt x="256032" y="256032"/>
                </a:lnTo>
              </a:path>
            </a:pathLst>
          </a:custGeom>
          <a:noFill/>
          <a:ln w="16459">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91" name="Arrowhead 409"/>
          <p:cNvSpPr/>
          <p:nvPr/>
        </p:nvSpPr>
        <p:spPr>
          <a:xfrm>
            <a:off x="13661136" y="5984748"/>
            <a:ext cx="118872" cy="118872"/>
          </a:xfrm>
          <a:custGeom>
            <a:avLst/>
            <a:gdLst/>
            <a:ahLst/>
            <a:cxnLst/>
            <a:rect l="0" t="0" r="r" b="b"/>
            <a:pathLst>
              <a:path w="118872" h="118872" fill="norm" stroke="1" extrusionOk="0">
                <a:moveTo>
                  <a:pt x="118872" y="59436"/>
                </a:moveTo>
                <a:lnTo>
                  <a:pt x="0" y="118872"/>
                </a:lnTo>
                <a:lnTo>
                  <a:pt x="29718" y="59436"/>
                </a:lnTo>
                <a:lnTo>
                  <a:pt x="0" y="0"/>
                </a:lnTo>
                <a:close/>
              </a:path>
            </a:pathLst>
          </a:custGeom>
          <a:solidFill>
            <a:srgbClr val="00000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92" name="line 410"/>
          <p:cNvSpPr/>
          <p:nvPr/>
        </p:nvSpPr>
        <p:spPr>
          <a:xfrm>
            <a:off x="14109192" y="5788152"/>
            <a:ext cx="265176" cy="256032"/>
          </a:xfrm>
          <a:custGeom>
            <a:avLst/>
            <a:gdLst/>
            <a:ahLst/>
            <a:cxnLst/>
            <a:rect l="0" t="0" r="r" b="b"/>
            <a:pathLst>
              <a:path w="265176" h="256032" fill="none" stroke="1" extrusionOk="0">
                <a:moveTo>
                  <a:pt x="265176" y="0"/>
                </a:moveTo>
                <a:lnTo>
                  <a:pt x="265176" y="256032"/>
                </a:lnTo>
                <a:lnTo>
                  <a:pt x="0" y="256032"/>
                </a:lnTo>
              </a:path>
            </a:pathLst>
          </a:custGeom>
          <a:noFill/>
          <a:ln w="16459">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93" name="Arrowhead 410"/>
          <p:cNvSpPr/>
          <p:nvPr/>
        </p:nvSpPr>
        <p:spPr>
          <a:xfrm>
            <a:off x="14109192" y="5984748"/>
            <a:ext cx="118872" cy="118872"/>
          </a:xfrm>
          <a:custGeom>
            <a:avLst/>
            <a:gdLst/>
            <a:ahLst/>
            <a:cxnLst/>
            <a:rect l="0" t="0" r="r" b="b"/>
            <a:pathLst>
              <a:path w="118872" h="118872" fill="norm" stroke="1" extrusionOk="0">
                <a:moveTo>
                  <a:pt x="0" y="59436"/>
                </a:moveTo>
                <a:lnTo>
                  <a:pt x="118872" y="0"/>
                </a:lnTo>
                <a:lnTo>
                  <a:pt x="89154" y="59436"/>
                </a:lnTo>
                <a:lnTo>
                  <a:pt x="118872" y="118872"/>
                </a:lnTo>
                <a:close/>
              </a:path>
            </a:pathLst>
          </a:custGeom>
          <a:solidFill>
            <a:srgbClr val="00000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94" name="ellipse 411"/>
          <p:cNvSpPr/>
          <p:nvPr/>
        </p:nvSpPr>
        <p:spPr>
          <a:xfrm>
            <a:off x="13807440" y="5907024"/>
            <a:ext cx="274320" cy="274320"/>
          </a:xfrm>
          <a:prstGeom prst="ellipse">
            <a:avLst/>
          </a:prstGeom>
          <a:solidFill>
            <a:srgbClr val="FFF8EB"/>
          </a:solidFill>
          <a:ln w="15544">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95" name="C"/>
          <p:cNvSpPr txBox="1"/>
          <p:nvPr/>
        </p:nvSpPr>
        <p:spPr>
          <a:xfrm>
            <a:off x="13812012" y="5913425"/>
            <a:ext cx="265176" cy="261518"/>
          </a:xfrm>
          <a:prstGeom prst="rect">
            <a:avLst/>
          </a:prstGeom>
          <a:noFill/>
        </p:spPr>
        <p:txBody>
          <a:bodyPr wrap="none" lIns="0" rIns="0" tIns="0" bIns="0" anchor="ctr">
            <a:noAutofit/>
          </a:bodyPr>
          <a:lstStyle/>
          <a:p>
            <a:pPr algn="ctr">
              <a:lnSpc>
                <a:spcPts val="2059"/>
              </a:lnSpc>
              <a:spcBef>
                <a:spcPts val="0"/>
              </a:spcBef>
              <a:spcAft>
                <a:spcPts val="0"/>
              </a:spcAft>
            </a:pPr>
            <a:r>
              <a:rPr sz="1872" b="0" i="0">
                <a:solidFill>
                  <a:srgbClr val="000000"/>
                </a:solidFill>
                <a:latin typeface="Times New Roman"/>
              </a:rPr>
              <a:t>C</a:t>
            </a:r>
          </a:p>
        </p:txBody>
      </p:sp>
      <p:sp>
        <p:nvSpPr>
          <p:cNvPr id="496" name="line 413"/>
          <p:cNvSpPr/>
          <p:nvPr/>
        </p:nvSpPr>
        <p:spPr>
          <a:xfrm>
            <a:off x="13560552" y="6181344"/>
            <a:ext cx="384048" cy="265176"/>
          </a:xfrm>
          <a:custGeom>
            <a:avLst/>
            <a:gdLst/>
            <a:ahLst/>
            <a:cxnLst/>
            <a:rect l="0" t="0" r="r" b="b"/>
            <a:pathLst>
              <a:path w="384048" h="265176" fill="none" stroke="1" extrusionOk="0">
                <a:moveTo>
                  <a:pt x="384048" y="0"/>
                </a:moveTo>
                <a:lnTo>
                  <a:pt x="384048" y="82296"/>
                </a:lnTo>
                <a:lnTo>
                  <a:pt x="0" y="82296"/>
                </a:lnTo>
                <a:lnTo>
                  <a:pt x="0" y="265176"/>
                </a:lnTo>
              </a:path>
            </a:pathLst>
          </a:custGeom>
          <a:noFill/>
          <a:ln w="16459">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97" name="Arrowhead 413"/>
          <p:cNvSpPr/>
          <p:nvPr/>
        </p:nvSpPr>
        <p:spPr>
          <a:xfrm>
            <a:off x="13501116" y="6327648"/>
            <a:ext cx="118872" cy="118872"/>
          </a:xfrm>
          <a:custGeom>
            <a:avLst/>
            <a:gdLst/>
            <a:ahLst/>
            <a:cxnLst/>
            <a:rect l="0" t="0" r="r" b="b"/>
            <a:pathLst>
              <a:path w="118872" h="118872" fill="norm" stroke="1" extrusionOk="0">
                <a:moveTo>
                  <a:pt x="59436" y="118872"/>
                </a:moveTo>
                <a:lnTo>
                  <a:pt x="0" y="0"/>
                </a:lnTo>
                <a:lnTo>
                  <a:pt x="59436" y="29718"/>
                </a:lnTo>
                <a:lnTo>
                  <a:pt x="118872" y="0"/>
                </a:lnTo>
                <a:close/>
              </a:path>
            </a:pathLst>
          </a:custGeom>
          <a:solidFill>
            <a:srgbClr val="00000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98" name="line 414"/>
          <p:cNvSpPr/>
          <p:nvPr/>
        </p:nvSpPr>
        <p:spPr>
          <a:xfrm>
            <a:off x="13944600" y="6263640"/>
            <a:ext cx="393192" cy="182880"/>
          </a:xfrm>
          <a:custGeom>
            <a:avLst/>
            <a:gdLst/>
            <a:ahLst/>
            <a:cxnLst/>
            <a:rect l="0" t="0" r="r" b="b"/>
            <a:pathLst>
              <a:path w="393192" h="182880" fill="none" stroke="1" extrusionOk="0">
                <a:moveTo>
                  <a:pt x="0" y="0"/>
                </a:moveTo>
                <a:lnTo>
                  <a:pt x="393192" y="0"/>
                </a:lnTo>
                <a:lnTo>
                  <a:pt x="393192" y="182880"/>
                </a:lnTo>
              </a:path>
            </a:pathLst>
          </a:custGeom>
          <a:noFill/>
          <a:ln w="16459">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99" name="Arrowhead 414"/>
          <p:cNvSpPr/>
          <p:nvPr/>
        </p:nvSpPr>
        <p:spPr>
          <a:xfrm>
            <a:off x="14278356" y="6327648"/>
            <a:ext cx="118872" cy="118872"/>
          </a:xfrm>
          <a:custGeom>
            <a:avLst/>
            <a:gdLst/>
            <a:ahLst/>
            <a:cxnLst/>
            <a:rect l="0" t="0" r="r" b="b"/>
            <a:pathLst>
              <a:path w="118872" h="118872" fill="norm" stroke="1" extrusionOk="0">
                <a:moveTo>
                  <a:pt x="59436" y="118872"/>
                </a:moveTo>
                <a:lnTo>
                  <a:pt x="0" y="0"/>
                </a:lnTo>
                <a:lnTo>
                  <a:pt x="59436" y="29718"/>
                </a:lnTo>
                <a:lnTo>
                  <a:pt x="118872" y="0"/>
                </a:lnTo>
                <a:close/>
              </a:path>
            </a:pathLst>
          </a:custGeom>
          <a:solidFill>
            <a:srgbClr val="00000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00" name="rect 415"/>
          <p:cNvSpPr/>
          <p:nvPr/>
        </p:nvSpPr>
        <p:spPr>
          <a:xfrm>
            <a:off x="13203936" y="6446520"/>
            <a:ext cx="713232" cy="402336"/>
          </a:xfrm>
          <a:prstGeom prst="roundRect">
            <a:avLst>
              <a:gd name="adj" fmla="val 18181"/>
            </a:avLst>
          </a:prstGeom>
          <a:solidFill>
            <a:srgbClr val="B9E0EB"/>
          </a:solidFill>
          <a:ln>
            <a:noFill/>
          </a:ln>
          <a:effectLst>
            <a:outerShdw blurRad="50292" dist="45720" dir="3090000" algn="tl" rotWithShape="0">
              <a:srgbClr val="000000">
                <a:alpha val="33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01" name="rect 416"/>
          <p:cNvSpPr/>
          <p:nvPr/>
        </p:nvSpPr>
        <p:spPr>
          <a:xfrm>
            <a:off x="13981176" y="6446520"/>
            <a:ext cx="704088" cy="402336"/>
          </a:xfrm>
          <a:prstGeom prst="roundRect">
            <a:avLst>
              <a:gd name="adj" fmla="val 18181"/>
            </a:avLst>
          </a:prstGeom>
          <a:solidFill>
            <a:srgbClr val="B9E0EB"/>
          </a:solidFill>
          <a:ln>
            <a:noFill/>
          </a:ln>
          <a:effectLst>
            <a:outerShdw blurRad="50292" dist="45720" dir="3090000" algn="tl" rotWithShape="0">
              <a:srgbClr val="000000">
                <a:alpha val="33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02" name="1×1 / Conv"/>
          <p:cNvSpPr txBox="1"/>
          <p:nvPr/>
        </p:nvSpPr>
        <p:spPr>
          <a:xfrm>
            <a:off x="13208508" y="6446520"/>
            <a:ext cx="704088" cy="402336"/>
          </a:xfrm>
          <a:prstGeom prst="rect">
            <a:avLst/>
          </a:prstGeom>
          <a:noFill/>
        </p:spPr>
        <p:txBody>
          <a:bodyPr wrap="none" lIns="0" rIns="0" tIns="0" bIns="0" anchor="ctr">
            <a:noAutofit/>
          </a:bodyPr>
          <a:lstStyle/>
          <a:p>
            <a:pPr algn="ctr">
              <a:lnSpc>
                <a:spcPts val="1584"/>
              </a:lnSpc>
              <a:spcBef>
                <a:spcPts val="0"/>
              </a:spcBef>
              <a:spcAft>
                <a:spcPts val="0"/>
              </a:spcAft>
            </a:pPr>
            <a:r>
              <a:rPr sz="1584" b="1" i="0">
                <a:solidFill>
                  <a:srgbClr val="000000"/>
                </a:solidFill>
                <a:latin typeface="Times New Roman"/>
              </a:rPr>
              <a:t>1×1</a:t>
            </a:r>
          </a:p>
          <a:p>
            <a:pPr algn="ctr">
              <a:lnSpc>
                <a:spcPts val="1584"/>
              </a:lnSpc>
              <a:spcBef>
                <a:spcPts val="0"/>
              </a:spcBef>
              <a:spcAft>
                <a:spcPts val="0"/>
              </a:spcAft>
            </a:pPr>
            <a:r>
              <a:rPr sz="1584" b="1" i="0">
                <a:solidFill>
                  <a:srgbClr val="000000"/>
                </a:solidFill>
                <a:latin typeface="Times New Roman"/>
              </a:rPr>
              <a:t>Conv</a:t>
            </a:r>
          </a:p>
        </p:txBody>
      </p:sp>
      <p:sp>
        <p:nvSpPr>
          <p:cNvPr id="503" name="1×1 / Conv"/>
          <p:cNvSpPr txBox="1"/>
          <p:nvPr/>
        </p:nvSpPr>
        <p:spPr>
          <a:xfrm>
            <a:off x="13981176" y="6446520"/>
            <a:ext cx="704088" cy="402336"/>
          </a:xfrm>
          <a:prstGeom prst="rect">
            <a:avLst/>
          </a:prstGeom>
          <a:noFill/>
        </p:spPr>
        <p:txBody>
          <a:bodyPr wrap="none" lIns="0" rIns="0" tIns="0" bIns="0" anchor="ctr">
            <a:noAutofit/>
          </a:bodyPr>
          <a:lstStyle/>
          <a:p>
            <a:pPr algn="ctr">
              <a:lnSpc>
                <a:spcPts val="1584"/>
              </a:lnSpc>
              <a:spcBef>
                <a:spcPts val="0"/>
              </a:spcBef>
              <a:spcAft>
                <a:spcPts val="0"/>
              </a:spcAft>
            </a:pPr>
            <a:r>
              <a:rPr sz="1584" b="1" i="0">
                <a:solidFill>
                  <a:srgbClr val="000000"/>
                </a:solidFill>
                <a:latin typeface="Times New Roman"/>
              </a:rPr>
              <a:t>1×1</a:t>
            </a:r>
          </a:p>
          <a:p>
            <a:pPr algn="ctr">
              <a:lnSpc>
                <a:spcPts val="1584"/>
              </a:lnSpc>
              <a:spcBef>
                <a:spcPts val="0"/>
              </a:spcBef>
              <a:spcAft>
                <a:spcPts val="0"/>
              </a:spcAft>
            </a:pPr>
            <a:r>
              <a:rPr sz="1584" b="1" i="0">
                <a:solidFill>
                  <a:srgbClr val="000000"/>
                </a:solidFill>
                <a:latin typeface="Times New Roman"/>
              </a:rPr>
              <a:t>Conv</a:t>
            </a:r>
          </a:p>
        </p:txBody>
      </p:sp>
      <p:sp>
        <p:nvSpPr>
          <p:cNvPr id="504" name="line 419"/>
          <p:cNvSpPr/>
          <p:nvPr/>
        </p:nvSpPr>
        <p:spPr>
          <a:xfrm>
            <a:off x="13560552" y="6848856"/>
            <a:ext cx="914" cy="182880"/>
          </a:xfrm>
          <a:custGeom>
            <a:avLst/>
            <a:gdLst/>
            <a:ahLst/>
            <a:cxnLst/>
            <a:rect l="0" t="0" r="r" b="b"/>
            <a:pathLst>
              <a:path w="914" h="182880" fill="none" stroke="1" extrusionOk="0">
                <a:moveTo>
                  <a:pt x="0" y="0"/>
                </a:moveTo>
                <a:lnTo>
                  <a:pt x="0" y="182880"/>
                </a:lnTo>
              </a:path>
            </a:pathLst>
          </a:custGeom>
          <a:noFill/>
          <a:ln w="16459">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05" name="Arrowhead 419"/>
          <p:cNvSpPr/>
          <p:nvPr/>
        </p:nvSpPr>
        <p:spPr>
          <a:xfrm>
            <a:off x="13501116" y="6912864"/>
            <a:ext cx="118872" cy="118872"/>
          </a:xfrm>
          <a:custGeom>
            <a:avLst/>
            <a:gdLst/>
            <a:ahLst/>
            <a:cxnLst/>
            <a:rect l="0" t="0" r="r" b="b"/>
            <a:pathLst>
              <a:path w="118872" h="118872" fill="norm" stroke="1" extrusionOk="0">
                <a:moveTo>
                  <a:pt x="59436" y="118872"/>
                </a:moveTo>
                <a:lnTo>
                  <a:pt x="0" y="0"/>
                </a:lnTo>
                <a:lnTo>
                  <a:pt x="59436" y="29718"/>
                </a:lnTo>
                <a:lnTo>
                  <a:pt x="118872" y="0"/>
                </a:lnTo>
                <a:close/>
              </a:path>
            </a:pathLst>
          </a:custGeom>
          <a:solidFill>
            <a:srgbClr val="00000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06" name="rect 420"/>
          <p:cNvSpPr/>
          <p:nvPr/>
        </p:nvSpPr>
        <p:spPr>
          <a:xfrm>
            <a:off x="13112496" y="7031736"/>
            <a:ext cx="914400" cy="329184"/>
          </a:xfrm>
          <a:prstGeom prst="roundRect">
            <a:avLst>
              <a:gd name="adj" fmla="val 19444"/>
            </a:avLst>
          </a:prstGeom>
          <a:solidFill>
            <a:srgbClr val="FFE89A"/>
          </a:solidFill>
          <a:ln>
            <a:noFill/>
          </a:ln>
          <a:effectLst>
            <a:outerShdw blurRad="50292" dist="45720" dir="3090000" algn="tl" rotWithShape="0">
              <a:srgbClr val="000000">
                <a:alpha val="33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07" name="RepBlock"/>
          <p:cNvSpPr txBox="1"/>
          <p:nvPr/>
        </p:nvSpPr>
        <p:spPr>
          <a:xfrm>
            <a:off x="13112496" y="7085686"/>
            <a:ext cx="914400" cy="221285"/>
          </a:xfrm>
          <a:prstGeom prst="rect">
            <a:avLst/>
          </a:prstGeom>
          <a:noFill/>
        </p:spPr>
        <p:txBody>
          <a:bodyPr wrap="none" lIns="0" rIns="0" tIns="0" bIns="0" anchor="ctr">
            <a:noAutofit/>
          </a:bodyPr>
          <a:lstStyle/>
          <a:p>
            <a:pPr algn="ctr">
              <a:lnSpc>
                <a:spcPts val="1742"/>
              </a:lnSpc>
              <a:spcBef>
                <a:spcPts val="0"/>
              </a:spcBef>
              <a:spcAft>
                <a:spcPts val="0"/>
              </a:spcAft>
            </a:pPr>
            <a:r>
              <a:rPr sz="1584" b="1" i="0">
                <a:solidFill>
                  <a:srgbClr val="000000"/>
                </a:solidFill>
                <a:latin typeface="Times New Roman"/>
              </a:rPr>
              <a:t>RepBlock</a:t>
            </a:r>
          </a:p>
        </p:txBody>
      </p:sp>
      <p:sp>
        <p:nvSpPr>
          <p:cNvPr id="508" name="×3"/>
          <p:cNvSpPr txBox="1"/>
          <p:nvPr/>
        </p:nvSpPr>
        <p:spPr>
          <a:xfrm>
            <a:off x="13985748" y="7085686"/>
            <a:ext cx="320040" cy="221285"/>
          </a:xfrm>
          <a:prstGeom prst="rect">
            <a:avLst/>
          </a:prstGeom>
          <a:noFill/>
        </p:spPr>
        <p:txBody>
          <a:bodyPr wrap="none" lIns="0" rIns="0" tIns="0" bIns="0" anchor="ctr">
            <a:noAutofit/>
          </a:bodyPr>
          <a:lstStyle/>
          <a:p>
            <a:pPr algn="ctr">
              <a:lnSpc>
                <a:spcPts val="1742"/>
              </a:lnSpc>
              <a:spcBef>
                <a:spcPts val="0"/>
              </a:spcBef>
              <a:spcAft>
                <a:spcPts val="0"/>
              </a:spcAft>
            </a:pPr>
            <a:r>
              <a:rPr sz="1584" b="1" i="0">
                <a:solidFill>
                  <a:srgbClr val="000000"/>
                </a:solidFill>
                <a:latin typeface="Times New Roman"/>
              </a:rPr>
              <a:t>×3</a:t>
            </a:r>
          </a:p>
        </p:txBody>
      </p:sp>
      <p:sp>
        <p:nvSpPr>
          <p:cNvPr id="509" name="line 423"/>
          <p:cNvSpPr/>
          <p:nvPr/>
        </p:nvSpPr>
        <p:spPr>
          <a:xfrm>
            <a:off x="13560552" y="7360920"/>
            <a:ext cx="219456" cy="228600"/>
          </a:xfrm>
          <a:custGeom>
            <a:avLst/>
            <a:gdLst/>
            <a:ahLst/>
            <a:cxnLst/>
            <a:rect l="0" t="0" r="r" b="b"/>
            <a:pathLst>
              <a:path w="219456" h="228600" fill="none" stroke="1" extrusionOk="0">
                <a:moveTo>
                  <a:pt x="0" y="0"/>
                </a:moveTo>
                <a:lnTo>
                  <a:pt x="0" y="228600"/>
                </a:lnTo>
                <a:lnTo>
                  <a:pt x="219456" y="228600"/>
                </a:lnTo>
              </a:path>
            </a:pathLst>
          </a:custGeom>
          <a:noFill/>
          <a:ln w="16459">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10" name="Arrowhead 423"/>
          <p:cNvSpPr/>
          <p:nvPr/>
        </p:nvSpPr>
        <p:spPr>
          <a:xfrm>
            <a:off x="13661136" y="7530084"/>
            <a:ext cx="118872" cy="118872"/>
          </a:xfrm>
          <a:custGeom>
            <a:avLst/>
            <a:gdLst/>
            <a:ahLst/>
            <a:cxnLst/>
            <a:rect l="0" t="0" r="r" b="b"/>
            <a:pathLst>
              <a:path w="118872" h="118872" fill="norm" stroke="1" extrusionOk="0">
                <a:moveTo>
                  <a:pt x="118872" y="59436"/>
                </a:moveTo>
                <a:lnTo>
                  <a:pt x="0" y="118872"/>
                </a:lnTo>
                <a:lnTo>
                  <a:pt x="29718" y="59436"/>
                </a:lnTo>
                <a:lnTo>
                  <a:pt x="0" y="0"/>
                </a:lnTo>
                <a:close/>
              </a:path>
            </a:pathLst>
          </a:custGeom>
          <a:solidFill>
            <a:srgbClr val="00000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11" name="line 424"/>
          <p:cNvSpPr/>
          <p:nvPr/>
        </p:nvSpPr>
        <p:spPr>
          <a:xfrm>
            <a:off x="14100048" y="6848856"/>
            <a:ext cx="237744" cy="740664"/>
          </a:xfrm>
          <a:custGeom>
            <a:avLst/>
            <a:gdLst/>
            <a:ahLst/>
            <a:cxnLst/>
            <a:rect l="0" t="0" r="r" b="b"/>
            <a:pathLst>
              <a:path w="237744" h="740664" fill="none" stroke="1" extrusionOk="0">
                <a:moveTo>
                  <a:pt x="237744" y="0"/>
                </a:moveTo>
                <a:lnTo>
                  <a:pt x="237744" y="740664"/>
                </a:lnTo>
                <a:lnTo>
                  <a:pt x="0" y="740664"/>
                </a:lnTo>
              </a:path>
            </a:pathLst>
          </a:custGeom>
          <a:noFill/>
          <a:ln w="16459">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12" name="Arrowhead 424"/>
          <p:cNvSpPr/>
          <p:nvPr/>
        </p:nvSpPr>
        <p:spPr>
          <a:xfrm>
            <a:off x="14100048" y="7530084"/>
            <a:ext cx="118872" cy="118872"/>
          </a:xfrm>
          <a:custGeom>
            <a:avLst/>
            <a:gdLst/>
            <a:ahLst/>
            <a:cxnLst/>
            <a:rect l="0" t="0" r="r" b="b"/>
            <a:pathLst>
              <a:path w="118872" h="118872" fill="norm" stroke="1" extrusionOk="0">
                <a:moveTo>
                  <a:pt x="0" y="59436"/>
                </a:moveTo>
                <a:lnTo>
                  <a:pt x="118872" y="0"/>
                </a:lnTo>
                <a:lnTo>
                  <a:pt x="89154" y="59436"/>
                </a:lnTo>
                <a:lnTo>
                  <a:pt x="118872" y="118872"/>
                </a:lnTo>
                <a:close/>
              </a:path>
            </a:pathLst>
          </a:custGeom>
          <a:solidFill>
            <a:srgbClr val="00000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13" name="ellipse 425"/>
          <p:cNvSpPr/>
          <p:nvPr/>
        </p:nvSpPr>
        <p:spPr>
          <a:xfrm>
            <a:off x="13807440" y="7452360"/>
            <a:ext cx="274320" cy="274320"/>
          </a:xfrm>
          <a:prstGeom prst="ellipse">
            <a:avLst/>
          </a:prstGeom>
          <a:solidFill>
            <a:srgbClr val="FFF8EB"/>
          </a:solidFill>
          <a:ln w="15544">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14" name="line 426"/>
          <p:cNvSpPr/>
          <p:nvPr/>
        </p:nvSpPr>
        <p:spPr>
          <a:xfrm>
            <a:off x="13807440" y="7589520"/>
            <a:ext cx="274320" cy="914"/>
          </a:xfrm>
          <a:custGeom>
            <a:avLst/>
            <a:gdLst/>
            <a:ahLst/>
            <a:cxnLst/>
            <a:rect l="0" t="0" r="r" b="b"/>
            <a:pathLst>
              <a:path w="274320" h="914" fill="none" stroke="1" extrusionOk="0">
                <a:moveTo>
                  <a:pt x="0" y="0"/>
                </a:moveTo>
                <a:lnTo>
                  <a:pt x="274320" y="0"/>
                </a:lnTo>
              </a:path>
            </a:pathLst>
          </a:custGeom>
          <a:noFill/>
          <a:ln w="11887">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15" name="line 427"/>
          <p:cNvSpPr/>
          <p:nvPr/>
        </p:nvSpPr>
        <p:spPr>
          <a:xfrm>
            <a:off x="13944600" y="7452360"/>
            <a:ext cx="914" cy="274320"/>
          </a:xfrm>
          <a:custGeom>
            <a:avLst/>
            <a:gdLst/>
            <a:ahLst/>
            <a:cxnLst/>
            <a:rect l="0" t="0" r="r" b="b"/>
            <a:pathLst>
              <a:path w="914" h="274320" fill="none" stroke="1" extrusionOk="0">
                <a:moveTo>
                  <a:pt x="0" y="0"/>
                </a:moveTo>
                <a:lnTo>
                  <a:pt x="0" y="274320"/>
                </a:lnTo>
              </a:path>
            </a:pathLst>
          </a:custGeom>
          <a:noFill/>
          <a:ln w="11887">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16" name="line 428"/>
          <p:cNvSpPr/>
          <p:nvPr/>
        </p:nvSpPr>
        <p:spPr>
          <a:xfrm>
            <a:off x="13944600" y="7726680"/>
            <a:ext cx="914" cy="192024"/>
          </a:xfrm>
          <a:custGeom>
            <a:avLst/>
            <a:gdLst/>
            <a:ahLst/>
            <a:cxnLst/>
            <a:rect l="0" t="0" r="r" b="b"/>
            <a:pathLst>
              <a:path w="914" h="192024" fill="none" stroke="1" extrusionOk="0">
                <a:moveTo>
                  <a:pt x="0" y="0"/>
                </a:moveTo>
                <a:lnTo>
                  <a:pt x="0" y="192024"/>
                </a:lnTo>
              </a:path>
            </a:pathLst>
          </a:custGeom>
          <a:noFill/>
          <a:ln w="16459">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17" name="Arrowhead 428"/>
          <p:cNvSpPr/>
          <p:nvPr/>
        </p:nvSpPr>
        <p:spPr>
          <a:xfrm>
            <a:off x="13885164" y="7799832"/>
            <a:ext cx="118872" cy="118872"/>
          </a:xfrm>
          <a:custGeom>
            <a:avLst/>
            <a:gdLst/>
            <a:ahLst/>
            <a:cxnLst/>
            <a:rect l="0" t="0" r="r" b="b"/>
            <a:pathLst>
              <a:path w="118872" h="118872" fill="norm" stroke="1" extrusionOk="0">
                <a:moveTo>
                  <a:pt x="59436" y="118872"/>
                </a:moveTo>
                <a:lnTo>
                  <a:pt x="0" y="0"/>
                </a:lnTo>
                <a:lnTo>
                  <a:pt x="59436" y="29718"/>
                </a:lnTo>
                <a:lnTo>
                  <a:pt x="118872" y="0"/>
                </a:lnTo>
                <a:close/>
              </a:path>
            </a:pathLst>
          </a:custGeom>
          <a:solidFill>
            <a:srgbClr val="00000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18" name="ellipse 429"/>
          <p:cNvSpPr/>
          <p:nvPr/>
        </p:nvSpPr>
        <p:spPr>
          <a:xfrm>
            <a:off x="13807440" y="7936992"/>
            <a:ext cx="274320" cy="274320"/>
          </a:xfrm>
          <a:prstGeom prst="ellipse">
            <a:avLst/>
          </a:prstGeom>
          <a:solidFill>
            <a:srgbClr val="FFF8EB"/>
          </a:solidFill>
          <a:ln w="15544">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19" name="F"/>
          <p:cNvSpPr txBox="1"/>
          <p:nvPr/>
        </p:nvSpPr>
        <p:spPr>
          <a:xfrm>
            <a:off x="13812012" y="7948422"/>
            <a:ext cx="265176" cy="251460"/>
          </a:xfrm>
          <a:prstGeom prst="rect">
            <a:avLst/>
          </a:prstGeom>
          <a:noFill/>
        </p:spPr>
        <p:txBody>
          <a:bodyPr wrap="none" lIns="0" rIns="0" tIns="0" bIns="0" anchor="ctr">
            <a:noAutofit/>
          </a:bodyPr>
          <a:lstStyle/>
          <a:p>
            <a:pPr algn="ctr">
              <a:lnSpc>
                <a:spcPts val="1980"/>
              </a:lnSpc>
              <a:spcBef>
                <a:spcPts val="0"/>
              </a:spcBef>
              <a:spcAft>
                <a:spcPts val="0"/>
              </a:spcAft>
            </a:pPr>
            <a:r>
              <a:rPr sz="1800" b="0" i="0">
                <a:solidFill>
                  <a:srgbClr val="000000"/>
                </a:solidFill>
                <a:latin typeface="Times New Roman"/>
              </a:rPr>
              <a:t>F</a:t>
            </a:r>
          </a:p>
        </p:txBody>
      </p:sp>
      <p:sp>
        <p:nvSpPr>
          <p:cNvPr id="520" name="line 431"/>
          <p:cNvSpPr/>
          <p:nvPr/>
        </p:nvSpPr>
        <p:spPr>
          <a:xfrm>
            <a:off x="13944600" y="8211312"/>
            <a:ext cx="914" cy="201168"/>
          </a:xfrm>
          <a:custGeom>
            <a:avLst/>
            <a:gdLst/>
            <a:ahLst/>
            <a:cxnLst/>
            <a:rect l="0" t="0" r="r" b="b"/>
            <a:pathLst>
              <a:path w="914" h="201168" fill="none" stroke="1" extrusionOk="0">
                <a:moveTo>
                  <a:pt x="0" y="0"/>
                </a:moveTo>
                <a:lnTo>
                  <a:pt x="0" y="201168"/>
                </a:lnTo>
              </a:path>
            </a:pathLst>
          </a:custGeom>
          <a:noFill/>
          <a:ln w="16459">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21" name="Arrowhead 431"/>
          <p:cNvSpPr/>
          <p:nvPr/>
        </p:nvSpPr>
        <p:spPr>
          <a:xfrm>
            <a:off x="13885164" y="8293608"/>
            <a:ext cx="118872" cy="118872"/>
          </a:xfrm>
          <a:custGeom>
            <a:avLst/>
            <a:gdLst/>
            <a:ahLst/>
            <a:cxnLst/>
            <a:rect l="0" t="0" r="r" b="b"/>
            <a:pathLst>
              <a:path w="118872" h="118872" fill="norm" stroke="1" extrusionOk="0">
                <a:moveTo>
                  <a:pt x="59436" y="118872"/>
                </a:moveTo>
                <a:lnTo>
                  <a:pt x="0" y="0"/>
                </a:lnTo>
                <a:lnTo>
                  <a:pt x="59436" y="29718"/>
                </a:lnTo>
                <a:lnTo>
                  <a:pt x="118872" y="0"/>
                </a:lnTo>
                <a:close/>
              </a:path>
            </a:pathLst>
          </a:custGeom>
          <a:solidFill>
            <a:srgbClr val="00000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22" name="Fusion"/>
          <p:cNvSpPr txBox="1"/>
          <p:nvPr/>
        </p:nvSpPr>
        <p:spPr>
          <a:xfrm>
            <a:off x="12984480" y="7991856"/>
            <a:ext cx="832104" cy="283464"/>
          </a:xfrm>
          <a:prstGeom prst="rect">
            <a:avLst/>
          </a:prstGeom>
          <a:noFill/>
        </p:spPr>
        <p:txBody>
          <a:bodyPr wrap="none" lIns="0" rIns="0" tIns="0" bIns="0" anchor="ctr">
            <a:noAutofit/>
          </a:bodyPr>
          <a:lstStyle/>
          <a:p>
            <a:pPr algn="l">
              <a:lnSpc>
                <a:spcPts val="1980"/>
              </a:lnSpc>
              <a:spcBef>
                <a:spcPts val="0"/>
              </a:spcBef>
              <a:spcAft>
                <a:spcPts val="0"/>
              </a:spcAft>
            </a:pPr>
            <a:r>
              <a:rPr sz="1800" b="1" i="0">
                <a:solidFill>
                  <a:srgbClr val="000000"/>
                </a:solidFill>
                <a:latin typeface="Times New Roman"/>
              </a:rPr>
              <a:t>Fusion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__ORIGINAL_REFERENCE_IMAGE__" descr="Where Does It Exist from the Low-Altitude Spatial Aerial Video Grounding_diagram.jpg"/>
          <p:cNvPicPr>
            <a:picLocks noChangeAspect="1"/>
          </p:cNvPicPr>
          <p:nvPr/>
        </p:nvPicPr>
        <p:blipFill>
          <a:blip r:embed="rId2"/>
          <a:stretch>
            <a:fillRect/>
          </a:stretch>
        </p:blipFill>
        <p:spPr>
          <a:xfrm>
            <a:off x="0" y="0"/>
            <a:ext cx="16596359" cy="8494775"/>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Low-Altitude Spatial Aerial Video Grounding</dc:title>
  <dc:subject>Editable reconstruction of the provided reference diagram</dc:subject>
  <dc:creator>OpenAI</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